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embeddings/oleObject1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2" r:id="rId1"/>
  </p:sldMasterIdLst>
  <p:notesMasterIdLst>
    <p:notesMasterId r:id="rId132"/>
  </p:notesMasterIdLst>
  <p:handoutMasterIdLst>
    <p:handoutMasterId r:id="rId133"/>
  </p:handout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A5A5A"/>
    <a:srgbClr val="E9E8E3"/>
    <a:srgbClr val="E6E6E6"/>
    <a:srgbClr val="E5E4DD"/>
    <a:srgbClr val="000000"/>
    <a:srgbClr val="FFFFFF"/>
    <a:srgbClr val="00A3B1"/>
    <a:srgbClr val="00BA4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1500" autoAdjust="0"/>
    <p:restoredTop sz="94660"/>
  </p:normalViewPr>
  <p:slideViewPr>
    <p:cSldViewPr showGuides="1">
      <p:cViewPr varScale="1">
        <p:scale>
          <a:sx n="92" d="100"/>
          <a:sy n="92" d="100"/>
        </p:scale>
        <p:origin x="176" y="71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howGuides="1">
      <p:cViewPr varScale="1">
        <p:scale>
          <a:sx n="89" d="100"/>
          <a:sy n="89" d="100"/>
        </p:scale>
        <p:origin x="3259" y="96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132" Type="http://schemas.openxmlformats.org/officeDocument/2006/relationships/notesMaster" Target="notesMasters/notesMaster1.xml"/><Relationship Id="rId133" Type="http://schemas.openxmlformats.org/officeDocument/2006/relationships/handoutMaster" Target="handoutMasters/handoutMaster1.xml"/><Relationship Id="rId134" Type="http://schemas.openxmlformats.org/officeDocument/2006/relationships/commentAuthors" Target="commentAuthors.xml"/><Relationship Id="rId135" Type="http://schemas.openxmlformats.org/officeDocument/2006/relationships/presProps" Target="presProps.xml"/><Relationship Id="rId136" Type="http://schemas.openxmlformats.org/officeDocument/2006/relationships/viewProps" Target="viewProps.xml"/><Relationship Id="rId137" Type="http://schemas.openxmlformats.org/officeDocument/2006/relationships/theme" Target="theme/theme1.xml"/><Relationship Id="rId138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9B76C1-5D6A-4BE8-9E13-EB92B623AC55}" type="datetimeFigureOut">
              <a:rPr lang="es-ES" smtClean="0"/>
              <a:t>24/2/25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EB8445-AEE5-4B15-A732-6F342B12406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449674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1D35EC-AF0A-4DE7-855D-4EF6B0151212}" type="datetimeFigureOut">
              <a:rPr lang="es-ES" smtClean="0"/>
              <a:t>24/2/25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BAE8CD-FAC3-447B-AA62-CC577D5700D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401028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.bin"/><Relationship Id="rId4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- V - Prun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336550" y="4149007"/>
            <a:ext cx="5039442" cy="72075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Escribe aquí el subtítulo de la presentación</a:t>
            </a:r>
          </a:p>
        </p:txBody>
      </p:sp>
      <p:cxnSp>
        <p:nvCxnSpPr>
          <p:cNvPr id="20" name="Straight Connector 1">
            <a:extLst>
              <a:ext uri="{FF2B5EF4-FFF2-40B4-BE49-F238E27FC236}">
                <a16:creationId xmlns:a16="http://schemas.microsoft.com/office/drawing/2014/main" id="{2614D5A6-CCD6-5B77-B55E-0710DBBE919E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6129030"/>
            <a:ext cx="4656138" cy="0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6550" y="1718981"/>
            <a:ext cx="5039442" cy="1980022"/>
          </a:xfrm>
        </p:spPr>
        <p:txBody>
          <a:bodyPr/>
          <a:lstStyle>
            <a:lvl1pPr>
              <a:lnSpc>
                <a:spcPct val="85000"/>
              </a:lnSpc>
              <a:defRPr sz="4800"/>
            </a:lvl1pPr>
          </a:lstStyle>
          <a:p>
            <a:r>
              <a:rPr lang="es-ES" dirty="0"/>
              <a:t>Escribe aquí el título de la presentación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14" hasCustomPrompt="1"/>
          </p:nvPr>
        </p:nvSpPr>
        <p:spPr>
          <a:xfrm>
            <a:off x="336550" y="6200775"/>
            <a:ext cx="4319588" cy="320675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s-ES" dirty="0"/>
              <a:t>Escribe aquí la fecha de la presentación</a:t>
            </a:r>
          </a:p>
        </p:txBody>
      </p:sp>
      <p:sp>
        <p:nvSpPr>
          <p:cNvPr id="22" name="Marcador de posición de imagen 21"/>
          <p:cNvSpPr>
            <a:spLocks noGrp="1"/>
          </p:cNvSpPr>
          <p:nvPr>
            <p:ph type="pic" sz="quarter" idx="15" hasCustomPrompt="1"/>
          </p:nvPr>
        </p:nvSpPr>
        <p:spPr>
          <a:xfrm>
            <a:off x="6096000" y="334963"/>
            <a:ext cx="5759450" cy="6188074"/>
          </a:xfrm>
          <a:custGeom>
            <a:avLst/>
            <a:gdLst>
              <a:gd name="connsiteX0" fmla="*/ 144000 w 5759450"/>
              <a:gd name="connsiteY0" fmla="*/ 0 h 6188074"/>
              <a:gd name="connsiteX1" fmla="*/ 5616009 w 5759450"/>
              <a:gd name="connsiteY1" fmla="*/ 0 h 6188074"/>
              <a:gd name="connsiteX2" fmla="*/ 5759450 w 5759450"/>
              <a:gd name="connsiteY2" fmla="*/ 143441 h 6188074"/>
              <a:gd name="connsiteX3" fmla="*/ 5759450 w 5759450"/>
              <a:gd name="connsiteY3" fmla="*/ 6044633 h 6188074"/>
              <a:gd name="connsiteX4" fmla="*/ 5616009 w 5759450"/>
              <a:gd name="connsiteY4" fmla="*/ 6188074 h 6188074"/>
              <a:gd name="connsiteX5" fmla="*/ 144000 w 5759450"/>
              <a:gd name="connsiteY5" fmla="*/ 6188074 h 6188074"/>
              <a:gd name="connsiteX6" fmla="*/ 0 w 5759450"/>
              <a:gd name="connsiteY6" fmla="*/ 6044074 h 6188074"/>
              <a:gd name="connsiteX7" fmla="*/ 0 w 5759450"/>
              <a:gd name="connsiteY7" fmla="*/ 144000 h 6188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759450" h="6188074">
                <a:moveTo>
                  <a:pt x="144000" y="0"/>
                </a:moveTo>
                <a:lnTo>
                  <a:pt x="5616009" y="0"/>
                </a:lnTo>
                <a:lnTo>
                  <a:pt x="5759450" y="143441"/>
                </a:lnTo>
                <a:lnTo>
                  <a:pt x="5759450" y="6044633"/>
                </a:lnTo>
                <a:lnTo>
                  <a:pt x="5616009" y="6188074"/>
                </a:lnTo>
                <a:lnTo>
                  <a:pt x="144000" y="6188074"/>
                </a:lnTo>
                <a:lnTo>
                  <a:pt x="0" y="6044074"/>
                </a:lnTo>
                <a:lnTo>
                  <a:pt x="0" y="14400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s-ES" dirty="0"/>
              <a:t>Haga clic en el icono </a:t>
            </a:r>
            <a:br>
              <a:rPr lang="es-ES" dirty="0"/>
            </a:br>
            <a:r>
              <a:rPr lang="es-ES" dirty="0"/>
              <a:t>para agregar una imagen</a:t>
            </a:r>
          </a:p>
        </p:txBody>
      </p:sp>
      <p:grpSp>
        <p:nvGrpSpPr>
          <p:cNvPr id="11" name="Group 4">
            <a:extLst>
              <a:ext uri="{FF2B5EF4-FFF2-40B4-BE49-F238E27FC236}">
                <a16:creationId xmlns:a16="http://schemas.microsoft.com/office/drawing/2014/main" id="{07DC0D3C-122E-75C2-2E15-2045BAE53BE7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6550" y="334963"/>
            <a:ext cx="2229141" cy="212400"/>
            <a:chOff x="680" y="1856"/>
            <a:chExt cx="6318" cy="602"/>
          </a:xfrm>
          <a:solidFill>
            <a:srgbClr val="FFFFFF"/>
          </a:solidFill>
        </p:grpSpPr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38986C46-3601-64EC-29FF-F19F1C2EFC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7" name="Freeform 7">
              <a:extLst>
                <a:ext uri="{FF2B5EF4-FFF2-40B4-BE49-F238E27FC236}">
                  <a16:creationId xmlns:a16="http://schemas.microsoft.com/office/drawing/2014/main" id="{3F47427C-B3F2-B109-7971-D57014016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8" name="Freeform 8">
              <a:extLst>
                <a:ext uri="{FF2B5EF4-FFF2-40B4-BE49-F238E27FC236}">
                  <a16:creationId xmlns:a16="http://schemas.microsoft.com/office/drawing/2014/main" id="{906C6FD1-F167-27F8-4C1B-B41D9CE38A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20710941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- H - Prun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336550" y="2708993"/>
            <a:ext cx="8639482" cy="36000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Escribe aquí el subtítulo de la presentación</a:t>
            </a:r>
          </a:p>
        </p:txBody>
      </p:sp>
      <p:cxnSp>
        <p:nvCxnSpPr>
          <p:cNvPr id="20" name="Straight Connector 1">
            <a:extLst>
              <a:ext uri="{FF2B5EF4-FFF2-40B4-BE49-F238E27FC236}">
                <a16:creationId xmlns:a16="http://schemas.microsoft.com/office/drawing/2014/main" id="{2614D5A6-CCD6-5B77-B55E-0710DBBE919E}"/>
              </a:ext>
            </a:extLst>
          </p:cNvPr>
          <p:cNvCxnSpPr>
            <a:cxnSpLocks/>
          </p:cNvCxnSpPr>
          <p:nvPr userDrawn="1"/>
        </p:nvCxnSpPr>
        <p:spPr>
          <a:xfrm rot="5400000" flipH="1">
            <a:off x="7935637" y="1490400"/>
            <a:ext cx="2980800" cy="0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6550" y="1268976"/>
            <a:ext cx="8639482" cy="1350015"/>
          </a:xfrm>
        </p:spPr>
        <p:txBody>
          <a:bodyPr/>
          <a:lstStyle>
            <a:lvl1pPr>
              <a:lnSpc>
                <a:spcPct val="85000"/>
              </a:lnSpc>
              <a:defRPr sz="4800"/>
            </a:lvl1pPr>
          </a:lstStyle>
          <a:p>
            <a:r>
              <a:rPr lang="es-ES" dirty="0"/>
              <a:t>Escribe aquí el título de la presentación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14" hasCustomPrompt="1"/>
          </p:nvPr>
        </p:nvSpPr>
        <p:spPr>
          <a:xfrm>
            <a:off x="9606038" y="2660125"/>
            <a:ext cx="2249412" cy="320675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s-ES" dirty="0"/>
              <a:t>Fecha de la presentación</a:t>
            </a:r>
          </a:p>
        </p:txBody>
      </p:sp>
      <p:sp>
        <p:nvSpPr>
          <p:cNvPr id="49" name="Marcador de posición de imagen 48"/>
          <p:cNvSpPr>
            <a:spLocks noGrp="1"/>
          </p:cNvSpPr>
          <p:nvPr>
            <p:ph type="pic" sz="quarter" idx="15" hasCustomPrompt="1"/>
          </p:nvPr>
        </p:nvSpPr>
        <p:spPr>
          <a:xfrm>
            <a:off x="336554" y="3429001"/>
            <a:ext cx="11518897" cy="3094037"/>
          </a:xfrm>
          <a:custGeom>
            <a:avLst/>
            <a:gdLst>
              <a:gd name="connsiteX0" fmla="*/ 144000 w 11518897"/>
              <a:gd name="connsiteY0" fmla="*/ 0 h 3094037"/>
              <a:gd name="connsiteX1" fmla="*/ 11376018 w 11518897"/>
              <a:gd name="connsiteY1" fmla="*/ 0 h 3094037"/>
              <a:gd name="connsiteX2" fmla="*/ 11518897 w 11518897"/>
              <a:gd name="connsiteY2" fmla="*/ 142879 h 3094037"/>
              <a:gd name="connsiteX3" fmla="*/ 11518897 w 11518897"/>
              <a:gd name="connsiteY3" fmla="*/ 2951158 h 3094037"/>
              <a:gd name="connsiteX4" fmla="*/ 11376018 w 11518897"/>
              <a:gd name="connsiteY4" fmla="*/ 3094037 h 3094037"/>
              <a:gd name="connsiteX5" fmla="*/ 144000 w 11518897"/>
              <a:gd name="connsiteY5" fmla="*/ 3094037 h 3094037"/>
              <a:gd name="connsiteX6" fmla="*/ 0 w 11518897"/>
              <a:gd name="connsiteY6" fmla="*/ 2950037 h 3094037"/>
              <a:gd name="connsiteX7" fmla="*/ 0 w 11518897"/>
              <a:gd name="connsiteY7" fmla="*/ 144000 h 3094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518897" h="3094037">
                <a:moveTo>
                  <a:pt x="144000" y="0"/>
                </a:moveTo>
                <a:lnTo>
                  <a:pt x="11376018" y="0"/>
                </a:lnTo>
                <a:lnTo>
                  <a:pt x="11518897" y="142879"/>
                </a:lnTo>
                <a:lnTo>
                  <a:pt x="11518897" y="2951158"/>
                </a:lnTo>
                <a:lnTo>
                  <a:pt x="11376018" y="3094037"/>
                </a:lnTo>
                <a:lnTo>
                  <a:pt x="144000" y="3094037"/>
                </a:lnTo>
                <a:lnTo>
                  <a:pt x="0" y="2950037"/>
                </a:lnTo>
                <a:lnTo>
                  <a:pt x="0" y="144000"/>
                </a:lnTo>
                <a:close/>
              </a:path>
            </a:pathLst>
          </a:custGeom>
          <a:ln>
            <a:noFill/>
          </a:ln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/>
            </a:lvl1pPr>
          </a:lstStyle>
          <a:p>
            <a:r>
              <a:rPr lang="es-ES" dirty="0"/>
              <a:t>Haga clic en el icono </a:t>
            </a:r>
            <a:br>
              <a:rPr lang="es-ES" dirty="0"/>
            </a:br>
            <a:r>
              <a:rPr lang="es-ES" dirty="0"/>
              <a:t>para agregar una imagen</a:t>
            </a:r>
          </a:p>
        </p:txBody>
      </p:sp>
      <p:grpSp>
        <p:nvGrpSpPr>
          <p:cNvPr id="11" name="Group 4">
            <a:extLst>
              <a:ext uri="{FF2B5EF4-FFF2-40B4-BE49-F238E27FC236}">
                <a16:creationId xmlns:a16="http://schemas.microsoft.com/office/drawing/2014/main" id="{07DC0D3C-122E-75C2-2E15-2045BAE53BE7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6550" y="334963"/>
            <a:ext cx="2229141" cy="212400"/>
            <a:chOff x="680" y="1856"/>
            <a:chExt cx="6318" cy="602"/>
          </a:xfrm>
          <a:solidFill>
            <a:srgbClr val="FFFFFF"/>
          </a:solidFill>
        </p:grpSpPr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38986C46-3601-64EC-29FF-F19F1C2EFC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7" name="Freeform 7">
              <a:extLst>
                <a:ext uri="{FF2B5EF4-FFF2-40B4-BE49-F238E27FC236}">
                  <a16:creationId xmlns:a16="http://schemas.microsoft.com/office/drawing/2014/main" id="{3F47427C-B3F2-B109-7971-D57014016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8" name="Freeform 8">
              <a:extLst>
                <a:ext uri="{FF2B5EF4-FFF2-40B4-BE49-F238E27FC236}">
                  <a16:creationId xmlns:a16="http://schemas.microsoft.com/office/drawing/2014/main" id="{906C6FD1-F167-27F8-4C1B-B41D9CE38A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14068371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- V - Blanc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336550" y="4149007"/>
            <a:ext cx="5039442" cy="72075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Escribe aquí el subtítulo de la presentación</a:t>
            </a:r>
          </a:p>
        </p:txBody>
      </p:sp>
      <p:cxnSp>
        <p:nvCxnSpPr>
          <p:cNvPr id="20" name="Straight Connector 1">
            <a:extLst>
              <a:ext uri="{FF2B5EF4-FFF2-40B4-BE49-F238E27FC236}">
                <a16:creationId xmlns:a16="http://schemas.microsoft.com/office/drawing/2014/main" id="{2614D5A6-CCD6-5B77-B55E-0710DBBE919E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6129030"/>
            <a:ext cx="4656138" cy="0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6550" y="1718981"/>
            <a:ext cx="5039442" cy="1980022"/>
          </a:xfrm>
        </p:spPr>
        <p:txBody>
          <a:bodyPr/>
          <a:lstStyle>
            <a:lvl1pPr>
              <a:lnSpc>
                <a:spcPct val="85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Escribe aquí el título de la presentación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14" hasCustomPrompt="1"/>
          </p:nvPr>
        </p:nvSpPr>
        <p:spPr>
          <a:xfrm>
            <a:off x="336550" y="6200775"/>
            <a:ext cx="4319588" cy="320675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s-ES" dirty="0"/>
              <a:t>Escribe aquí la fecha de la presentación</a:t>
            </a:r>
          </a:p>
        </p:txBody>
      </p:sp>
      <p:sp>
        <p:nvSpPr>
          <p:cNvPr id="22" name="Marcador de posición de imagen 21"/>
          <p:cNvSpPr>
            <a:spLocks noGrp="1"/>
          </p:cNvSpPr>
          <p:nvPr>
            <p:ph type="pic" sz="quarter" idx="15" hasCustomPrompt="1"/>
          </p:nvPr>
        </p:nvSpPr>
        <p:spPr>
          <a:xfrm>
            <a:off x="6096000" y="334963"/>
            <a:ext cx="5759450" cy="6188074"/>
          </a:xfrm>
          <a:custGeom>
            <a:avLst/>
            <a:gdLst>
              <a:gd name="connsiteX0" fmla="*/ 144000 w 5759450"/>
              <a:gd name="connsiteY0" fmla="*/ 0 h 6188074"/>
              <a:gd name="connsiteX1" fmla="*/ 5616009 w 5759450"/>
              <a:gd name="connsiteY1" fmla="*/ 0 h 6188074"/>
              <a:gd name="connsiteX2" fmla="*/ 5759450 w 5759450"/>
              <a:gd name="connsiteY2" fmla="*/ 143441 h 6188074"/>
              <a:gd name="connsiteX3" fmla="*/ 5759450 w 5759450"/>
              <a:gd name="connsiteY3" fmla="*/ 6044633 h 6188074"/>
              <a:gd name="connsiteX4" fmla="*/ 5616009 w 5759450"/>
              <a:gd name="connsiteY4" fmla="*/ 6188074 h 6188074"/>
              <a:gd name="connsiteX5" fmla="*/ 144000 w 5759450"/>
              <a:gd name="connsiteY5" fmla="*/ 6188074 h 6188074"/>
              <a:gd name="connsiteX6" fmla="*/ 0 w 5759450"/>
              <a:gd name="connsiteY6" fmla="*/ 6044074 h 6188074"/>
              <a:gd name="connsiteX7" fmla="*/ 0 w 5759450"/>
              <a:gd name="connsiteY7" fmla="*/ 144000 h 6188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759450" h="6188074">
                <a:moveTo>
                  <a:pt x="144000" y="0"/>
                </a:moveTo>
                <a:lnTo>
                  <a:pt x="5616009" y="0"/>
                </a:lnTo>
                <a:lnTo>
                  <a:pt x="5759450" y="143441"/>
                </a:lnTo>
                <a:lnTo>
                  <a:pt x="5759450" y="6044633"/>
                </a:lnTo>
                <a:lnTo>
                  <a:pt x="5616009" y="6188074"/>
                </a:lnTo>
                <a:lnTo>
                  <a:pt x="144000" y="6188074"/>
                </a:lnTo>
                <a:lnTo>
                  <a:pt x="0" y="6044074"/>
                </a:lnTo>
                <a:lnTo>
                  <a:pt x="0" y="14400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s-ES" dirty="0"/>
              <a:t>Haga clic en el icono </a:t>
            </a:r>
            <a:br>
              <a:rPr lang="es-ES" dirty="0"/>
            </a:br>
            <a:r>
              <a:rPr lang="es-ES" dirty="0"/>
              <a:t>para agregar una imagen</a:t>
            </a:r>
          </a:p>
        </p:txBody>
      </p:sp>
      <p:grpSp>
        <p:nvGrpSpPr>
          <p:cNvPr id="11" name="Group 4">
            <a:extLst>
              <a:ext uri="{FF2B5EF4-FFF2-40B4-BE49-F238E27FC236}">
                <a16:creationId xmlns:a16="http://schemas.microsoft.com/office/drawing/2014/main" id="{07DC0D3C-122E-75C2-2E15-2045BAE53BE7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6550" y="334963"/>
            <a:ext cx="2229141" cy="212400"/>
            <a:chOff x="680" y="1856"/>
            <a:chExt cx="6318" cy="602"/>
          </a:xfrm>
          <a:solidFill>
            <a:schemeClr val="bg1"/>
          </a:solidFill>
        </p:grpSpPr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38986C46-3601-64EC-29FF-F19F1C2EFC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>
                <a:solidFill>
                  <a:schemeClr val="bg1"/>
                </a:solidFill>
              </a:endParaRPr>
            </a:p>
          </p:txBody>
        </p:sp>
        <p:sp>
          <p:nvSpPr>
            <p:cNvPr id="17" name="Freeform 7">
              <a:extLst>
                <a:ext uri="{FF2B5EF4-FFF2-40B4-BE49-F238E27FC236}">
                  <a16:creationId xmlns:a16="http://schemas.microsoft.com/office/drawing/2014/main" id="{3F47427C-B3F2-B109-7971-D57014016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>
                <a:solidFill>
                  <a:schemeClr val="bg1"/>
                </a:solidFill>
              </a:endParaRPr>
            </a:p>
          </p:txBody>
        </p:sp>
        <p:sp>
          <p:nvSpPr>
            <p:cNvPr id="18" name="Freeform 8">
              <a:extLst>
                <a:ext uri="{FF2B5EF4-FFF2-40B4-BE49-F238E27FC236}">
                  <a16:creationId xmlns:a16="http://schemas.microsoft.com/office/drawing/2014/main" id="{906C6FD1-F167-27F8-4C1B-B41D9CE38A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716660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- H - Blanc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336550" y="2708993"/>
            <a:ext cx="8639482" cy="36000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Escribe aquí el subtítulo de la presentación</a:t>
            </a:r>
          </a:p>
        </p:txBody>
      </p:sp>
      <p:cxnSp>
        <p:nvCxnSpPr>
          <p:cNvPr id="20" name="Straight Connector 1">
            <a:extLst>
              <a:ext uri="{FF2B5EF4-FFF2-40B4-BE49-F238E27FC236}">
                <a16:creationId xmlns:a16="http://schemas.microsoft.com/office/drawing/2014/main" id="{2614D5A6-CCD6-5B77-B55E-0710DBBE919E}"/>
              </a:ext>
            </a:extLst>
          </p:cNvPr>
          <p:cNvCxnSpPr>
            <a:cxnSpLocks/>
          </p:cNvCxnSpPr>
          <p:nvPr userDrawn="1"/>
        </p:nvCxnSpPr>
        <p:spPr>
          <a:xfrm rot="5400000" flipH="1">
            <a:off x="7935637" y="1490400"/>
            <a:ext cx="2980800" cy="0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6550" y="1268976"/>
            <a:ext cx="8639482" cy="1350015"/>
          </a:xfrm>
        </p:spPr>
        <p:txBody>
          <a:bodyPr/>
          <a:lstStyle>
            <a:lvl1pPr>
              <a:lnSpc>
                <a:spcPct val="85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Escribe aquí el título de la presentación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14" hasCustomPrompt="1"/>
          </p:nvPr>
        </p:nvSpPr>
        <p:spPr>
          <a:xfrm>
            <a:off x="9606038" y="2660125"/>
            <a:ext cx="2249412" cy="320675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s-ES" dirty="0"/>
              <a:t>Fecha de la presentación</a:t>
            </a:r>
          </a:p>
        </p:txBody>
      </p:sp>
      <p:sp>
        <p:nvSpPr>
          <p:cNvPr id="49" name="Marcador de posición de imagen 48"/>
          <p:cNvSpPr>
            <a:spLocks noGrp="1"/>
          </p:cNvSpPr>
          <p:nvPr>
            <p:ph type="pic" sz="quarter" idx="15" hasCustomPrompt="1"/>
          </p:nvPr>
        </p:nvSpPr>
        <p:spPr>
          <a:xfrm>
            <a:off x="336554" y="3429001"/>
            <a:ext cx="11518897" cy="3094037"/>
          </a:xfrm>
          <a:custGeom>
            <a:avLst/>
            <a:gdLst>
              <a:gd name="connsiteX0" fmla="*/ 144000 w 11518897"/>
              <a:gd name="connsiteY0" fmla="*/ 0 h 3094037"/>
              <a:gd name="connsiteX1" fmla="*/ 11376018 w 11518897"/>
              <a:gd name="connsiteY1" fmla="*/ 0 h 3094037"/>
              <a:gd name="connsiteX2" fmla="*/ 11518897 w 11518897"/>
              <a:gd name="connsiteY2" fmla="*/ 142879 h 3094037"/>
              <a:gd name="connsiteX3" fmla="*/ 11518897 w 11518897"/>
              <a:gd name="connsiteY3" fmla="*/ 2951158 h 3094037"/>
              <a:gd name="connsiteX4" fmla="*/ 11376018 w 11518897"/>
              <a:gd name="connsiteY4" fmla="*/ 3094037 h 3094037"/>
              <a:gd name="connsiteX5" fmla="*/ 144000 w 11518897"/>
              <a:gd name="connsiteY5" fmla="*/ 3094037 h 3094037"/>
              <a:gd name="connsiteX6" fmla="*/ 0 w 11518897"/>
              <a:gd name="connsiteY6" fmla="*/ 2950037 h 3094037"/>
              <a:gd name="connsiteX7" fmla="*/ 0 w 11518897"/>
              <a:gd name="connsiteY7" fmla="*/ 144000 h 3094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518897" h="3094037">
                <a:moveTo>
                  <a:pt x="144000" y="0"/>
                </a:moveTo>
                <a:lnTo>
                  <a:pt x="11376018" y="0"/>
                </a:lnTo>
                <a:lnTo>
                  <a:pt x="11518897" y="142879"/>
                </a:lnTo>
                <a:lnTo>
                  <a:pt x="11518897" y="2951158"/>
                </a:lnTo>
                <a:lnTo>
                  <a:pt x="11376018" y="3094037"/>
                </a:lnTo>
                <a:lnTo>
                  <a:pt x="144000" y="3094037"/>
                </a:lnTo>
                <a:lnTo>
                  <a:pt x="0" y="2950037"/>
                </a:lnTo>
                <a:lnTo>
                  <a:pt x="0" y="144000"/>
                </a:lnTo>
                <a:close/>
              </a:path>
            </a:pathLst>
          </a:custGeom>
          <a:ln>
            <a:noFill/>
          </a:ln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/>
            </a:lvl1pPr>
          </a:lstStyle>
          <a:p>
            <a:r>
              <a:rPr lang="es-ES" dirty="0"/>
              <a:t>Haga clic en el icono </a:t>
            </a:r>
            <a:br>
              <a:rPr lang="es-ES" dirty="0"/>
            </a:br>
            <a:r>
              <a:rPr lang="es-ES" dirty="0"/>
              <a:t>para agregar una imagen</a:t>
            </a:r>
          </a:p>
        </p:txBody>
      </p:sp>
      <p:grpSp>
        <p:nvGrpSpPr>
          <p:cNvPr id="11" name="Group 4">
            <a:extLst>
              <a:ext uri="{FF2B5EF4-FFF2-40B4-BE49-F238E27FC236}">
                <a16:creationId xmlns:a16="http://schemas.microsoft.com/office/drawing/2014/main" id="{07DC0D3C-122E-75C2-2E15-2045BAE53BE7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6550" y="334963"/>
            <a:ext cx="2229141" cy="212400"/>
            <a:chOff x="680" y="1856"/>
            <a:chExt cx="6318" cy="602"/>
          </a:xfrm>
          <a:solidFill>
            <a:schemeClr val="bg1"/>
          </a:solidFill>
        </p:grpSpPr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38986C46-3601-64EC-29FF-F19F1C2EFC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7" name="Freeform 7">
              <a:extLst>
                <a:ext uri="{FF2B5EF4-FFF2-40B4-BE49-F238E27FC236}">
                  <a16:creationId xmlns:a16="http://schemas.microsoft.com/office/drawing/2014/main" id="{3F47427C-B3F2-B109-7971-D57014016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8" name="Freeform 8">
              <a:extLst>
                <a:ext uri="{FF2B5EF4-FFF2-40B4-BE49-F238E27FC236}">
                  <a16:creationId xmlns:a16="http://schemas.microsoft.com/office/drawing/2014/main" id="{906C6FD1-F167-27F8-4C1B-B41D9CE38A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38763947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- FULL - Image_N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posición de imagen 5"/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/>
            </a:lvl1pPr>
          </a:lstStyle>
          <a:p>
            <a:r>
              <a:rPr lang="es-ES" dirty="0"/>
              <a:t>Haga clic en el icono </a:t>
            </a:r>
            <a:br>
              <a:rPr lang="es-ES" dirty="0"/>
            </a:br>
            <a:r>
              <a:rPr lang="es-ES" dirty="0"/>
              <a:t>para agregar una imagen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336550" y="4149007"/>
            <a:ext cx="5039442" cy="72277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Escribe aquí el subtítulo de la presentación</a:t>
            </a:r>
          </a:p>
        </p:txBody>
      </p:sp>
      <p:cxnSp>
        <p:nvCxnSpPr>
          <p:cNvPr id="20" name="Straight Connector 1">
            <a:extLst>
              <a:ext uri="{FF2B5EF4-FFF2-40B4-BE49-F238E27FC236}">
                <a16:creationId xmlns:a16="http://schemas.microsoft.com/office/drawing/2014/main" id="{2614D5A6-CCD6-5B77-B55E-0710DBBE919E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6129030"/>
            <a:ext cx="4656138" cy="0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6550" y="1719989"/>
            <a:ext cx="5039442" cy="1980022"/>
          </a:xfrm>
        </p:spPr>
        <p:txBody>
          <a:bodyPr/>
          <a:lstStyle>
            <a:lvl1pPr>
              <a:lnSpc>
                <a:spcPct val="85000"/>
              </a:lnSpc>
              <a:defRPr sz="4800"/>
            </a:lvl1pPr>
          </a:lstStyle>
          <a:p>
            <a:r>
              <a:rPr lang="es-ES" dirty="0"/>
              <a:t>Escribe aquí el título de la presentación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14" hasCustomPrompt="1"/>
          </p:nvPr>
        </p:nvSpPr>
        <p:spPr>
          <a:xfrm>
            <a:off x="336550" y="6200775"/>
            <a:ext cx="4319588" cy="320675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s-ES" dirty="0"/>
              <a:t>Escribe aquí la fecha de la presentación</a:t>
            </a:r>
          </a:p>
        </p:txBody>
      </p:sp>
      <p:grpSp>
        <p:nvGrpSpPr>
          <p:cNvPr id="11" name="Group 4">
            <a:extLst>
              <a:ext uri="{FF2B5EF4-FFF2-40B4-BE49-F238E27FC236}">
                <a16:creationId xmlns:a16="http://schemas.microsoft.com/office/drawing/2014/main" id="{07DC0D3C-122E-75C2-2E15-2045BAE53BE7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6550" y="334963"/>
            <a:ext cx="2229141" cy="212400"/>
            <a:chOff x="680" y="1856"/>
            <a:chExt cx="6318" cy="602"/>
          </a:xfrm>
          <a:solidFill>
            <a:srgbClr val="FFFFFF"/>
          </a:solidFill>
        </p:grpSpPr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38986C46-3601-64EC-29FF-F19F1C2EFC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7" name="Freeform 7">
              <a:extLst>
                <a:ext uri="{FF2B5EF4-FFF2-40B4-BE49-F238E27FC236}">
                  <a16:creationId xmlns:a16="http://schemas.microsoft.com/office/drawing/2014/main" id="{3F47427C-B3F2-B109-7971-D57014016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8" name="Freeform 8">
              <a:extLst>
                <a:ext uri="{FF2B5EF4-FFF2-40B4-BE49-F238E27FC236}">
                  <a16:creationId xmlns:a16="http://schemas.microsoft.com/office/drawing/2014/main" id="{906C6FD1-F167-27F8-4C1B-B41D9CE38A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425229125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- V - Pruno+Part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2">
            <a:extLst>
              <a:ext uri="{FF2B5EF4-FFF2-40B4-BE49-F238E27FC236}">
                <a16:creationId xmlns:a16="http://schemas.microsoft.com/office/drawing/2014/main" id="{3883320C-893C-E852-65DA-C4DBC29EEBA0}"/>
              </a:ext>
            </a:extLst>
          </p:cNvPr>
          <p:cNvSpPr/>
          <p:nvPr userDrawn="1"/>
        </p:nvSpPr>
        <p:spPr>
          <a:xfrm>
            <a:off x="0" y="0"/>
            <a:ext cx="12192000" cy="88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336550" y="4149008"/>
            <a:ext cx="5039442" cy="72000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Escribe aquí el subtítulo de la presentación</a:t>
            </a:r>
          </a:p>
        </p:txBody>
      </p:sp>
      <p:cxnSp>
        <p:nvCxnSpPr>
          <p:cNvPr id="20" name="Straight Connector 1">
            <a:extLst>
              <a:ext uri="{FF2B5EF4-FFF2-40B4-BE49-F238E27FC236}">
                <a16:creationId xmlns:a16="http://schemas.microsoft.com/office/drawing/2014/main" id="{2614D5A6-CCD6-5B77-B55E-0710DBBE919E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6129030"/>
            <a:ext cx="4656138" cy="0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6550" y="1718981"/>
            <a:ext cx="5039442" cy="1980022"/>
          </a:xfrm>
        </p:spPr>
        <p:txBody>
          <a:bodyPr/>
          <a:lstStyle>
            <a:lvl1pPr>
              <a:lnSpc>
                <a:spcPct val="85000"/>
              </a:lnSpc>
              <a:defRPr sz="4800"/>
            </a:lvl1pPr>
          </a:lstStyle>
          <a:p>
            <a:r>
              <a:rPr lang="es-ES" dirty="0"/>
              <a:t>Escribe aquí el título de la presentación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14" hasCustomPrompt="1"/>
          </p:nvPr>
        </p:nvSpPr>
        <p:spPr>
          <a:xfrm>
            <a:off x="336550" y="6200775"/>
            <a:ext cx="4319588" cy="320675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s-ES" dirty="0"/>
              <a:t>Escribe aquí la fecha de la presentación</a:t>
            </a:r>
          </a:p>
        </p:txBody>
      </p:sp>
      <p:cxnSp>
        <p:nvCxnSpPr>
          <p:cNvPr id="16" name="Conector recto 15"/>
          <p:cNvCxnSpPr/>
          <p:nvPr userDrawn="1"/>
        </p:nvCxnSpPr>
        <p:spPr>
          <a:xfrm flipV="1">
            <a:off x="2855640" y="334963"/>
            <a:ext cx="0" cy="214005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Marcador de posición de imagen 17"/>
          <p:cNvSpPr>
            <a:spLocks noGrp="1"/>
          </p:cNvSpPr>
          <p:nvPr>
            <p:ph type="pic" sz="quarter" idx="15" hasCustomPrompt="1"/>
          </p:nvPr>
        </p:nvSpPr>
        <p:spPr>
          <a:xfrm>
            <a:off x="6096001" y="1215043"/>
            <a:ext cx="5760009" cy="5306407"/>
          </a:xfrm>
          <a:custGeom>
            <a:avLst/>
            <a:gdLst>
              <a:gd name="connsiteX0" fmla="*/ 143999 w 5760009"/>
              <a:gd name="connsiteY0" fmla="*/ 0 h 5306407"/>
              <a:gd name="connsiteX1" fmla="*/ 5616010 w 5760009"/>
              <a:gd name="connsiteY1" fmla="*/ 0 h 5306407"/>
              <a:gd name="connsiteX2" fmla="*/ 5760009 w 5760009"/>
              <a:gd name="connsiteY2" fmla="*/ 143999 h 5306407"/>
              <a:gd name="connsiteX3" fmla="*/ 5760009 w 5760009"/>
              <a:gd name="connsiteY3" fmla="*/ 5162407 h 5306407"/>
              <a:gd name="connsiteX4" fmla="*/ 5616009 w 5760009"/>
              <a:gd name="connsiteY4" fmla="*/ 5306407 h 5306407"/>
              <a:gd name="connsiteX5" fmla="*/ 144000 w 5760009"/>
              <a:gd name="connsiteY5" fmla="*/ 5306407 h 5306407"/>
              <a:gd name="connsiteX6" fmla="*/ 0 w 5760009"/>
              <a:gd name="connsiteY6" fmla="*/ 5162407 h 5306407"/>
              <a:gd name="connsiteX7" fmla="*/ 0 w 5760009"/>
              <a:gd name="connsiteY7" fmla="*/ 143999 h 5306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760009" h="5306407">
                <a:moveTo>
                  <a:pt x="143999" y="0"/>
                </a:moveTo>
                <a:lnTo>
                  <a:pt x="5616010" y="0"/>
                </a:lnTo>
                <a:lnTo>
                  <a:pt x="5760009" y="143999"/>
                </a:lnTo>
                <a:lnTo>
                  <a:pt x="5760009" y="5162407"/>
                </a:lnTo>
                <a:lnTo>
                  <a:pt x="5616009" y="5306407"/>
                </a:lnTo>
                <a:lnTo>
                  <a:pt x="144000" y="5306407"/>
                </a:lnTo>
                <a:lnTo>
                  <a:pt x="0" y="5162407"/>
                </a:lnTo>
                <a:lnTo>
                  <a:pt x="0" y="143999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/>
            </a:lvl1pPr>
          </a:lstStyle>
          <a:p>
            <a:r>
              <a:rPr lang="es-ES" dirty="0"/>
              <a:t>Haga clic en el icono </a:t>
            </a:r>
            <a:br>
              <a:rPr lang="es-ES" dirty="0"/>
            </a:br>
            <a:r>
              <a:rPr lang="es-ES" dirty="0"/>
              <a:t>para agregar una imagen</a:t>
            </a:r>
          </a:p>
        </p:txBody>
      </p:sp>
      <p:grpSp>
        <p:nvGrpSpPr>
          <p:cNvPr id="17" name="Group 4">
            <a:extLst>
              <a:ext uri="{FF2B5EF4-FFF2-40B4-BE49-F238E27FC236}">
                <a16:creationId xmlns:a16="http://schemas.microsoft.com/office/drawing/2014/main" id="{07DC0D3C-122E-75C2-2E15-2045BAE53BE7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6550" y="334963"/>
            <a:ext cx="2229141" cy="212400"/>
            <a:chOff x="680" y="1856"/>
            <a:chExt cx="6318" cy="602"/>
          </a:xfrm>
          <a:solidFill>
            <a:schemeClr val="bg1"/>
          </a:solidFill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38986C46-3601-64EC-29FF-F19F1C2EFC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1" name="Freeform 7">
              <a:extLst>
                <a:ext uri="{FF2B5EF4-FFF2-40B4-BE49-F238E27FC236}">
                  <a16:creationId xmlns:a16="http://schemas.microsoft.com/office/drawing/2014/main" id="{3F47427C-B3F2-B109-7971-D57014016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2" name="Freeform 8">
              <a:extLst>
                <a:ext uri="{FF2B5EF4-FFF2-40B4-BE49-F238E27FC236}">
                  <a16:creationId xmlns:a16="http://schemas.microsoft.com/office/drawing/2014/main" id="{906C6FD1-F167-27F8-4C1B-B41D9CE38A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26855339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- H - Pruno+Part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336550" y="2708993"/>
            <a:ext cx="8639482" cy="36000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Escribe aquí el subtítulo de la presentación</a:t>
            </a:r>
          </a:p>
        </p:txBody>
      </p:sp>
      <p:cxnSp>
        <p:nvCxnSpPr>
          <p:cNvPr id="20" name="Straight Connector 1">
            <a:extLst>
              <a:ext uri="{FF2B5EF4-FFF2-40B4-BE49-F238E27FC236}">
                <a16:creationId xmlns:a16="http://schemas.microsoft.com/office/drawing/2014/main" id="{2614D5A6-CCD6-5B77-B55E-0710DBBE919E}"/>
              </a:ext>
            </a:extLst>
          </p:cNvPr>
          <p:cNvCxnSpPr>
            <a:cxnSpLocks/>
          </p:cNvCxnSpPr>
          <p:nvPr userDrawn="1"/>
        </p:nvCxnSpPr>
        <p:spPr>
          <a:xfrm rot="5400000" flipH="1">
            <a:off x="7935637" y="1490400"/>
            <a:ext cx="2980800" cy="0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6550" y="1268976"/>
            <a:ext cx="8639482" cy="1350015"/>
          </a:xfrm>
        </p:spPr>
        <p:txBody>
          <a:bodyPr/>
          <a:lstStyle>
            <a:lvl1pPr>
              <a:lnSpc>
                <a:spcPct val="85000"/>
              </a:lnSpc>
              <a:defRPr sz="4800"/>
            </a:lvl1pPr>
          </a:lstStyle>
          <a:p>
            <a:r>
              <a:rPr lang="es-ES" dirty="0"/>
              <a:t>Escribe aquí el título de la presentación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14" hasCustomPrompt="1"/>
          </p:nvPr>
        </p:nvSpPr>
        <p:spPr>
          <a:xfrm>
            <a:off x="9606038" y="2660125"/>
            <a:ext cx="2249412" cy="320675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s-ES" dirty="0"/>
              <a:t>Fecha de la presentación</a:t>
            </a:r>
          </a:p>
        </p:txBody>
      </p:sp>
      <p:sp>
        <p:nvSpPr>
          <p:cNvPr id="49" name="Marcador de posición de imagen 48"/>
          <p:cNvSpPr>
            <a:spLocks noGrp="1"/>
          </p:cNvSpPr>
          <p:nvPr>
            <p:ph type="pic" sz="quarter" idx="15" hasCustomPrompt="1"/>
          </p:nvPr>
        </p:nvSpPr>
        <p:spPr>
          <a:xfrm>
            <a:off x="336554" y="3429001"/>
            <a:ext cx="11518897" cy="3094037"/>
          </a:xfrm>
          <a:custGeom>
            <a:avLst/>
            <a:gdLst>
              <a:gd name="connsiteX0" fmla="*/ 144000 w 11518897"/>
              <a:gd name="connsiteY0" fmla="*/ 0 h 3094037"/>
              <a:gd name="connsiteX1" fmla="*/ 11376018 w 11518897"/>
              <a:gd name="connsiteY1" fmla="*/ 0 h 3094037"/>
              <a:gd name="connsiteX2" fmla="*/ 11518897 w 11518897"/>
              <a:gd name="connsiteY2" fmla="*/ 142879 h 3094037"/>
              <a:gd name="connsiteX3" fmla="*/ 11518897 w 11518897"/>
              <a:gd name="connsiteY3" fmla="*/ 2951158 h 3094037"/>
              <a:gd name="connsiteX4" fmla="*/ 11376018 w 11518897"/>
              <a:gd name="connsiteY4" fmla="*/ 3094037 h 3094037"/>
              <a:gd name="connsiteX5" fmla="*/ 144000 w 11518897"/>
              <a:gd name="connsiteY5" fmla="*/ 3094037 h 3094037"/>
              <a:gd name="connsiteX6" fmla="*/ 0 w 11518897"/>
              <a:gd name="connsiteY6" fmla="*/ 2950037 h 3094037"/>
              <a:gd name="connsiteX7" fmla="*/ 0 w 11518897"/>
              <a:gd name="connsiteY7" fmla="*/ 144000 h 3094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518897" h="3094037">
                <a:moveTo>
                  <a:pt x="144000" y="0"/>
                </a:moveTo>
                <a:lnTo>
                  <a:pt x="11376018" y="0"/>
                </a:lnTo>
                <a:lnTo>
                  <a:pt x="11518897" y="142879"/>
                </a:lnTo>
                <a:lnTo>
                  <a:pt x="11518897" y="2951158"/>
                </a:lnTo>
                <a:lnTo>
                  <a:pt x="11376018" y="3094037"/>
                </a:lnTo>
                <a:lnTo>
                  <a:pt x="144000" y="3094037"/>
                </a:lnTo>
                <a:lnTo>
                  <a:pt x="0" y="2950037"/>
                </a:lnTo>
                <a:lnTo>
                  <a:pt x="0" y="144000"/>
                </a:lnTo>
                <a:close/>
              </a:path>
            </a:pathLst>
          </a:custGeom>
          <a:ln>
            <a:noFill/>
          </a:ln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/>
            </a:lvl1pPr>
          </a:lstStyle>
          <a:p>
            <a:r>
              <a:rPr lang="es-ES" dirty="0"/>
              <a:t>Haga clic en el icono </a:t>
            </a:r>
            <a:br>
              <a:rPr lang="es-ES" dirty="0"/>
            </a:br>
            <a:r>
              <a:rPr lang="es-ES" dirty="0"/>
              <a:t>para agregar una imagen</a:t>
            </a: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3883320C-893C-E852-65DA-C4DBC29EEBA0}"/>
              </a:ext>
            </a:extLst>
          </p:cNvPr>
          <p:cNvSpPr/>
          <p:nvPr userDrawn="1"/>
        </p:nvSpPr>
        <p:spPr>
          <a:xfrm>
            <a:off x="0" y="0"/>
            <a:ext cx="12192000" cy="88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cxnSp>
        <p:nvCxnSpPr>
          <p:cNvPr id="13" name="Conector recto 12"/>
          <p:cNvCxnSpPr/>
          <p:nvPr userDrawn="1"/>
        </p:nvCxnSpPr>
        <p:spPr>
          <a:xfrm flipV="1">
            <a:off x="2855640" y="334963"/>
            <a:ext cx="0" cy="214005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4">
            <a:extLst>
              <a:ext uri="{FF2B5EF4-FFF2-40B4-BE49-F238E27FC236}">
                <a16:creationId xmlns:a16="http://schemas.microsoft.com/office/drawing/2014/main" id="{07DC0D3C-122E-75C2-2E15-2045BAE53BE7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6550" y="334963"/>
            <a:ext cx="2229141" cy="212400"/>
            <a:chOff x="680" y="1856"/>
            <a:chExt cx="6318" cy="602"/>
          </a:xfrm>
          <a:solidFill>
            <a:schemeClr val="bg1"/>
          </a:solidFill>
        </p:grpSpPr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38986C46-3601-64EC-29FF-F19F1C2EFC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2" name="Freeform 7">
              <a:extLst>
                <a:ext uri="{FF2B5EF4-FFF2-40B4-BE49-F238E27FC236}">
                  <a16:creationId xmlns:a16="http://schemas.microsoft.com/office/drawing/2014/main" id="{3F47427C-B3F2-B109-7971-D57014016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3" name="Freeform 8">
              <a:extLst>
                <a:ext uri="{FF2B5EF4-FFF2-40B4-BE49-F238E27FC236}">
                  <a16:creationId xmlns:a16="http://schemas.microsoft.com/office/drawing/2014/main" id="{906C6FD1-F167-27F8-4C1B-B41D9CE38A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35726435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- FULL - Image+Part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posición de imagen 5"/>
          <p:cNvSpPr>
            <a:spLocks noGrp="1"/>
          </p:cNvSpPr>
          <p:nvPr>
            <p:ph type="pic" sz="quarter" idx="15" hasCustomPrompt="1"/>
          </p:nvPr>
        </p:nvSpPr>
        <p:spPr>
          <a:xfrm>
            <a:off x="0" y="882000"/>
            <a:ext cx="12192000" cy="5976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/>
            </a:lvl1pPr>
          </a:lstStyle>
          <a:p>
            <a:r>
              <a:rPr lang="es-ES" dirty="0"/>
              <a:t>Haga clic en el icono </a:t>
            </a:r>
            <a:br>
              <a:rPr lang="es-ES" dirty="0"/>
            </a:br>
            <a:r>
              <a:rPr lang="es-ES" dirty="0"/>
              <a:t>para agregar una imagen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336550" y="4149007"/>
            <a:ext cx="5039442" cy="72277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Escribe aquí el subtítulo de la presentación</a:t>
            </a:r>
          </a:p>
        </p:txBody>
      </p:sp>
      <p:cxnSp>
        <p:nvCxnSpPr>
          <p:cNvPr id="20" name="Straight Connector 1">
            <a:extLst>
              <a:ext uri="{FF2B5EF4-FFF2-40B4-BE49-F238E27FC236}">
                <a16:creationId xmlns:a16="http://schemas.microsoft.com/office/drawing/2014/main" id="{2614D5A6-CCD6-5B77-B55E-0710DBBE919E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6129030"/>
            <a:ext cx="4656138" cy="0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6550" y="1719989"/>
            <a:ext cx="5039442" cy="1980022"/>
          </a:xfrm>
        </p:spPr>
        <p:txBody>
          <a:bodyPr/>
          <a:lstStyle>
            <a:lvl1pPr>
              <a:lnSpc>
                <a:spcPct val="85000"/>
              </a:lnSpc>
              <a:defRPr sz="4800"/>
            </a:lvl1pPr>
          </a:lstStyle>
          <a:p>
            <a:r>
              <a:rPr lang="es-ES" dirty="0"/>
              <a:t>Escribe aquí el título de la presentación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14" hasCustomPrompt="1"/>
          </p:nvPr>
        </p:nvSpPr>
        <p:spPr>
          <a:xfrm>
            <a:off x="336550" y="6200775"/>
            <a:ext cx="4319588" cy="320675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s-ES" dirty="0"/>
              <a:t>Escribe aquí la fecha de la presentación</a:t>
            </a: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3883320C-893C-E852-65DA-C4DBC29EEBA0}"/>
              </a:ext>
            </a:extLst>
          </p:cNvPr>
          <p:cNvSpPr/>
          <p:nvPr userDrawn="1"/>
        </p:nvSpPr>
        <p:spPr>
          <a:xfrm>
            <a:off x="0" y="0"/>
            <a:ext cx="12192000" cy="882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ES"/>
          </a:p>
        </p:txBody>
      </p:sp>
      <p:cxnSp>
        <p:nvCxnSpPr>
          <p:cNvPr id="13" name="Conector recto 12"/>
          <p:cNvCxnSpPr/>
          <p:nvPr userDrawn="1"/>
        </p:nvCxnSpPr>
        <p:spPr>
          <a:xfrm flipV="1">
            <a:off x="2855640" y="334963"/>
            <a:ext cx="0" cy="214005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4">
            <a:extLst>
              <a:ext uri="{FF2B5EF4-FFF2-40B4-BE49-F238E27FC236}">
                <a16:creationId xmlns:a16="http://schemas.microsoft.com/office/drawing/2014/main" id="{07DC0D3C-122E-75C2-2E15-2045BAE53BE7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6550" y="334963"/>
            <a:ext cx="2229141" cy="212400"/>
            <a:chOff x="680" y="1856"/>
            <a:chExt cx="6318" cy="602"/>
          </a:xfrm>
          <a:solidFill>
            <a:schemeClr val="bg1"/>
          </a:solidFill>
        </p:grpSpPr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38986C46-3601-64EC-29FF-F19F1C2EFC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2" name="Freeform 7">
              <a:extLst>
                <a:ext uri="{FF2B5EF4-FFF2-40B4-BE49-F238E27FC236}">
                  <a16:creationId xmlns:a16="http://schemas.microsoft.com/office/drawing/2014/main" id="{3F47427C-B3F2-B109-7971-D57014016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23" name="Freeform 8">
              <a:extLst>
                <a:ext uri="{FF2B5EF4-FFF2-40B4-BE49-F238E27FC236}">
                  <a16:creationId xmlns:a16="http://schemas.microsoft.com/office/drawing/2014/main" id="{906C6FD1-F167-27F8-4C1B-B41D9CE38A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347989624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- V - Cerámic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336550" y="4149007"/>
            <a:ext cx="5039442" cy="72075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Escribe aquí el subtítulo de la presentación</a:t>
            </a:r>
          </a:p>
        </p:txBody>
      </p:sp>
      <p:cxnSp>
        <p:nvCxnSpPr>
          <p:cNvPr id="20" name="Straight Connector 1">
            <a:extLst>
              <a:ext uri="{FF2B5EF4-FFF2-40B4-BE49-F238E27FC236}">
                <a16:creationId xmlns:a16="http://schemas.microsoft.com/office/drawing/2014/main" id="{2614D5A6-CCD6-5B77-B55E-0710DBBE919E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6129030"/>
            <a:ext cx="4656138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6550" y="1718981"/>
            <a:ext cx="5039442" cy="1980022"/>
          </a:xfrm>
        </p:spPr>
        <p:txBody>
          <a:bodyPr/>
          <a:lstStyle>
            <a:lvl1pPr>
              <a:lnSpc>
                <a:spcPct val="85000"/>
              </a:lnSpc>
              <a:defRPr sz="4800"/>
            </a:lvl1pPr>
          </a:lstStyle>
          <a:p>
            <a:r>
              <a:rPr lang="es-ES" dirty="0"/>
              <a:t>Escribe aquí el título de la presentación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14" hasCustomPrompt="1"/>
          </p:nvPr>
        </p:nvSpPr>
        <p:spPr>
          <a:xfrm>
            <a:off x="336550" y="6200775"/>
            <a:ext cx="4319588" cy="320675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s-ES" dirty="0"/>
              <a:t>Escribe aquí la fecha de la presentación</a:t>
            </a:r>
          </a:p>
        </p:txBody>
      </p:sp>
      <p:sp>
        <p:nvSpPr>
          <p:cNvPr id="22" name="Marcador de posición de imagen 21"/>
          <p:cNvSpPr>
            <a:spLocks noGrp="1"/>
          </p:cNvSpPr>
          <p:nvPr>
            <p:ph type="pic" sz="quarter" idx="15" hasCustomPrompt="1"/>
          </p:nvPr>
        </p:nvSpPr>
        <p:spPr>
          <a:xfrm>
            <a:off x="6096000" y="334963"/>
            <a:ext cx="5759450" cy="6188074"/>
          </a:xfrm>
          <a:custGeom>
            <a:avLst/>
            <a:gdLst>
              <a:gd name="connsiteX0" fmla="*/ 144000 w 5759450"/>
              <a:gd name="connsiteY0" fmla="*/ 0 h 6188074"/>
              <a:gd name="connsiteX1" fmla="*/ 5616009 w 5759450"/>
              <a:gd name="connsiteY1" fmla="*/ 0 h 6188074"/>
              <a:gd name="connsiteX2" fmla="*/ 5759450 w 5759450"/>
              <a:gd name="connsiteY2" fmla="*/ 143441 h 6188074"/>
              <a:gd name="connsiteX3" fmla="*/ 5759450 w 5759450"/>
              <a:gd name="connsiteY3" fmla="*/ 6044633 h 6188074"/>
              <a:gd name="connsiteX4" fmla="*/ 5616009 w 5759450"/>
              <a:gd name="connsiteY4" fmla="*/ 6188074 h 6188074"/>
              <a:gd name="connsiteX5" fmla="*/ 144000 w 5759450"/>
              <a:gd name="connsiteY5" fmla="*/ 6188074 h 6188074"/>
              <a:gd name="connsiteX6" fmla="*/ 0 w 5759450"/>
              <a:gd name="connsiteY6" fmla="*/ 6044074 h 6188074"/>
              <a:gd name="connsiteX7" fmla="*/ 0 w 5759450"/>
              <a:gd name="connsiteY7" fmla="*/ 144000 h 6188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759450" h="6188074">
                <a:moveTo>
                  <a:pt x="144000" y="0"/>
                </a:moveTo>
                <a:lnTo>
                  <a:pt x="5616009" y="0"/>
                </a:lnTo>
                <a:lnTo>
                  <a:pt x="5759450" y="143441"/>
                </a:lnTo>
                <a:lnTo>
                  <a:pt x="5759450" y="6044633"/>
                </a:lnTo>
                <a:lnTo>
                  <a:pt x="5616009" y="6188074"/>
                </a:lnTo>
                <a:lnTo>
                  <a:pt x="144000" y="6188074"/>
                </a:lnTo>
                <a:lnTo>
                  <a:pt x="0" y="6044074"/>
                </a:lnTo>
                <a:lnTo>
                  <a:pt x="0" y="14400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s-ES" dirty="0"/>
              <a:t>Haga clic en el icono </a:t>
            </a:r>
            <a:br>
              <a:rPr lang="es-ES" dirty="0"/>
            </a:br>
            <a:r>
              <a:rPr lang="es-ES" dirty="0"/>
              <a:t>para agregar una imagen</a:t>
            </a:r>
          </a:p>
        </p:txBody>
      </p:sp>
      <p:grpSp>
        <p:nvGrpSpPr>
          <p:cNvPr id="16" name="Group 4">
            <a:extLst>
              <a:ext uri="{FF2B5EF4-FFF2-40B4-BE49-F238E27FC236}">
                <a16:creationId xmlns:a16="http://schemas.microsoft.com/office/drawing/2014/main" id="{07DC0D3C-122E-75C2-2E15-2045BAE53BE7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6550" y="334963"/>
            <a:ext cx="2229141" cy="212400"/>
            <a:chOff x="680" y="1856"/>
            <a:chExt cx="6318" cy="602"/>
          </a:xfrm>
          <a:solidFill>
            <a:schemeClr val="tx1"/>
          </a:solidFill>
        </p:grpSpPr>
        <p:sp>
          <p:nvSpPr>
            <p:cNvPr id="17" name="Freeform 6">
              <a:extLst>
                <a:ext uri="{FF2B5EF4-FFF2-40B4-BE49-F238E27FC236}">
                  <a16:creationId xmlns:a16="http://schemas.microsoft.com/office/drawing/2014/main" id="{38986C46-3601-64EC-29FF-F19F1C2EFC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8" name="Freeform 7">
              <a:extLst>
                <a:ext uri="{FF2B5EF4-FFF2-40B4-BE49-F238E27FC236}">
                  <a16:creationId xmlns:a16="http://schemas.microsoft.com/office/drawing/2014/main" id="{3F47427C-B3F2-B109-7971-D57014016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9" name="Freeform 8">
              <a:extLst>
                <a:ext uri="{FF2B5EF4-FFF2-40B4-BE49-F238E27FC236}">
                  <a16:creationId xmlns:a16="http://schemas.microsoft.com/office/drawing/2014/main" id="{906C6FD1-F167-27F8-4C1B-B41D9CE38A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32293429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- H - Cerámic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336550" y="2708993"/>
            <a:ext cx="8639482" cy="36000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Escribe aquí el subtítulo de la presentación</a:t>
            </a:r>
          </a:p>
        </p:txBody>
      </p:sp>
      <p:cxnSp>
        <p:nvCxnSpPr>
          <p:cNvPr id="20" name="Straight Connector 1">
            <a:extLst>
              <a:ext uri="{FF2B5EF4-FFF2-40B4-BE49-F238E27FC236}">
                <a16:creationId xmlns:a16="http://schemas.microsoft.com/office/drawing/2014/main" id="{2614D5A6-CCD6-5B77-B55E-0710DBBE919E}"/>
              </a:ext>
            </a:extLst>
          </p:cNvPr>
          <p:cNvCxnSpPr>
            <a:cxnSpLocks/>
          </p:cNvCxnSpPr>
          <p:nvPr userDrawn="1"/>
        </p:nvCxnSpPr>
        <p:spPr>
          <a:xfrm rot="5400000" flipH="1">
            <a:off x="7935637" y="1490400"/>
            <a:ext cx="298080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6550" y="1268976"/>
            <a:ext cx="8639482" cy="1350015"/>
          </a:xfrm>
        </p:spPr>
        <p:txBody>
          <a:bodyPr/>
          <a:lstStyle>
            <a:lvl1pPr>
              <a:lnSpc>
                <a:spcPct val="85000"/>
              </a:lnSpc>
              <a:defRPr sz="4800"/>
            </a:lvl1pPr>
          </a:lstStyle>
          <a:p>
            <a:r>
              <a:rPr lang="es-ES" dirty="0"/>
              <a:t>Escribe aquí el título de la presentación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14" hasCustomPrompt="1"/>
          </p:nvPr>
        </p:nvSpPr>
        <p:spPr>
          <a:xfrm>
            <a:off x="9606038" y="2660125"/>
            <a:ext cx="2249412" cy="320675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s-ES" dirty="0"/>
              <a:t>Fecha de la presentación</a:t>
            </a:r>
          </a:p>
        </p:txBody>
      </p:sp>
      <p:sp>
        <p:nvSpPr>
          <p:cNvPr id="49" name="Marcador de posición de imagen 48"/>
          <p:cNvSpPr>
            <a:spLocks noGrp="1"/>
          </p:cNvSpPr>
          <p:nvPr>
            <p:ph type="pic" sz="quarter" idx="15" hasCustomPrompt="1"/>
          </p:nvPr>
        </p:nvSpPr>
        <p:spPr>
          <a:xfrm>
            <a:off x="336554" y="3429001"/>
            <a:ext cx="11518897" cy="3094037"/>
          </a:xfrm>
          <a:custGeom>
            <a:avLst/>
            <a:gdLst>
              <a:gd name="connsiteX0" fmla="*/ 144000 w 11518897"/>
              <a:gd name="connsiteY0" fmla="*/ 0 h 3094037"/>
              <a:gd name="connsiteX1" fmla="*/ 11376018 w 11518897"/>
              <a:gd name="connsiteY1" fmla="*/ 0 h 3094037"/>
              <a:gd name="connsiteX2" fmla="*/ 11518897 w 11518897"/>
              <a:gd name="connsiteY2" fmla="*/ 142879 h 3094037"/>
              <a:gd name="connsiteX3" fmla="*/ 11518897 w 11518897"/>
              <a:gd name="connsiteY3" fmla="*/ 2951158 h 3094037"/>
              <a:gd name="connsiteX4" fmla="*/ 11376018 w 11518897"/>
              <a:gd name="connsiteY4" fmla="*/ 3094037 h 3094037"/>
              <a:gd name="connsiteX5" fmla="*/ 144000 w 11518897"/>
              <a:gd name="connsiteY5" fmla="*/ 3094037 h 3094037"/>
              <a:gd name="connsiteX6" fmla="*/ 0 w 11518897"/>
              <a:gd name="connsiteY6" fmla="*/ 2950037 h 3094037"/>
              <a:gd name="connsiteX7" fmla="*/ 0 w 11518897"/>
              <a:gd name="connsiteY7" fmla="*/ 144000 h 3094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518897" h="3094037">
                <a:moveTo>
                  <a:pt x="144000" y="0"/>
                </a:moveTo>
                <a:lnTo>
                  <a:pt x="11376018" y="0"/>
                </a:lnTo>
                <a:lnTo>
                  <a:pt x="11518897" y="142879"/>
                </a:lnTo>
                <a:lnTo>
                  <a:pt x="11518897" y="2951158"/>
                </a:lnTo>
                <a:lnTo>
                  <a:pt x="11376018" y="3094037"/>
                </a:lnTo>
                <a:lnTo>
                  <a:pt x="144000" y="3094037"/>
                </a:lnTo>
                <a:lnTo>
                  <a:pt x="0" y="2950037"/>
                </a:lnTo>
                <a:lnTo>
                  <a:pt x="0" y="144000"/>
                </a:lnTo>
                <a:close/>
              </a:path>
            </a:pathLst>
          </a:custGeom>
          <a:ln>
            <a:noFill/>
          </a:ln>
        </p:spPr>
        <p:txBody>
          <a:bodyPr wrap="square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/>
            </a:lvl1pPr>
          </a:lstStyle>
          <a:p>
            <a:r>
              <a:rPr lang="es-ES" dirty="0"/>
              <a:t>Haga clic en el icono </a:t>
            </a:r>
            <a:br>
              <a:rPr lang="es-ES" dirty="0"/>
            </a:br>
            <a:r>
              <a:rPr lang="es-ES" dirty="0"/>
              <a:t>para agregar una imagen</a:t>
            </a:r>
          </a:p>
        </p:txBody>
      </p:sp>
      <p:grpSp>
        <p:nvGrpSpPr>
          <p:cNvPr id="11" name="Group 4">
            <a:extLst>
              <a:ext uri="{FF2B5EF4-FFF2-40B4-BE49-F238E27FC236}">
                <a16:creationId xmlns:a16="http://schemas.microsoft.com/office/drawing/2014/main" id="{07DC0D3C-122E-75C2-2E15-2045BAE53BE7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6550" y="334963"/>
            <a:ext cx="2229141" cy="212400"/>
            <a:chOff x="680" y="1856"/>
            <a:chExt cx="6318" cy="602"/>
          </a:xfrm>
          <a:solidFill>
            <a:schemeClr val="tx1"/>
          </a:solidFill>
        </p:grpSpPr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38986C46-3601-64EC-29FF-F19F1C2EFC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7" name="Freeform 7">
              <a:extLst>
                <a:ext uri="{FF2B5EF4-FFF2-40B4-BE49-F238E27FC236}">
                  <a16:creationId xmlns:a16="http://schemas.microsoft.com/office/drawing/2014/main" id="{3F47427C-B3F2-B109-7971-D57014016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8" name="Freeform 8">
              <a:extLst>
                <a:ext uri="{FF2B5EF4-FFF2-40B4-BE49-F238E27FC236}">
                  <a16:creationId xmlns:a16="http://schemas.microsoft.com/office/drawing/2014/main" id="{906C6FD1-F167-27F8-4C1B-B41D9CE38A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5787521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- FULL - Image PO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posición de imagen 5"/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/>
            </a:lvl1pPr>
          </a:lstStyle>
          <a:p>
            <a:r>
              <a:rPr lang="es-ES" dirty="0"/>
              <a:t>Haga clic en el icono </a:t>
            </a:r>
            <a:br>
              <a:rPr lang="es-ES" dirty="0"/>
            </a:br>
            <a:r>
              <a:rPr lang="es-ES" dirty="0"/>
              <a:t>para agregar una imagen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336550" y="4149007"/>
            <a:ext cx="5039442" cy="72277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Escribe aquí el subtítulo de la presentación</a:t>
            </a:r>
          </a:p>
        </p:txBody>
      </p:sp>
      <p:cxnSp>
        <p:nvCxnSpPr>
          <p:cNvPr id="20" name="Straight Connector 1">
            <a:extLst>
              <a:ext uri="{FF2B5EF4-FFF2-40B4-BE49-F238E27FC236}">
                <a16:creationId xmlns:a16="http://schemas.microsoft.com/office/drawing/2014/main" id="{2614D5A6-CCD6-5B77-B55E-0710DBBE919E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6129030"/>
            <a:ext cx="4656138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6550" y="1719989"/>
            <a:ext cx="5039442" cy="1980022"/>
          </a:xfrm>
        </p:spPr>
        <p:txBody>
          <a:bodyPr/>
          <a:lstStyle>
            <a:lvl1pPr>
              <a:lnSpc>
                <a:spcPct val="85000"/>
              </a:lnSpc>
              <a:defRPr sz="4800"/>
            </a:lvl1pPr>
          </a:lstStyle>
          <a:p>
            <a:r>
              <a:rPr lang="es-ES" dirty="0"/>
              <a:t>Escribe aquí el título de la presentación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14" hasCustomPrompt="1"/>
          </p:nvPr>
        </p:nvSpPr>
        <p:spPr>
          <a:xfrm>
            <a:off x="336550" y="6200775"/>
            <a:ext cx="4319588" cy="320675"/>
          </a:xfrm>
          <a:prstGeom prst="rect">
            <a:avLst/>
          </a:prstGeom>
        </p:spPr>
        <p:txBody>
          <a:bodyPr wrap="square" lIns="0" tIns="0" rIns="0" bIns="0" anchor="b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s-ES" dirty="0"/>
              <a:t>Escribe aquí la fecha de la presentación</a:t>
            </a:r>
          </a:p>
        </p:txBody>
      </p:sp>
      <p:grpSp>
        <p:nvGrpSpPr>
          <p:cNvPr id="11" name="Group 4">
            <a:extLst>
              <a:ext uri="{FF2B5EF4-FFF2-40B4-BE49-F238E27FC236}">
                <a16:creationId xmlns:a16="http://schemas.microsoft.com/office/drawing/2014/main" id="{07DC0D3C-122E-75C2-2E15-2045BAE53BE7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6550" y="334963"/>
            <a:ext cx="2229141" cy="212400"/>
            <a:chOff x="680" y="1856"/>
            <a:chExt cx="6318" cy="602"/>
          </a:xfrm>
          <a:solidFill>
            <a:schemeClr val="tx1"/>
          </a:solidFill>
        </p:grpSpPr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38986C46-3601-64EC-29FF-F19F1C2EFC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7" name="Freeform 7">
              <a:extLst>
                <a:ext uri="{FF2B5EF4-FFF2-40B4-BE49-F238E27FC236}">
                  <a16:creationId xmlns:a16="http://schemas.microsoft.com/office/drawing/2014/main" id="{3F47427C-B3F2-B109-7971-D57014016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8" name="Freeform 8">
              <a:extLst>
                <a:ext uri="{FF2B5EF4-FFF2-40B4-BE49-F238E27FC236}">
                  <a16:creationId xmlns:a16="http://schemas.microsoft.com/office/drawing/2014/main" id="{906C6FD1-F167-27F8-4C1B-B41D9CE38A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16874952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ÍNDICE - Cort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 userDrawn="1"/>
        </p:nvGrpSpPr>
        <p:grpSpPr>
          <a:xfrm>
            <a:off x="2200132" y="-28724"/>
            <a:ext cx="7792835" cy="5589024"/>
            <a:chOff x="2200132" y="1141751"/>
            <a:chExt cx="7792835" cy="5716249"/>
          </a:xfrm>
        </p:grpSpPr>
        <p:cxnSp>
          <p:nvCxnSpPr>
            <p:cNvPr id="14" name="Straight Connector 8">
              <a:extLst>
                <a:ext uri="{FF2B5EF4-FFF2-40B4-BE49-F238E27FC236}">
                  <a16:creationId xmlns:a16="http://schemas.microsoft.com/office/drawing/2014/main" id="{B6A8FCB8-2780-6C99-E9FA-647662FFE9E1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2200132" y="1141751"/>
              <a:ext cx="0" cy="5716249"/>
            </a:xfrm>
            <a:prstGeom prst="line">
              <a:avLst/>
            </a:prstGeom>
            <a:ln w="6350"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9">
              <a:extLst>
                <a:ext uri="{FF2B5EF4-FFF2-40B4-BE49-F238E27FC236}">
                  <a16:creationId xmlns:a16="http://schemas.microsoft.com/office/drawing/2014/main" id="{16BC131E-F13E-4A4E-2CB8-E110B0003A30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4148341" y="1141751"/>
              <a:ext cx="0" cy="5716249"/>
            </a:xfrm>
            <a:prstGeom prst="line">
              <a:avLst/>
            </a:prstGeom>
            <a:ln w="6350"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0">
              <a:extLst>
                <a:ext uri="{FF2B5EF4-FFF2-40B4-BE49-F238E27FC236}">
                  <a16:creationId xmlns:a16="http://schemas.microsoft.com/office/drawing/2014/main" id="{AC5A2131-0258-D95F-F5B8-19FDBACC3252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6096550" y="1141751"/>
              <a:ext cx="0" cy="5716249"/>
            </a:xfrm>
            <a:prstGeom prst="line">
              <a:avLst/>
            </a:prstGeom>
            <a:ln w="6350"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1">
              <a:extLst>
                <a:ext uri="{FF2B5EF4-FFF2-40B4-BE49-F238E27FC236}">
                  <a16:creationId xmlns:a16="http://schemas.microsoft.com/office/drawing/2014/main" id="{7BD79059-6F36-BFA3-7DDC-C0893AD3334F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8044758" y="1141751"/>
              <a:ext cx="0" cy="5716249"/>
            </a:xfrm>
            <a:prstGeom prst="line">
              <a:avLst/>
            </a:prstGeom>
            <a:ln w="6350"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2">
              <a:extLst>
                <a:ext uri="{FF2B5EF4-FFF2-40B4-BE49-F238E27FC236}">
                  <a16:creationId xmlns:a16="http://schemas.microsoft.com/office/drawing/2014/main" id="{413A3459-4321-35B0-994B-CBD8A883F36F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9992967" y="1141751"/>
              <a:ext cx="0" cy="5716249"/>
            </a:xfrm>
            <a:prstGeom prst="line">
              <a:avLst/>
            </a:prstGeom>
            <a:ln w="6350">
              <a:solidFill>
                <a:schemeClr val="tx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926D6439-8725-39F1-4A28-9C2366C6530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6550" y="1167009"/>
            <a:ext cx="1778951" cy="140243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0600" spc="-400" baseline="0">
                <a:solidFill>
                  <a:schemeClr val="tx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01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3DB7A62E-2BCA-D963-A460-1783D452223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284755" y="3391225"/>
            <a:ext cx="1778955" cy="146326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0600" spc="-400" baseline="0">
                <a:solidFill>
                  <a:schemeClr val="tx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02</a:t>
            </a:r>
          </a:p>
        </p:txBody>
      </p:sp>
      <p:sp>
        <p:nvSpPr>
          <p:cNvPr id="21" name="Text Placeholder 15">
            <a:extLst>
              <a:ext uri="{FF2B5EF4-FFF2-40B4-BE49-F238E27FC236}">
                <a16:creationId xmlns:a16="http://schemas.microsoft.com/office/drawing/2014/main" id="{A238FCE0-4BCC-E0F8-5E51-41C6FDE6D03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32963" y="1167010"/>
            <a:ext cx="1778959" cy="140243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0600" spc="-400" baseline="0">
                <a:solidFill>
                  <a:schemeClr val="tx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03</a:t>
            </a:r>
          </a:p>
        </p:txBody>
      </p:sp>
      <p:sp>
        <p:nvSpPr>
          <p:cNvPr id="22" name="Text Placeholder 15">
            <a:extLst>
              <a:ext uri="{FF2B5EF4-FFF2-40B4-BE49-F238E27FC236}">
                <a16:creationId xmlns:a16="http://schemas.microsoft.com/office/drawing/2014/main" id="{2F639E73-924B-CDEB-8510-64566A67CB0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81173" y="3391225"/>
            <a:ext cx="1778957" cy="146326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0600" spc="-400" baseline="0">
                <a:solidFill>
                  <a:schemeClr val="tx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04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DECA4C82-8B07-D070-CE1B-E96A1D67423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29381" y="1158772"/>
            <a:ext cx="1778959" cy="140243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0600" spc="-400" baseline="0">
                <a:solidFill>
                  <a:schemeClr val="tx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05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5BA8B66C-5412-698B-F516-A44B62FBE65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077592" y="3391225"/>
            <a:ext cx="1778957" cy="146326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10600" spc="-400" baseline="0">
                <a:solidFill>
                  <a:schemeClr val="tx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06</a:t>
            </a:r>
          </a:p>
        </p:txBody>
      </p:sp>
      <p:sp>
        <p:nvSpPr>
          <p:cNvPr id="25" name="Text Placeholder 29">
            <a:extLst>
              <a:ext uri="{FF2B5EF4-FFF2-40B4-BE49-F238E27FC236}">
                <a16:creationId xmlns:a16="http://schemas.microsoft.com/office/drawing/2014/main" id="{E37D9BF6-ADF8-B12D-DABC-084AA557DD8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6547" y="2585149"/>
            <a:ext cx="1778954" cy="8937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>
                <a:solidFill>
                  <a:schemeClr val="tx1"/>
                </a:solidFill>
              </a:defRPr>
            </a:lvl1pPr>
            <a:lvl2pPr marL="457189" indent="0">
              <a:buNone/>
              <a:defRPr sz="800"/>
            </a:lvl2pPr>
            <a:lvl3pPr marL="914377" indent="0">
              <a:buNone/>
              <a:defRPr sz="800"/>
            </a:lvl3pPr>
            <a:lvl4pPr marL="1371566" indent="0">
              <a:buNone/>
              <a:defRPr sz="800"/>
            </a:lvl4pPr>
            <a:lvl5pPr marL="1828755" indent="0">
              <a:buNone/>
              <a:defRPr sz="800"/>
            </a:lvl5pPr>
          </a:lstStyle>
          <a:p>
            <a:r>
              <a:rPr lang="es-ES" dirty="0"/>
              <a:t>ESCRIBE AQUÍ EL CONTENIDO O TEXTO DE LA PRESENTACIÓN</a:t>
            </a:r>
          </a:p>
        </p:txBody>
      </p:sp>
      <p:sp>
        <p:nvSpPr>
          <p:cNvPr id="26" name="Text Placeholder 29">
            <a:extLst>
              <a:ext uri="{FF2B5EF4-FFF2-40B4-BE49-F238E27FC236}">
                <a16:creationId xmlns:a16="http://schemas.microsoft.com/office/drawing/2014/main" id="{E79B31AE-879A-F3D3-0223-72DE2A0026D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32964" y="2585149"/>
            <a:ext cx="1778958" cy="8937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>
                <a:solidFill>
                  <a:schemeClr val="tx1"/>
                </a:solidFill>
              </a:defRPr>
            </a:lvl1pPr>
            <a:lvl2pPr marL="457189" indent="0">
              <a:buNone/>
              <a:defRPr sz="800"/>
            </a:lvl2pPr>
            <a:lvl3pPr marL="914377" indent="0">
              <a:buNone/>
              <a:defRPr sz="800"/>
            </a:lvl3pPr>
            <a:lvl4pPr marL="1371566" indent="0">
              <a:buNone/>
              <a:defRPr sz="800"/>
            </a:lvl4pPr>
            <a:lvl5pPr marL="1828755" indent="0">
              <a:buNone/>
              <a:defRPr sz="800"/>
            </a:lvl5pPr>
          </a:lstStyle>
          <a:p>
            <a:r>
              <a:rPr lang="es-ES" dirty="0"/>
              <a:t>ESCRIBE AQUÍ EL CONTENIDO O TEXTO DE LA PRESENTACIÓN</a:t>
            </a:r>
          </a:p>
        </p:txBody>
      </p:sp>
      <p:sp>
        <p:nvSpPr>
          <p:cNvPr id="27" name="Text Placeholder 29">
            <a:extLst>
              <a:ext uri="{FF2B5EF4-FFF2-40B4-BE49-F238E27FC236}">
                <a16:creationId xmlns:a16="http://schemas.microsoft.com/office/drawing/2014/main" id="{1C07E858-A18A-B5A1-F4FC-ED46EDA7949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84758" y="4870204"/>
            <a:ext cx="1778953" cy="8937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>
                <a:solidFill>
                  <a:schemeClr val="tx1"/>
                </a:solidFill>
              </a:defRPr>
            </a:lvl1pPr>
            <a:lvl2pPr marL="457189" indent="0">
              <a:buNone/>
              <a:defRPr sz="800"/>
            </a:lvl2pPr>
            <a:lvl3pPr marL="914377" indent="0">
              <a:buNone/>
              <a:defRPr sz="800"/>
            </a:lvl3pPr>
            <a:lvl4pPr marL="1371566" indent="0">
              <a:buNone/>
              <a:defRPr sz="800"/>
            </a:lvl4pPr>
            <a:lvl5pPr marL="1828755" indent="0">
              <a:buNone/>
              <a:defRPr sz="800"/>
            </a:lvl5pPr>
          </a:lstStyle>
          <a:p>
            <a:r>
              <a:rPr lang="es-ES" dirty="0"/>
              <a:t>ESCRIBE AQUÍ EL CONTENIDO O TEXTO DE LA PRESENTACIÓN</a:t>
            </a:r>
          </a:p>
        </p:txBody>
      </p:sp>
      <p:sp>
        <p:nvSpPr>
          <p:cNvPr id="28" name="Text Placeholder 29">
            <a:extLst>
              <a:ext uri="{FF2B5EF4-FFF2-40B4-BE49-F238E27FC236}">
                <a16:creationId xmlns:a16="http://schemas.microsoft.com/office/drawing/2014/main" id="{341CAE29-FF6A-BA8E-FA2D-95B59457FAB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81172" y="4870204"/>
            <a:ext cx="1778957" cy="8937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>
                <a:solidFill>
                  <a:schemeClr val="tx1"/>
                </a:solidFill>
              </a:defRPr>
            </a:lvl1pPr>
            <a:lvl2pPr marL="457189" indent="0">
              <a:buNone/>
              <a:defRPr sz="800"/>
            </a:lvl2pPr>
            <a:lvl3pPr marL="914377" indent="0">
              <a:buNone/>
              <a:defRPr sz="800"/>
            </a:lvl3pPr>
            <a:lvl4pPr marL="1371566" indent="0">
              <a:buNone/>
              <a:defRPr sz="800"/>
            </a:lvl4pPr>
            <a:lvl5pPr marL="1828755" indent="0">
              <a:buNone/>
              <a:defRPr sz="800"/>
            </a:lvl5pPr>
          </a:lstStyle>
          <a:p>
            <a:r>
              <a:rPr lang="es-ES" dirty="0"/>
              <a:t>ESCRIBE AQUÍ EL CONTENIDO O TEXTO DE LA PRESENTACIÓN</a:t>
            </a:r>
          </a:p>
        </p:txBody>
      </p:sp>
      <p:sp>
        <p:nvSpPr>
          <p:cNvPr id="29" name="Text Placeholder 29">
            <a:extLst>
              <a:ext uri="{FF2B5EF4-FFF2-40B4-BE49-F238E27FC236}">
                <a16:creationId xmlns:a16="http://schemas.microsoft.com/office/drawing/2014/main" id="{CBD99E4A-9937-9DAD-51BF-769B27DDF43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077593" y="4870204"/>
            <a:ext cx="1778956" cy="8937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>
                <a:solidFill>
                  <a:schemeClr val="tx1"/>
                </a:solidFill>
              </a:defRPr>
            </a:lvl1pPr>
            <a:lvl2pPr marL="457189" indent="0">
              <a:buNone/>
              <a:defRPr sz="800"/>
            </a:lvl2pPr>
            <a:lvl3pPr marL="914377" indent="0">
              <a:buNone/>
              <a:defRPr sz="800"/>
            </a:lvl3pPr>
            <a:lvl4pPr marL="1371566" indent="0">
              <a:buNone/>
              <a:defRPr sz="800"/>
            </a:lvl4pPr>
            <a:lvl5pPr marL="1828755" indent="0">
              <a:buNone/>
              <a:defRPr sz="800"/>
            </a:lvl5pPr>
          </a:lstStyle>
          <a:p>
            <a:r>
              <a:rPr lang="es-ES" dirty="0"/>
              <a:t>ESCRIBE AQUÍ EL CONTENIDO O TEXTO DE LA PRESENTACIÓN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D5A53FC6-34CD-D634-D1A6-D31DF8005B6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129382" y="2585149"/>
            <a:ext cx="1778958" cy="8937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800">
                <a:solidFill>
                  <a:schemeClr val="tx1"/>
                </a:solidFill>
              </a:defRPr>
            </a:lvl1pPr>
            <a:lvl2pPr marL="457189" indent="0">
              <a:buNone/>
              <a:defRPr sz="800"/>
            </a:lvl2pPr>
            <a:lvl3pPr marL="914377" indent="0">
              <a:buNone/>
              <a:defRPr sz="800"/>
            </a:lvl3pPr>
            <a:lvl4pPr marL="1371566" indent="0">
              <a:buNone/>
              <a:defRPr sz="800"/>
            </a:lvl4pPr>
            <a:lvl5pPr marL="1828755" indent="0">
              <a:buNone/>
              <a:defRPr sz="800"/>
            </a:lvl5pPr>
          </a:lstStyle>
          <a:p>
            <a:r>
              <a:rPr lang="es-ES" dirty="0"/>
              <a:t>ESCRIBE AQUÍ EL CONTENIDO O TEXTO DE LA PRESENTACIÓN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FC5BF7C-CE4E-6750-974C-3DB3552AD465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DE288E33-F908-7F76-A4EE-BAFD7D40B7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F55BA414-2DA7-B802-8994-77AA48BB3C28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55529AE7-0644-F63B-6664-38DE8CD0E99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sp>
        <p:nvSpPr>
          <p:cNvPr id="11" name="Marcador de pie de página 10">
            <a:extLst>
              <a:ext uri="{FF2B5EF4-FFF2-40B4-BE49-F238E27FC236}">
                <a16:creationId xmlns:a16="http://schemas.microsoft.com/office/drawing/2014/main" id="{CCF51DDB-13C2-3166-9AEA-AD3278D11A23}"/>
              </a:ext>
            </a:extLst>
          </p:cNvPr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r>
              <a:rPr lang="es-ES"/>
              <a:t>Minsait  /  Nombre del documento 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6905097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ÍNDICE - Larg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Placeholder 15">
            <a:extLst>
              <a:ext uri="{FF2B5EF4-FFF2-40B4-BE49-F238E27FC236}">
                <a16:creationId xmlns:a16="http://schemas.microsoft.com/office/drawing/2014/main" id="{C3F26EEC-0020-0C86-2DF5-24EC7311C6B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4978" y="1167009"/>
            <a:ext cx="1060873" cy="81959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6400" spc="-200" baseline="0">
                <a:solidFill>
                  <a:schemeClr val="tx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01</a:t>
            </a:r>
          </a:p>
        </p:txBody>
      </p:sp>
      <p:sp>
        <p:nvSpPr>
          <p:cNvPr id="35" name="Text Placeholder 15">
            <a:extLst>
              <a:ext uri="{FF2B5EF4-FFF2-40B4-BE49-F238E27FC236}">
                <a16:creationId xmlns:a16="http://schemas.microsoft.com/office/drawing/2014/main" id="{1DB0F80E-8162-FAD4-EBDF-AEF08722CE3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4978" y="2394447"/>
            <a:ext cx="1060873" cy="81959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6400" spc="-200" baseline="0">
                <a:solidFill>
                  <a:schemeClr val="tx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02</a:t>
            </a:r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40C11C35-38FB-AD08-6300-1DABA045F15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4978" y="3597171"/>
            <a:ext cx="1060873" cy="81959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6400" spc="-200" baseline="0">
                <a:solidFill>
                  <a:schemeClr val="tx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03</a:t>
            </a:r>
          </a:p>
        </p:txBody>
      </p:sp>
      <p:sp>
        <p:nvSpPr>
          <p:cNvPr id="37" name="Text Placeholder 15">
            <a:extLst>
              <a:ext uri="{FF2B5EF4-FFF2-40B4-BE49-F238E27FC236}">
                <a16:creationId xmlns:a16="http://schemas.microsoft.com/office/drawing/2014/main" id="{2A0B644C-DE96-3324-906B-1D86FAD3D4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4978" y="4832847"/>
            <a:ext cx="1060873" cy="81959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6400" spc="-200" baseline="0">
                <a:solidFill>
                  <a:schemeClr val="tx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04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7CFDB9CC-EEDA-1464-D070-38298816DAC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35252" y="1167009"/>
            <a:ext cx="1060873" cy="81959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6400" spc="-200" baseline="0">
                <a:solidFill>
                  <a:schemeClr val="tx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05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3E6BDC40-8B07-44FA-94FA-BE03063BD78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235252" y="2394447"/>
            <a:ext cx="1060873" cy="81959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6400" spc="-200" baseline="0">
                <a:solidFill>
                  <a:schemeClr val="tx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06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DAE16205-E178-5D19-7A9E-D5D1C0C2DAC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35252" y="3597171"/>
            <a:ext cx="1060873" cy="81959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6400" spc="-200" baseline="0">
                <a:solidFill>
                  <a:schemeClr val="tx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07</a:t>
            </a:r>
          </a:p>
        </p:txBody>
      </p:sp>
      <p:sp>
        <p:nvSpPr>
          <p:cNvPr id="41" name="Text Placeholder 15">
            <a:extLst>
              <a:ext uri="{FF2B5EF4-FFF2-40B4-BE49-F238E27FC236}">
                <a16:creationId xmlns:a16="http://schemas.microsoft.com/office/drawing/2014/main" id="{2ECF5A5E-2767-C8CC-7F70-69FF83596A9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235252" y="4832847"/>
            <a:ext cx="1060873" cy="81959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6400" spc="-200" baseline="0">
                <a:solidFill>
                  <a:schemeClr val="tx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08</a:t>
            </a:r>
          </a:p>
        </p:txBody>
      </p:sp>
      <p:sp>
        <p:nvSpPr>
          <p:cNvPr id="42" name="Text Placeholder 15">
            <a:extLst>
              <a:ext uri="{FF2B5EF4-FFF2-40B4-BE49-F238E27FC236}">
                <a16:creationId xmlns:a16="http://schemas.microsoft.com/office/drawing/2014/main" id="{C8E863FA-111C-8652-3E8D-5FA8973B261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129453" y="1167009"/>
            <a:ext cx="1060873" cy="81959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6400" spc="-200" baseline="0">
                <a:solidFill>
                  <a:schemeClr val="tx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09</a:t>
            </a:r>
          </a:p>
        </p:txBody>
      </p:sp>
      <p:sp>
        <p:nvSpPr>
          <p:cNvPr id="43" name="Text Placeholder 15">
            <a:extLst>
              <a:ext uri="{FF2B5EF4-FFF2-40B4-BE49-F238E27FC236}">
                <a16:creationId xmlns:a16="http://schemas.microsoft.com/office/drawing/2014/main" id="{E252F4E7-C057-8265-2AFF-DD9E6402EB9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129453" y="2394447"/>
            <a:ext cx="1060873" cy="81959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6400" spc="0" baseline="0">
                <a:solidFill>
                  <a:schemeClr val="tx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10</a:t>
            </a:r>
          </a:p>
        </p:txBody>
      </p:sp>
      <p:sp>
        <p:nvSpPr>
          <p:cNvPr id="44" name="Text Placeholder 15">
            <a:extLst>
              <a:ext uri="{FF2B5EF4-FFF2-40B4-BE49-F238E27FC236}">
                <a16:creationId xmlns:a16="http://schemas.microsoft.com/office/drawing/2014/main" id="{1C071B54-C34C-81FC-8886-0AB96E569EA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29453" y="3597171"/>
            <a:ext cx="1060873" cy="81959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6400" spc="0" baseline="0">
                <a:solidFill>
                  <a:schemeClr val="tx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11</a:t>
            </a:r>
          </a:p>
        </p:txBody>
      </p:sp>
      <p:sp>
        <p:nvSpPr>
          <p:cNvPr id="45" name="Text Placeholder 15">
            <a:extLst>
              <a:ext uri="{FF2B5EF4-FFF2-40B4-BE49-F238E27FC236}">
                <a16:creationId xmlns:a16="http://schemas.microsoft.com/office/drawing/2014/main" id="{89441B5A-C5B0-3CF8-4A72-32AED17D689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29453" y="4832847"/>
            <a:ext cx="1060873" cy="819591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6400" spc="0" baseline="0">
                <a:solidFill>
                  <a:schemeClr val="tx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12</a:t>
            </a:r>
          </a:p>
        </p:txBody>
      </p:sp>
      <p:sp>
        <p:nvSpPr>
          <p:cNvPr id="46" name="Text Placeholder 29">
            <a:extLst>
              <a:ext uri="{FF2B5EF4-FFF2-40B4-BE49-F238E27FC236}">
                <a16:creationId xmlns:a16="http://schemas.microsoft.com/office/drawing/2014/main" id="{A8D8D8B9-84E4-A5EF-F781-F6C07912614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571320" y="1344706"/>
            <a:ext cx="2320108" cy="8937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  <a:lvl2pPr marL="457189" indent="0">
              <a:buNone/>
              <a:defRPr sz="800"/>
            </a:lvl2pPr>
            <a:lvl3pPr marL="914377" indent="0">
              <a:buNone/>
              <a:defRPr sz="800"/>
            </a:lvl3pPr>
            <a:lvl4pPr marL="1371566" indent="0">
              <a:buNone/>
              <a:defRPr sz="800"/>
            </a:lvl4pPr>
            <a:lvl5pPr marL="1828755" indent="0">
              <a:buNone/>
              <a:defRPr sz="800"/>
            </a:lvl5pPr>
          </a:lstStyle>
          <a:p>
            <a:r>
              <a:rPr lang="es-ES" dirty="0"/>
              <a:t>ESCRIBE AQUÍ EL CONTENIDO O TEXTO DE LA PRESENTACIÓN</a:t>
            </a:r>
          </a:p>
        </p:txBody>
      </p:sp>
      <p:sp>
        <p:nvSpPr>
          <p:cNvPr id="47" name="Text Placeholder 29">
            <a:extLst>
              <a:ext uri="{FF2B5EF4-FFF2-40B4-BE49-F238E27FC236}">
                <a16:creationId xmlns:a16="http://schemas.microsoft.com/office/drawing/2014/main" id="{C13947E4-99B4-7AAC-D4E2-44B058ADA54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463229" y="1344706"/>
            <a:ext cx="2326901" cy="8937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  <a:lvl2pPr marL="457189" indent="0">
              <a:buNone/>
              <a:defRPr sz="800"/>
            </a:lvl2pPr>
            <a:lvl3pPr marL="914377" indent="0">
              <a:buNone/>
              <a:defRPr sz="800"/>
            </a:lvl3pPr>
            <a:lvl4pPr marL="1371566" indent="0">
              <a:buNone/>
              <a:defRPr sz="800"/>
            </a:lvl4pPr>
            <a:lvl5pPr marL="1828755" indent="0">
              <a:buNone/>
              <a:defRPr sz="800"/>
            </a:lvl5pPr>
          </a:lstStyle>
          <a:p>
            <a:r>
              <a:rPr lang="es-ES" dirty="0"/>
              <a:t>ESCRIBE AQUÍ EL CONTENIDO O TEXTO DE LA PRESENTACIÓN</a:t>
            </a:r>
          </a:p>
        </p:txBody>
      </p:sp>
      <p:sp>
        <p:nvSpPr>
          <p:cNvPr id="48" name="Text Placeholder 29">
            <a:extLst>
              <a:ext uri="{FF2B5EF4-FFF2-40B4-BE49-F238E27FC236}">
                <a16:creationId xmlns:a16="http://schemas.microsoft.com/office/drawing/2014/main" id="{BDE6CC3C-373A-B999-5D79-FFCFAFEB7F1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357430" y="1344706"/>
            <a:ext cx="2329763" cy="8937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  <a:lvl2pPr marL="457189" indent="0">
              <a:buNone/>
              <a:defRPr sz="800"/>
            </a:lvl2pPr>
            <a:lvl3pPr marL="914377" indent="0">
              <a:buNone/>
              <a:defRPr sz="800"/>
            </a:lvl3pPr>
            <a:lvl4pPr marL="1371566" indent="0">
              <a:buNone/>
              <a:defRPr sz="800"/>
            </a:lvl4pPr>
            <a:lvl5pPr marL="1828755" indent="0">
              <a:buNone/>
              <a:defRPr sz="800"/>
            </a:lvl5pPr>
          </a:lstStyle>
          <a:p>
            <a:r>
              <a:rPr lang="es-ES" dirty="0"/>
              <a:t>ESCRIBE AQUÍ EL CONTENIDO O TEXTO DE LA PRESENTACIÓN</a:t>
            </a:r>
          </a:p>
        </p:txBody>
      </p:sp>
      <p:sp>
        <p:nvSpPr>
          <p:cNvPr id="49" name="Text Placeholder 29">
            <a:extLst>
              <a:ext uri="{FF2B5EF4-FFF2-40B4-BE49-F238E27FC236}">
                <a16:creationId xmlns:a16="http://schemas.microsoft.com/office/drawing/2014/main" id="{6DB00DA2-69CE-BC0C-DDEC-418E42272E3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571320" y="2561170"/>
            <a:ext cx="2320108" cy="8937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  <a:lvl2pPr marL="457189" indent="0">
              <a:buNone/>
              <a:defRPr sz="800"/>
            </a:lvl2pPr>
            <a:lvl3pPr marL="914377" indent="0">
              <a:buNone/>
              <a:defRPr sz="800"/>
            </a:lvl3pPr>
            <a:lvl4pPr marL="1371566" indent="0">
              <a:buNone/>
              <a:defRPr sz="800"/>
            </a:lvl4pPr>
            <a:lvl5pPr marL="1828755" indent="0">
              <a:buNone/>
              <a:defRPr sz="800"/>
            </a:lvl5pPr>
          </a:lstStyle>
          <a:p>
            <a:r>
              <a:rPr lang="es-ES" dirty="0"/>
              <a:t>ESCRIBE AQUÍ EL CONTENIDO O TEXTO DE LA PRESENTACIÓN</a:t>
            </a:r>
          </a:p>
        </p:txBody>
      </p:sp>
      <p:sp>
        <p:nvSpPr>
          <p:cNvPr id="50" name="Text Placeholder 29">
            <a:extLst>
              <a:ext uri="{FF2B5EF4-FFF2-40B4-BE49-F238E27FC236}">
                <a16:creationId xmlns:a16="http://schemas.microsoft.com/office/drawing/2014/main" id="{D703D0F6-7A49-B8AD-09E8-BCA907FA303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463229" y="2561170"/>
            <a:ext cx="2326901" cy="8937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  <a:lvl2pPr marL="457189" indent="0">
              <a:buNone/>
              <a:defRPr sz="800"/>
            </a:lvl2pPr>
            <a:lvl3pPr marL="914377" indent="0">
              <a:buNone/>
              <a:defRPr sz="800"/>
            </a:lvl3pPr>
            <a:lvl4pPr marL="1371566" indent="0">
              <a:buNone/>
              <a:defRPr sz="800"/>
            </a:lvl4pPr>
            <a:lvl5pPr marL="1828755" indent="0">
              <a:buNone/>
              <a:defRPr sz="800"/>
            </a:lvl5pPr>
          </a:lstStyle>
          <a:p>
            <a:r>
              <a:rPr lang="es-ES" dirty="0"/>
              <a:t>ESCRIBE AQUÍ EL CONTENIDO O TEXTO DE LA PRESENTACIÓN</a:t>
            </a:r>
          </a:p>
        </p:txBody>
      </p:sp>
      <p:sp>
        <p:nvSpPr>
          <p:cNvPr id="51" name="Text Placeholder 29">
            <a:extLst>
              <a:ext uri="{FF2B5EF4-FFF2-40B4-BE49-F238E27FC236}">
                <a16:creationId xmlns:a16="http://schemas.microsoft.com/office/drawing/2014/main" id="{83C73E6B-5B9D-5213-4965-03CBE1E10B8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357430" y="2561170"/>
            <a:ext cx="2329763" cy="8937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  <a:lvl2pPr marL="457189" indent="0">
              <a:buNone/>
              <a:defRPr sz="800"/>
            </a:lvl2pPr>
            <a:lvl3pPr marL="914377" indent="0">
              <a:buNone/>
              <a:defRPr sz="800"/>
            </a:lvl3pPr>
            <a:lvl4pPr marL="1371566" indent="0">
              <a:buNone/>
              <a:defRPr sz="800"/>
            </a:lvl4pPr>
            <a:lvl5pPr marL="1828755" indent="0">
              <a:buNone/>
              <a:defRPr sz="800"/>
            </a:lvl5pPr>
          </a:lstStyle>
          <a:p>
            <a:r>
              <a:rPr lang="es-ES" dirty="0"/>
              <a:t>ESCRIBE AQUÍ EL CONTENIDO O TEXTO DE LA PRESENTACIÓN</a:t>
            </a:r>
          </a:p>
        </p:txBody>
      </p:sp>
      <p:sp>
        <p:nvSpPr>
          <p:cNvPr id="52" name="Text Placeholder 29">
            <a:extLst>
              <a:ext uri="{FF2B5EF4-FFF2-40B4-BE49-F238E27FC236}">
                <a16:creationId xmlns:a16="http://schemas.microsoft.com/office/drawing/2014/main" id="{19298D4F-2241-442E-E7CB-91F49188044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571320" y="3777634"/>
            <a:ext cx="2320108" cy="8937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  <a:lvl2pPr marL="457189" indent="0">
              <a:buNone/>
              <a:defRPr sz="800"/>
            </a:lvl2pPr>
            <a:lvl3pPr marL="914377" indent="0">
              <a:buNone/>
              <a:defRPr sz="800"/>
            </a:lvl3pPr>
            <a:lvl4pPr marL="1371566" indent="0">
              <a:buNone/>
              <a:defRPr sz="800"/>
            </a:lvl4pPr>
            <a:lvl5pPr marL="1828755" indent="0">
              <a:buNone/>
              <a:defRPr sz="800"/>
            </a:lvl5pPr>
          </a:lstStyle>
          <a:p>
            <a:r>
              <a:rPr lang="es-ES" dirty="0"/>
              <a:t>ESCRIBE AQUÍ EL CONTENIDO O TEXTO DE LA PRESENTACIÓN</a:t>
            </a:r>
          </a:p>
        </p:txBody>
      </p:sp>
      <p:sp>
        <p:nvSpPr>
          <p:cNvPr id="53" name="Text Placeholder 29">
            <a:extLst>
              <a:ext uri="{FF2B5EF4-FFF2-40B4-BE49-F238E27FC236}">
                <a16:creationId xmlns:a16="http://schemas.microsoft.com/office/drawing/2014/main" id="{4C527113-8DC6-9092-73E3-D528F18FE19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463229" y="3777634"/>
            <a:ext cx="2326901" cy="8937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  <a:lvl2pPr marL="457189" indent="0">
              <a:buNone/>
              <a:defRPr sz="800"/>
            </a:lvl2pPr>
            <a:lvl3pPr marL="914377" indent="0">
              <a:buNone/>
              <a:defRPr sz="800"/>
            </a:lvl3pPr>
            <a:lvl4pPr marL="1371566" indent="0">
              <a:buNone/>
              <a:defRPr sz="800"/>
            </a:lvl4pPr>
            <a:lvl5pPr marL="1828755" indent="0">
              <a:buNone/>
              <a:defRPr sz="800"/>
            </a:lvl5pPr>
          </a:lstStyle>
          <a:p>
            <a:r>
              <a:rPr lang="es-ES" dirty="0"/>
              <a:t>ESCRIBE AQUÍ EL CONTENIDO O TEXTO DE LA PRESENTACIÓN</a:t>
            </a:r>
          </a:p>
        </p:txBody>
      </p:sp>
      <p:sp>
        <p:nvSpPr>
          <p:cNvPr id="54" name="Text Placeholder 29">
            <a:extLst>
              <a:ext uri="{FF2B5EF4-FFF2-40B4-BE49-F238E27FC236}">
                <a16:creationId xmlns:a16="http://schemas.microsoft.com/office/drawing/2014/main" id="{B25D650E-E87E-D127-E5BD-1E0387F71E5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357430" y="3777634"/>
            <a:ext cx="2329763" cy="8937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  <a:lvl2pPr marL="457189" indent="0">
              <a:buNone/>
              <a:defRPr sz="800"/>
            </a:lvl2pPr>
            <a:lvl3pPr marL="914377" indent="0">
              <a:buNone/>
              <a:defRPr sz="800"/>
            </a:lvl3pPr>
            <a:lvl4pPr marL="1371566" indent="0">
              <a:buNone/>
              <a:defRPr sz="800"/>
            </a:lvl4pPr>
            <a:lvl5pPr marL="1828755" indent="0">
              <a:buNone/>
              <a:defRPr sz="800"/>
            </a:lvl5pPr>
          </a:lstStyle>
          <a:p>
            <a:r>
              <a:rPr lang="es-ES" dirty="0"/>
              <a:t>ESCRIBE AQUÍ EL CONTENIDO O TEXTO DE LA PRESENTACIÓN</a:t>
            </a:r>
          </a:p>
        </p:txBody>
      </p:sp>
      <p:sp>
        <p:nvSpPr>
          <p:cNvPr id="55" name="Text Placeholder 29">
            <a:extLst>
              <a:ext uri="{FF2B5EF4-FFF2-40B4-BE49-F238E27FC236}">
                <a16:creationId xmlns:a16="http://schemas.microsoft.com/office/drawing/2014/main" id="{C847FB7D-9A35-446B-1889-B65B833601C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571320" y="4994099"/>
            <a:ext cx="2320108" cy="8937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  <a:lvl2pPr marL="457189" indent="0">
              <a:buNone/>
              <a:defRPr sz="800"/>
            </a:lvl2pPr>
            <a:lvl3pPr marL="914377" indent="0">
              <a:buNone/>
              <a:defRPr sz="800"/>
            </a:lvl3pPr>
            <a:lvl4pPr marL="1371566" indent="0">
              <a:buNone/>
              <a:defRPr sz="800"/>
            </a:lvl4pPr>
            <a:lvl5pPr marL="1828755" indent="0">
              <a:buNone/>
              <a:defRPr sz="800"/>
            </a:lvl5pPr>
          </a:lstStyle>
          <a:p>
            <a:r>
              <a:rPr lang="es-ES" dirty="0"/>
              <a:t>ESCRIBE AQUÍ EL CONTENIDO O TEXTO DE LA PRESENTACIÓN</a:t>
            </a:r>
          </a:p>
        </p:txBody>
      </p:sp>
      <p:sp>
        <p:nvSpPr>
          <p:cNvPr id="56" name="Text Placeholder 29">
            <a:extLst>
              <a:ext uri="{FF2B5EF4-FFF2-40B4-BE49-F238E27FC236}">
                <a16:creationId xmlns:a16="http://schemas.microsoft.com/office/drawing/2014/main" id="{8F3BF73A-DEC0-5BB6-527D-9A16E2C35EA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463229" y="4994099"/>
            <a:ext cx="2326901" cy="8937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  <a:lvl2pPr marL="457189" indent="0">
              <a:buNone/>
              <a:defRPr sz="800"/>
            </a:lvl2pPr>
            <a:lvl3pPr marL="914377" indent="0">
              <a:buNone/>
              <a:defRPr sz="800"/>
            </a:lvl3pPr>
            <a:lvl4pPr marL="1371566" indent="0">
              <a:buNone/>
              <a:defRPr sz="800"/>
            </a:lvl4pPr>
            <a:lvl5pPr marL="1828755" indent="0">
              <a:buNone/>
              <a:defRPr sz="800"/>
            </a:lvl5pPr>
          </a:lstStyle>
          <a:p>
            <a:r>
              <a:rPr lang="es-ES" dirty="0"/>
              <a:t>ESCRIBE AQUÍ EL CONTENIDO O TEXTO DE LA PRESENTACIÓN</a:t>
            </a:r>
          </a:p>
        </p:txBody>
      </p:sp>
      <p:sp>
        <p:nvSpPr>
          <p:cNvPr id="57" name="Text Placeholder 29">
            <a:extLst>
              <a:ext uri="{FF2B5EF4-FFF2-40B4-BE49-F238E27FC236}">
                <a16:creationId xmlns:a16="http://schemas.microsoft.com/office/drawing/2014/main" id="{6135C823-B0CF-87E9-1E61-97A2FA3D88B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357430" y="4994099"/>
            <a:ext cx="2329763" cy="89376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7696" marR="0" indent="0" algn="l" defTabSz="914377" rtl="0" eaLnBrk="1" fontAlgn="auto" latinLnBrk="0" hangingPunct="1">
              <a:lnSpc>
                <a:spcPct val="100000"/>
              </a:lnSpc>
              <a:spcBef>
                <a:spcPts val="69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00">
                <a:solidFill>
                  <a:schemeClr val="tx1"/>
                </a:solidFill>
              </a:defRPr>
            </a:lvl1pPr>
            <a:lvl2pPr marL="457189" indent="0">
              <a:buNone/>
              <a:defRPr sz="800"/>
            </a:lvl2pPr>
            <a:lvl3pPr marL="914377" indent="0">
              <a:buNone/>
              <a:defRPr sz="800"/>
            </a:lvl3pPr>
            <a:lvl4pPr marL="1371566" indent="0">
              <a:buNone/>
              <a:defRPr sz="800"/>
            </a:lvl4pPr>
            <a:lvl5pPr marL="1828755" indent="0">
              <a:buNone/>
              <a:defRPr sz="800"/>
            </a:lvl5pPr>
          </a:lstStyle>
          <a:p>
            <a:r>
              <a:rPr lang="es-ES" dirty="0"/>
              <a:t>ESCRIBE AQUÍ EL CONTENIDO O TEXTO DE LA PRESENTACIÓN</a:t>
            </a:r>
          </a:p>
        </p:txBody>
      </p:sp>
      <p:cxnSp>
        <p:nvCxnSpPr>
          <p:cNvPr id="92" name="Straight Connector 8">
            <a:extLst>
              <a:ext uri="{FF2B5EF4-FFF2-40B4-BE49-F238E27FC236}">
                <a16:creationId xmlns:a16="http://schemas.microsoft.com/office/drawing/2014/main" id="{B6A8FCB8-2780-6C99-E9FA-647662FFE9E1}"/>
              </a:ext>
            </a:extLst>
          </p:cNvPr>
          <p:cNvCxnSpPr>
            <a:cxnSpLocks/>
          </p:cNvCxnSpPr>
          <p:nvPr userDrawn="1"/>
        </p:nvCxnSpPr>
        <p:spPr>
          <a:xfrm flipV="1">
            <a:off x="4063645" y="0"/>
            <a:ext cx="0" cy="5589024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8">
            <a:extLst>
              <a:ext uri="{FF2B5EF4-FFF2-40B4-BE49-F238E27FC236}">
                <a16:creationId xmlns:a16="http://schemas.microsoft.com/office/drawing/2014/main" id="{B6A8FCB8-2780-6C99-E9FA-647662FFE9E1}"/>
              </a:ext>
            </a:extLst>
          </p:cNvPr>
          <p:cNvCxnSpPr>
            <a:cxnSpLocks/>
          </p:cNvCxnSpPr>
          <p:nvPr userDrawn="1"/>
        </p:nvCxnSpPr>
        <p:spPr>
          <a:xfrm flipV="1">
            <a:off x="7962348" y="0"/>
            <a:ext cx="0" cy="5589024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" name="Group 4">
            <a:extLst>
              <a:ext uri="{FF2B5EF4-FFF2-40B4-BE49-F238E27FC236}">
                <a16:creationId xmlns:a16="http://schemas.microsoft.com/office/drawing/2014/main" id="{695BC88D-D249-A81C-4223-3B5460582D28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E23A223C-0062-E4B2-1155-59EF308954DD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014EB4C-E7E9-A990-8AB7-7853B935CFFE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BF209FDE-5C50-47FA-8776-5FC05E15939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sp>
        <p:nvSpPr>
          <p:cNvPr id="9" name="Marcador de pie de página 8">
            <a:extLst>
              <a:ext uri="{FF2B5EF4-FFF2-40B4-BE49-F238E27FC236}">
                <a16:creationId xmlns:a16="http://schemas.microsoft.com/office/drawing/2014/main" id="{366FAE1B-664C-6804-48D1-304EAA5E4C0D}"/>
              </a:ext>
            </a:extLst>
          </p:cNvPr>
          <p:cNvSpPr>
            <a:spLocks noGrp="1"/>
          </p:cNvSpPr>
          <p:nvPr>
            <p:ph type="ftr" sz="quarter" idx="34"/>
          </p:nvPr>
        </p:nvSpPr>
        <p:spPr/>
        <p:txBody>
          <a:bodyPr/>
          <a:lstStyle/>
          <a:p>
            <a:r>
              <a:rPr lang="es-ES"/>
              <a:t>Minsait  /  Nombre del documento 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236406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PARATA - Princip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6550" y="332656"/>
            <a:ext cx="8639482" cy="1872208"/>
          </a:xfrm>
        </p:spPr>
        <p:txBody>
          <a:bodyPr anchor="t" anchorCtr="0"/>
          <a:lstStyle>
            <a:lvl1pPr>
              <a:defRPr sz="4800"/>
            </a:lvl1pPr>
          </a:lstStyle>
          <a:p>
            <a:r>
              <a:rPr lang="es-ES" dirty="0"/>
              <a:t>Escribe aquí el título de la separata principal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5AC589BE-C7ED-FFDF-45BE-6D021BB1F20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772542" y="334963"/>
            <a:ext cx="2419458" cy="2031325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13200">
                <a:solidFill>
                  <a:schemeClr val="accent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01</a:t>
            </a:r>
          </a:p>
        </p:txBody>
      </p:sp>
      <p:cxnSp>
        <p:nvCxnSpPr>
          <p:cNvPr id="15" name="Straight Connector 13">
            <a:extLst>
              <a:ext uri="{FF2B5EF4-FFF2-40B4-BE49-F238E27FC236}">
                <a16:creationId xmlns:a16="http://schemas.microsoft.com/office/drawing/2014/main" id="{1319C3BA-8391-1145-3463-BCF1F39D971C}"/>
              </a:ext>
            </a:extLst>
          </p:cNvPr>
          <p:cNvCxnSpPr>
            <a:cxnSpLocks/>
          </p:cNvCxnSpPr>
          <p:nvPr userDrawn="1"/>
        </p:nvCxnSpPr>
        <p:spPr>
          <a:xfrm flipV="1">
            <a:off x="9603342" y="1"/>
            <a:ext cx="0" cy="6200774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336549" y="2276872"/>
            <a:ext cx="8639483" cy="115212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Escribe aquí el subtítulo de la separata principal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DD05BA3-2EC1-2EB2-D8F6-4B5F3C464361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445EB3B-698D-D4B6-C8E0-03CF2372B3F5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38FE4A80-1E80-18F8-69C4-08BAC9FB7B8B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19AB5319-7441-B665-8C83-D1819F27DD9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sp>
        <p:nvSpPr>
          <p:cNvPr id="9" name="Marcador de pie de página 8">
            <a:extLst>
              <a:ext uri="{FF2B5EF4-FFF2-40B4-BE49-F238E27FC236}">
                <a16:creationId xmlns:a16="http://schemas.microsoft.com/office/drawing/2014/main" id="{D347BAB2-2F9E-1721-E15B-051A29B1A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Minsait  /  Nombre del documento 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8267745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PARATA - Principal+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6550" y="331200"/>
            <a:ext cx="8639482" cy="1645205"/>
          </a:xfrm>
        </p:spPr>
        <p:txBody>
          <a:bodyPr anchor="t"/>
          <a:lstStyle>
            <a:lvl1pPr>
              <a:defRPr sz="4800"/>
            </a:lvl1pPr>
          </a:lstStyle>
          <a:p>
            <a:r>
              <a:rPr lang="es-ES" dirty="0"/>
              <a:t>Escribe aquí el título de la separata principal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5AC589BE-C7ED-FFDF-45BE-6D021BB1F20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772542" y="334963"/>
            <a:ext cx="2082908" cy="2031325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13200">
                <a:solidFill>
                  <a:schemeClr val="accent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01</a:t>
            </a:r>
          </a:p>
        </p:txBody>
      </p:sp>
      <p:cxnSp>
        <p:nvCxnSpPr>
          <p:cNvPr id="15" name="Straight Connector 13">
            <a:extLst>
              <a:ext uri="{FF2B5EF4-FFF2-40B4-BE49-F238E27FC236}">
                <a16:creationId xmlns:a16="http://schemas.microsoft.com/office/drawing/2014/main" id="{1319C3BA-8391-1145-3463-BCF1F39D971C}"/>
              </a:ext>
            </a:extLst>
          </p:cNvPr>
          <p:cNvCxnSpPr>
            <a:cxnSpLocks/>
          </p:cNvCxnSpPr>
          <p:nvPr userDrawn="1"/>
        </p:nvCxnSpPr>
        <p:spPr>
          <a:xfrm flipV="1">
            <a:off x="9603342" y="1"/>
            <a:ext cx="0" cy="6200774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336549" y="2275200"/>
            <a:ext cx="8639483" cy="45000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Escribe aquí el subtítulo de la separata principal</a:t>
            </a:r>
          </a:p>
        </p:txBody>
      </p:sp>
      <p:sp>
        <p:nvSpPr>
          <p:cNvPr id="25" name="Marcador de posición de imagen 24"/>
          <p:cNvSpPr>
            <a:spLocks noGrp="1"/>
          </p:cNvSpPr>
          <p:nvPr>
            <p:ph type="pic" sz="quarter" idx="11" hasCustomPrompt="1"/>
          </p:nvPr>
        </p:nvSpPr>
        <p:spPr>
          <a:xfrm>
            <a:off x="336550" y="3429001"/>
            <a:ext cx="9001601" cy="2771774"/>
          </a:xfrm>
          <a:custGeom>
            <a:avLst/>
            <a:gdLst>
              <a:gd name="connsiteX0" fmla="*/ 143999 w 9001601"/>
              <a:gd name="connsiteY0" fmla="*/ 0 h 2771774"/>
              <a:gd name="connsiteX1" fmla="*/ 8857601 w 9001601"/>
              <a:gd name="connsiteY1" fmla="*/ 0 h 2771774"/>
              <a:gd name="connsiteX2" fmla="*/ 9001601 w 9001601"/>
              <a:gd name="connsiteY2" fmla="*/ 143999 h 2771774"/>
              <a:gd name="connsiteX3" fmla="*/ 9001601 w 9001601"/>
              <a:gd name="connsiteY3" fmla="*/ 2627774 h 2771774"/>
              <a:gd name="connsiteX4" fmla="*/ 8857600 w 9001601"/>
              <a:gd name="connsiteY4" fmla="*/ 2771774 h 2771774"/>
              <a:gd name="connsiteX5" fmla="*/ 144000 w 9001601"/>
              <a:gd name="connsiteY5" fmla="*/ 2771774 h 2771774"/>
              <a:gd name="connsiteX6" fmla="*/ 0 w 9001601"/>
              <a:gd name="connsiteY6" fmla="*/ 2627774 h 2771774"/>
              <a:gd name="connsiteX7" fmla="*/ 0 w 9001601"/>
              <a:gd name="connsiteY7" fmla="*/ 143999 h 27717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001601" h="2771774">
                <a:moveTo>
                  <a:pt x="143999" y="0"/>
                </a:moveTo>
                <a:lnTo>
                  <a:pt x="8857601" y="0"/>
                </a:lnTo>
                <a:lnTo>
                  <a:pt x="9001601" y="143999"/>
                </a:lnTo>
                <a:lnTo>
                  <a:pt x="9001601" y="2627774"/>
                </a:lnTo>
                <a:lnTo>
                  <a:pt x="8857600" y="2771774"/>
                </a:lnTo>
                <a:lnTo>
                  <a:pt x="144000" y="2771774"/>
                </a:lnTo>
                <a:lnTo>
                  <a:pt x="0" y="2627774"/>
                </a:lnTo>
                <a:lnTo>
                  <a:pt x="0" y="143999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r>
              <a:rPr lang="es-ES" dirty="0"/>
              <a:t>Haga clic en el icono </a:t>
            </a:r>
            <a:br>
              <a:rPr lang="es-ES" dirty="0"/>
            </a:br>
            <a:r>
              <a:rPr lang="es-ES" dirty="0"/>
              <a:t>para agregar una imagen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6286293-07F5-4E95-C5BF-43AFA5C0D148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D3A42399-46BB-5ADD-2CCB-5AF4E37E8A54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F7C72EAA-138C-6078-DB30-15E77237D7BF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4EE04412-EC0D-4DB5-06EC-46BE99DABB4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sp>
        <p:nvSpPr>
          <p:cNvPr id="9" name="Marcador de pie de página 8">
            <a:extLst>
              <a:ext uri="{FF2B5EF4-FFF2-40B4-BE49-F238E27FC236}">
                <a16:creationId xmlns:a16="http://schemas.microsoft.com/office/drawing/2014/main" id="{CACF80FD-132D-D661-6470-17B3B83CA4C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s-ES"/>
              <a:t>Minsait  /  Nombre del documento 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297987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PARATA - Secundaria sin imagen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6550" y="332656"/>
            <a:ext cx="6479530" cy="1872208"/>
          </a:xfrm>
        </p:spPr>
        <p:txBody>
          <a:bodyPr anchor="t" anchorCtr="0"/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Escribe aquí el título separata secundaria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5AC589BE-C7ED-FFDF-45BE-6D021BB1F20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772542" y="334963"/>
            <a:ext cx="2082908" cy="110799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7200">
                <a:solidFill>
                  <a:schemeClr val="bg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1.1</a:t>
            </a:r>
          </a:p>
        </p:txBody>
      </p:sp>
      <p:cxnSp>
        <p:nvCxnSpPr>
          <p:cNvPr id="15" name="Straight Connector 13">
            <a:extLst>
              <a:ext uri="{FF2B5EF4-FFF2-40B4-BE49-F238E27FC236}">
                <a16:creationId xmlns:a16="http://schemas.microsoft.com/office/drawing/2014/main" id="{1319C3BA-8391-1145-3463-BCF1F39D971C}"/>
              </a:ext>
            </a:extLst>
          </p:cNvPr>
          <p:cNvCxnSpPr>
            <a:cxnSpLocks/>
          </p:cNvCxnSpPr>
          <p:nvPr userDrawn="1"/>
        </p:nvCxnSpPr>
        <p:spPr>
          <a:xfrm flipV="1">
            <a:off x="9603342" y="1"/>
            <a:ext cx="0" cy="6200774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336549" y="2276872"/>
            <a:ext cx="8639483" cy="115212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Escribe aquí el subtítulo de la separata secundaria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DD05BA3-2EC1-2EB2-D8F6-4B5F3C464361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chemeClr val="bg1"/>
          </a:solidFill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445EB3B-698D-D4B6-C8E0-03CF2372B3F5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38FE4A80-1E80-18F8-69C4-08BAC9FB7B8B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19AB5319-7441-B665-8C83-D1819F27DD9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29A7072-40BD-AE57-A5CA-94D1543E8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s-ES"/>
              <a:t>Minsait  /  Nombre del documento 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938569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PARATA - Secundaria+Imagen---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5AC589BE-C7ED-FFDF-45BE-6D021BB1F20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857301" y="334963"/>
            <a:ext cx="1998150" cy="110799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7200">
                <a:solidFill>
                  <a:schemeClr val="tx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5" indent="0">
              <a:buFontTx/>
              <a:buNone/>
              <a:defRPr/>
            </a:lvl5pPr>
          </a:lstStyle>
          <a:p>
            <a:pPr lvl="0"/>
            <a:r>
              <a:rPr lang="en-GB" noProof="1"/>
              <a:t>1.1</a:t>
            </a:r>
          </a:p>
        </p:txBody>
      </p:sp>
      <p:cxnSp>
        <p:nvCxnSpPr>
          <p:cNvPr id="78" name="Straight Connector 13">
            <a:extLst>
              <a:ext uri="{FF2B5EF4-FFF2-40B4-BE49-F238E27FC236}">
                <a16:creationId xmlns:a16="http://schemas.microsoft.com/office/drawing/2014/main" id="{1319C3BA-8391-1145-3463-BCF1F39D971C}"/>
              </a:ext>
            </a:extLst>
          </p:cNvPr>
          <p:cNvCxnSpPr>
            <a:cxnSpLocks/>
          </p:cNvCxnSpPr>
          <p:nvPr userDrawn="1"/>
        </p:nvCxnSpPr>
        <p:spPr>
          <a:xfrm flipV="1">
            <a:off x="9603342" y="1"/>
            <a:ext cx="0" cy="6200774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13">
            <a:extLst>
              <a:ext uri="{FF2B5EF4-FFF2-40B4-BE49-F238E27FC236}">
                <a16:creationId xmlns:a16="http://schemas.microsoft.com/office/drawing/2014/main" id="{1319C3BA-8391-1145-3463-BCF1F39D971C}"/>
              </a:ext>
            </a:extLst>
          </p:cNvPr>
          <p:cNvCxnSpPr>
            <a:cxnSpLocks/>
          </p:cNvCxnSpPr>
          <p:nvPr userDrawn="1"/>
        </p:nvCxnSpPr>
        <p:spPr>
          <a:xfrm flipV="1">
            <a:off x="7265481" y="1"/>
            <a:ext cx="0" cy="6200774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Marcador de posición de imagen 15"/>
          <p:cNvSpPr>
            <a:spLocks noGrp="1"/>
          </p:cNvSpPr>
          <p:nvPr>
            <p:ph type="pic" sz="quarter" idx="16" hasCustomPrompt="1"/>
          </p:nvPr>
        </p:nvSpPr>
        <p:spPr>
          <a:xfrm>
            <a:off x="336552" y="3429003"/>
            <a:ext cx="6674969" cy="2771772"/>
          </a:xfrm>
          <a:custGeom>
            <a:avLst/>
            <a:gdLst>
              <a:gd name="connsiteX0" fmla="*/ 143999 w 6674969"/>
              <a:gd name="connsiteY0" fmla="*/ 0 h 2771772"/>
              <a:gd name="connsiteX1" fmla="*/ 6530968 w 6674969"/>
              <a:gd name="connsiteY1" fmla="*/ 0 h 2771772"/>
              <a:gd name="connsiteX2" fmla="*/ 6674969 w 6674969"/>
              <a:gd name="connsiteY2" fmla="*/ 144000 h 2771772"/>
              <a:gd name="connsiteX3" fmla="*/ 6674969 w 6674969"/>
              <a:gd name="connsiteY3" fmla="*/ 2627772 h 2771772"/>
              <a:gd name="connsiteX4" fmla="*/ 6530968 w 6674969"/>
              <a:gd name="connsiteY4" fmla="*/ 2771772 h 2771772"/>
              <a:gd name="connsiteX5" fmla="*/ 143999 w 6674969"/>
              <a:gd name="connsiteY5" fmla="*/ 2771772 h 2771772"/>
              <a:gd name="connsiteX6" fmla="*/ 0 w 6674969"/>
              <a:gd name="connsiteY6" fmla="*/ 2627773 h 2771772"/>
              <a:gd name="connsiteX7" fmla="*/ 0 w 6674969"/>
              <a:gd name="connsiteY7" fmla="*/ 143999 h 2771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674969" h="2771772">
                <a:moveTo>
                  <a:pt x="143999" y="0"/>
                </a:moveTo>
                <a:lnTo>
                  <a:pt x="6530968" y="0"/>
                </a:lnTo>
                <a:lnTo>
                  <a:pt x="6674969" y="144000"/>
                </a:lnTo>
                <a:lnTo>
                  <a:pt x="6674969" y="2627772"/>
                </a:lnTo>
                <a:lnTo>
                  <a:pt x="6530968" y="2771772"/>
                </a:lnTo>
                <a:lnTo>
                  <a:pt x="143999" y="2771772"/>
                </a:lnTo>
                <a:lnTo>
                  <a:pt x="0" y="2627773"/>
                </a:lnTo>
                <a:lnTo>
                  <a:pt x="0" y="143999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>
                <a:solidFill>
                  <a:schemeClr val="tx1"/>
                </a:solidFill>
              </a:defRPr>
            </a:lvl1pPr>
          </a:lstStyle>
          <a:p>
            <a:r>
              <a:rPr lang="es-ES" dirty="0"/>
              <a:t>Haga clic en el icono </a:t>
            </a:r>
            <a:br>
              <a:rPr lang="es-ES" dirty="0"/>
            </a:br>
            <a:r>
              <a:rPr lang="es-ES" dirty="0"/>
              <a:t>para agregar una imagen</a:t>
            </a:r>
          </a:p>
        </p:txBody>
      </p:sp>
      <p:grpSp>
        <p:nvGrpSpPr>
          <p:cNvPr id="18" name="Group 4">
            <a:extLst>
              <a:ext uri="{FF2B5EF4-FFF2-40B4-BE49-F238E27FC236}">
                <a16:creationId xmlns:a16="http://schemas.microsoft.com/office/drawing/2014/main" id="{902F0385-1811-8077-3D24-2BE5366C0F2A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4F062A"/>
          </a:solidFill>
        </p:grpSpPr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77B5BE9F-3707-F66C-3805-0D759BA417CC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endParaRPr>
            </a:p>
          </p:txBody>
        </p:sp>
        <p:sp>
          <p:nvSpPr>
            <p:cNvPr id="20" name="Freeform 7">
              <a:extLst>
                <a:ext uri="{FF2B5EF4-FFF2-40B4-BE49-F238E27FC236}">
                  <a16:creationId xmlns:a16="http://schemas.microsoft.com/office/drawing/2014/main" id="{F0C503CA-93A0-6E08-D670-3BB3A1DA98F6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endParaRPr>
            </a:p>
          </p:txBody>
        </p:sp>
        <p:sp>
          <p:nvSpPr>
            <p:cNvPr id="22" name="Freeform 8">
              <a:extLst>
                <a:ext uri="{FF2B5EF4-FFF2-40B4-BE49-F238E27FC236}">
                  <a16:creationId xmlns:a16="http://schemas.microsoft.com/office/drawing/2014/main" id="{57770C9F-89D2-B362-0944-27F1E8C990F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23" name="Marcador de pie de página 22">
            <a:extLst>
              <a:ext uri="{FF2B5EF4-FFF2-40B4-BE49-F238E27FC236}">
                <a16:creationId xmlns:a16="http://schemas.microsoft.com/office/drawing/2014/main" id="{B068EF0A-944B-F84F-560E-7455951F1353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s-ES"/>
              <a:t>Minsait  /  Nombre del documento </a:t>
            </a:r>
            <a:endParaRPr lang="es-ES" dirty="0"/>
          </a:p>
        </p:txBody>
      </p:sp>
      <p:sp>
        <p:nvSpPr>
          <p:cNvPr id="24" name="Título 23">
            <a:extLst>
              <a:ext uri="{FF2B5EF4-FFF2-40B4-BE49-F238E27FC236}">
                <a16:creationId xmlns:a16="http://schemas.microsoft.com/office/drawing/2014/main" id="{5AE1A92F-AF49-E38E-CB1F-BA9AAE53EC3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6550" y="334964"/>
            <a:ext cx="6551538" cy="1725884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4800" b="0" i="0" u="none" strike="noStrike" kern="1200" cap="none" spc="0" normalizeH="0" baseline="0" noProof="0" dirty="0">
                <a:ln>
                  <a:noFill/>
                </a:ln>
                <a:solidFill>
                  <a:srgbClr val="4F062A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Escribe aquí el título separata secundaria</a:t>
            </a:r>
          </a:p>
        </p:txBody>
      </p:sp>
      <p:sp>
        <p:nvSpPr>
          <p:cNvPr id="25" name="Subtítulo 2">
            <a:extLst>
              <a:ext uri="{FF2B5EF4-FFF2-40B4-BE49-F238E27FC236}">
                <a16:creationId xmlns:a16="http://schemas.microsoft.com/office/drawing/2014/main" id="{11CB666B-4C20-26BF-BCE8-F6A061D2D2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36549" y="2276872"/>
            <a:ext cx="6551539" cy="1152128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dirty="0"/>
              <a:t>Escribe aquí el subtítulo de la separata secundaria</a:t>
            </a:r>
          </a:p>
        </p:txBody>
      </p:sp>
    </p:spTree>
    <p:extLst>
      <p:ext uri="{BB962C8B-B14F-4D97-AF65-F5344CB8AC3E}">
        <p14:creationId xmlns:p14="http://schemas.microsoft.com/office/powerpoint/2010/main" val="10025216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- Texto - Ceramico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5360" y="1496513"/>
            <a:ext cx="11521678" cy="51978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sp>
        <p:nvSpPr>
          <p:cNvPr id="11" name="Marcador de texto 10"/>
          <p:cNvSpPr>
            <a:spLocks noGrp="1"/>
          </p:cNvSpPr>
          <p:nvPr>
            <p:ph type="body" sz="quarter" idx="15"/>
          </p:nvPr>
        </p:nvSpPr>
        <p:spPr>
          <a:xfrm>
            <a:off x="334962" y="2250332"/>
            <a:ext cx="11522075" cy="3586588"/>
          </a:xfrm>
        </p:spPr>
        <p:txBody>
          <a:bodyPr/>
          <a:lstStyle>
            <a:lvl1pPr>
              <a:defRPr sz="1300">
                <a:solidFill>
                  <a:schemeClr val="bg1"/>
                </a:solidFill>
              </a:defRPr>
            </a:lvl1pPr>
            <a:lvl2pPr>
              <a:defRPr sz="1300">
                <a:solidFill>
                  <a:schemeClr val="bg1"/>
                </a:solidFill>
              </a:defRPr>
            </a:lvl2pPr>
            <a:lvl3pPr>
              <a:defRPr sz="1300">
                <a:solidFill>
                  <a:schemeClr val="bg1"/>
                </a:solidFill>
              </a:defRPr>
            </a:lvl3pPr>
            <a:lvl4pPr>
              <a:defRPr sz="1300">
                <a:solidFill>
                  <a:schemeClr val="bg1"/>
                </a:solidFill>
              </a:defRPr>
            </a:lvl4pPr>
            <a:lvl5pPr>
              <a:defRPr sz="1300">
                <a:solidFill>
                  <a:schemeClr val="bg1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53888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7E3C682-20E6-E793-4BAF-D71FEF6BE09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s-ES"/>
              <a:t>Minsait  /  Nombre del documento </a:t>
            </a:r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3130E81-8022-B08B-2574-CDF53A87499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2BDF71B-C47C-4195-98C2-A4F5335C27F9}" type="slidenum">
              <a:rPr lang="es-ES" smtClean="0"/>
              <a:pPr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6083917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IDO - Texto - Sin antetitulo_Ceramico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340273"/>
            <a:ext cx="11521678" cy="6751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5360" y="1287512"/>
            <a:ext cx="11521678" cy="51978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sp>
        <p:nvSpPr>
          <p:cNvPr id="11" name="Marcador de texto 10"/>
          <p:cNvSpPr>
            <a:spLocks noGrp="1"/>
          </p:cNvSpPr>
          <p:nvPr>
            <p:ph type="body" sz="quarter" idx="15"/>
          </p:nvPr>
        </p:nvSpPr>
        <p:spPr>
          <a:xfrm>
            <a:off x="334962" y="2041331"/>
            <a:ext cx="11522075" cy="3586588"/>
          </a:xfrm>
        </p:spPr>
        <p:txBody>
          <a:bodyPr/>
          <a:lstStyle>
            <a:lvl1pPr>
              <a:defRPr sz="1300">
                <a:solidFill>
                  <a:schemeClr val="bg1"/>
                </a:solidFill>
              </a:defRPr>
            </a:lvl1pPr>
            <a:lvl2pPr>
              <a:defRPr sz="1300">
                <a:solidFill>
                  <a:schemeClr val="bg1"/>
                </a:solidFill>
              </a:defRPr>
            </a:lvl2pPr>
            <a:lvl3pPr>
              <a:defRPr sz="1300">
                <a:solidFill>
                  <a:schemeClr val="bg1"/>
                </a:solidFill>
              </a:defRPr>
            </a:lvl3pPr>
            <a:lvl4pPr>
              <a:defRPr sz="1300">
                <a:solidFill>
                  <a:schemeClr val="bg1"/>
                </a:solidFill>
              </a:defRPr>
            </a:lvl4pPr>
            <a:lvl5pPr>
              <a:defRPr sz="1300">
                <a:solidFill>
                  <a:schemeClr val="bg1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7E3C682-20E6-E793-4BAF-D71FEF6BE09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s-ES"/>
              <a:t>Minsait  /  Nombre del documento </a:t>
            </a:r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3130E81-8022-B08B-2574-CDF53A87499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2BDF71B-C47C-4195-98C2-A4F5335C27F9}" type="slidenum">
              <a:rPr lang="es-ES" smtClean="0"/>
              <a:pPr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595661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- Texto - Blanc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5360" y="1496513"/>
            <a:ext cx="11521678" cy="51978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sp>
        <p:nvSpPr>
          <p:cNvPr id="11" name="Marcador de texto 10"/>
          <p:cNvSpPr>
            <a:spLocks noGrp="1"/>
          </p:cNvSpPr>
          <p:nvPr>
            <p:ph type="body" sz="quarter" idx="15"/>
          </p:nvPr>
        </p:nvSpPr>
        <p:spPr>
          <a:xfrm>
            <a:off x="334962" y="2250332"/>
            <a:ext cx="11522075" cy="3586588"/>
          </a:xfrm>
        </p:spPr>
        <p:txBody>
          <a:bodyPr/>
          <a:lstStyle>
            <a:lvl1pPr>
              <a:defRPr sz="1300">
                <a:solidFill>
                  <a:schemeClr val="bg1"/>
                </a:solidFill>
              </a:defRPr>
            </a:lvl1pPr>
            <a:lvl2pPr>
              <a:defRPr sz="1300">
                <a:solidFill>
                  <a:schemeClr val="bg1"/>
                </a:solidFill>
              </a:defRPr>
            </a:lvl2pPr>
            <a:lvl3pPr>
              <a:defRPr sz="1300">
                <a:solidFill>
                  <a:schemeClr val="bg1"/>
                </a:solidFill>
              </a:defRPr>
            </a:lvl3pPr>
            <a:lvl4pPr>
              <a:defRPr sz="1300">
                <a:solidFill>
                  <a:schemeClr val="bg1"/>
                </a:solidFill>
              </a:defRPr>
            </a:lvl4pPr>
            <a:lvl5pPr>
              <a:defRPr sz="1300">
                <a:solidFill>
                  <a:schemeClr val="bg1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53888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7E3C682-20E6-E793-4BAF-D71FEF6BE09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s-ES"/>
              <a:t>Minsait  /  Nombre del documento </a:t>
            </a:r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3130E81-8022-B08B-2574-CDF53A87499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2BDF71B-C47C-4195-98C2-A4F5335C27F9}" type="slidenum">
              <a:rPr lang="es-ES" smtClean="0"/>
              <a:pPr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744719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- Texto - Sin antetitulo_Blanc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340273"/>
            <a:ext cx="11521678" cy="6751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5360" y="1287512"/>
            <a:ext cx="11521678" cy="51978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sp>
        <p:nvSpPr>
          <p:cNvPr id="11" name="Marcador de texto 10"/>
          <p:cNvSpPr>
            <a:spLocks noGrp="1"/>
          </p:cNvSpPr>
          <p:nvPr>
            <p:ph type="body" sz="quarter" idx="15"/>
          </p:nvPr>
        </p:nvSpPr>
        <p:spPr>
          <a:xfrm>
            <a:off x="334962" y="2041331"/>
            <a:ext cx="11522075" cy="3586588"/>
          </a:xfrm>
        </p:spPr>
        <p:txBody>
          <a:bodyPr/>
          <a:lstStyle>
            <a:lvl1pPr>
              <a:defRPr sz="1300">
                <a:solidFill>
                  <a:schemeClr val="bg1"/>
                </a:solidFill>
              </a:defRPr>
            </a:lvl1pPr>
            <a:lvl2pPr>
              <a:defRPr sz="1300">
                <a:solidFill>
                  <a:schemeClr val="bg1"/>
                </a:solidFill>
              </a:defRPr>
            </a:lvl2pPr>
            <a:lvl3pPr>
              <a:defRPr sz="1300">
                <a:solidFill>
                  <a:schemeClr val="bg1"/>
                </a:solidFill>
              </a:defRPr>
            </a:lvl3pPr>
            <a:lvl4pPr>
              <a:defRPr sz="1300">
                <a:solidFill>
                  <a:schemeClr val="bg1"/>
                </a:solidFill>
              </a:defRPr>
            </a:lvl4pPr>
            <a:lvl5pPr>
              <a:defRPr sz="1300">
                <a:solidFill>
                  <a:schemeClr val="bg1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7E3C682-20E6-E793-4BAF-D71FEF6BE09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s-ES"/>
              <a:t>Minsait  /  Nombre del documento </a:t>
            </a:r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3130E81-8022-B08B-2574-CDF53A87499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2BDF71B-C47C-4195-98C2-A4F5335C27F9}" type="slidenum">
              <a:rPr lang="es-ES" smtClean="0"/>
              <a:pPr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427207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- Texto - Prun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5360" y="1496513"/>
            <a:ext cx="11521678" cy="51978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sp>
        <p:nvSpPr>
          <p:cNvPr id="11" name="Marcador de texto 10"/>
          <p:cNvSpPr>
            <a:spLocks noGrp="1"/>
          </p:cNvSpPr>
          <p:nvPr>
            <p:ph type="body" sz="quarter" idx="15"/>
          </p:nvPr>
        </p:nvSpPr>
        <p:spPr>
          <a:xfrm>
            <a:off x="334962" y="2250332"/>
            <a:ext cx="11522075" cy="3586588"/>
          </a:xfrm>
        </p:spPr>
        <p:txBody>
          <a:bodyPr/>
          <a:lstStyle>
            <a:lvl1pPr>
              <a:defRPr sz="1300"/>
            </a:lvl1pPr>
            <a:lvl2pPr>
              <a:defRPr sz="1300"/>
            </a:lvl2pPr>
            <a:lvl3pPr>
              <a:defRPr sz="1300"/>
            </a:lvl3pPr>
            <a:lvl4pPr>
              <a:defRPr sz="1300"/>
            </a:lvl4pPr>
            <a:lvl5pPr>
              <a:defRPr sz="13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7E3C682-20E6-E793-4BAF-D71FEF6BE09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s-ES"/>
              <a:t>Minsait  /  Nombre del documento </a:t>
            </a:r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3130E81-8022-B08B-2574-CDF53A87499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2BDF71B-C47C-4195-98C2-A4F5335C27F9}" type="slidenum">
              <a:rPr lang="es-ES" smtClean="0"/>
              <a:pPr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5607310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- Texto - Sin antetitulo_Prun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349898"/>
            <a:ext cx="11521678" cy="675163"/>
          </a:xfrm>
        </p:spPr>
        <p:txBody>
          <a:bodyPr/>
          <a:lstStyle>
            <a:lvl1pPr>
              <a:defRPr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5360" y="1297137"/>
            <a:ext cx="11521678" cy="51978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sp>
        <p:nvSpPr>
          <p:cNvPr id="11" name="Marcador de texto 10"/>
          <p:cNvSpPr>
            <a:spLocks noGrp="1"/>
          </p:cNvSpPr>
          <p:nvPr>
            <p:ph type="body" sz="quarter" idx="15"/>
          </p:nvPr>
        </p:nvSpPr>
        <p:spPr>
          <a:xfrm>
            <a:off x="334962" y="2050955"/>
            <a:ext cx="11522075" cy="4149819"/>
          </a:xfrm>
        </p:spPr>
        <p:txBody>
          <a:bodyPr/>
          <a:lstStyle>
            <a:lvl1pPr>
              <a:defRPr sz="1300"/>
            </a:lvl1pPr>
            <a:lvl2pPr>
              <a:defRPr sz="1300"/>
            </a:lvl2pPr>
            <a:lvl3pPr>
              <a:defRPr sz="1300"/>
            </a:lvl3pPr>
            <a:lvl4pPr>
              <a:defRPr sz="1300"/>
            </a:lvl4pPr>
            <a:lvl5pPr>
              <a:defRPr sz="13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7E3C682-20E6-E793-4BAF-D71FEF6BE09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s-ES"/>
              <a:t>Minsait  /  Nombre del documento </a:t>
            </a:r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3130E81-8022-B08B-2574-CDF53A87499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2BDF71B-C47C-4195-98C2-A4F5335C27F9}" type="slidenum">
              <a:rPr lang="es-ES" smtClean="0"/>
              <a:pPr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6325308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- Texto - Pruno Oscuro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549274"/>
            <a:ext cx="11521678" cy="675163"/>
          </a:xfrm>
        </p:spPr>
        <p:txBody>
          <a:bodyPr/>
          <a:lstStyle>
            <a:lvl1pPr>
              <a:defRPr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5360" y="1496513"/>
            <a:ext cx="11521678" cy="51978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sp>
        <p:nvSpPr>
          <p:cNvPr id="11" name="Marcador de texto 10"/>
          <p:cNvSpPr>
            <a:spLocks noGrp="1"/>
          </p:cNvSpPr>
          <p:nvPr>
            <p:ph type="body" sz="quarter" idx="15"/>
          </p:nvPr>
        </p:nvSpPr>
        <p:spPr>
          <a:xfrm>
            <a:off x="334962" y="2250332"/>
            <a:ext cx="11522075" cy="3586588"/>
          </a:xfrm>
        </p:spPr>
        <p:txBody>
          <a:bodyPr/>
          <a:lstStyle>
            <a:lvl1pPr>
              <a:defRPr sz="1300"/>
            </a:lvl1pPr>
            <a:lvl2pPr>
              <a:defRPr sz="1300"/>
            </a:lvl2pPr>
            <a:lvl3pPr>
              <a:defRPr sz="1300"/>
            </a:lvl3pPr>
            <a:lvl4pPr>
              <a:defRPr sz="1300"/>
            </a:lvl4pPr>
            <a:lvl5pPr>
              <a:defRPr sz="13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" dirty="0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5360" y="323548"/>
            <a:ext cx="11521678" cy="17265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>
              <a:buNone/>
              <a:defRPr sz="1000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ANTETÍTULO DE DIAPOSITIVA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7E3C682-20E6-E793-4BAF-D71FEF6BE09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s-ES"/>
              <a:t>Minsait  /  Nombre del documento </a:t>
            </a:r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3130E81-8022-B08B-2574-CDF53A87499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2BDF71B-C47C-4195-98C2-A4F5335C27F9}" type="slidenum">
              <a:rPr lang="es-ES" smtClean="0"/>
              <a:pPr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150541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IDO - Texto - Sin antetitulo_Pruno Oscuro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335360" y="349898"/>
            <a:ext cx="11521678" cy="675163"/>
          </a:xfrm>
        </p:spPr>
        <p:txBody>
          <a:bodyPr/>
          <a:lstStyle>
            <a:lvl1pPr>
              <a:defRPr/>
            </a:lvl1pPr>
          </a:lstStyle>
          <a:p>
            <a:r>
              <a:rPr lang="es-ES" dirty="0"/>
              <a:t>Título estándar para diapositiva base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5360" y="1297137"/>
            <a:ext cx="11521678" cy="51978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noProof="1"/>
              <a:t>Subtítulo de diapositiva</a:t>
            </a:r>
          </a:p>
        </p:txBody>
      </p:sp>
      <p:sp>
        <p:nvSpPr>
          <p:cNvPr id="11" name="Marcador de texto 10"/>
          <p:cNvSpPr>
            <a:spLocks noGrp="1"/>
          </p:cNvSpPr>
          <p:nvPr>
            <p:ph type="body" sz="quarter" idx="15"/>
          </p:nvPr>
        </p:nvSpPr>
        <p:spPr>
          <a:xfrm>
            <a:off x="334962" y="2050955"/>
            <a:ext cx="11522075" cy="4149819"/>
          </a:xfrm>
        </p:spPr>
        <p:txBody>
          <a:bodyPr/>
          <a:lstStyle>
            <a:lvl1pPr>
              <a:defRPr sz="1300"/>
            </a:lvl1pPr>
            <a:lvl2pPr>
              <a:defRPr sz="1300"/>
            </a:lvl2pPr>
            <a:lvl3pPr>
              <a:defRPr sz="1300"/>
            </a:lvl3pPr>
            <a:lvl4pPr>
              <a:defRPr sz="1300"/>
            </a:lvl4pPr>
            <a:lvl5pPr>
              <a:defRPr sz="1300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7E3C682-20E6-E793-4BAF-D71FEF6BE09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s-ES"/>
              <a:t>Minsait  /  Nombre del documento </a:t>
            </a:r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3130E81-8022-B08B-2574-CDF53A87499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2BDF71B-C47C-4195-98C2-A4F5335C27F9}" type="slidenum">
              <a:rPr lang="es-ES" smtClean="0"/>
              <a:pPr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270358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- Imagen - Prun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Marcador de posición de imagen 13"/>
          <p:cNvSpPr>
            <a:spLocks noGrp="1"/>
          </p:cNvSpPr>
          <p:nvPr>
            <p:ph type="pic" sz="quarter" idx="11" hasCustomPrompt="1"/>
          </p:nvPr>
        </p:nvSpPr>
        <p:spPr>
          <a:xfrm>
            <a:off x="336550" y="334964"/>
            <a:ext cx="11518899" cy="5865810"/>
          </a:xfrm>
          <a:custGeom>
            <a:avLst/>
            <a:gdLst>
              <a:gd name="connsiteX0" fmla="*/ 144000 w 11518899"/>
              <a:gd name="connsiteY0" fmla="*/ 0 h 5865810"/>
              <a:gd name="connsiteX1" fmla="*/ 11374898 w 11518899"/>
              <a:gd name="connsiteY1" fmla="*/ 0 h 5865810"/>
              <a:gd name="connsiteX2" fmla="*/ 11518899 w 11518899"/>
              <a:gd name="connsiteY2" fmla="*/ 144000 h 5865810"/>
              <a:gd name="connsiteX3" fmla="*/ 11518899 w 11518899"/>
              <a:gd name="connsiteY3" fmla="*/ 5721810 h 5865810"/>
              <a:gd name="connsiteX4" fmla="*/ 11374898 w 11518899"/>
              <a:gd name="connsiteY4" fmla="*/ 5865810 h 5865810"/>
              <a:gd name="connsiteX5" fmla="*/ 144000 w 11518899"/>
              <a:gd name="connsiteY5" fmla="*/ 5865810 h 5865810"/>
              <a:gd name="connsiteX6" fmla="*/ 0 w 11518899"/>
              <a:gd name="connsiteY6" fmla="*/ 5721810 h 5865810"/>
              <a:gd name="connsiteX7" fmla="*/ 0 w 11518899"/>
              <a:gd name="connsiteY7" fmla="*/ 144000 h 5865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518899" h="5865810">
                <a:moveTo>
                  <a:pt x="144000" y="0"/>
                </a:moveTo>
                <a:lnTo>
                  <a:pt x="11374898" y="0"/>
                </a:lnTo>
                <a:lnTo>
                  <a:pt x="11518899" y="144000"/>
                </a:lnTo>
                <a:lnTo>
                  <a:pt x="11518899" y="5721810"/>
                </a:lnTo>
                <a:lnTo>
                  <a:pt x="11374898" y="5865810"/>
                </a:lnTo>
                <a:lnTo>
                  <a:pt x="144000" y="5865810"/>
                </a:lnTo>
                <a:lnTo>
                  <a:pt x="0" y="5721810"/>
                </a:lnTo>
                <a:lnTo>
                  <a:pt x="0" y="14400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/>
            </a:lvl1pPr>
          </a:lstStyle>
          <a:p>
            <a:r>
              <a:rPr lang="es-ES" dirty="0"/>
              <a:t>Haga clic en el icono </a:t>
            </a:r>
            <a:br>
              <a:rPr lang="es-ES" dirty="0"/>
            </a:br>
            <a:r>
              <a:rPr lang="es-ES" dirty="0"/>
              <a:t>para agregar una imagen</a:t>
            </a:r>
          </a:p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2BDF71B-C47C-4195-98C2-A4F5335C27F9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63371C36-3C07-2926-2DF2-88E1A17B726C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s-ES"/>
              <a:t>Minsait  /  Nombre del documento 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512603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- Imagen - Cerámic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Marcador de posición de imagen 13"/>
          <p:cNvSpPr>
            <a:spLocks noGrp="1"/>
          </p:cNvSpPr>
          <p:nvPr>
            <p:ph type="pic" sz="quarter" idx="11" hasCustomPrompt="1"/>
          </p:nvPr>
        </p:nvSpPr>
        <p:spPr>
          <a:xfrm>
            <a:off x="336550" y="334964"/>
            <a:ext cx="11518899" cy="5865810"/>
          </a:xfrm>
          <a:custGeom>
            <a:avLst/>
            <a:gdLst>
              <a:gd name="connsiteX0" fmla="*/ 144000 w 11518899"/>
              <a:gd name="connsiteY0" fmla="*/ 0 h 5865810"/>
              <a:gd name="connsiteX1" fmla="*/ 11374898 w 11518899"/>
              <a:gd name="connsiteY1" fmla="*/ 0 h 5865810"/>
              <a:gd name="connsiteX2" fmla="*/ 11518899 w 11518899"/>
              <a:gd name="connsiteY2" fmla="*/ 144000 h 5865810"/>
              <a:gd name="connsiteX3" fmla="*/ 11518899 w 11518899"/>
              <a:gd name="connsiteY3" fmla="*/ 5721810 h 5865810"/>
              <a:gd name="connsiteX4" fmla="*/ 11374898 w 11518899"/>
              <a:gd name="connsiteY4" fmla="*/ 5865810 h 5865810"/>
              <a:gd name="connsiteX5" fmla="*/ 144000 w 11518899"/>
              <a:gd name="connsiteY5" fmla="*/ 5865810 h 5865810"/>
              <a:gd name="connsiteX6" fmla="*/ 0 w 11518899"/>
              <a:gd name="connsiteY6" fmla="*/ 5721810 h 5865810"/>
              <a:gd name="connsiteX7" fmla="*/ 0 w 11518899"/>
              <a:gd name="connsiteY7" fmla="*/ 144000 h 5865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518899" h="5865810">
                <a:moveTo>
                  <a:pt x="144000" y="0"/>
                </a:moveTo>
                <a:lnTo>
                  <a:pt x="11374898" y="0"/>
                </a:lnTo>
                <a:lnTo>
                  <a:pt x="11518899" y="144000"/>
                </a:lnTo>
                <a:lnTo>
                  <a:pt x="11518899" y="5721810"/>
                </a:lnTo>
                <a:lnTo>
                  <a:pt x="11374898" y="5865810"/>
                </a:lnTo>
                <a:lnTo>
                  <a:pt x="144000" y="5865810"/>
                </a:lnTo>
                <a:lnTo>
                  <a:pt x="0" y="5721810"/>
                </a:lnTo>
                <a:lnTo>
                  <a:pt x="0" y="14400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00"/>
            </a:lvl1pPr>
          </a:lstStyle>
          <a:p>
            <a:r>
              <a:rPr lang="es-ES" dirty="0"/>
              <a:t>Haga clic en el icono </a:t>
            </a:r>
            <a:br>
              <a:rPr lang="es-ES" dirty="0"/>
            </a:br>
            <a:r>
              <a:rPr lang="es-ES" dirty="0"/>
              <a:t>para agregar una imagen</a:t>
            </a:r>
          </a:p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2BDF71B-C47C-4195-98C2-A4F5335C27F9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DE91A90-7186-B447-0800-01631DFCA90F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s-ES"/>
              <a:t>Minsait  /  Nombre del documento 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6024897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- Texto+Full-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Marcador de posición de imagen 10"/>
          <p:cNvSpPr>
            <a:spLocks noGrp="1"/>
          </p:cNvSpPr>
          <p:nvPr>
            <p:ph type="pic" sz="quarter" idx="16" hasCustomPrompt="1"/>
          </p:nvPr>
        </p:nvSpPr>
        <p:spPr>
          <a:xfrm>
            <a:off x="1" y="0"/>
            <a:ext cx="12192000" cy="6858000"/>
          </a:xfrm>
        </p:spPr>
        <p:txBody>
          <a:bodyPr anchor="ctr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r>
              <a:rPr lang="es-ES" dirty="0"/>
              <a:t>Haga clic en el icono </a:t>
            </a:r>
            <a:br>
              <a:rPr lang="es-ES" dirty="0"/>
            </a:br>
            <a:r>
              <a:rPr lang="es-ES" dirty="0"/>
              <a:t>para agregar una imagen</a:t>
            </a:r>
          </a:p>
        </p:txBody>
      </p:sp>
      <p:sp>
        <p:nvSpPr>
          <p:cNvPr id="4" name="Título 3"/>
          <p:cNvSpPr>
            <a:spLocks noGrp="1"/>
          </p:cNvSpPr>
          <p:nvPr>
            <p:ph type="title" hasCustomPrompt="1"/>
          </p:nvPr>
        </p:nvSpPr>
        <p:spPr>
          <a:xfrm>
            <a:off x="336550" y="334964"/>
            <a:ext cx="11518900" cy="844011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s-ES" dirty="0"/>
              <a:t>Escribe aquí el título principal de la diapositiva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760FFBBE-ADBD-0E1A-7872-BCD0D7AE3CF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5360" y="1268978"/>
            <a:ext cx="11521678" cy="63000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1pPr>
          </a:lstStyle>
          <a:p>
            <a:pPr lvl="0"/>
            <a:r>
              <a:rPr lang="es-ES" dirty="0"/>
              <a:t>Escribe aquí el subtítulo de la diapositiva</a:t>
            </a:r>
            <a:endParaRPr lang="en-GB" noProof="1"/>
          </a:p>
        </p:txBody>
      </p:sp>
      <p:sp>
        <p:nvSpPr>
          <p:cNvPr id="12" name="Marcador de texto 11"/>
          <p:cNvSpPr>
            <a:spLocks noGrp="1"/>
          </p:cNvSpPr>
          <p:nvPr>
            <p:ph type="body" sz="quarter" idx="15" hasCustomPrompt="1"/>
          </p:nvPr>
        </p:nvSpPr>
        <p:spPr>
          <a:xfrm>
            <a:off x="335360" y="1988987"/>
            <a:ext cx="11520090" cy="421178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s-ES" dirty="0"/>
              <a:t>Escribe aquí el contenido de la diapositiva</a:t>
            </a:r>
          </a:p>
        </p:txBody>
      </p:sp>
      <p:sp>
        <p:nvSpPr>
          <p:cNvPr id="13" name="Marcador de número de diapositiva 12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2BDF71B-C47C-4195-98C2-A4F5335C27F9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113D76D-64FF-C76D-9002-C06A401ADC1C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s-ES"/>
              <a:t>Minsait  /  Nombre del documento 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540822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- Idea Principal - Prun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 hasCustomPrompt="1"/>
          </p:nvPr>
        </p:nvSpPr>
        <p:spPr>
          <a:xfrm>
            <a:off x="1794485" y="2650420"/>
            <a:ext cx="8621563" cy="837152"/>
          </a:xfrm>
        </p:spPr>
        <p:txBody>
          <a:bodyPr anchor="ctr" anchorCtr="0">
            <a:spAutoFit/>
          </a:bodyPr>
          <a:lstStyle>
            <a:lvl1pPr>
              <a:defRPr baseline="0"/>
            </a:lvl1pPr>
          </a:lstStyle>
          <a:p>
            <a:r>
              <a:rPr lang="es-ES" dirty="0"/>
              <a:t>Escribe aquí </a:t>
            </a:r>
            <a:r>
              <a:rPr lang="es-ES" noProof="1"/>
              <a:t>un texto destacado o una idea principal</a:t>
            </a:r>
            <a:endParaRPr lang="es-ES" dirty="0"/>
          </a:p>
        </p:txBody>
      </p:sp>
      <p:sp>
        <p:nvSpPr>
          <p:cNvPr id="11" name="ChaflanFigura_5"/>
          <p:cNvSpPr/>
          <p:nvPr userDrawn="1"/>
        </p:nvSpPr>
        <p:spPr>
          <a:xfrm>
            <a:off x="336550" y="334963"/>
            <a:ext cx="11518900" cy="5865812"/>
          </a:xfrm>
          <a:custGeom>
            <a:avLst/>
            <a:gdLst/>
            <a:ahLst/>
            <a:cxnLst/>
            <a:rect l="0" t="0" r="0" b="0"/>
            <a:pathLst>
              <a:path w="11518901" h="5865813">
                <a:moveTo>
                  <a:pt x="144000" y="0"/>
                </a:moveTo>
                <a:lnTo>
                  <a:pt x="11374899" y="0"/>
                </a:lnTo>
                <a:lnTo>
                  <a:pt x="11518900" y="144000"/>
                </a:lnTo>
                <a:lnTo>
                  <a:pt x="11518900" y="5721812"/>
                </a:lnTo>
                <a:lnTo>
                  <a:pt x="11374899" y="5865812"/>
                </a:lnTo>
                <a:lnTo>
                  <a:pt x="144000" y="5865812"/>
                </a:lnTo>
                <a:lnTo>
                  <a:pt x="0" y="5721812"/>
                </a:lnTo>
                <a:lnTo>
                  <a:pt x="0" y="144000"/>
                </a:lnTo>
                <a:close/>
              </a:path>
            </a:pathLst>
          </a:custGeom>
          <a:noFill/>
          <a:ln w="63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 dirty="0"/>
          </a:p>
        </p:txBody>
      </p:sp>
      <p:sp>
        <p:nvSpPr>
          <p:cNvPr id="10" name="Marcador de número de diapositiva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2BDF71B-C47C-4195-98C2-A4F5335C27F9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E138F990-2C84-4C3C-4F42-93820FCB45D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s-ES"/>
              <a:t>Minsait  /  Nombre del documento 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4344670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- Idea Principal - Cerámic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 hasCustomPrompt="1"/>
          </p:nvPr>
        </p:nvSpPr>
        <p:spPr>
          <a:xfrm>
            <a:off x="1794485" y="2650420"/>
            <a:ext cx="8621563" cy="837152"/>
          </a:xfrm>
        </p:spPr>
        <p:txBody>
          <a:bodyPr anchor="ctr" anchorCtr="0">
            <a:spAutoFit/>
          </a:bodyPr>
          <a:lstStyle>
            <a:lvl1pPr>
              <a:defRPr baseline="0"/>
            </a:lvl1pPr>
          </a:lstStyle>
          <a:p>
            <a:r>
              <a:rPr lang="es-ES" dirty="0"/>
              <a:t>Escribe aquí </a:t>
            </a:r>
            <a:r>
              <a:rPr lang="es-ES" noProof="1"/>
              <a:t>un texto destacado o una idea principal</a:t>
            </a:r>
            <a:endParaRPr lang="es-ES" dirty="0"/>
          </a:p>
        </p:txBody>
      </p:sp>
      <p:sp>
        <p:nvSpPr>
          <p:cNvPr id="11" name="ChaflanFigura_5"/>
          <p:cNvSpPr/>
          <p:nvPr userDrawn="1"/>
        </p:nvSpPr>
        <p:spPr>
          <a:xfrm>
            <a:off x="336550" y="334963"/>
            <a:ext cx="11518900" cy="5865812"/>
          </a:xfrm>
          <a:custGeom>
            <a:avLst/>
            <a:gdLst/>
            <a:ahLst/>
            <a:cxnLst/>
            <a:rect l="0" t="0" r="0" b="0"/>
            <a:pathLst>
              <a:path w="11518901" h="5865813">
                <a:moveTo>
                  <a:pt x="144000" y="0"/>
                </a:moveTo>
                <a:lnTo>
                  <a:pt x="11374899" y="0"/>
                </a:lnTo>
                <a:lnTo>
                  <a:pt x="11518900" y="144000"/>
                </a:lnTo>
                <a:lnTo>
                  <a:pt x="11518900" y="5721812"/>
                </a:lnTo>
                <a:lnTo>
                  <a:pt x="11374899" y="5865812"/>
                </a:lnTo>
                <a:lnTo>
                  <a:pt x="144000" y="5865812"/>
                </a:lnTo>
                <a:lnTo>
                  <a:pt x="0" y="5721812"/>
                </a:lnTo>
                <a:lnTo>
                  <a:pt x="0" y="144000"/>
                </a:lnTo>
                <a:close/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 dirty="0"/>
          </a:p>
        </p:txBody>
      </p:sp>
      <p:sp>
        <p:nvSpPr>
          <p:cNvPr id="10" name="Marcador de número de diapositiva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2BDF71B-C47C-4195-98C2-A4F5335C27F9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8031AFC-7CAC-27B3-53FB-B27A233E778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s-ES"/>
              <a:t>Minsait  /  Nombre del documento 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770414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ACI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2BDF71B-C47C-4195-98C2-A4F5335C27F9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7B00AB5-F18A-30ED-9212-2790CE45489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s-ES"/>
              <a:t>Minsait  /  Nombre del documento 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854512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ACIA_ Blanc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2BDF71B-C47C-4195-98C2-A4F5335C27F9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7B00AB5-F18A-30ED-9212-2790CE45489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s-ES"/>
              <a:t>Minsait  /  Nombre del documento 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3404980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ACIA_Prun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2BDF71B-C47C-4195-98C2-A4F5335C27F9}" type="slidenum">
              <a:rPr lang="es-ES" smtClean="0"/>
              <a:pPr/>
              <a:t>‹Nº›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7B00AB5-F18A-30ED-9212-2790CE45489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s-ES"/>
              <a:t>Minsait  /  Nombre del documento 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6611743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ERRE - Prun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Straight Connector 1">
            <a:extLst>
              <a:ext uri="{FF2B5EF4-FFF2-40B4-BE49-F238E27FC236}">
                <a16:creationId xmlns:a16="http://schemas.microsoft.com/office/drawing/2014/main" id="{9119CE37-922A-C3BF-F16F-F955CFDE1716}"/>
              </a:ext>
            </a:extLst>
          </p:cNvPr>
          <p:cNvCxnSpPr>
            <a:cxnSpLocks/>
          </p:cNvCxnSpPr>
          <p:nvPr userDrawn="1"/>
        </p:nvCxnSpPr>
        <p:spPr>
          <a:xfrm>
            <a:off x="9372996" y="0"/>
            <a:ext cx="0" cy="3456000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bject 4">
            <a:extLst>
              <a:ext uri="{FF2B5EF4-FFF2-40B4-BE49-F238E27FC236}">
                <a16:creationId xmlns:a16="http://schemas.microsoft.com/office/drawing/2014/main" id="{EF055571-D78F-7BC9-B1B1-F4593A978263}"/>
              </a:ext>
            </a:extLst>
          </p:cNvPr>
          <p:cNvSpPr txBox="1"/>
          <p:nvPr userDrawn="1"/>
        </p:nvSpPr>
        <p:spPr>
          <a:xfrm>
            <a:off x="9552384" y="3133865"/>
            <a:ext cx="2303066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696">
              <a:spcBef>
                <a:spcPts val="57"/>
              </a:spcBef>
            </a:pPr>
            <a:r>
              <a:rPr lang="en-GB" sz="2400" noProof="1">
                <a:solidFill>
                  <a:srgbClr val="FFFFFF"/>
                </a:solidFill>
                <a:cs typeface="Trebuchet MS"/>
              </a:rPr>
              <a:t>Tech </a:t>
            </a:r>
            <a:r>
              <a:rPr lang="en-GB" sz="2400" noProof="1">
                <a:solidFill>
                  <a:schemeClr val="tx1"/>
                </a:solidFill>
                <a:cs typeface="Trebuchet MS"/>
              </a:rPr>
              <a:t>for</a:t>
            </a:r>
            <a:r>
              <a:rPr lang="en-GB" sz="2400" noProof="1">
                <a:solidFill>
                  <a:schemeClr val="accent1"/>
                </a:solidFill>
                <a:cs typeface="Trebuchet MS"/>
              </a:rPr>
              <a:t> impact</a:t>
            </a:r>
          </a:p>
        </p:txBody>
      </p:sp>
      <p:grpSp>
        <p:nvGrpSpPr>
          <p:cNvPr id="8" name="Group 4">
            <a:extLst>
              <a:ext uri="{FF2B5EF4-FFF2-40B4-BE49-F238E27FC236}">
                <a16:creationId xmlns:a16="http://schemas.microsoft.com/office/drawing/2014/main" id="{07DC0D3C-122E-75C2-2E15-2045BAE53BE7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6550" y="3216600"/>
            <a:ext cx="2229141" cy="212400"/>
            <a:chOff x="680" y="1856"/>
            <a:chExt cx="6318" cy="602"/>
          </a:xfrm>
          <a:solidFill>
            <a:schemeClr val="tx1"/>
          </a:solidFill>
        </p:grpSpPr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38986C46-3601-64EC-29FF-F19F1C2EFC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3F47427C-B3F2-B109-7971-D57014016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1" name="Freeform 8">
              <a:extLst>
                <a:ext uri="{FF2B5EF4-FFF2-40B4-BE49-F238E27FC236}">
                  <a16:creationId xmlns:a16="http://schemas.microsoft.com/office/drawing/2014/main" id="{906C6FD1-F167-27F8-4C1B-B41D9CE38A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35700620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ERRE - Cerámic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4">
            <a:extLst>
              <a:ext uri="{FF2B5EF4-FFF2-40B4-BE49-F238E27FC236}">
                <a16:creationId xmlns:a16="http://schemas.microsoft.com/office/drawing/2014/main" id="{07DC0D3C-122E-75C2-2E15-2045BAE53BE7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6550" y="3216600"/>
            <a:ext cx="2229141" cy="212400"/>
            <a:chOff x="680" y="1856"/>
            <a:chExt cx="6318" cy="602"/>
          </a:xfrm>
          <a:solidFill>
            <a:schemeClr val="tx1"/>
          </a:solidFill>
        </p:grpSpPr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38986C46-3601-64EC-29FF-F19F1C2EFC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3F47427C-B3F2-B109-7971-D57014016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1" name="Freeform 8">
              <a:extLst>
                <a:ext uri="{FF2B5EF4-FFF2-40B4-BE49-F238E27FC236}">
                  <a16:creationId xmlns:a16="http://schemas.microsoft.com/office/drawing/2014/main" id="{906C6FD1-F167-27F8-4C1B-B41D9CE38A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cxnSp>
        <p:nvCxnSpPr>
          <p:cNvPr id="12" name="Straight Connector 1">
            <a:extLst>
              <a:ext uri="{FF2B5EF4-FFF2-40B4-BE49-F238E27FC236}">
                <a16:creationId xmlns:a16="http://schemas.microsoft.com/office/drawing/2014/main" id="{9119CE37-922A-C3BF-F16F-F955CFDE1716}"/>
              </a:ext>
            </a:extLst>
          </p:cNvPr>
          <p:cNvCxnSpPr>
            <a:cxnSpLocks/>
          </p:cNvCxnSpPr>
          <p:nvPr userDrawn="1"/>
        </p:nvCxnSpPr>
        <p:spPr>
          <a:xfrm>
            <a:off x="9372996" y="0"/>
            <a:ext cx="0" cy="3456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bject 4">
            <a:extLst>
              <a:ext uri="{FF2B5EF4-FFF2-40B4-BE49-F238E27FC236}">
                <a16:creationId xmlns:a16="http://schemas.microsoft.com/office/drawing/2014/main" id="{EF055571-D78F-7BC9-B1B1-F4593A978263}"/>
              </a:ext>
            </a:extLst>
          </p:cNvPr>
          <p:cNvSpPr txBox="1"/>
          <p:nvPr userDrawn="1"/>
        </p:nvSpPr>
        <p:spPr>
          <a:xfrm>
            <a:off x="9552384" y="3133865"/>
            <a:ext cx="2303066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696">
              <a:spcBef>
                <a:spcPts val="57"/>
              </a:spcBef>
            </a:pPr>
            <a:r>
              <a:rPr lang="en-GB" sz="2400" noProof="1">
                <a:solidFill>
                  <a:schemeClr val="tx1"/>
                </a:solidFill>
                <a:cs typeface="Trebuchet MS"/>
              </a:rPr>
              <a:t>Tech for </a:t>
            </a:r>
            <a:r>
              <a:rPr lang="en-GB" sz="2400" noProof="1">
                <a:solidFill>
                  <a:schemeClr val="accent1"/>
                </a:solidFill>
                <a:cs typeface="Trebuchet MS"/>
              </a:rPr>
              <a:t>impact</a:t>
            </a:r>
          </a:p>
        </p:txBody>
      </p:sp>
    </p:spTree>
    <p:extLst>
      <p:ext uri="{BB962C8B-B14F-4D97-AF65-F5344CB8AC3E}">
        <p14:creationId xmlns:p14="http://schemas.microsoft.com/office/powerpoint/2010/main" val="22870500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ERRE - Datos - Prun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Straight Connector 1">
            <a:extLst>
              <a:ext uri="{FF2B5EF4-FFF2-40B4-BE49-F238E27FC236}">
                <a16:creationId xmlns:a16="http://schemas.microsoft.com/office/drawing/2014/main" id="{9119CE37-922A-C3BF-F16F-F955CFDE1716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4149009"/>
            <a:ext cx="3215680" cy="0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bject 4">
            <a:extLst>
              <a:ext uri="{FF2B5EF4-FFF2-40B4-BE49-F238E27FC236}">
                <a16:creationId xmlns:a16="http://schemas.microsoft.com/office/drawing/2014/main" id="{EF055571-D78F-7BC9-B1B1-F4593A978263}"/>
              </a:ext>
            </a:extLst>
          </p:cNvPr>
          <p:cNvSpPr txBox="1"/>
          <p:nvPr userDrawn="1"/>
        </p:nvSpPr>
        <p:spPr>
          <a:xfrm>
            <a:off x="334962" y="3429000"/>
            <a:ext cx="2376661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696">
              <a:spcBef>
                <a:spcPts val="57"/>
              </a:spcBef>
            </a:pPr>
            <a:r>
              <a:rPr lang="en-GB" sz="2400" noProof="1">
                <a:solidFill>
                  <a:srgbClr val="FFFFFF"/>
                </a:solidFill>
                <a:cs typeface="Trebuchet MS"/>
              </a:rPr>
              <a:t>Tech </a:t>
            </a:r>
            <a:r>
              <a:rPr lang="en-GB" sz="2400" noProof="1">
                <a:solidFill>
                  <a:schemeClr val="tx1"/>
                </a:solidFill>
                <a:cs typeface="Trebuchet MS"/>
              </a:rPr>
              <a:t>for</a:t>
            </a:r>
            <a:r>
              <a:rPr lang="en-GB" sz="2400" noProof="1">
                <a:solidFill>
                  <a:schemeClr val="accent1"/>
                </a:solidFill>
                <a:cs typeface="Trebuchet MS"/>
              </a:rPr>
              <a:t> impact</a:t>
            </a:r>
          </a:p>
        </p:txBody>
      </p:sp>
      <p:sp>
        <p:nvSpPr>
          <p:cNvPr id="10" name="Marcador de texto 2"/>
          <p:cNvSpPr>
            <a:spLocks noGrp="1"/>
          </p:cNvSpPr>
          <p:nvPr>
            <p:ph type="body" sz="quarter" idx="10" hasCustomPrompt="1"/>
          </p:nvPr>
        </p:nvSpPr>
        <p:spPr>
          <a:xfrm>
            <a:off x="352122" y="4581127"/>
            <a:ext cx="2863557" cy="1619647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sz="1200" noProof="1"/>
              <a:t>Avenida De Bruselas, 35, Alcobendas, Madrid, 28108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sz="1200" noProof="1"/>
              <a:t>T. (+34) 914 805 002 </a:t>
            </a:r>
            <a:br>
              <a:rPr lang="en-GB" sz="1200" noProof="1"/>
            </a:br>
            <a:r>
              <a:rPr lang="en-GB" sz="1200" noProof="1"/>
              <a:t>F. (+34) 914 805 080</a:t>
            </a:r>
          </a:p>
        </p:txBody>
      </p:sp>
      <p:grpSp>
        <p:nvGrpSpPr>
          <p:cNvPr id="9" name="Group 4">
            <a:extLst>
              <a:ext uri="{FF2B5EF4-FFF2-40B4-BE49-F238E27FC236}">
                <a16:creationId xmlns:a16="http://schemas.microsoft.com/office/drawing/2014/main" id="{07DC0D3C-122E-75C2-2E15-2045BAE53BE7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6550" y="334963"/>
            <a:ext cx="2229141" cy="212400"/>
            <a:chOff x="680" y="1856"/>
            <a:chExt cx="6318" cy="602"/>
          </a:xfrm>
          <a:solidFill>
            <a:schemeClr val="tx1"/>
          </a:solidFill>
        </p:grpSpPr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38986C46-3601-64EC-29FF-F19F1C2EFC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3F47427C-B3F2-B109-7971-D57014016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9" name="Freeform 8">
              <a:extLst>
                <a:ext uri="{FF2B5EF4-FFF2-40B4-BE49-F238E27FC236}">
                  <a16:creationId xmlns:a16="http://schemas.microsoft.com/office/drawing/2014/main" id="{906C6FD1-F167-27F8-4C1B-B41D9CE38A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26747108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ERRE - Datos - Cerámic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Straight Connector 1">
            <a:extLst>
              <a:ext uri="{FF2B5EF4-FFF2-40B4-BE49-F238E27FC236}">
                <a16:creationId xmlns:a16="http://schemas.microsoft.com/office/drawing/2014/main" id="{9119CE37-922A-C3BF-F16F-F955CFDE1716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4149009"/>
            <a:ext cx="321568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Marcador de texto 2"/>
          <p:cNvSpPr>
            <a:spLocks noGrp="1"/>
          </p:cNvSpPr>
          <p:nvPr>
            <p:ph type="body" sz="quarter" idx="10" hasCustomPrompt="1"/>
          </p:nvPr>
        </p:nvSpPr>
        <p:spPr>
          <a:xfrm>
            <a:off x="352122" y="4581127"/>
            <a:ext cx="2863557" cy="1619647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sz="1200" noProof="1"/>
              <a:t>Avenida De Bruselas, 35, Alcobendas, Madrid, 28108 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sz="1200" noProof="1"/>
              <a:t>T. (+34) 914 805 002 </a:t>
            </a:r>
            <a:br>
              <a:rPr lang="en-GB" sz="1200" noProof="1"/>
            </a:br>
            <a:r>
              <a:rPr lang="en-GB" sz="1200" noProof="1"/>
              <a:t>F. (+34) 914 805 080</a:t>
            </a:r>
          </a:p>
        </p:txBody>
      </p:sp>
      <p:grpSp>
        <p:nvGrpSpPr>
          <p:cNvPr id="9" name="Group 4">
            <a:extLst>
              <a:ext uri="{FF2B5EF4-FFF2-40B4-BE49-F238E27FC236}">
                <a16:creationId xmlns:a16="http://schemas.microsoft.com/office/drawing/2014/main" id="{07DC0D3C-122E-75C2-2E15-2045BAE53BE7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36550" y="334963"/>
            <a:ext cx="2229141" cy="212400"/>
            <a:chOff x="680" y="1856"/>
            <a:chExt cx="6318" cy="602"/>
          </a:xfrm>
          <a:solidFill>
            <a:schemeClr val="tx1"/>
          </a:solidFill>
        </p:grpSpPr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38986C46-3601-64EC-29FF-F19F1C2EFC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3F47427C-B3F2-B109-7971-D57014016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19" name="Freeform 8">
              <a:extLst>
                <a:ext uri="{FF2B5EF4-FFF2-40B4-BE49-F238E27FC236}">
                  <a16:creationId xmlns:a16="http://schemas.microsoft.com/office/drawing/2014/main" id="{906C6FD1-F167-27F8-4C1B-B41D9CE38A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sp>
        <p:nvSpPr>
          <p:cNvPr id="20" name="object 4">
            <a:extLst>
              <a:ext uri="{FF2B5EF4-FFF2-40B4-BE49-F238E27FC236}">
                <a16:creationId xmlns:a16="http://schemas.microsoft.com/office/drawing/2014/main" id="{EF055571-D78F-7BC9-B1B1-F4593A978263}"/>
              </a:ext>
            </a:extLst>
          </p:cNvPr>
          <p:cNvSpPr txBox="1"/>
          <p:nvPr userDrawn="1"/>
        </p:nvSpPr>
        <p:spPr>
          <a:xfrm>
            <a:off x="334962" y="3429000"/>
            <a:ext cx="2376661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696">
              <a:spcBef>
                <a:spcPts val="57"/>
              </a:spcBef>
            </a:pPr>
            <a:r>
              <a:rPr lang="en-GB" sz="2400" noProof="1">
                <a:solidFill>
                  <a:schemeClr val="tx1"/>
                </a:solidFill>
                <a:cs typeface="Trebuchet MS"/>
              </a:rPr>
              <a:t>Tech for</a:t>
            </a:r>
            <a:r>
              <a:rPr lang="en-GB" sz="2400" noProof="1">
                <a:solidFill>
                  <a:schemeClr val="accent1"/>
                </a:solidFill>
                <a:cs typeface="Trebuchet MS"/>
              </a:rPr>
              <a:t> impact</a:t>
            </a:r>
          </a:p>
        </p:txBody>
      </p:sp>
    </p:spTree>
    <p:extLst>
      <p:ext uri="{BB962C8B-B14F-4D97-AF65-F5344CB8AC3E}">
        <p14:creationId xmlns:p14="http://schemas.microsoft.com/office/powerpoint/2010/main" val="24934160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ERRE - Pruno -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4">
            <a:extLst>
              <a:ext uri="{FF2B5EF4-FFF2-40B4-BE49-F238E27FC236}">
                <a16:creationId xmlns:a16="http://schemas.microsoft.com/office/drawing/2014/main" id="{07DC0D3C-122E-75C2-2E15-2045BAE53BE7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4754737" y="3168013"/>
            <a:ext cx="2682526" cy="255600"/>
            <a:chOff x="680" y="1856"/>
            <a:chExt cx="6318" cy="602"/>
          </a:xfrm>
          <a:solidFill>
            <a:srgbClr val="FFFFFF"/>
          </a:solidFill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38986C46-3601-64EC-29FF-F19F1C2EFC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3F47427C-B3F2-B109-7971-D57014016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906C6FD1-F167-27F8-4C1B-B41D9CE38A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27319920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ERRE - Cerámica - LOG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4">
            <a:extLst>
              <a:ext uri="{FF2B5EF4-FFF2-40B4-BE49-F238E27FC236}">
                <a16:creationId xmlns:a16="http://schemas.microsoft.com/office/drawing/2014/main" id="{07DC0D3C-122E-75C2-2E15-2045BAE53BE7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4754737" y="3168013"/>
            <a:ext cx="2682526" cy="255600"/>
            <a:chOff x="680" y="1856"/>
            <a:chExt cx="6318" cy="602"/>
          </a:xfrm>
          <a:solidFill>
            <a:schemeClr val="tx1"/>
          </a:solidFill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38986C46-3601-64EC-29FF-F19F1C2EFC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3F47427C-B3F2-B109-7971-D57014016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906C6FD1-F167-27F8-4C1B-B41D9CE38A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</p:spTree>
    <p:extLst>
      <p:ext uri="{BB962C8B-B14F-4D97-AF65-F5344CB8AC3E}">
        <p14:creationId xmlns:p14="http://schemas.microsoft.com/office/powerpoint/2010/main" val="37610957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ortada Básic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237AF584-F906-D98A-AFEC-228720181C6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2774324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25" imgH="426" progId="TCLayout.ActiveDocument.1">
                  <p:embed/>
                </p:oleObj>
              </mc:Choice>
              <mc:Fallback>
                <p:oleObj name="Diapositiva de think-cell" r:id="rId3" imgW="425" imgH="426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37AF584-F906-D98A-AFEC-228720181C6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4">
            <a:extLst>
              <a:ext uri="{FF2B5EF4-FFF2-40B4-BE49-F238E27FC236}">
                <a16:creationId xmlns:a16="http://schemas.microsoft.com/office/drawing/2014/main" id="{07DC0D3C-122E-75C2-2E15-2045BAE53BE7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9950892" y="6307630"/>
            <a:ext cx="1905748" cy="181586"/>
            <a:chOff x="680" y="1856"/>
            <a:chExt cx="6318" cy="602"/>
          </a:xfrm>
          <a:solidFill>
            <a:srgbClr val="FFFFFF"/>
          </a:solidFill>
        </p:grpSpPr>
        <p:sp>
          <p:nvSpPr>
            <p:cNvPr id="5" name="Freeform 6">
              <a:extLst>
                <a:ext uri="{FF2B5EF4-FFF2-40B4-BE49-F238E27FC236}">
                  <a16:creationId xmlns:a16="http://schemas.microsoft.com/office/drawing/2014/main" id="{38986C46-3601-64EC-29FF-F19F1C2EFC0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2202"/>
              <a:ext cx="1122" cy="256"/>
            </a:xfrm>
            <a:custGeom>
              <a:avLst/>
              <a:gdLst>
                <a:gd name="T0" fmla="*/ 0 w 1126"/>
                <a:gd name="T1" fmla="*/ 248 h 257"/>
                <a:gd name="T2" fmla="*/ 33 w 1126"/>
                <a:gd name="T3" fmla="*/ 257 h 257"/>
                <a:gd name="T4" fmla="*/ 563 w 1126"/>
                <a:gd name="T5" fmla="*/ 124 h 257"/>
                <a:gd name="T6" fmla="*/ 1093 w 1126"/>
                <a:gd name="T7" fmla="*/ 257 h 257"/>
                <a:gd name="T8" fmla="*/ 1126 w 1126"/>
                <a:gd name="T9" fmla="*/ 248 h 257"/>
                <a:gd name="T10" fmla="*/ 563 w 1126"/>
                <a:gd name="T11" fmla="*/ 0 h 257"/>
                <a:gd name="T12" fmla="*/ 0 w 1126"/>
                <a:gd name="T13" fmla="*/ 248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0" y="248"/>
                  </a:moveTo>
                  <a:cubicBezTo>
                    <a:pt x="33" y="257"/>
                    <a:pt x="33" y="257"/>
                    <a:pt x="33" y="257"/>
                  </a:cubicBezTo>
                  <a:cubicBezTo>
                    <a:pt x="33" y="257"/>
                    <a:pt x="439" y="133"/>
                    <a:pt x="563" y="124"/>
                  </a:cubicBezTo>
                  <a:cubicBezTo>
                    <a:pt x="687" y="133"/>
                    <a:pt x="1093" y="257"/>
                    <a:pt x="1093" y="257"/>
                  </a:cubicBezTo>
                  <a:cubicBezTo>
                    <a:pt x="1126" y="248"/>
                    <a:pt x="1126" y="248"/>
                    <a:pt x="1126" y="248"/>
                  </a:cubicBezTo>
                  <a:cubicBezTo>
                    <a:pt x="1126" y="248"/>
                    <a:pt x="773" y="5"/>
                    <a:pt x="563" y="0"/>
                  </a:cubicBezTo>
                  <a:cubicBezTo>
                    <a:pt x="353" y="5"/>
                    <a:pt x="0" y="248"/>
                    <a:pt x="0" y="248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3F47427C-B3F2-B109-7971-D570140169F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" y="1856"/>
              <a:ext cx="1122" cy="256"/>
            </a:xfrm>
            <a:custGeom>
              <a:avLst/>
              <a:gdLst>
                <a:gd name="T0" fmla="*/ 1126 w 1126"/>
                <a:gd name="T1" fmla="*/ 9 h 257"/>
                <a:gd name="T2" fmla="*/ 1093 w 1126"/>
                <a:gd name="T3" fmla="*/ 0 h 257"/>
                <a:gd name="T4" fmla="*/ 563 w 1126"/>
                <a:gd name="T5" fmla="*/ 133 h 257"/>
                <a:gd name="T6" fmla="*/ 33 w 1126"/>
                <a:gd name="T7" fmla="*/ 0 h 257"/>
                <a:gd name="T8" fmla="*/ 0 w 1126"/>
                <a:gd name="T9" fmla="*/ 9 h 257"/>
                <a:gd name="T10" fmla="*/ 563 w 1126"/>
                <a:gd name="T11" fmla="*/ 257 h 257"/>
                <a:gd name="T12" fmla="*/ 1126 w 1126"/>
                <a:gd name="T13" fmla="*/ 9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126" h="257">
                  <a:moveTo>
                    <a:pt x="1126" y="9"/>
                  </a:moveTo>
                  <a:cubicBezTo>
                    <a:pt x="1093" y="0"/>
                    <a:pt x="1093" y="0"/>
                    <a:pt x="1093" y="0"/>
                  </a:cubicBezTo>
                  <a:cubicBezTo>
                    <a:pt x="1093" y="0"/>
                    <a:pt x="687" y="124"/>
                    <a:pt x="563" y="133"/>
                  </a:cubicBezTo>
                  <a:cubicBezTo>
                    <a:pt x="439" y="124"/>
                    <a:pt x="33" y="0"/>
                    <a:pt x="33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353" y="252"/>
                    <a:pt x="563" y="257"/>
                  </a:cubicBezTo>
                  <a:cubicBezTo>
                    <a:pt x="773" y="252"/>
                    <a:pt x="1126" y="9"/>
                    <a:pt x="1126" y="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906C6FD1-F167-27F8-4C1B-B41D9CE38A8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116" y="1893"/>
              <a:ext cx="4882" cy="542"/>
            </a:xfrm>
            <a:custGeom>
              <a:avLst/>
              <a:gdLst>
                <a:gd name="T0" fmla="*/ 145 w 4897"/>
                <a:gd name="T1" fmla="*/ 121 h 544"/>
                <a:gd name="T2" fmla="*/ 0 w 4897"/>
                <a:gd name="T3" fmla="*/ 544 h 544"/>
                <a:gd name="T4" fmla="*/ 267 w 4897"/>
                <a:gd name="T5" fmla="*/ 0 h 544"/>
                <a:gd name="T6" fmla="*/ 445 w 4897"/>
                <a:gd name="T7" fmla="*/ 312 h 544"/>
                <a:gd name="T8" fmla="*/ 842 w 4897"/>
                <a:gd name="T9" fmla="*/ 0 h 544"/>
                <a:gd name="T10" fmla="*/ 698 w 4897"/>
                <a:gd name="T11" fmla="*/ 544 h 544"/>
                <a:gd name="T12" fmla="*/ 667 w 4897"/>
                <a:gd name="T13" fmla="*/ 121 h 544"/>
                <a:gd name="T14" fmla="*/ 313 w 4897"/>
                <a:gd name="T15" fmla="*/ 433 h 544"/>
                <a:gd name="T16" fmla="*/ 1014 w 4897"/>
                <a:gd name="T17" fmla="*/ 0 h 544"/>
                <a:gd name="T18" fmla="*/ 1158 w 4897"/>
                <a:gd name="T19" fmla="*/ 544 h 544"/>
                <a:gd name="T20" fmla="*/ 1014 w 4897"/>
                <a:gd name="T21" fmla="*/ 0 h 544"/>
                <a:gd name="T22" fmla="*/ 1588 w 4897"/>
                <a:gd name="T23" fmla="*/ 0 h 544"/>
                <a:gd name="T24" fmla="*/ 1903 w 4897"/>
                <a:gd name="T25" fmla="*/ 423 h 544"/>
                <a:gd name="T26" fmla="*/ 2047 w 4897"/>
                <a:gd name="T27" fmla="*/ 0 h 544"/>
                <a:gd name="T28" fmla="*/ 1788 w 4897"/>
                <a:gd name="T29" fmla="*/ 544 h 544"/>
                <a:gd name="T30" fmla="*/ 1474 w 4897"/>
                <a:gd name="T31" fmla="*/ 121 h 544"/>
                <a:gd name="T32" fmla="*/ 1329 w 4897"/>
                <a:gd name="T33" fmla="*/ 544 h 544"/>
                <a:gd name="T34" fmla="*/ 2203 w 4897"/>
                <a:gd name="T35" fmla="*/ 544 h 544"/>
                <a:gd name="T36" fmla="*/ 2714 w 4897"/>
                <a:gd name="T37" fmla="*/ 423 h 544"/>
                <a:gd name="T38" fmla="*/ 2714 w 4897"/>
                <a:gd name="T39" fmla="*/ 328 h 544"/>
                <a:gd name="T40" fmla="*/ 2187 w 4897"/>
                <a:gd name="T41" fmla="*/ 164 h 544"/>
                <a:gd name="T42" fmla="*/ 2871 w 4897"/>
                <a:gd name="T43" fmla="*/ 0 h 544"/>
                <a:gd name="T44" fmla="*/ 2371 w 4897"/>
                <a:gd name="T45" fmla="*/ 121 h 544"/>
                <a:gd name="T46" fmla="*/ 2371 w 4897"/>
                <a:gd name="T47" fmla="*/ 207 h 544"/>
                <a:gd name="T48" fmla="*/ 2902 w 4897"/>
                <a:gd name="T49" fmla="*/ 376 h 544"/>
                <a:gd name="T50" fmla="*/ 2203 w 4897"/>
                <a:gd name="T51" fmla="*/ 544 h 544"/>
                <a:gd name="T52" fmla="*/ 3288 w 4897"/>
                <a:gd name="T53" fmla="*/ 0 h 544"/>
                <a:gd name="T54" fmla="*/ 3818 w 4897"/>
                <a:gd name="T55" fmla="*/ 541 h 544"/>
                <a:gd name="T56" fmla="*/ 3657 w 4897"/>
                <a:gd name="T57" fmla="*/ 544 h 544"/>
                <a:gd name="T58" fmla="*/ 3183 w 4897"/>
                <a:gd name="T59" fmla="*/ 443 h 544"/>
                <a:gd name="T60" fmla="*/ 2964 w 4897"/>
                <a:gd name="T61" fmla="*/ 544 h 544"/>
                <a:gd name="T62" fmla="*/ 3529 w 4897"/>
                <a:gd name="T63" fmla="*/ 322 h 544"/>
                <a:gd name="T64" fmla="*/ 3367 w 4897"/>
                <a:gd name="T65" fmla="*/ 121 h 544"/>
                <a:gd name="T66" fmla="*/ 3529 w 4897"/>
                <a:gd name="T67" fmla="*/ 322 h 544"/>
                <a:gd name="T68" fmla="*/ 4076 w 4897"/>
                <a:gd name="T69" fmla="*/ 0 h 544"/>
                <a:gd name="T70" fmla="*/ 3931 w 4897"/>
                <a:gd name="T71" fmla="*/ 544 h 544"/>
                <a:gd name="T72" fmla="*/ 4475 w 4897"/>
                <a:gd name="T73" fmla="*/ 121 h 544"/>
                <a:gd name="T74" fmla="*/ 4197 w 4897"/>
                <a:gd name="T75" fmla="*/ 0 h 544"/>
                <a:gd name="T76" fmla="*/ 4897 w 4897"/>
                <a:gd name="T77" fmla="*/ 121 h 544"/>
                <a:gd name="T78" fmla="*/ 4619 w 4897"/>
                <a:gd name="T79" fmla="*/ 544 h 544"/>
                <a:gd name="T80" fmla="*/ 4475 w 4897"/>
                <a:gd name="T81" fmla="*/ 121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897" h="544">
                  <a:moveTo>
                    <a:pt x="176" y="121"/>
                  </a:moveTo>
                  <a:cubicBezTo>
                    <a:pt x="145" y="121"/>
                    <a:pt x="145" y="121"/>
                    <a:pt x="145" y="121"/>
                  </a:cubicBezTo>
                  <a:cubicBezTo>
                    <a:pt x="145" y="544"/>
                    <a:pt x="145" y="544"/>
                    <a:pt x="145" y="544"/>
                  </a:cubicBezTo>
                  <a:cubicBezTo>
                    <a:pt x="0" y="544"/>
                    <a:pt x="0" y="544"/>
                    <a:pt x="0" y="54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67" y="0"/>
                    <a:pt x="267" y="0"/>
                    <a:pt x="267" y="0"/>
                  </a:cubicBezTo>
                  <a:cubicBezTo>
                    <a:pt x="398" y="312"/>
                    <a:pt x="398" y="312"/>
                    <a:pt x="398" y="312"/>
                  </a:cubicBezTo>
                  <a:cubicBezTo>
                    <a:pt x="445" y="312"/>
                    <a:pt x="445" y="312"/>
                    <a:pt x="445" y="312"/>
                  </a:cubicBezTo>
                  <a:cubicBezTo>
                    <a:pt x="576" y="0"/>
                    <a:pt x="576" y="0"/>
                    <a:pt x="576" y="0"/>
                  </a:cubicBezTo>
                  <a:cubicBezTo>
                    <a:pt x="842" y="0"/>
                    <a:pt x="842" y="0"/>
                    <a:pt x="842" y="0"/>
                  </a:cubicBezTo>
                  <a:cubicBezTo>
                    <a:pt x="842" y="544"/>
                    <a:pt x="842" y="544"/>
                    <a:pt x="842" y="544"/>
                  </a:cubicBezTo>
                  <a:cubicBezTo>
                    <a:pt x="698" y="544"/>
                    <a:pt x="698" y="544"/>
                    <a:pt x="698" y="544"/>
                  </a:cubicBezTo>
                  <a:cubicBezTo>
                    <a:pt x="698" y="121"/>
                    <a:pt x="698" y="121"/>
                    <a:pt x="698" y="121"/>
                  </a:cubicBezTo>
                  <a:cubicBezTo>
                    <a:pt x="667" y="121"/>
                    <a:pt x="667" y="121"/>
                    <a:pt x="667" y="121"/>
                  </a:cubicBezTo>
                  <a:cubicBezTo>
                    <a:pt x="530" y="433"/>
                    <a:pt x="530" y="433"/>
                    <a:pt x="530" y="433"/>
                  </a:cubicBezTo>
                  <a:cubicBezTo>
                    <a:pt x="313" y="433"/>
                    <a:pt x="313" y="433"/>
                    <a:pt x="313" y="433"/>
                  </a:cubicBezTo>
                  <a:lnTo>
                    <a:pt x="176" y="121"/>
                  </a:lnTo>
                  <a:close/>
                  <a:moveTo>
                    <a:pt x="1014" y="0"/>
                  </a:moveTo>
                  <a:cubicBezTo>
                    <a:pt x="1158" y="0"/>
                    <a:pt x="1158" y="0"/>
                    <a:pt x="1158" y="0"/>
                  </a:cubicBezTo>
                  <a:cubicBezTo>
                    <a:pt x="1158" y="544"/>
                    <a:pt x="1158" y="544"/>
                    <a:pt x="1158" y="544"/>
                  </a:cubicBezTo>
                  <a:cubicBezTo>
                    <a:pt x="1014" y="544"/>
                    <a:pt x="1014" y="544"/>
                    <a:pt x="1014" y="544"/>
                  </a:cubicBezTo>
                  <a:lnTo>
                    <a:pt x="1014" y="0"/>
                  </a:lnTo>
                  <a:close/>
                  <a:moveTo>
                    <a:pt x="1329" y="0"/>
                  </a:moveTo>
                  <a:cubicBezTo>
                    <a:pt x="1588" y="0"/>
                    <a:pt x="1588" y="0"/>
                    <a:pt x="1588" y="0"/>
                  </a:cubicBezTo>
                  <a:cubicBezTo>
                    <a:pt x="1871" y="423"/>
                    <a:pt x="1871" y="423"/>
                    <a:pt x="1871" y="423"/>
                  </a:cubicBezTo>
                  <a:cubicBezTo>
                    <a:pt x="1903" y="423"/>
                    <a:pt x="1903" y="423"/>
                    <a:pt x="1903" y="423"/>
                  </a:cubicBezTo>
                  <a:cubicBezTo>
                    <a:pt x="1903" y="0"/>
                    <a:pt x="1903" y="0"/>
                    <a:pt x="1903" y="0"/>
                  </a:cubicBezTo>
                  <a:cubicBezTo>
                    <a:pt x="2047" y="0"/>
                    <a:pt x="2047" y="0"/>
                    <a:pt x="2047" y="0"/>
                  </a:cubicBezTo>
                  <a:cubicBezTo>
                    <a:pt x="2047" y="544"/>
                    <a:pt x="2047" y="544"/>
                    <a:pt x="2047" y="544"/>
                  </a:cubicBezTo>
                  <a:cubicBezTo>
                    <a:pt x="1788" y="544"/>
                    <a:pt x="1788" y="544"/>
                    <a:pt x="1788" y="544"/>
                  </a:cubicBezTo>
                  <a:cubicBezTo>
                    <a:pt x="1505" y="121"/>
                    <a:pt x="1505" y="121"/>
                    <a:pt x="1505" y="121"/>
                  </a:cubicBezTo>
                  <a:cubicBezTo>
                    <a:pt x="1474" y="121"/>
                    <a:pt x="1474" y="121"/>
                    <a:pt x="1474" y="121"/>
                  </a:cubicBezTo>
                  <a:cubicBezTo>
                    <a:pt x="1474" y="544"/>
                    <a:pt x="1474" y="544"/>
                    <a:pt x="1474" y="544"/>
                  </a:cubicBezTo>
                  <a:cubicBezTo>
                    <a:pt x="1329" y="544"/>
                    <a:pt x="1329" y="544"/>
                    <a:pt x="1329" y="544"/>
                  </a:cubicBezTo>
                  <a:lnTo>
                    <a:pt x="1329" y="0"/>
                  </a:lnTo>
                  <a:close/>
                  <a:moveTo>
                    <a:pt x="2203" y="544"/>
                  </a:moveTo>
                  <a:cubicBezTo>
                    <a:pt x="2203" y="423"/>
                    <a:pt x="2203" y="423"/>
                    <a:pt x="2203" y="423"/>
                  </a:cubicBezTo>
                  <a:cubicBezTo>
                    <a:pt x="2714" y="423"/>
                    <a:pt x="2714" y="423"/>
                    <a:pt x="2714" y="423"/>
                  </a:cubicBezTo>
                  <a:cubicBezTo>
                    <a:pt x="2744" y="423"/>
                    <a:pt x="2761" y="406"/>
                    <a:pt x="2761" y="376"/>
                  </a:cubicBezTo>
                  <a:cubicBezTo>
                    <a:pt x="2761" y="345"/>
                    <a:pt x="2744" y="328"/>
                    <a:pt x="2714" y="328"/>
                  </a:cubicBezTo>
                  <a:cubicBezTo>
                    <a:pt x="2371" y="328"/>
                    <a:pt x="2371" y="328"/>
                    <a:pt x="2371" y="328"/>
                  </a:cubicBezTo>
                  <a:cubicBezTo>
                    <a:pt x="2256" y="328"/>
                    <a:pt x="2187" y="267"/>
                    <a:pt x="2187" y="164"/>
                  </a:cubicBezTo>
                  <a:cubicBezTo>
                    <a:pt x="2187" y="61"/>
                    <a:pt x="2256" y="0"/>
                    <a:pt x="2371" y="0"/>
                  </a:cubicBezTo>
                  <a:cubicBezTo>
                    <a:pt x="2871" y="0"/>
                    <a:pt x="2871" y="0"/>
                    <a:pt x="2871" y="0"/>
                  </a:cubicBezTo>
                  <a:cubicBezTo>
                    <a:pt x="2871" y="121"/>
                    <a:pt x="2871" y="121"/>
                    <a:pt x="2871" y="121"/>
                  </a:cubicBezTo>
                  <a:cubicBezTo>
                    <a:pt x="2371" y="121"/>
                    <a:pt x="2371" y="121"/>
                    <a:pt x="2371" y="121"/>
                  </a:cubicBezTo>
                  <a:cubicBezTo>
                    <a:pt x="2344" y="121"/>
                    <a:pt x="2328" y="137"/>
                    <a:pt x="2328" y="164"/>
                  </a:cubicBezTo>
                  <a:cubicBezTo>
                    <a:pt x="2328" y="191"/>
                    <a:pt x="2344" y="207"/>
                    <a:pt x="2371" y="207"/>
                  </a:cubicBezTo>
                  <a:cubicBezTo>
                    <a:pt x="2714" y="207"/>
                    <a:pt x="2714" y="207"/>
                    <a:pt x="2714" y="207"/>
                  </a:cubicBezTo>
                  <a:cubicBezTo>
                    <a:pt x="2832" y="207"/>
                    <a:pt x="2902" y="270"/>
                    <a:pt x="2902" y="376"/>
                  </a:cubicBezTo>
                  <a:cubicBezTo>
                    <a:pt x="2902" y="481"/>
                    <a:pt x="2832" y="544"/>
                    <a:pt x="2714" y="544"/>
                  </a:cubicBezTo>
                  <a:lnTo>
                    <a:pt x="2203" y="544"/>
                  </a:lnTo>
                  <a:close/>
                  <a:moveTo>
                    <a:pt x="2964" y="541"/>
                  </a:moveTo>
                  <a:cubicBezTo>
                    <a:pt x="3288" y="0"/>
                    <a:pt x="3288" y="0"/>
                    <a:pt x="3288" y="0"/>
                  </a:cubicBezTo>
                  <a:cubicBezTo>
                    <a:pt x="3493" y="0"/>
                    <a:pt x="3493" y="0"/>
                    <a:pt x="3493" y="0"/>
                  </a:cubicBezTo>
                  <a:cubicBezTo>
                    <a:pt x="3818" y="541"/>
                    <a:pt x="3818" y="541"/>
                    <a:pt x="3818" y="541"/>
                  </a:cubicBezTo>
                  <a:cubicBezTo>
                    <a:pt x="3818" y="544"/>
                    <a:pt x="3818" y="544"/>
                    <a:pt x="3818" y="544"/>
                  </a:cubicBezTo>
                  <a:cubicBezTo>
                    <a:pt x="3657" y="544"/>
                    <a:pt x="3657" y="544"/>
                    <a:pt x="3657" y="544"/>
                  </a:cubicBezTo>
                  <a:cubicBezTo>
                    <a:pt x="3598" y="443"/>
                    <a:pt x="3598" y="443"/>
                    <a:pt x="3598" y="443"/>
                  </a:cubicBezTo>
                  <a:cubicBezTo>
                    <a:pt x="3183" y="443"/>
                    <a:pt x="3183" y="443"/>
                    <a:pt x="3183" y="443"/>
                  </a:cubicBezTo>
                  <a:cubicBezTo>
                    <a:pt x="3125" y="544"/>
                    <a:pt x="3125" y="544"/>
                    <a:pt x="3125" y="544"/>
                  </a:cubicBezTo>
                  <a:cubicBezTo>
                    <a:pt x="2964" y="544"/>
                    <a:pt x="2964" y="544"/>
                    <a:pt x="2964" y="544"/>
                  </a:cubicBezTo>
                  <a:lnTo>
                    <a:pt x="2964" y="541"/>
                  </a:lnTo>
                  <a:close/>
                  <a:moveTo>
                    <a:pt x="3529" y="322"/>
                  </a:moveTo>
                  <a:cubicBezTo>
                    <a:pt x="3414" y="121"/>
                    <a:pt x="3414" y="121"/>
                    <a:pt x="3414" y="121"/>
                  </a:cubicBezTo>
                  <a:cubicBezTo>
                    <a:pt x="3367" y="121"/>
                    <a:pt x="3367" y="121"/>
                    <a:pt x="3367" y="121"/>
                  </a:cubicBezTo>
                  <a:cubicBezTo>
                    <a:pt x="3252" y="322"/>
                    <a:pt x="3252" y="322"/>
                    <a:pt x="3252" y="322"/>
                  </a:cubicBezTo>
                  <a:lnTo>
                    <a:pt x="3529" y="322"/>
                  </a:lnTo>
                  <a:close/>
                  <a:moveTo>
                    <a:pt x="3931" y="0"/>
                  </a:moveTo>
                  <a:cubicBezTo>
                    <a:pt x="4076" y="0"/>
                    <a:pt x="4076" y="0"/>
                    <a:pt x="4076" y="0"/>
                  </a:cubicBezTo>
                  <a:cubicBezTo>
                    <a:pt x="4076" y="544"/>
                    <a:pt x="4076" y="544"/>
                    <a:pt x="4076" y="544"/>
                  </a:cubicBezTo>
                  <a:cubicBezTo>
                    <a:pt x="3931" y="544"/>
                    <a:pt x="3931" y="544"/>
                    <a:pt x="3931" y="544"/>
                  </a:cubicBezTo>
                  <a:lnTo>
                    <a:pt x="3931" y="0"/>
                  </a:lnTo>
                  <a:close/>
                  <a:moveTo>
                    <a:pt x="4475" y="121"/>
                  </a:moveTo>
                  <a:cubicBezTo>
                    <a:pt x="4197" y="121"/>
                    <a:pt x="4197" y="121"/>
                    <a:pt x="4197" y="121"/>
                  </a:cubicBezTo>
                  <a:cubicBezTo>
                    <a:pt x="4197" y="0"/>
                    <a:pt x="4197" y="0"/>
                    <a:pt x="4197" y="0"/>
                  </a:cubicBezTo>
                  <a:cubicBezTo>
                    <a:pt x="4897" y="0"/>
                    <a:pt x="4897" y="0"/>
                    <a:pt x="4897" y="0"/>
                  </a:cubicBezTo>
                  <a:cubicBezTo>
                    <a:pt x="4897" y="121"/>
                    <a:pt x="4897" y="121"/>
                    <a:pt x="4897" y="121"/>
                  </a:cubicBezTo>
                  <a:cubicBezTo>
                    <a:pt x="4619" y="121"/>
                    <a:pt x="4619" y="121"/>
                    <a:pt x="4619" y="121"/>
                  </a:cubicBezTo>
                  <a:cubicBezTo>
                    <a:pt x="4619" y="544"/>
                    <a:pt x="4619" y="544"/>
                    <a:pt x="4619" y="544"/>
                  </a:cubicBezTo>
                  <a:cubicBezTo>
                    <a:pt x="4475" y="544"/>
                    <a:pt x="4475" y="544"/>
                    <a:pt x="4475" y="544"/>
                  </a:cubicBezTo>
                  <a:lnTo>
                    <a:pt x="4475" y="1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s-ES"/>
            </a:p>
          </p:txBody>
        </p:sp>
      </p:grpSp>
      <p:cxnSp>
        <p:nvCxnSpPr>
          <p:cNvPr id="6" name="Straight Connector 8">
            <a:extLst>
              <a:ext uri="{FF2B5EF4-FFF2-40B4-BE49-F238E27FC236}">
                <a16:creationId xmlns:a16="http://schemas.microsoft.com/office/drawing/2014/main" id="{522FDCA3-D06F-6C71-2915-A97D0857815D}"/>
              </a:ext>
            </a:extLst>
          </p:cNvPr>
          <p:cNvCxnSpPr/>
          <p:nvPr userDrawn="1"/>
        </p:nvCxnSpPr>
        <p:spPr>
          <a:xfrm>
            <a:off x="7611761" y="0"/>
            <a:ext cx="0" cy="6858000"/>
          </a:xfrm>
          <a:prstGeom prst="line">
            <a:avLst/>
          </a:prstGeom>
          <a:ln w="6350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Freeform 9">
            <a:extLst>
              <a:ext uri="{FF2B5EF4-FFF2-40B4-BE49-F238E27FC236}">
                <a16:creationId xmlns:a16="http://schemas.microsoft.com/office/drawing/2014/main" id="{52A6889A-005F-AA8D-AEC9-848421764060}"/>
              </a:ext>
            </a:extLst>
          </p:cNvPr>
          <p:cNvSpPr/>
          <p:nvPr userDrawn="1"/>
        </p:nvSpPr>
        <p:spPr>
          <a:xfrm>
            <a:off x="335360" y="379500"/>
            <a:ext cx="11444115" cy="2940033"/>
          </a:xfrm>
          <a:custGeom>
            <a:avLst/>
            <a:gdLst>
              <a:gd name="connsiteX0" fmla="*/ 95367 w 8583086"/>
              <a:gd name="connsiteY0" fmla="*/ 0 h 2205025"/>
              <a:gd name="connsiteX1" fmla="*/ 8487719 w 8583086"/>
              <a:gd name="connsiteY1" fmla="*/ 0 h 2205025"/>
              <a:gd name="connsiteX2" fmla="*/ 8583086 w 8583086"/>
              <a:gd name="connsiteY2" fmla="*/ 95367 h 2205025"/>
              <a:gd name="connsiteX3" fmla="*/ 8583086 w 8583086"/>
              <a:gd name="connsiteY3" fmla="*/ 2109657 h 2205025"/>
              <a:gd name="connsiteX4" fmla="*/ 8487719 w 8583086"/>
              <a:gd name="connsiteY4" fmla="*/ 2205025 h 2205025"/>
              <a:gd name="connsiteX5" fmla="*/ 95367 w 8583086"/>
              <a:gd name="connsiteY5" fmla="*/ 2205025 h 2205025"/>
              <a:gd name="connsiteX6" fmla="*/ 0 w 8583086"/>
              <a:gd name="connsiteY6" fmla="*/ 2109657 h 2205025"/>
              <a:gd name="connsiteX7" fmla="*/ 0 w 8583086"/>
              <a:gd name="connsiteY7" fmla="*/ 95367 h 2205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583086" h="2205025">
                <a:moveTo>
                  <a:pt x="95367" y="0"/>
                </a:moveTo>
                <a:lnTo>
                  <a:pt x="8487719" y="0"/>
                </a:lnTo>
                <a:lnTo>
                  <a:pt x="8583086" y="95367"/>
                </a:lnTo>
                <a:lnTo>
                  <a:pt x="8583086" y="2109657"/>
                </a:lnTo>
                <a:lnTo>
                  <a:pt x="8487719" y="2205025"/>
                </a:lnTo>
                <a:lnTo>
                  <a:pt x="95367" y="2205025"/>
                </a:lnTo>
                <a:lnTo>
                  <a:pt x="0" y="2109657"/>
                </a:lnTo>
                <a:lnTo>
                  <a:pt x="0" y="95367"/>
                </a:lnTo>
                <a:close/>
              </a:path>
            </a:pathLst>
          </a:custGeom>
          <a:solidFill>
            <a:schemeClr val="bg1"/>
          </a:solidFill>
          <a:ln w="6350">
            <a:solidFill>
              <a:schemeClr val="accent1"/>
            </a:solidFill>
          </a:ln>
        </p:spPr>
        <p:txBody>
          <a:bodyPr wrap="square" lIns="0" tIns="0" rIns="0" bIns="0" rtlCol="0" anchor="ctr" anchorCtr="0">
            <a:noAutofit/>
          </a:bodyPr>
          <a:lstStyle/>
          <a:p>
            <a:endParaRPr lang="en-GB" sz="3200" noProof="1"/>
          </a:p>
        </p:txBody>
      </p:sp>
      <p:sp>
        <p:nvSpPr>
          <p:cNvPr id="11" name="Título 10"/>
          <p:cNvSpPr>
            <a:spLocks noGrp="1"/>
          </p:cNvSpPr>
          <p:nvPr>
            <p:ph type="title" hasCustomPrompt="1"/>
          </p:nvPr>
        </p:nvSpPr>
        <p:spPr>
          <a:xfrm>
            <a:off x="838200" y="379499"/>
            <a:ext cx="10515600" cy="2940033"/>
          </a:xfrm>
          <a:prstGeom prst="rect">
            <a:avLst/>
          </a:prstGeom>
        </p:spPr>
        <p:txBody>
          <a:bodyPr vert="horz" lIns="0" tIns="0" rIns="0" bIns="0" anchor="ctr" anchorCtr="0"/>
          <a:lstStyle>
            <a:lvl1pPr>
              <a:lnSpc>
                <a:spcPct val="85000"/>
              </a:lnSpc>
              <a:defRPr sz="8000"/>
            </a:lvl1pPr>
          </a:lstStyle>
          <a:p>
            <a:r>
              <a:rPr lang="es-ES" dirty="0"/>
              <a:t>Título estándar</a:t>
            </a:r>
          </a:p>
        </p:txBody>
      </p:sp>
    </p:spTree>
    <p:extLst>
      <p:ext uri="{BB962C8B-B14F-4D97-AF65-F5344CB8AC3E}">
        <p14:creationId xmlns:p14="http://schemas.microsoft.com/office/powerpoint/2010/main" val="2841975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oShape 3"/>
          <p:cNvSpPr>
            <a:spLocks noChangeAspect="1" noChangeArrowheads="1" noTextEdit="1"/>
          </p:cNvSpPr>
          <p:nvPr userDrawn="1"/>
        </p:nvSpPr>
        <p:spPr bwMode="auto">
          <a:xfrm>
            <a:off x="336550" y="6539592"/>
            <a:ext cx="761644" cy="9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sp>
        <p:nvSpPr>
          <p:cNvPr id="15" name="Marcador de pie de página 2"/>
          <p:cNvSpPr>
            <a:spLocks noGrp="1"/>
          </p:cNvSpPr>
          <p:nvPr userDrawn="1">
            <p:ph type="ftr" sz="quarter" idx="3"/>
          </p:nvPr>
        </p:nvSpPr>
        <p:spPr>
          <a:xfrm>
            <a:off x="334963" y="6523038"/>
            <a:ext cx="3355708" cy="123111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>
              <a:defRPr sz="800"/>
            </a:lvl1pPr>
          </a:lstStyle>
          <a:p>
            <a:r>
              <a:rPr lang="es-ES"/>
              <a:t>Minsait  /  Nombre del documento </a:t>
            </a:r>
            <a:endParaRPr lang="es-ES" dirty="0"/>
          </a:p>
        </p:txBody>
      </p:sp>
      <p:sp>
        <p:nvSpPr>
          <p:cNvPr id="26" name="Marcador de título 25"/>
          <p:cNvSpPr>
            <a:spLocks noGrp="1"/>
          </p:cNvSpPr>
          <p:nvPr>
            <p:ph type="title"/>
          </p:nvPr>
        </p:nvSpPr>
        <p:spPr>
          <a:xfrm>
            <a:off x="336550" y="334964"/>
            <a:ext cx="11518900" cy="84401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336550" y="1268976"/>
            <a:ext cx="11518900" cy="493179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s-ES" dirty="0"/>
              <a:t>Editar el estilo de texto del patrón</a:t>
            </a:r>
          </a:p>
          <a:p>
            <a:pPr marL="324000" lvl="1" indent="-144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dirty="0"/>
              <a:t>Segundo nivel</a:t>
            </a:r>
          </a:p>
          <a:p>
            <a:pPr marL="504000" lvl="2" indent="-144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4"/>
          </p:nvPr>
        </p:nvSpPr>
        <p:spPr>
          <a:xfrm>
            <a:off x="11136560" y="6523038"/>
            <a:ext cx="718890" cy="123111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BDF71B-C47C-4195-98C2-A4F5335C27F9}" type="slidenum">
              <a:rPr lang="es-ES" smtClean="0"/>
              <a:pPr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62798239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3" r:id="rId1"/>
    <p:sldLayoutId id="2147483675" r:id="rId2"/>
    <p:sldLayoutId id="2147483735" r:id="rId3"/>
    <p:sldLayoutId id="2147483736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  <p:sldLayoutId id="2147483685" r:id="rId13"/>
    <p:sldLayoutId id="2147483692" r:id="rId14"/>
    <p:sldLayoutId id="2147483684" r:id="rId15"/>
    <p:sldLayoutId id="2147483717" r:id="rId16"/>
    <p:sldLayoutId id="2147483693" r:id="rId17"/>
    <p:sldLayoutId id="2147483720" r:id="rId18"/>
    <p:sldLayoutId id="2147483721" r:id="rId19"/>
    <p:sldLayoutId id="2147483722" r:id="rId20"/>
    <p:sldLayoutId id="2147483723" r:id="rId21"/>
    <p:sldLayoutId id="2147483718" r:id="rId22"/>
    <p:sldLayoutId id="2147483719" r:id="rId23"/>
    <p:sldLayoutId id="2147483724" r:id="rId24"/>
    <p:sldLayoutId id="2147483725" r:id="rId25"/>
    <p:sldLayoutId id="2147483697" r:id="rId26"/>
    <p:sldLayoutId id="2147483698" r:id="rId27"/>
    <p:sldLayoutId id="2147483699" r:id="rId28"/>
    <p:sldLayoutId id="2147483705" r:id="rId29"/>
    <p:sldLayoutId id="2147483706" r:id="rId30"/>
    <p:sldLayoutId id="2147483708" r:id="rId31"/>
    <p:sldLayoutId id="2147483761" r:id="rId32"/>
    <p:sldLayoutId id="2147483762" r:id="rId33"/>
    <p:sldLayoutId id="2147483700" r:id="rId34"/>
    <p:sldLayoutId id="2147483713" r:id="rId35"/>
    <p:sldLayoutId id="2147483703" r:id="rId36"/>
    <p:sldLayoutId id="2147483714" r:id="rId37"/>
    <p:sldLayoutId id="2147483715" r:id="rId38"/>
    <p:sldLayoutId id="2147483716" r:id="rId39"/>
    <p:sldLayoutId id="2147483763" r:id="rId40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44000" indent="-144000" algn="l" defTabSz="914400" rtl="0" eaLnBrk="1" latinLnBrk="0" hangingPunct="1">
        <a:lnSpc>
          <a:spcPct val="100000"/>
        </a:lnSpc>
        <a:spcBef>
          <a:spcPts val="1800"/>
        </a:spcBef>
        <a:spcAft>
          <a:spcPts val="600"/>
        </a:spcAft>
        <a:buFont typeface="Arial" panose="020B0604020202020204" pitchFamily="34" charset="0"/>
        <a:buChar char="•"/>
        <a:defRPr lang="es-ES" sz="1400" kern="1200" dirty="0" smtClean="0">
          <a:solidFill>
            <a:schemeClr val="tx1"/>
          </a:solidFill>
          <a:latin typeface="+mn-lt"/>
          <a:ea typeface="+mn-ea"/>
          <a:cs typeface="+mn-cs"/>
        </a:defRPr>
      </a:lvl1pPr>
      <a:lvl2pPr marL="3514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lang="es-ES" sz="1200" kern="1200" dirty="0" smtClean="0">
          <a:solidFill>
            <a:schemeClr val="tx1"/>
          </a:solidFill>
          <a:latin typeface="+mn-lt"/>
          <a:ea typeface="+mn-ea"/>
          <a:cs typeface="+mn-cs"/>
        </a:defRPr>
      </a:lvl2pPr>
      <a:lvl3pPr marL="5314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lang="es-ES" sz="1200" kern="120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684000" indent="-1440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864000" indent="-1440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11" userDrawn="1">
          <p15:clr>
            <a:srgbClr val="F26B43"/>
          </p15:clr>
        </p15:guide>
        <p15:guide id="2" pos="7468" userDrawn="1">
          <p15:clr>
            <a:srgbClr val="F26B43"/>
          </p15:clr>
        </p15:guide>
        <p15:guide id="3" orient="horz" pos="4109" userDrawn="1">
          <p15:clr>
            <a:srgbClr val="F26B43"/>
          </p15:clr>
        </p15:guide>
        <p15:guide id="4" orient="horz" pos="211" userDrawn="1">
          <p15:clr>
            <a:srgbClr val="F26B43"/>
          </p15:clr>
        </p15:guide>
        <p15:guide id="5" orient="horz" pos="3906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t>BBVA Perú · Junio 2026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Programa de Ciberseguridad Avanzada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5" name="Picture Placeholder 4"/>
          <p:cNvSpPr>
            <a:spLocks noGrp="1"/>
          </p:cNvSpPr>
          <p:nvPr>
            <p:ph type="pic" idx="15" sz="quarter"/>
          </p:nvPr>
        </p:nvSpPr>
        <p:spPr/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Reducir riesgo cibernético crítico 70% en 12 meses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pPr/>
            <a:r>
              <a:t>Hardening de superficie de ataque externa</a:t>
            </a:r>
          </a:p>
          <a:p>
            <a:pPr/>
            <a:r>
              <a:t>Implantar Zero Trust por perímetros</a:t>
            </a:r>
          </a:p>
          <a:p>
            <a:pPr/>
            <a:r>
              <a:t>Capacitación de 4,500 colaboradores</a:t>
            </a:r>
          </a:p>
          <a:p>
            <a:pPr/>
            <a:r>
              <a:t>Compliance con SBS 504 y BCRP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Banca peruana sufrió 2,300+ incidentes en 2024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7315200" y="1371600"/>
            <a:ext cx="4114800" cy="2743200"/>
          </a:xfrm>
          <a:prstGeom prst="roundRect">
            <a:avLst/>
          </a:prstGeom>
          <a:solidFill>
            <a:srgbClr val="4F062A"/>
          </a:solidFill>
          <a:ln>
            <a:solidFill>
              <a:srgbClr val="4F0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274320" rIns="274320" bIns="182880" wrap="square"/>
          <a:lstStyle/>
          <a:p>
            <a:pPr algn="ctr"/>
            <a:r>
              <a:rPr sz="5400" b="1">
                <a:solidFill>
                  <a:srgbClr val="FFFFFF"/>
                </a:solidFill>
              </a:rPr>
              <a:t>2,300+</a:t>
            </a:r>
          </a:p>
          <a:p>
            <a:pPr algn="ctr"/>
            <a:r>
              <a:rPr sz="1300">
                <a:solidFill>
                  <a:srgbClr val="FFFFFF"/>
                </a:solidFill>
              </a:rPr>
              <a:t>Incidentes detectados sector banca</a:t>
            </a:r>
          </a:p>
          <a:p>
            <a:pPr algn="ctr"/>
            <a:r>
              <a:rPr sz="900" i="1">
                <a:solidFill>
                  <a:srgbClr val="E8DDD2"/>
                </a:solidFill>
              </a:rPr>
              <a:t>+34% YoY · costo promedio USD 4.2M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i="1">
                <a:solidFill>
                  <a:srgbClr val="444444"/>
                </a:solidFill>
              </a:rPr>
              <a:t>Fuente: SBS Reporte de Ciberseguridad 2024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C8217A"/>
                </a:solidFill>
              </a:rPr>
              <a:t>01 · CONTEXTO</a:t>
            </a:r>
          </a:p>
          <a:p>
            <a:r>
              <a:rPr sz="2200" b="1">
                <a:solidFill>
                  <a:srgbClr val="4F062A"/>
                </a:solidFill>
              </a:rPr>
              <a:t>Vectores de ataque más frecuentes en banca LATAM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80160"/>
          <a:ext cx="112471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685800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Vector</a:t>
                      </a:r>
                    </a:p>
                  </a:txBody>
                  <a:tcPr>
                    <a:solidFill>
                      <a:srgbClr val="4F06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%</a:t>
                      </a:r>
                    </a:p>
                  </a:txBody>
                  <a:tcPr>
                    <a:solidFill>
                      <a:srgbClr val="4F06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Costo prom</a:t>
                      </a:r>
                    </a:p>
                  </a:txBody>
                  <a:tcPr>
                    <a:solidFill>
                      <a:srgbClr val="4F06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Detección hoy</a:t>
                      </a:r>
                    </a:p>
                  </a:txBody>
                  <a:tcPr>
                    <a:solidFill>
                      <a:srgbClr val="4F062A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Phishing dirigido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42%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USD 2.1M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18 días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Ransomware</a:t>
                      </a:r>
                    </a:p>
                  </a:txBody>
                  <a:tcPr>
                    <a:solidFill>
                      <a:srgbClr val="E8DDD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23%</a:t>
                      </a:r>
                    </a:p>
                  </a:txBody>
                  <a:tcPr>
                    <a:solidFill>
                      <a:srgbClr val="E8DDD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USD 7.8M</a:t>
                      </a:r>
                    </a:p>
                  </a:txBody>
                  <a:tcPr>
                    <a:solidFill>
                      <a:srgbClr val="E8DDD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12 días</a:t>
                      </a:r>
                    </a:p>
                  </a:txBody>
                  <a:tcPr>
                    <a:solidFill>
                      <a:srgbClr val="E8DDD2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Insider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15%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USD 3.5M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60 días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Supply chain</a:t>
                      </a:r>
                    </a:p>
                  </a:txBody>
                  <a:tcPr>
                    <a:solidFill>
                      <a:srgbClr val="E8DDD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12%</a:t>
                      </a:r>
                    </a:p>
                  </a:txBody>
                  <a:tcPr>
                    <a:solidFill>
                      <a:srgbClr val="E8DDD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USD 5.2M</a:t>
                      </a:r>
                    </a:p>
                  </a:txBody>
                  <a:tcPr>
                    <a:solidFill>
                      <a:srgbClr val="E8DDD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45 días</a:t>
                      </a:r>
                    </a:p>
                  </a:txBody>
                  <a:tcPr>
                    <a:solidFill>
                      <a:srgbClr val="E8DDD2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DDoS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USD 1.1M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2 días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C8217A"/>
                </a:solidFill>
              </a:rPr>
              <a:t>02 · GAP</a:t>
            </a:r>
          </a:p>
          <a:p>
            <a:r>
              <a:rPr sz="2200" b="1">
                <a:solidFill>
                  <a:srgbClr val="4F062A"/>
                </a:solidFill>
              </a:rPr>
              <a:t>De postura reactiva a Zero Trust adaptativo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80160"/>
            <a:ext cx="5486400" cy="4389120"/>
          </a:xfrm>
          <a:prstGeom prst="roundRect">
            <a:avLst/>
          </a:prstGeom>
          <a:solidFill>
            <a:srgbClr val="E8DDD2"/>
          </a:solidFill>
          <a:ln>
            <a:solidFill>
              <a:srgbClr val="E8D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274320" rIns="274320" wrap="square"/>
          <a:lstStyle/>
          <a:p>
            <a:pPr algn="ctr"/>
            <a:r>
              <a:rPr b="1" sz="1300">
                <a:solidFill>
                  <a:srgbClr val="4F062A"/>
                </a:solidFill>
              </a:rPr>
              <a:t>BBVA HOY</a:t>
            </a:r>
          </a:p>
          <a:p>
            <a:r>
              <a:rPr sz="1000">
                <a:solidFill>
                  <a:srgbClr val="444444"/>
                </a:solidFill>
              </a:rPr>
              <a:t>  · Perímetro tradicional</a:t>
            </a:r>
          </a:p>
          <a:p>
            <a:r>
              <a:rPr sz="1000">
                <a:solidFill>
                  <a:srgbClr val="444444"/>
                </a:solidFill>
              </a:rPr>
              <a:t>  · MFA opcional para internos</a:t>
            </a:r>
          </a:p>
          <a:p>
            <a:r>
              <a:rPr sz="1000">
                <a:solidFill>
                  <a:srgbClr val="444444"/>
                </a:solidFill>
              </a:rPr>
              <a:t>  · Logs aislados por sistema</a:t>
            </a:r>
          </a:p>
          <a:p>
            <a:r>
              <a:rPr sz="1000">
                <a:solidFill>
                  <a:srgbClr val="444444"/>
                </a:solidFill>
              </a:rPr>
              <a:t>  · Respuesta manual a alertas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280160"/>
            <a:ext cx="5486400" cy="4389120"/>
          </a:xfrm>
          <a:prstGeom prst="roundRect">
            <a:avLst/>
          </a:prstGeom>
          <a:solidFill>
            <a:srgbClr val="4F062A"/>
          </a:solidFill>
          <a:ln>
            <a:solidFill>
              <a:srgbClr val="4F0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274320" rIns="274320" wrap="square"/>
          <a:lstStyle/>
          <a:p>
            <a:pPr algn="ctr"/>
            <a:r>
              <a:rPr b="1" sz="1300">
                <a:solidFill>
                  <a:srgbClr val="FFFFFF"/>
                </a:solidFill>
              </a:rPr>
              <a:t>BBVA ZERO TRUST</a:t>
            </a:r>
          </a:p>
          <a:p>
            <a:r>
              <a:rPr sz="1000">
                <a:solidFill>
                  <a:srgbClr val="FFFFFF"/>
                </a:solidFill>
              </a:rPr>
              <a:t>  · Micro-segmentación</a:t>
            </a:r>
          </a:p>
          <a:p>
            <a:r>
              <a:rPr sz="1000">
                <a:solidFill>
                  <a:srgbClr val="FFFFFF"/>
                </a:solidFill>
              </a:rPr>
              <a:t>  · MFA obligatorio + biometría</a:t>
            </a:r>
          </a:p>
          <a:p>
            <a:r>
              <a:rPr sz="1000">
                <a:solidFill>
                  <a:srgbClr val="FFFFFF"/>
                </a:solidFill>
              </a:rPr>
              <a:t>  · SIEM unificado con IA</a:t>
            </a:r>
          </a:p>
          <a:p>
            <a:r>
              <a:rPr sz="1000">
                <a:solidFill>
                  <a:srgbClr val="FFFFFF"/>
                </a:solidFill>
              </a:rPr>
              <a:t>  · SOAR + playbooks automáticos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C8217A"/>
                </a:solidFill>
              </a:rPr>
              <a:t>03 · SOLUCIÓN</a:t>
            </a:r>
          </a:p>
          <a:p>
            <a:r>
              <a:rPr sz="2200" b="1">
                <a:solidFill>
                  <a:srgbClr val="4F062A"/>
                </a:solidFill>
              </a:rPr>
              <a:t>5 pilares de la propuesta</a:t>
            </a:r>
          </a:p>
        </p:txBody>
      </p:sp>
      <p:sp>
        <p:nvSpPr>
          <p:cNvPr id="3" name="Pentagon 2"/>
          <p:cNvSpPr/>
          <p:nvPr/>
        </p:nvSpPr>
        <p:spPr>
          <a:xfrm>
            <a:off x="457200" y="1371600"/>
            <a:ext cx="2103120" cy="1828800"/>
          </a:xfrm>
          <a:prstGeom prst="homePlate">
            <a:avLst/>
          </a:prstGeom>
          <a:solidFill>
            <a:srgbClr val="4F062A"/>
          </a:solidFill>
          <a:ln>
            <a:solidFill>
              <a:srgbClr val="4F0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182880" rIns="182880" wrap="square"/>
          <a:lstStyle/>
          <a:p>
            <a:pPr algn="ctr"/>
            <a:r>
              <a:rPr sz="900">
                <a:solidFill>
                  <a:srgbClr val="E8DDD2"/>
                </a:solidFill>
              </a:rPr>
              <a:t>FASE 1</a:t>
            </a:r>
          </a:p>
          <a:p>
            <a:pPr algn="ctr"/>
            <a:r>
              <a:rPr sz="1500" b="1">
                <a:solidFill>
                  <a:srgbClr val="FFFFFF"/>
                </a:solidFill>
              </a:rPr>
              <a:t>Hardening</a:t>
            </a:r>
          </a:p>
          <a:p>
            <a:pPr algn="ctr"/>
            <a:r>
              <a:rPr sz="900">
                <a:solidFill>
                  <a:srgbClr val="FFFFFF"/>
                </a:solidFill>
              </a:rPr>
              <a:t>Superficie externa · Q1</a:t>
            </a:r>
          </a:p>
        </p:txBody>
      </p:sp>
      <p:sp>
        <p:nvSpPr>
          <p:cNvPr id="4" name="Pentagon 3"/>
          <p:cNvSpPr/>
          <p:nvPr/>
        </p:nvSpPr>
        <p:spPr>
          <a:xfrm>
            <a:off x="2743200" y="1371600"/>
            <a:ext cx="2103120" cy="1828800"/>
          </a:xfrm>
          <a:prstGeom prst="homePlate">
            <a:avLst/>
          </a:prstGeom>
          <a:solidFill>
            <a:srgbClr val="C8217A"/>
          </a:solidFill>
          <a:ln>
            <a:solidFill>
              <a:srgbClr val="4F0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182880" rIns="182880" wrap="square"/>
          <a:lstStyle/>
          <a:p>
            <a:pPr algn="ctr"/>
            <a:r>
              <a:rPr sz="900">
                <a:solidFill>
                  <a:srgbClr val="E8DDD2"/>
                </a:solidFill>
              </a:rPr>
              <a:t>FASE 2</a:t>
            </a:r>
          </a:p>
          <a:p>
            <a:pPr algn="ctr"/>
            <a:r>
              <a:rPr sz="1500" b="1">
                <a:solidFill>
                  <a:srgbClr val="FFFFFF"/>
                </a:solidFill>
              </a:rPr>
              <a:t>Zero Trust</a:t>
            </a:r>
          </a:p>
          <a:p>
            <a:pPr algn="ctr"/>
            <a:r>
              <a:rPr sz="900">
                <a:solidFill>
                  <a:srgbClr val="FFFFFF"/>
                </a:solidFill>
              </a:rPr>
              <a:t>Identidad + acceso · Q2</a:t>
            </a:r>
          </a:p>
        </p:txBody>
      </p:sp>
      <p:sp>
        <p:nvSpPr>
          <p:cNvPr id="5" name="Pentagon 4"/>
          <p:cNvSpPr/>
          <p:nvPr/>
        </p:nvSpPr>
        <p:spPr>
          <a:xfrm>
            <a:off x="5029200" y="1371600"/>
            <a:ext cx="2103120" cy="1828800"/>
          </a:xfrm>
          <a:prstGeom prst="homePlate">
            <a:avLst/>
          </a:prstGeom>
          <a:solidFill>
            <a:srgbClr val="4F062A"/>
          </a:solidFill>
          <a:ln>
            <a:solidFill>
              <a:srgbClr val="4F0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182880" rIns="182880" wrap="square"/>
          <a:lstStyle/>
          <a:p>
            <a:pPr algn="ctr"/>
            <a:r>
              <a:rPr sz="900">
                <a:solidFill>
                  <a:srgbClr val="E8DDD2"/>
                </a:solidFill>
              </a:rPr>
              <a:t>FASE 3</a:t>
            </a:r>
          </a:p>
          <a:p>
            <a:pPr algn="ctr"/>
            <a:r>
              <a:rPr sz="1500" b="1">
                <a:solidFill>
                  <a:srgbClr val="FFFFFF"/>
                </a:solidFill>
              </a:rPr>
              <a:t>Detección</a:t>
            </a:r>
          </a:p>
          <a:p>
            <a:pPr algn="ctr"/>
            <a:r>
              <a:rPr sz="900">
                <a:solidFill>
                  <a:srgbClr val="FFFFFF"/>
                </a:solidFill>
              </a:rPr>
              <a:t>SIEM + IA · Q3</a:t>
            </a:r>
          </a:p>
        </p:txBody>
      </p:sp>
      <p:sp>
        <p:nvSpPr>
          <p:cNvPr id="6" name="Pentagon 5"/>
          <p:cNvSpPr/>
          <p:nvPr/>
        </p:nvSpPr>
        <p:spPr>
          <a:xfrm>
            <a:off x="7315200" y="1371600"/>
            <a:ext cx="2103120" cy="1828800"/>
          </a:xfrm>
          <a:prstGeom prst="homePlate">
            <a:avLst/>
          </a:prstGeom>
          <a:solidFill>
            <a:srgbClr val="C8217A"/>
          </a:solidFill>
          <a:ln>
            <a:solidFill>
              <a:srgbClr val="4F0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182880" rIns="182880" wrap="square"/>
          <a:lstStyle/>
          <a:p>
            <a:pPr algn="ctr"/>
            <a:r>
              <a:rPr sz="900">
                <a:solidFill>
                  <a:srgbClr val="E8DDD2"/>
                </a:solidFill>
              </a:rPr>
              <a:t>FASE 4</a:t>
            </a:r>
          </a:p>
          <a:p>
            <a:pPr algn="ctr"/>
            <a:r>
              <a:rPr sz="1500" b="1">
                <a:solidFill>
                  <a:srgbClr val="FFFFFF"/>
                </a:solidFill>
              </a:rPr>
              <a:t>Respuesta</a:t>
            </a:r>
          </a:p>
          <a:p>
            <a:pPr algn="ctr"/>
            <a:r>
              <a:rPr sz="900">
                <a:solidFill>
                  <a:srgbClr val="FFFFFF"/>
                </a:solidFill>
              </a:rPr>
              <a:t>SOAR · Q4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0" y="1371600"/>
            <a:ext cx="2103120" cy="1828800"/>
          </a:xfrm>
          <a:prstGeom prst="roundRect">
            <a:avLst/>
          </a:prstGeom>
          <a:solidFill>
            <a:srgbClr val="4F062A"/>
          </a:solidFill>
          <a:ln>
            <a:solidFill>
              <a:srgbClr val="4F0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182880" rIns="182880" wrap="square"/>
          <a:lstStyle/>
          <a:p>
            <a:pPr algn="ctr"/>
            <a:r>
              <a:rPr sz="900">
                <a:solidFill>
                  <a:srgbClr val="E8DDD2"/>
                </a:solidFill>
              </a:rPr>
              <a:t>FASE 5</a:t>
            </a:r>
          </a:p>
          <a:p>
            <a:pPr algn="ctr"/>
            <a:r>
              <a:rPr sz="1500" b="1">
                <a:solidFill>
                  <a:srgbClr val="FFFFFF"/>
                </a:solidFill>
              </a:rPr>
              <a:t>Cultura</a:t>
            </a:r>
          </a:p>
          <a:p>
            <a:pPr algn="ctr"/>
            <a:r>
              <a:rPr sz="900">
                <a:solidFill>
                  <a:srgbClr val="FFFFFF"/>
                </a:solidFill>
              </a:rPr>
              <a:t>Formación · Continua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C8217A"/>
                </a:solidFill>
              </a:rPr>
              <a:t>03 · SOLUCIÓN</a:t>
            </a:r>
          </a:p>
          <a:p>
            <a:r>
              <a:rPr sz="2200" b="1">
                <a:solidFill>
                  <a:srgbClr val="4F062A"/>
                </a:solidFill>
              </a:rPr>
              <a:t>Stack técnico recomendado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80160"/>
          <a:ext cx="112471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685800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Capa</a:t>
                      </a:r>
                    </a:p>
                  </a:txBody>
                  <a:tcPr>
                    <a:solidFill>
                      <a:srgbClr val="4F06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Producto</a:t>
                      </a:r>
                    </a:p>
                  </a:txBody>
                  <a:tcPr>
                    <a:solidFill>
                      <a:srgbClr val="4F06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Owner</a:t>
                      </a:r>
                    </a:p>
                  </a:txBody>
                  <a:tcPr>
                    <a:solidFill>
                      <a:srgbClr val="4F06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Costo año 1</a:t>
                      </a:r>
                    </a:p>
                  </a:txBody>
                  <a:tcPr>
                    <a:solidFill>
                      <a:srgbClr val="4F062A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EDR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CrowdStrike Falcon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CISO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USD 280K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SIEM</a:t>
                      </a:r>
                    </a:p>
                  </a:txBody>
                  <a:tcPr>
                    <a:solidFill>
                      <a:srgbClr val="E8DDD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Splunk Enterprise</a:t>
                      </a:r>
                    </a:p>
                  </a:txBody>
                  <a:tcPr>
                    <a:solidFill>
                      <a:srgbClr val="E8DDD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SOC</a:t>
                      </a:r>
                    </a:p>
                  </a:txBody>
                  <a:tcPr>
                    <a:solidFill>
                      <a:srgbClr val="E8DDD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USD 350K</a:t>
                      </a:r>
                    </a:p>
                  </a:txBody>
                  <a:tcPr>
                    <a:solidFill>
                      <a:srgbClr val="E8DDD2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Identity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Okta + Azure 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USD 220K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DLP</a:t>
                      </a:r>
                    </a:p>
                  </a:txBody>
                  <a:tcPr>
                    <a:solidFill>
                      <a:srgbClr val="E8DDD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Microsoft Purview</a:t>
                      </a:r>
                    </a:p>
                  </a:txBody>
                  <a:tcPr>
                    <a:solidFill>
                      <a:srgbClr val="E8DDD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Compliance</a:t>
                      </a:r>
                    </a:p>
                  </a:txBody>
                  <a:tcPr>
                    <a:solidFill>
                      <a:srgbClr val="E8DDD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USD 95K</a:t>
                      </a:r>
                    </a:p>
                  </a:txBody>
                  <a:tcPr>
                    <a:solidFill>
                      <a:srgbClr val="E8DDD2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SOAR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Cortex XSOAR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SOC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USD 180K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C8217A"/>
                </a:solidFill>
              </a:rPr>
              <a:t>04 · METODOLOGÍA</a:t>
            </a:r>
          </a:p>
          <a:p>
            <a:r>
              <a:rPr sz="2200" b="1">
                <a:solidFill>
                  <a:srgbClr val="4F062A"/>
                </a:solidFill>
              </a:rPr>
              <a:t>Programa de 12 meses · 4 olas</a:t>
            </a:r>
          </a:p>
        </p:txBody>
      </p:sp>
      <p:sp>
        <p:nvSpPr>
          <p:cNvPr id="3" name="Pentagon 2"/>
          <p:cNvSpPr/>
          <p:nvPr/>
        </p:nvSpPr>
        <p:spPr>
          <a:xfrm>
            <a:off x="457200" y="1371600"/>
            <a:ext cx="2674620" cy="1828800"/>
          </a:xfrm>
          <a:prstGeom prst="homePlate">
            <a:avLst/>
          </a:prstGeom>
          <a:solidFill>
            <a:srgbClr val="4F062A"/>
          </a:solidFill>
          <a:ln>
            <a:solidFill>
              <a:srgbClr val="4F0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182880" rIns="182880" wrap="square"/>
          <a:lstStyle/>
          <a:p>
            <a:pPr algn="ctr"/>
            <a:r>
              <a:rPr sz="900">
                <a:solidFill>
                  <a:srgbClr val="E8DDD2"/>
                </a:solidFill>
              </a:rPr>
              <a:t>FASE 1</a:t>
            </a:r>
          </a:p>
          <a:p>
            <a:pPr algn="ctr"/>
            <a:r>
              <a:rPr sz="1500" b="1">
                <a:solidFill>
                  <a:srgbClr val="FFFFFF"/>
                </a:solidFill>
              </a:rPr>
              <a:t>Discovery</a:t>
            </a:r>
          </a:p>
          <a:p>
            <a:pPr algn="ctr"/>
            <a:r>
              <a:rPr sz="900">
                <a:solidFill>
                  <a:srgbClr val="FFFFFF"/>
                </a:solidFill>
              </a:rPr>
              <a:t>Q1 · 3 meses</a:t>
            </a:r>
          </a:p>
        </p:txBody>
      </p:sp>
      <p:sp>
        <p:nvSpPr>
          <p:cNvPr id="4" name="Pentagon 3"/>
          <p:cNvSpPr/>
          <p:nvPr/>
        </p:nvSpPr>
        <p:spPr>
          <a:xfrm>
            <a:off x="3314700" y="1371600"/>
            <a:ext cx="2674620" cy="1828800"/>
          </a:xfrm>
          <a:prstGeom prst="homePlate">
            <a:avLst/>
          </a:prstGeom>
          <a:solidFill>
            <a:srgbClr val="C8217A"/>
          </a:solidFill>
          <a:ln>
            <a:solidFill>
              <a:srgbClr val="4F0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182880" rIns="182880" wrap="square"/>
          <a:lstStyle/>
          <a:p>
            <a:pPr algn="ctr"/>
            <a:r>
              <a:rPr sz="900">
                <a:solidFill>
                  <a:srgbClr val="E8DDD2"/>
                </a:solidFill>
              </a:rPr>
              <a:t>FASE 2</a:t>
            </a:r>
          </a:p>
          <a:p>
            <a:pPr algn="ctr"/>
            <a:r>
              <a:rPr sz="1500" b="1">
                <a:solidFill>
                  <a:srgbClr val="FFFFFF"/>
                </a:solidFill>
              </a:rPr>
              <a:t>Quick wins</a:t>
            </a:r>
          </a:p>
          <a:p>
            <a:pPr algn="ctr"/>
            <a:r>
              <a:rPr sz="900">
                <a:solidFill>
                  <a:srgbClr val="FFFFFF"/>
                </a:solidFill>
              </a:rPr>
              <a:t>Q2 · 3 meses</a:t>
            </a:r>
          </a:p>
        </p:txBody>
      </p:sp>
      <p:sp>
        <p:nvSpPr>
          <p:cNvPr id="5" name="Pentagon 4"/>
          <p:cNvSpPr/>
          <p:nvPr/>
        </p:nvSpPr>
        <p:spPr>
          <a:xfrm>
            <a:off x="6172200" y="1371600"/>
            <a:ext cx="2674620" cy="1828800"/>
          </a:xfrm>
          <a:prstGeom prst="homePlate">
            <a:avLst/>
          </a:prstGeom>
          <a:solidFill>
            <a:srgbClr val="4F062A"/>
          </a:solidFill>
          <a:ln>
            <a:solidFill>
              <a:srgbClr val="4F0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182880" rIns="182880" wrap="square"/>
          <a:lstStyle/>
          <a:p>
            <a:pPr algn="ctr"/>
            <a:r>
              <a:rPr sz="900">
                <a:solidFill>
                  <a:srgbClr val="E8DDD2"/>
                </a:solidFill>
              </a:rPr>
              <a:t>FASE 3</a:t>
            </a:r>
          </a:p>
          <a:p>
            <a:pPr algn="ctr"/>
            <a:r>
              <a:rPr sz="1500" b="1">
                <a:solidFill>
                  <a:srgbClr val="FFFFFF"/>
                </a:solidFill>
              </a:rPr>
              <a:t>Implementación</a:t>
            </a:r>
          </a:p>
          <a:p>
            <a:pPr algn="ctr"/>
            <a:r>
              <a:rPr sz="900">
                <a:solidFill>
                  <a:srgbClr val="FFFFFF"/>
                </a:solidFill>
              </a:rPr>
              <a:t>Q3 · 3 meses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29700" y="1371600"/>
            <a:ext cx="2674620" cy="1828800"/>
          </a:xfrm>
          <a:prstGeom prst="roundRect">
            <a:avLst/>
          </a:prstGeom>
          <a:solidFill>
            <a:srgbClr val="C8217A"/>
          </a:solidFill>
          <a:ln>
            <a:solidFill>
              <a:srgbClr val="4F0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0" lIns="182880" rIns="182880" wrap="square"/>
          <a:lstStyle/>
          <a:p>
            <a:pPr algn="ctr"/>
            <a:r>
              <a:rPr sz="900">
                <a:solidFill>
                  <a:srgbClr val="E8DDD2"/>
                </a:solidFill>
              </a:rPr>
              <a:t>FASE 4</a:t>
            </a:r>
          </a:p>
          <a:p>
            <a:pPr algn="ctr"/>
            <a:r>
              <a:rPr sz="1500" b="1">
                <a:solidFill>
                  <a:srgbClr val="FFFFFF"/>
                </a:solidFill>
              </a:rPr>
              <a:t>Adopción</a:t>
            </a:r>
          </a:p>
          <a:p>
            <a:pPr algn="ctr"/>
            <a:r>
              <a:rPr sz="900">
                <a:solidFill>
                  <a:srgbClr val="FFFFFF"/>
                </a:solidFill>
              </a:rPr>
              <a:t>Q4 · 3 meses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C8217A"/>
                </a:solidFill>
              </a:rPr>
              <a:t>05 · MÉTRICAS</a:t>
            </a:r>
          </a:p>
          <a:p>
            <a:r>
              <a:rPr sz="2200" b="1">
                <a:solidFill>
                  <a:srgbClr val="4F062A"/>
                </a:solidFill>
              </a:rPr>
              <a:t>KPIs de éxito al cierre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80160"/>
          <a:ext cx="112471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685800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KPI</a:t>
                      </a:r>
                    </a:p>
                  </a:txBody>
                  <a:tcPr>
                    <a:solidFill>
                      <a:srgbClr val="4F06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Baseline</a:t>
                      </a:r>
                    </a:p>
                  </a:txBody>
                  <a:tcPr>
                    <a:solidFill>
                      <a:srgbClr val="4F06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Target Q4</a:t>
                      </a:r>
                    </a:p>
                  </a:txBody>
                  <a:tcPr>
                    <a:solidFill>
                      <a:srgbClr val="4F06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Reducción</a:t>
                      </a:r>
                    </a:p>
                  </a:txBody>
                  <a:tcPr>
                    <a:solidFill>
                      <a:srgbClr val="4F062A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MTTD (detection)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18 días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2 días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−89%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MTTR (response)</a:t>
                      </a:r>
                    </a:p>
                  </a:txBody>
                  <a:tcPr>
                    <a:solidFill>
                      <a:srgbClr val="E8DDD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8 días</a:t>
                      </a:r>
                    </a:p>
                  </a:txBody>
                  <a:tcPr>
                    <a:solidFill>
                      <a:srgbClr val="E8DDD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1 día</a:t>
                      </a:r>
                    </a:p>
                  </a:txBody>
                  <a:tcPr>
                    <a:solidFill>
                      <a:srgbClr val="E8DDD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−87%</a:t>
                      </a:r>
                    </a:p>
                  </a:txBody>
                  <a:tcPr>
                    <a:solidFill>
                      <a:srgbClr val="E8DDD2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Phishing click 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12%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−83%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Cobertura MFA</a:t>
                      </a:r>
                    </a:p>
                  </a:txBody>
                  <a:tcPr>
                    <a:solidFill>
                      <a:srgbClr val="E8DDD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68%</a:t>
                      </a:r>
                    </a:p>
                  </a:txBody>
                  <a:tcPr>
                    <a:solidFill>
                      <a:srgbClr val="E8DDD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100%</a:t>
                      </a:r>
                    </a:p>
                  </a:txBody>
                  <a:tcPr>
                    <a:solidFill>
                      <a:srgbClr val="E8DDD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+47%</a:t>
                      </a:r>
                    </a:p>
                  </a:txBody>
                  <a:tcPr>
                    <a:solidFill>
                      <a:srgbClr val="E8DDD2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Incidentes críticos/año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−73%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C8217A"/>
                </a:solidFill>
              </a:rPr>
              <a:t>06 · EQUIPO</a:t>
            </a:r>
          </a:p>
          <a:p>
            <a:r>
              <a:rPr sz="2200" b="1">
                <a:solidFill>
                  <a:srgbClr val="4F062A"/>
                </a:solidFill>
              </a:rPr>
              <a:t>Equipo Minsait dedicado · 10 profesionales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80160"/>
          <a:ext cx="112471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587828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Rol</a:t>
                      </a:r>
                    </a:p>
                  </a:txBody>
                  <a:tcPr>
                    <a:solidFill>
                      <a:srgbClr val="4F06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Perfil</a:t>
                      </a:r>
                    </a:p>
                  </a:txBody>
                  <a:tcPr>
                    <a:solidFill>
                      <a:srgbClr val="4F06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Dedicación</a:t>
                      </a:r>
                    </a:p>
                  </a:txBody>
                  <a:tcPr>
                    <a:solidFill>
                      <a:srgbClr val="4F062A"/>
                    </a:solidFill>
                  </a:tcPr>
                </a:tc>
              </a:tr>
              <a:tr h="587828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Partner Cyber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18a · Ex-CISO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Manager Sr</a:t>
                      </a:r>
                    </a:p>
                  </a:txBody>
                  <a:tcPr>
                    <a:solidFill>
                      <a:srgbClr val="E8DDD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12a · CISSP</a:t>
                      </a:r>
                    </a:p>
                  </a:txBody>
                  <a:tcPr>
                    <a:solidFill>
                      <a:srgbClr val="E8DDD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60%</a:t>
                      </a:r>
                    </a:p>
                  </a:txBody>
                  <a:tcPr>
                    <a:solidFill>
                      <a:srgbClr val="E8DDD2"/>
                    </a:solidFill>
                  </a:tcPr>
                </a:tc>
              </a:tr>
              <a:tr h="587828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Cons Sr SOC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8a · OSCE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Cons Sr Identity</a:t>
                      </a:r>
                    </a:p>
                  </a:txBody>
                  <a:tcPr>
                    <a:solidFill>
                      <a:srgbClr val="E8DDD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8a · CISM</a:t>
                      </a:r>
                    </a:p>
                  </a:txBody>
                  <a:tcPr>
                    <a:solidFill>
                      <a:srgbClr val="E8DDD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100%</a:t>
                      </a:r>
                    </a:p>
                  </a:txBody>
                  <a:tcPr>
                    <a:solidFill>
                      <a:srgbClr val="E8DDD2"/>
                    </a:solidFill>
                  </a:tcPr>
                </a:tc>
              </a:tr>
              <a:tr h="587828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Cons Sr GRC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7a · ISO 27001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32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Cons Jr x5</a:t>
                      </a:r>
                    </a:p>
                  </a:txBody>
                  <a:tcPr>
                    <a:solidFill>
                      <a:srgbClr val="E8DDD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3-5a</a:t>
                      </a:r>
                    </a:p>
                  </a:txBody>
                  <a:tcPr>
                    <a:solidFill>
                      <a:srgbClr val="E8DDD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100%</a:t>
                      </a:r>
                    </a:p>
                  </a:txBody>
                  <a:tcPr>
                    <a:solidFill>
                      <a:srgbClr val="E8DDD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C8217A"/>
                </a:solidFill>
              </a:rPr>
              <a:t>07 · INVERSIÓN</a:t>
            </a:r>
          </a:p>
          <a:p>
            <a:r>
              <a:rPr sz="2200" b="1">
                <a:solidFill>
                  <a:srgbClr val="4F062A"/>
                </a:solidFill>
              </a:rPr>
              <a:t>USD 1.2M · facturación trimestral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80160"/>
          <a:ext cx="112471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685800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Q</a:t>
                      </a:r>
                    </a:p>
                  </a:txBody>
                  <a:tcPr>
                    <a:solidFill>
                      <a:srgbClr val="4F06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Honorarios</a:t>
                      </a:r>
                    </a:p>
                  </a:txBody>
                  <a:tcPr>
                    <a:solidFill>
                      <a:srgbClr val="4F06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Hito</a:t>
                      </a:r>
                    </a:p>
                  </a:txBody>
                  <a:tcPr>
                    <a:solidFill>
                      <a:srgbClr val="4F062A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Q1 Discovery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250,000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Diagnóstico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Q2 Quick wins</a:t>
                      </a:r>
                    </a:p>
                  </a:txBody>
                  <a:tcPr>
                    <a:solidFill>
                      <a:srgbClr val="E8DDD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350,000</a:t>
                      </a:r>
                    </a:p>
                  </a:txBody>
                  <a:tcPr>
                    <a:solidFill>
                      <a:srgbClr val="E8DDD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Top 10 brechas</a:t>
                      </a:r>
                    </a:p>
                  </a:txBody>
                  <a:tcPr>
                    <a:solidFill>
                      <a:srgbClr val="E8DDD2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Q3 Implementación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400,000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Stack desplegado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Q4 Adopción</a:t>
                      </a:r>
                    </a:p>
                  </a:txBody>
                  <a:tcPr>
                    <a:solidFill>
                      <a:srgbClr val="E8DDD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200,000</a:t>
                      </a:r>
                    </a:p>
                  </a:txBody>
                  <a:tcPr>
                    <a:solidFill>
                      <a:srgbClr val="E8DDD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Playbooks vivos</a:t>
                      </a:r>
                    </a:p>
                  </a:txBody>
                  <a:tcPr>
                    <a:solidFill>
                      <a:srgbClr val="E8DDD2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1,200,000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444444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i="1">
                <a:solidFill>
                  <a:srgbClr val="444444"/>
                </a:solidFill>
              </a:rPr>
              <a:t>Vigencia 30 días · IGV no incluido · Licencias de software no incluidas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4F062A"/>
                </a:solidFill>
              </a:rPr>
              <a:t>Gracias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2286000"/>
            <a:ext cx="91440" cy="2286000"/>
          </a:xfrm>
          <a:prstGeom prst="rect">
            <a:avLst/>
          </a:prstGeom>
          <a:solidFill>
            <a:srgbClr val="C821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645920" y="2286000"/>
            <a:ext cx="9144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i="1">
                <a:solidFill>
                  <a:srgbClr val="4F062A"/>
                </a:solidFill>
              </a:rPr>
              <a:t>"En ciberseguridad, la pregunta no es si vas a ser atacado: es cuándo y qué tan preparado estás."</a:t>
            </a:r>
          </a:p>
          <a:p>
            <a:r>
              <a:rPr sz="1100">
                <a:solidFill>
                  <a:srgbClr val="444444"/>
                </a:solidFill>
              </a:rPr>
              <a:t>— Minsait Cyber Practice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INDRA THEME">
  <a:themeElements>
    <a:clrScheme name="MINSAIT COLORS">
      <a:dk1>
        <a:srgbClr val="4F062A"/>
      </a:dk1>
      <a:lt1>
        <a:srgbClr val="FFFFFF"/>
      </a:lt1>
      <a:dk2>
        <a:srgbClr val="260717"/>
      </a:dk2>
      <a:lt2>
        <a:srgbClr val="E3E2DA"/>
      </a:lt2>
      <a:accent1>
        <a:srgbClr val="FF0054"/>
      </a:accent1>
      <a:accent2>
        <a:srgbClr val="44B757"/>
      </a:accent2>
      <a:accent3>
        <a:srgbClr val="8661F5"/>
      </a:accent3>
      <a:accent4>
        <a:srgbClr val="E56813"/>
      </a:accent4>
      <a:accent5>
        <a:srgbClr val="00B0BD"/>
      </a:accent5>
      <a:accent6>
        <a:srgbClr val="EF659D"/>
      </a:accent6>
      <a:hlink>
        <a:srgbClr val="FF0054"/>
      </a:hlink>
      <a:folHlink>
        <a:srgbClr val="A40037"/>
      </a:folHlink>
    </a:clrScheme>
    <a:fontScheme name="INDRA Fonts">
      <a:majorFont>
        <a:latin typeface="ForFuture Sans"/>
        <a:ea typeface=""/>
        <a:cs typeface=""/>
      </a:majorFont>
      <a:minorFont>
        <a:latin typeface="ForFuture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lIns="180000" tIns="180000" rIns="180000" bIns="180000" rtlCol="0" anchor="t" anchorCtr="0"/>
      <a:lstStyle>
        <a:defPPr>
          <a:defRPr sz="14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noAutofit/>
      </a:bodyPr>
      <a:lstStyle>
        <a:defPPr>
          <a:defRPr sz="12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PT_MINSAIT_v2_16122024 (1)" id="{3BD2A23A-B48E-4C4C-B5C5-01D5CBA66CB0}" vid="{C4EB3149-EAE4-7749-845C-D157ED4927A8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Words>7765</Words>
  <Application>Microsoft Macintosh PowerPoint</Application>
  <PresentationFormat>Panorámica</PresentationFormat>
  <Paragraphs>1111</Paragraphs>
  <Slides>130</Slides>
  <Notes>20</Notes>
  <HiddenSlides>0</HiddenSlides>
  <MMClips>0</MMClips>
  <ScaleCrop>false</ScaleCrop>
  <HeadingPairs>
    <vt:vector size="8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130</vt:i4>
      </vt:variant>
    </vt:vector>
  </HeadingPairs>
  <TitlesOfParts>
    <vt:vector size="137" baseType="lpstr">
      <vt:lpstr>Aptos</vt:lpstr>
      <vt:lpstr>Arial</vt:lpstr>
      <vt:lpstr>Calibri</vt:lpstr>
      <vt:lpstr>ForFuture Sans</vt:lpstr>
      <vt:lpstr>ForFuture Sans Medium</vt:lpstr>
      <vt:lpstr>INDRA THEME</vt:lpstr>
      <vt:lpstr>Diapositiva de think-cell</vt:lpstr>
      <vt:lpstr>Powerpoint Template V.02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Título estándar para diapositiva base</vt:lpstr>
      <vt:lpstr>Presentación de PowerPoint</vt:lpstr>
      <vt:lpstr>Título estándar para diapositiva base</vt:lpstr>
      <vt:lpstr>Presentación de PowerPoint</vt:lpstr>
      <vt:lpstr>Presentación de PowerPoint</vt:lpstr>
      <vt:lpstr>Presentación de PowerPoint</vt:lpstr>
      <vt:lpstr>Powerpoint Ejemplos composición </vt:lpstr>
      <vt:lpstr>Presentación de PowerPoint</vt:lpstr>
      <vt:lpstr>Portadas</vt:lpstr>
      <vt:lpstr>Portadas principales</vt:lpstr>
      <vt:lpstr>Technology for  a more connected future </vt:lpstr>
      <vt:lpstr>Technology for a better future </vt:lpstr>
      <vt:lpstr>Technology for a better future </vt:lpstr>
      <vt:lpstr>Technology for  a more connected future</vt:lpstr>
      <vt:lpstr>Technology for a better future </vt:lpstr>
      <vt:lpstr>Technology for  a more connected future</vt:lpstr>
      <vt:lpstr>Technology for a better future </vt:lpstr>
      <vt:lpstr>Portadas con partner</vt:lpstr>
      <vt:lpstr>Technology for  a more connected future </vt:lpstr>
      <vt:lpstr>Technology for a better future </vt:lpstr>
      <vt:lpstr>Technology for a better future </vt:lpstr>
      <vt:lpstr>Technology for  a more connected future</vt:lpstr>
      <vt:lpstr>Technology for  a more connected future </vt:lpstr>
      <vt:lpstr>Technology for a better future</vt:lpstr>
      <vt:lpstr>Portadas con cliente</vt:lpstr>
      <vt:lpstr>Technology for  a more connected future</vt:lpstr>
      <vt:lpstr>Technology for a better future </vt:lpstr>
      <vt:lpstr>Technology for a better future </vt:lpstr>
      <vt:lpstr>Texto legal</vt:lpstr>
      <vt:lpstr>Presentación de PowerPoint</vt:lpstr>
      <vt:lpstr>Índices</vt:lpstr>
      <vt:lpstr>Presentación de PowerPoint</vt:lpstr>
      <vt:lpstr>Presentación de PowerPoint</vt:lpstr>
      <vt:lpstr>Presentación de PowerPoint</vt:lpstr>
      <vt:lpstr>Separatas</vt:lpstr>
      <vt:lpstr>Título de separata principal, lorem ipsum dolor amet</vt:lpstr>
      <vt:lpstr>Título de separata principal, lorem ipsum dolor amet</vt:lpstr>
      <vt:lpstr>Título separata secundaria, lorem ipsum dolor amet</vt:lpstr>
      <vt:lpstr>Título separata secundaria, lorem ipsum dolor amet</vt:lpstr>
      <vt:lpstr>Contenido - Texto</vt:lpstr>
      <vt:lpstr>Título de la diapositiva. Lorem ipsum dolor sit amet, consectetuer adipiscing elit</vt:lpstr>
      <vt:lpstr>Título de la diapositiva. Lorem ipsum dolor sit amet, consectetuer adipiscing elit</vt:lpstr>
      <vt:lpstr>Título de la diapositiva. Lorem ipsum dolor sit amet, consectetuer adipiscing elit</vt:lpstr>
      <vt:lpstr>Contenido - Imágenes</vt:lpstr>
      <vt:lpstr>Presentación de PowerPoint</vt:lpstr>
      <vt:lpstr>Presentación de PowerPoint</vt:lpstr>
      <vt:lpstr>Presentación de PowerPoint</vt:lpstr>
      <vt:lpstr>Título de la diapositiva. Lorem ipsum dolor sit amet, consectetuer adipiscing elit</vt:lpstr>
      <vt:lpstr>Contenido - Idea Principal</vt:lpstr>
      <vt:lpstr>Somos la compañía especializada referente a nivel global en servicios de consultoría TI y transformación digital que, a través de la transformación y el crecimiento de los negocios, impulsamos cada día un futuro más digital, humano y conectado.  </vt:lpstr>
      <vt:lpstr>Somos la compañía especializada referente a nivel global en servicios de consultoría TI y transformación digital que, a través de la transformación y el crecimiento de los negocios, impulsamos cada día un futuro más digital, humano y conectado.  </vt:lpstr>
      <vt:lpstr>Conectamos talento, tecnología y negocios para generar crecimiento e impacto positivo y sostenible</vt:lpstr>
      <vt:lpstr>Conectamos talento, tecnología y negocios para generar crecimiento e impacto positivo y sostenible</vt:lpstr>
      <vt:lpstr>Composiciones </vt:lpstr>
      <vt:lpstr>Mapas</vt:lpstr>
      <vt:lpstr>Título de la diapositiva. Lorem ipsum dolor sit amet, consectetuer adipiscing elit</vt:lpstr>
      <vt:lpstr>Título de la diapositiva. Lorem ipsum dolor sit amet, consectetuer adipiscing elit</vt:lpstr>
      <vt:lpstr>Texto + Imagen + Cifras</vt:lpstr>
      <vt:lpstr>Título de la diapositiva. Lorem ipsum dolor sit amet, consectetuer adipiscing elit</vt:lpstr>
      <vt:lpstr>Título de la diapositiva. Lorem ipsum dolor sit amet, consectetuer adipiscing elit</vt:lpstr>
      <vt:lpstr>Título de la diapositiva. Lorem ipsum dolor sit amet, consectetuer adipiscing elit</vt:lpstr>
      <vt:lpstr>Título de la diapositiva. Lorem ipsum dolor sit amet</vt:lpstr>
      <vt:lpstr>Título de la diapositiva. Lorem ipsum dolor sit amet</vt:lpstr>
      <vt:lpstr>Título de la diapositiva Lorem ipsum dolor sit amet</vt:lpstr>
      <vt:lpstr>Título de la diapositiva</vt:lpstr>
      <vt:lpstr>Título de la diapositiva Lorem ipsum dolor sit amet</vt:lpstr>
      <vt:lpstr>Título estándar para diapositiva base</vt:lpstr>
      <vt:lpstr>A business model based on a comprehensive portfolio of  high-value solutions and R&amp;D activity</vt:lpstr>
      <vt:lpstr>A business model based on a comprehensive portfolio of  high-value solutions and R&amp;D activity</vt:lpstr>
      <vt:lpstr>A business model based on a comprehensive portfolio of  high-value solutions and R&amp;D activity</vt:lpstr>
      <vt:lpstr>A business model based on a comprehensive portfolio of  high-value solutions and R&amp;D activity</vt:lpstr>
      <vt:lpstr>Título estándar para diapositiva base</vt:lpstr>
      <vt:lpstr>Presentación de PowerPoint</vt:lpstr>
      <vt:lpstr>Título estándar para diapositiva base</vt:lpstr>
      <vt:lpstr>Gráficos + Esquemas + Tablas</vt:lpstr>
      <vt:lpstr>Título de la diapositiva Lorem ipsum dolor sit amet</vt:lpstr>
      <vt:lpstr>Título de la diapositiva Lorem ipsum dolor sit amet</vt:lpstr>
      <vt:lpstr>Título de la diapositiva Lorem ipsum dolor sit amet</vt:lpstr>
      <vt:lpstr>Título de la diapositiva Lorem ipsum dolor sit amet</vt:lpstr>
      <vt:lpstr>Título de la diapositiva Lorem ipsum dolor sit amet</vt:lpstr>
      <vt:lpstr>Título de la diapositiva Lorem ipsum dolor sit</vt:lpstr>
      <vt:lpstr>Cierres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Recursos</vt:lpstr>
      <vt:lpstr>Visores</vt:lpstr>
      <vt:lpstr>Visores</vt:lpstr>
      <vt:lpstr>Contenedores  con chaflán</vt:lpstr>
      <vt:lpstr>Presentación de PowerPoint</vt:lpstr>
      <vt:lpstr>Presentación de PowerPoint</vt:lpstr>
      <vt:lpstr>Presentación de PowerPoint</vt:lpstr>
      <vt:lpstr>Pie de página y numeración</vt:lpstr>
      <vt:lpstr>Presentación de PowerPoint</vt:lpstr>
      <vt:lpstr>Presentación de PowerPoint</vt:lpstr>
      <vt:lpstr>Powerpoint Guidelines</vt:lpstr>
      <vt:lpstr>Colores Corporativos</vt:lpstr>
      <vt:lpstr>Colores Corporativos</vt:lpstr>
      <vt:lpstr>Tipografía Corporativa</vt:lpstr>
      <vt:lpstr>Tipografía Corporativa</vt:lpstr>
      <vt:lpstr>Layout</vt:lpstr>
      <vt:lpstr>Layout</vt:lpstr>
      <vt:lpstr>Presentación de PowerPoint</vt:lpstr>
      <vt:lpstr>Visores</vt:lpstr>
      <vt:lpstr>Visores</vt:lpstr>
      <vt:lpstr>Contenedores</vt:lpstr>
      <vt:lpstr>Contenedores</vt:lpstr>
      <vt:lpstr>Líneas</vt:lpstr>
      <vt:lpstr>Imágenes  y Fotografías</vt:lpstr>
      <vt:lpstr>Imágenes  y Fotografías</vt:lpstr>
      <vt:lpstr>Imágenes  y Fotografías</vt:lpstr>
      <vt:lpstr>Gráficos y  Tablas</vt:lpstr>
      <vt:lpstr>Gráficos y  Tablas</vt:lpstr>
      <vt:lpstr>Animaciones de entrada</vt:lpstr>
      <vt:lpstr>Presentación de PowerPoint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Template V.02</dc:title>
  <dc:creator>Microsoft Office User</dc:creator>
  <cp:lastModifiedBy>Microsoft Office User</cp:lastModifiedBy>
  <cp:revision>2</cp:revision>
  <dcterms:created xsi:type="dcterms:W3CDTF">2025-02-24T10:29:14Z</dcterms:created>
  <dcterms:modified xsi:type="dcterms:W3CDTF">2025-02-24T10:37:13Z</dcterms:modified>
</cp:coreProperties>
</file>