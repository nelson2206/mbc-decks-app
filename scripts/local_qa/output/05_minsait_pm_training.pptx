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132"/>
  </p:notesMasterIdLst>
  <p:handoutMasterIdLst>
    <p:handoutMasterId r:id="rId13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5A5A"/>
    <a:srgbClr val="E9E8E3"/>
    <a:srgbClr val="E6E6E6"/>
    <a:srgbClr val="E5E4DD"/>
    <a:srgbClr val="000000"/>
    <a:srgbClr val="FFFFFF"/>
    <a:srgbClr val="00A3B1"/>
    <a:srgbClr val="00BA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500" autoAdjust="0"/>
    <p:restoredTop sz="94660"/>
  </p:normalViewPr>
  <p:slideViewPr>
    <p:cSldViewPr showGuides="1">
      <p:cViewPr varScale="1">
        <p:scale>
          <a:sx n="92" d="100"/>
          <a:sy n="92" d="100"/>
        </p:scale>
        <p:origin x="176" y="71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howGuides="1">
      <p:cViewPr varScale="1">
        <p:scale>
          <a:sx n="89" d="100"/>
          <a:sy n="89" d="100"/>
        </p:scale>
        <p:origin x="3259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32" Type="http://schemas.openxmlformats.org/officeDocument/2006/relationships/notesMaster" Target="notesMasters/notesMaster1.xml"/><Relationship Id="rId133" Type="http://schemas.openxmlformats.org/officeDocument/2006/relationships/handoutMaster" Target="handoutMasters/handoutMaster1.xml"/><Relationship Id="rId134" Type="http://schemas.openxmlformats.org/officeDocument/2006/relationships/commentAuthors" Target="commentAuthors.xml"/><Relationship Id="rId135" Type="http://schemas.openxmlformats.org/officeDocument/2006/relationships/presProps" Target="presProps.xml"/><Relationship Id="rId136" Type="http://schemas.openxmlformats.org/officeDocument/2006/relationships/viewProps" Target="viewProps.xml"/><Relationship Id="rId137" Type="http://schemas.openxmlformats.org/officeDocument/2006/relationships/theme" Target="theme/theme1.xml"/><Relationship Id="rId13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9B76C1-5D6A-4BE8-9E13-EB92B623AC55}" type="datetimeFigureOut">
              <a:rPr lang="es-ES" smtClean="0"/>
              <a:t>24/2/25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EB8445-AEE5-4B15-A732-6F342B1240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49674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D35EC-AF0A-4DE7-855D-4EF6B0151212}" type="datetimeFigureOut">
              <a:rPr lang="es-ES" smtClean="0"/>
              <a:t>24/2/25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AE8CD-FAC3-447B-AA62-CC577D5700D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0102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V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075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8981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sp>
        <p:nvSpPr>
          <p:cNvPr id="22" name="Marcador de posición de imagen 21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334963"/>
            <a:ext cx="5759450" cy="6188074"/>
          </a:xfrm>
          <a:custGeom>
            <a:avLst/>
            <a:gdLst>
              <a:gd name="connsiteX0" fmla="*/ 144000 w 5759450"/>
              <a:gd name="connsiteY0" fmla="*/ 0 h 6188074"/>
              <a:gd name="connsiteX1" fmla="*/ 5616009 w 5759450"/>
              <a:gd name="connsiteY1" fmla="*/ 0 h 6188074"/>
              <a:gd name="connsiteX2" fmla="*/ 5759450 w 5759450"/>
              <a:gd name="connsiteY2" fmla="*/ 143441 h 6188074"/>
              <a:gd name="connsiteX3" fmla="*/ 5759450 w 5759450"/>
              <a:gd name="connsiteY3" fmla="*/ 6044633 h 6188074"/>
              <a:gd name="connsiteX4" fmla="*/ 5616009 w 5759450"/>
              <a:gd name="connsiteY4" fmla="*/ 6188074 h 6188074"/>
              <a:gd name="connsiteX5" fmla="*/ 144000 w 5759450"/>
              <a:gd name="connsiteY5" fmla="*/ 6188074 h 6188074"/>
              <a:gd name="connsiteX6" fmla="*/ 0 w 5759450"/>
              <a:gd name="connsiteY6" fmla="*/ 6044074 h 6188074"/>
              <a:gd name="connsiteX7" fmla="*/ 0 w 5759450"/>
              <a:gd name="connsiteY7" fmla="*/ 144000 h 6188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59450" h="6188074">
                <a:moveTo>
                  <a:pt x="144000" y="0"/>
                </a:moveTo>
                <a:lnTo>
                  <a:pt x="5616009" y="0"/>
                </a:lnTo>
                <a:lnTo>
                  <a:pt x="5759450" y="143441"/>
                </a:lnTo>
                <a:lnTo>
                  <a:pt x="5759450" y="6044633"/>
                </a:lnTo>
                <a:lnTo>
                  <a:pt x="5616009" y="6188074"/>
                </a:lnTo>
                <a:lnTo>
                  <a:pt x="144000" y="6188074"/>
                </a:lnTo>
                <a:lnTo>
                  <a:pt x="0" y="6044074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rgbClr val="FFFFFF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071094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H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2708993"/>
            <a:ext cx="8639482" cy="3600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7935637" y="1490400"/>
            <a:ext cx="298080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268976"/>
            <a:ext cx="8639482" cy="1350015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9606038" y="2660125"/>
            <a:ext cx="2249412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Fecha de la presentación</a:t>
            </a:r>
          </a:p>
        </p:txBody>
      </p:sp>
      <p:sp>
        <p:nvSpPr>
          <p:cNvPr id="49" name="Marcador de posición de imagen 48"/>
          <p:cNvSpPr>
            <a:spLocks noGrp="1"/>
          </p:cNvSpPr>
          <p:nvPr>
            <p:ph type="pic" sz="quarter" idx="15" hasCustomPrompt="1"/>
          </p:nvPr>
        </p:nvSpPr>
        <p:spPr>
          <a:xfrm>
            <a:off x="336554" y="3429001"/>
            <a:ext cx="11518897" cy="3094037"/>
          </a:xfrm>
          <a:custGeom>
            <a:avLst/>
            <a:gdLst>
              <a:gd name="connsiteX0" fmla="*/ 144000 w 11518897"/>
              <a:gd name="connsiteY0" fmla="*/ 0 h 3094037"/>
              <a:gd name="connsiteX1" fmla="*/ 11376018 w 11518897"/>
              <a:gd name="connsiteY1" fmla="*/ 0 h 3094037"/>
              <a:gd name="connsiteX2" fmla="*/ 11518897 w 11518897"/>
              <a:gd name="connsiteY2" fmla="*/ 142879 h 3094037"/>
              <a:gd name="connsiteX3" fmla="*/ 11518897 w 11518897"/>
              <a:gd name="connsiteY3" fmla="*/ 2951158 h 3094037"/>
              <a:gd name="connsiteX4" fmla="*/ 11376018 w 11518897"/>
              <a:gd name="connsiteY4" fmla="*/ 3094037 h 3094037"/>
              <a:gd name="connsiteX5" fmla="*/ 144000 w 11518897"/>
              <a:gd name="connsiteY5" fmla="*/ 3094037 h 3094037"/>
              <a:gd name="connsiteX6" fmla="*/ 0 w 11518897"/>
              <a:gd name="connsiteY6" fmla="*/ 2950037 h 3094037"/>
              <a:gd name="connsiteX7" fmla="*/ 0 w 11518897"/>
              <a:gd name="connsiteY7" fmla="*/ 144000 h 309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7" h="3094037">
                <a:moveTo>
                  <a:pt x="144000" y="0"/>
                </a:moveTo>
                <a:lnTo>
                  <a:pt x="11376018" y="0"/>
                </a:lnTo>
                <a:lnTo>
                  <a:pt x="11518897" y="142879"/>
                </a:lnTo>
                <a:lnTo>
                  <a:pt x="11518897" y="2951158"/>
                </a:lnTo>
                <a:lnTo>
                  <a:pt x="11376018" y="3094037"/>
                </a:lnTo>
                <a:lnTo>
                  <a:pt x="144000" y="3094037"/>
                </a:lnTo>
                <a:lnTo>
                  <a:pt x="0" y="2950037"/>
                </a:lnTo>
                <a:lnTo>
                  <a:pt x="0" y="144000"/>
                </a:lnTo>
                <a:close/>
              </a:path>
            </a:pathLst>
          </a:custGeom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rgbClr val="FFFFFF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14068371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V - Blan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075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8981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sp>
        <p:nvSpPr>
          <p:cNvPr id="22" name="Marcador de posición de imagen 21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334963"/>
            <a:ext cx="5759450" cy="6188074"/>
          </a:xfrm>
          <a:custGeom>
            <a:avLst/>
            <a:gdLst>
              <a:gd name="connsiteX0" fmla="*/ 144000 w 5759450"/>
              <a:gd name="connsiteY0" fmla="*/ 0 h 6188074"/>
              <a:gd name="connsiteX1" fmla="*/ 5616009 w 5759450"/>
              <a:gd name="connsiteY1" fmla="*/ 0 h 6188074"/>
              <a:gd name="connsiteX2" fmla="*/ 5759450 w 5759450"/>
              <a:gd name="connsiteY2" fmla="*/ 143441 h 6188074"/>
              <a:gd name="connsiteX3" fmla="*/ 5759450 w 5759450"/>
              <a:gd name="connsiteY3" fmla="*/ 6044633 h 6188074"/>
              <a:gd name="connsiteX4" fmla="*/ 5616009 w 5759450"/>
              <a:gd name="connsiteY4" fmla="*/ 6188074 h 6188074"/>
              <a:gd name="connsiteX5" fmla="*/ 144000 w 5759450"/>
              <a:gd name="connsiteY5" fmla="*/ 6188074 h 6188074"/>
              <a:gd name="connsiteX6" fmla="*/ 0 w 5759450"/>
              <a:gd name="connsiteY6" fmla="*/ 6044074 h 6188074"/>
              <a:gd name="connsiteX7" fmla="*/ 0 w 5759450"/>
              <a:gd name="connsiteY7" fmla="*/ 144000 h 6188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59450" h="6188074">
                <a:moveTo>
                  <a:pt x="144000" y="0"/>
                </a:moveTo>
                <a:lnTo>
                  <a:pt x="5616009" y="0"/>
                </a:lnTo>
                <a:lnTo>
                  <a:pt x="5759450" y="143441"/>
                </a:lnTo>
                <a:lnTo>
                  <a:pt x="5759450" y="6044633"/>
                </a:lnTo>
                <a:lnTo>
                  <a:pt x="5616009" y="6188074"/>
                </a:lnTo>
                <a:lnTo>
                  <a:pt x="144000" y="6188074"/>
                </a:lnTo>
                <a:lnTo>
                  <a:pt x="0" y="6044074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bg1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1666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H - Blan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2708993"/>
            <a:ext cx="8639482" cy="3600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7935637" y="1490400"/>
            <a:ext cx="298080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268976"/>
            <a:ext cx="8639482" cy="1350015"/>
          </a:xfrm>
        </p:spPr>
        <p:txBody>
          <a:bodyPr/>
          <a:lstStyle>
            <a:lvl1pPr>
              <a:lnSpc>
                <a:spcPct val="85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9606038" y="2660125"/>
            <a:ext cx="2249412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Fecha de la presentación</a:t>
            </a:r>
          </a:p>
        </p:txBody>
      </p:sp>
      <p:sp>
        <p:nvSpPr>
          <p:cNvPr id="49" name="Marcador de posición de imagen 48"/>
          <p:cNvSpPr>
            <a:spLocks noGrp="1"/>
          </p:cNvSpPr>
          <p:nvPr>
            <p:ph type="pic" sz="quarter" idx="15" hasCustomPrompt="1"/>
          </p:nvPr>
        </p:nvSpPr>
        <p:spPr>
          <a:xfrm>
            <a:off x="336554" y="3429001"/>
            <a:ext cx="11518897" cy="3094037"/>
          </a:xfrm>
          <a:custGeom>
            <a:avLst/>
            <a:gdLst>
              <a:gd name="connsiteX0" fmla="*/ 144000 w 11518897"/>
              <a:gd name="connsiteY0" fmla="*/ 0 h 3094037"/>
              <a:gd name="connsiteX1" fmla="*/ 11376018 w 11518897"/>
              <a:gd name="connsiteY1" fmla="*/ 0 h 3094037"/>
              <a:gd name="connsiteX2" fmla="*/ 11518897 w 11518897"/>
              <a:gd name="connsiteY2" fmla="*/ 142879 h 3094037"/>
              <a:gd name="connsiteX3" fmla="*/ 11518897 w 11518897"/>
              <a:gd name="connsiteY3" fmla="*/ 2951158 h 3094037"/>
              <a:gd name="connsiteX4" fmla="*/ 11376018 w 11518897"/>
              <a:gd name="connsiteY4" fmla="*/ 3094037 h 3094037"/>
              <a:gd name="connsiteX5" fmla="*/ 144000 w 11518897"/>
              <a:gd name="connsiteY5" fmla="*/ 3094037 h 3094037"/>
              <a:gd name="connsiteX6" fmla="*/ 0 w 11518897"/>
              <a:gd name="connsiteY6" fmla="*/ 2950037 h 3094037"/>
              <a:gd name="connsiteX7" fmla="*/ 0 w 11518897"/>
              <a:gd name="connsiteY7" fmla="*/ 144000 h 309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7" h="3094037">
                <a:moveTo>
                  <a:pt x="144000" y="0"/>
                </a:moveTo>
                <a:lnTo>
                  <a:pt x="11376018" y="0"/>
                </a:lnTo>
                <a:lnTo>
                  <a:pt x="11518897" y="142879"/>
                </a:lnTo>
                <a:lnTo>
                  <a:pt x="11518897" y="2951158"/>
                </a:lnTo>
                <a:lnTo>
                  <a:pt x="11376018" y="3094037"/>
                </a:lnTo>
                <a:lnTo>
                  <a:pt x="144000" y="3094037"/>
                </a:lnTo>
                <a:lnTo>
                  <a:pt x="0" y="2950037"/>
                </a:lnTo>
                <a:lnTo>
                  <a:pt x="0" y="144000"/>
                </a:lnTo>
                <a:close/>
              </a:path>
            </a:pathLst>
          </a:custGeom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bg1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876394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FULL - Image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2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9989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rgbClr val="FFFFFF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42522912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V - Pruno+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3883320C-893C-E852-65DA-C4DBC29EEBA0}"/>
              </a:ext>
            </a:extLst>
          </p:cNvPr>
          <p:cNvSpPr/>
          <p:nvPr userDrawn="1"/>
        </p:nvSpPr>
        <p:spPr>
          <a:xfrm>
            <a:off x="0" y="0"/>
            <a:ext cx="12192000" cy="88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8"/>
            <a:ext cx="5039442" cy="72000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8981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cxnSp>
        <p:nvCxnSpPr>
          <p:cNvPr id="16" name="Conector recto 15"/>
          <p:cNvCxnSpPr/>
          <p:nvPr userDrawn="1"/>
        </p:nvCxnSpPr>
        <p:spPr>
          <a:xfrm flipV="1">
            <a:off x="2855640" y="334963"/>
            <a:ext cx="0" cy="214005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arcador de posición de imagen 17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1" y="1215043"/>
            <a:ext cx="5760009" cy="5306407"/>
          </a:xfrm>
          <a:custGeom>
            <a:avLst/>
            <a:gdLst>
              <a:gd name="connsiteX0" fmla="*/ 143999 w 5760009"/>
              <a:gd name="connsiteY0" fmla="*/ 0 h 5306407"/>
              <a:gd name="connsiteX1" fmla="*/ 5616010 w 5760009"/>
              <a:gd name="connsiteY1" fmla="*/ 0 h 5306407"/>
              <a:gd name="connsiteX2" fmla="*/ 5760009 w 5760009"/>
              <a:gd name="connsiteY2" fmla="*/ 143999 h 5306407"/>
              <a:gd name="connsiteX3" fmla="*/ 5760009 w 5760009"/>
              <a:gd name="connsiteY3" fmla="*/ 5162407 h 5306407"/>
              <a:gd name="connsiteX4" fmla="*/ 5616009 w 5760009"/>
              <a:gd name="connsiteY4" fmla="*/ 5306407 h 5306407"/>
              <a:gd name="connsiteX5" fmla="*/ 144000 w 5760009"/>
              <a:gd name="connsiteY5" fmla="*/ 5306407 h 5306407"/>
              <a:gd name="connsiteX6" fmla="*/ 0 w 5760009"/>
              <a:gd name="connsiteY6" fmla="*/ 5162407 h 5306407"/>
              <a:gd name="connsiteX7" fmla="*/ 0 w 5760009"/>
              <a:gd name="connsiteY7" fmla="*/ 143999 h 5306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60009" h="5306407">
                <a:moveTo>
                  <a:pt x="143999" y="0"/>
                </a:moveTo>
                <a:lnTo>
                  <a:pt x="5616010" y="0"/>
                </a:lnTo>
                <a:lnTo>
                  <a:pt x="5760009" y="143999"/>
                </a:lnTo>
                <a:lnTo>
                  <a:pt x="5760009" y="5162407"/>
                </a:lnTo>
                <a:lnTo>
                  <a:pt x="5616009" y="5306407"/>
                </a:lnTo>
                <a:lnTo>
                  <a:pt x="144000" y="5306407"/>
                </a:lnTo>
                <a:lnTo>
                  <a:pt x="0" y="5162407"/>
                </a:lnTo>
                <a:lnTo>
                  <a:pt x="0" y="14399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7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bg1"/>
          </a:solidFill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685533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H - Pruno+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2708993"/>
            <a:ext cx="8639482" cy="3600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7935637" y="1490400"/>
            <a:ext cx="298080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268976"/>
            <a:ext cx="8639482" cy="1350015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9606038" y="2660125"/>
            <a:ext cx="2249412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Fecha de la presentación</a:t>
            </a:r>
          </a:p>
        </p:txBody>
      </p:sp>
      <p:sp>
        <p:nvSpPr>
          <p:cNvPr id="49" name="Marcador de posición de imagen 48"/>
          <p:cNvSpPr>
            <a:spLocks noGrp="1"/>
          </p:cNvSpPr>
          <p:nvPr>
            <p:ph type="pic" sz="quarter" idx="15" hasCustomPrompt="1"/>
          </p:nvPr>
        </p:nvSpPr>
        <p:spPr>
          <a:xfrm>
            <a:off x="336554" y="3429001"/>
            <a:ext cx="11518897" cy="3094037"/>
          </a:xfrm>
          <a:custGeom>
            <a:avLst/>
            <a:gdLst>
              <a:gd name="connsiteX0" fmla="*/ 144000 w 11518897"/>
              <a:gd name="connsiteY0" fmla="*/ 0 h 3094037"/>
              <a:gd name="connsiteX1" fmla="*/ 11376018 w 11518897"/>
              <a:gd name="connsiteY1" fmla="*/ 0 h 3094037"/>
              <a:gd name="connsiteX2" fmla="*/ 11518897 w 11518897"/>
              <a:gd name="connsiteY2" fmla="*/ 142879 h 3094037"/>
              <a:gd name="connsiteX3" fmla="*/ 11518897 w 11518897"/>
              <a:gd name="connsiteY3" fmla="*/ 2951158 h 3094037"/>
              <a:gd name="connsiteX4" fmla="*/ 11376018 w 11518897"/>
              <a:gd name="connsiteY4" fmla="*/ 3094037 h 3094037"/>
              <a:gd name="connsiteX5" fmla="*/ 144000 w 11518897"/>
              <a:gd name="connsiteY5" fmla="*/ 3094037 h 3094037"/>
              <a:gd name="connsiteX6" fmla="*/ 0 w 11518897"/>
              <a:gd name="connsiteY6" fmla="*/ 2950037 h 3094037"/>
              <a:gd name="connsiteX7" fmla="*/ 0 w 11518897"/>
              <a:gd name="connsiteY7" fmla="*/ 144000 h 309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7" h="3094037">
                <a:moveTo>
                  <a:pt x="144000" y="0"/>
                </a:moveTo>
                <a:lnTo>
                  <a:pt x="11376018" y="0"/>
                </a:lnTo>
                <a:lnTo>
                  <a:pt x="11518897" y="142879"/>
                </a:lnTo>
                <a:lnTo>
                  <a:pt x="11518897" y="2951158"/>
                </a:lnTo>
                <a:lnTo>
                  <a:pt x="11376018" y="3094037"/>
                </a:lnTo>
                <a:lnTo>
                  <a:pt x="144000" y="3094037"/>
                </a:lnTo>
                <a:lnTo>
                  <a:pt x="0" y="2950037"/>
                </a:lnTo>
                <a:lnTo>
                  <a:pt x="0" y="144000"/>
                </a:lnTo>
                <a:close/>
              </a:path>
            </a:pathLst>
          </a:custGeom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883320C-893C-E852-65DA-C4DBC29EEBA0}"/>
              </a:ext>
            </a:extLst>
          </p:cNvPr>
          <p:cNvSpPr/>
          <p:nvPr userDrawn="1"/>
        </p:nvSpPr>
        <p:spPr>
          <a:xfrm>
            <a:off x="0" y="0"/>
            <a:ext cx="12192000" cy="88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cxnSp>
        <p:nvCxnSpPr>
          <p:cNvPr id="13" name="Conector recto 12"/>
          <p:cNvCxnSpPr/>
          <p:nvPr userDrawn="1"/>
        </p:nvCxnSpPr>
        <p:spPr>
          <a:xfrm flipV="1">
            <a:off x="2855640" y="334963"/>
            <a:ext cx="0" cy="214005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bg1"/>
          </a:solidFill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572643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FULL - Image+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882000"/>
            <a:ext cx="12192000" cy="5976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2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9989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883320C-893C-E852-65DA-C4DBC29EEBA0}"/>
              </a:ext>
            </a:extLst>
          </p:cNvPr>
          <p:cNvSpPr/>
          <p:nvPr userDrawn="1"/>
        </p:nvSpPr>
        <p:spPr>
          <a:xfrm>
            <a:off x="0" y="0"/>
            <a:ext cx="12192000" cy="88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cxnSp>
        <p:nvCxnSpPr>
          <p:cNvPr id="13" name="Conector recto 12"/>
          <p:cNvCxnSpPr/>
          <p:nvPr userDrawn="1"/>
        </p:nvCxnSpPr>
        <p:spPr>
          <a:xfrm flipV="1">
            <a:off x="2855640" y="334963"/>
            <a:ext cx="0" cy="214005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bg1"/>
          </a:solidFill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4798962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V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075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8981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sp>
        <p:nvSpPr>
          <p:cNvPr id="22" name="Marcador de posición de imagen 21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334963"/>
            <a:ext cx="5759450" cy="6188074"/>
          </a:xfrm>
          <a:custGeom>
            <a:avLst/>
            <a:gdLst>
              <a:gd name="connsiteX0" fmla="*/ 144000 w 5759450"/>
              <a:gd name="connsiteY0" fmla="*/ 0 h 6188074"/>
              <a:gd name="connsiteX1" fmla="*/ 5616009 w 5759450"/>
              <a:gd name="connsiteY1" fmla="*/ 0 h 6188074"/>
              <a:gd name="connsiteX2" fmla="*/ 5759450 w 5759450"/>
              <a:gd name="connsiteY2" fmla="*/ 143441 h 6188074"/>
              <a:gd name="connsiteX3" fmla="*/ 5759450 w 5759450"/>
              <a:gd name="connsiteY3" fmla="*/ 6044633 h 6188074"/>
              <a:gd name="connsiteX4" fmla="*/ 5616009 w 5759450"/>
              <a:gd name="connsiteY4" fmla="*/ 6188074 h 6188074"/>
              <a:gd name="connsiteX5" fmla="*/ 144000 w 5759450"/>
              <a:gd name="connsiteY5" fmla="*/ 6188074 h 6188074"/>
              <a:gd name="connsiteX6" fmla="*/ 0 w 5759450"/>
              <a:gd name="connsiteY6" fmla="*/ 6044074 h 6188074"/>
              <a:gd name="connsiteX7" fmla="*/ 0 w 5759450"/>
              <a:gd name="connsiteY7" fmla="*/ 144000 h 6188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59450" h="6188074">
                <a:moveTo>
                  <a:pt x="144000" y="0"/>
                </a:moveTo>
                <a:lnTo>
                  <a:pt x="5616009" y="0"/>
                </a:lnTo>
                <a:lnTo>
                  <a:pt x="5759450" y="143441"/>
                </a:lnTo>
                <a:lnTo>
                  <a:pt x="5759450" y="6044633"/>
                </a:lnTo>
                <a:lnTo>
                  <a:pt x="5616009" y="6188074"/>
                </a:lnTo>
                <a:lnTo>
                  <a:pt x="144000" y="6188074"/>
                </a:lnTo>
                <a:lnTo>
                  <a:pt x="0" y="6044074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6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29342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H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2708993"/>
            <a:ext cx="8639482" cy="3600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7935637" y="1490400"/>
            <a:ext cx="29808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268976"/>
            <a:ext cx="8639482" cy="1350015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9606038" y="2660125"/>
            <a:ext cx="2249412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Fecha de la presentación</a:t>
            </a:r>
          </a:p>
        </p:txBody>
      </p:sp>
      <p:sp>
        <p:nvSpPr>
          <p:cNvPr id="49" name="Marcador de posición de imagen 48"/>
          <p:cNvSpPr>
            <a:spLocks noGrp="1"/>
          </p:cNvSpPr>
          <p:nvPr>
            <p:ph type="pic" sz="quarter" idx="15" hasCustomPrompt="1"/>
          </p:nvPr>
        </p:nvSpPr>
        <p:spPr>
          <a:xfrm>
            <a:off x="336554" y="3429001"/>
            <a:ext cx="11518897" cy="3094037"/>
          </a:xfrm>
          <a:custGeom>
            <a:avLst/>
            <a:gdLst>
              <a:gd name="connsiteX0" fmla="*/ 144000 w 11518897"/>
              <a:gd name="connsiteY0" fmla="*/ 0 h 3094037"/>
              <a:gd name="connsiteX1" fmla="*/ 11376018 w 11518897"/>
              <a:gd name="connsiteY1" fmla="*/ 0 h 3094037"/>
              <a:gd name="connsiteX2" fmla="*/ 11518897 w 11518897"/>
              <a:gd name="connsiteY2" fmla="*/ 142879 h 3094037"/>
              <a:gd name="connsiteX3" fmla="*/ 11518897 w 11518897"/>
              <a:gd name="connsiteY3" fmla="*/ 2951158 h 3094037"/>
              <a:gd name="connsiteX4" fmla="*/ 11376018 w 11518897"/>
              <a:gd name="connsiteY4" fmla="*/ 3094037 h 3094037"/>
              <a:gd name="connsiteX5" fmla="*/ 144000 w 11518897"/>
              <a:gd name="connsiteY5" fmla="*/ 3094037 h 3094037"/>
              <a:gd name="connsiteX6" fmla="*/ 0 w 11518897"/>
              <a:gd name="connsiteY6" fmla="*/ 2950037 h 3094037"/>
              <a:gd name="connsiteX7" fmla="*/ 0 w 11518897"/>
              <a:gd name="connsiteY7" fmla="*/ 144000 h 309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7" h="3094037">
                <a:moveTo>
                  <a:pt x="144000" y="0"/>
                </a:moveTo>
                <a:lnTo>
                  <a:pt x="11376018" y="0"/>
                </a:lnTo>
                <a:lnTo>
                  <a:pt x="11518897" y="142879"/>
                </a:lnTo>
                <a:lnTo>
                  <a:pt x="11518897" y="2951158"/>
                </a:lnTo>
                <a:lnTo>
                  <a:pt x="11376018" y="3094037"/>
                </a:lnTo>
                <a:lnTo>
                  <a:pt x="144000" y="3094037"/>
                </a:lnTo>
                <a:lnTo>
                  <a:pt x="0" y="2950037"/>
                </a:lnTo>
                <a:lnTo>
                  <a:pt x="0" y="144000"/>
                </a:lnTo>
                <a:close/>
              </a:path>
            </a:pathLst>
          </a:custGeom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578752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FULL - Image PO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2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9989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16874952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- Cor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 userDrawn="1"/>
        </p:nvGrpSpPr>
        <p:grpSpPr>
          <a:xfrm>
            <a:off x="2200132" y="-28724"/>
            <a:ext cx="7792835" cy="5589024"/>
            <a:chOff x="2200132" y="1141751"/>
            <a:chExt cx="7792835" cy="5716249"/>
          </a:xfrm>
        </p:grpSpPr>
        <p:cxnSp>
          <p:nvCxnSpPr>
            <p:cNvPr id="14" name="Straight Connector 8">
              <a:extLst>
                <a:ext uri="{FF2B5EF4-FFF2-40B4-BE49-F238E27FC236}">
                  <a16:creationId xmlns:a16="http://schemas.microsoft.com/office/drawing/2014/main" id="{B6A8FCB8-2780-6C99-E9FA-647662FFE9E1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2200132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9">
              <a:extLst>
                <a:ext uri="{FF2B5EF4-FFF2-40B4-BE49-F238E27FC236}">
                  <a16:creationId xmlns:a16="http://schemas.microsoft.com/office/drawing/2014/main" id="{16BC131E-F13E-4A4E-2CB8-E110B0003A3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148341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0">
              <a:extLst>
                <a:ext uri="{FF2B5EF4-FFF2-40B4-BE49-F238E27FC236}">
                  <a16:creationId xmlns:a16="http://schemas.microsoft.com/office/drawing/2014/main" id="{AC5A2131-0258-D95F-F5B8-19FDBACC3252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096550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1">
              <a:extLst>
                <a:ext uri="{FF2B5EF4-FFF2-40B4-BE49-F238E27FC236}">
                  <a16:creationId xmlns:a16="http://schemas.microsoft.com/office/drawing/2014/main" id="{7BD79059-6F36-BFA3-7DDC-C0893AD3334F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044758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2">
              <a:extLst>
                <a:ext uri="{FF2B5EF4-FFF2-40B4-BE49-F238E27FC236}">
                  <a16:creationId xmlns:a16="http://schemas.microsoft.com/office/drawing/2014/main" id="{413A3459-4321-35B0-994B-CBD8A883F36F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992967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926D6439-8725-39F1-4A28-9C2366C653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6550" y="1167009"/>
            <a:ext cx="1778951" cy="140243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01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B7A62E-2BCA-D963-A460-1783D45222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84755" y="3391225"/>
            <a:ext cx="1778955" cy="146326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02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A238FCE0-4BCC-E0F8-5E51-41C6FDE6D0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32963" y="1167010"/>
            <a:ext cx="1778959" cy="140243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03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2F639E73-924B-CDEB-8510-64566A67CB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81173" y="3391225"/>
            <a:ext cx="1778957" cy="146326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04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DECA4C82-8B07-D070-CE1B-E96A1D6742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9381" y="1158772"/>
            <a:ext cx="1778959" cy="140243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05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5BA8B66C-5412-698B-F516-A44B62FBE65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077592" y="3391225"/>
            <a:ext cx="1778957" cy="146326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06</a:t>
            </a:r>
          </a:p>
        </p:txBody>
      </p:sp>
      <p:sp>
        <p:nvSpPr>
          <p:cNvPr id="25" name="Text Placeholder 29">
            <a:extLst>
              <a:ext uri="{FF2B5EF4-FFF2-40B4-BE49-F238E27FC236}">
                <a16:creationId xmlns:a16="http://schemas.microsoft.com/office/drawing/2014/main" id="{E37D9BF6-ADF8-B12D-DABC-084AA557DD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6547" y="2585149"/>
            <a:ext cx="1778954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E79B31AE-879A-F3D3-0223-72DE2A0026D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2964" y="2585149"/>
            <a:ext cx="177895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27" name="Text Placeholder 29">
            <a:extLst>
              <a:ext uri="{FF2B5EF4-FFF2-40B4-BE49-F238E27FC236}">
                <a16:creationId xmlns:a16="http://schemas.microsoft.com/office/drawing/2014/main" id="{1C07E858-A18A-B5A1-F4FC-ED46EDA794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4758" y="4870204"/>
            <a:ext cx="177895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341CAE29-FF6A-BA8E-FA2D-95B59457FAB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1172" y="4870204"/>
            <a:ext cx="1778957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29" name="Text Placeholder 29">
            <a:extLst>
              <a:ext uri="{FF2B5EF4-FFF2-40B4-BE49-F238E27FC236}">
                <a16:creationId xmlns:a16="http://schemas.microsoft.com/office/drawing/2014/main" id="{CBD99E4A-9937-9DAD-51BF-769B27DDF4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77593" y="4870204"/>
            <a:ext cx="1778956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D5A53FC6-34CD-D634-D1A6-D31DF8005B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382" y="2585149"/>
            <a:ext cx="177895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FC5BF7C-CE4E-6750-974C-3DB3552AD46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E288E33-F908-7F76-A4EE-BAFD7D40B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55BA414-2DA7-B802-8994-77AA48BB3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5529AE7-0644-F63B-6664-38DE8CD0E9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CCF51DDB-13C2-3166-9AEA-AD3278D11A23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905097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- Larg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C3F26EEC-0020-0C86-2DF5-24EC7311C6B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978" y="1167009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01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1DB0F80E-8162-FAD4-EBDF-AEF08722C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78" y="23944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02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40C11C35-38FB-AD08-6300-1DABA045F15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978" y="3597171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03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2A0B644C-DE96-3324-906B-1D86FAD3D4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78" y="48328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04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7CFDB9CC-EEDA-1464-D070-38298816DA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5252" y="1167009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05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3E6BDC40-8B07-44FA-94FA-BE03063BD7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35252" y="23944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06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DAE16205-E178-5D19-7A9E-D5D1C0C2DA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5252" y="3597171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07</a:t>
            </a:r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2ECF5A5E-2767-C8CC-7F70-69FF83596A9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35252" y="48328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08</a:t>
            </a:r>
          </a:p>
        </p:txBody>
      </p:sp>
      <p:sp>
        <p:nvSpPr>
          <p:cNvPr id="42" name="Text Placeholder 15">
            <a:extLst>
              <a:ext uri="{FF2B5EF4-FFF2-40B4-BE49-F238E27FC236}">
                <a16:creationId xmlns:a16="http://schemas.microsoft.com/office/drawing/2014/main" id="{C8E863FA-111C-8652-3E8D-5FA8973B26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29453" y="1167009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09</a:t>
            </a:r>
          </a:p>
        </p:txBody>
      </p:sp>
      <p:sp>
        <p:nvSpPr>
          <p:cNvPr id="43" name="Text Placeholder 15">
            <a:extLst>
              <a:ext uri="{FF2B5EF4-FFF2-40B4-BE49-F238E27FC236}">
                <a16:creationId xmlns:a16="http://schemas.microsoft.com/office/drawing/2014/main" id="{E252F4E7-C057-8265-2AFF-DD9E6402EB9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29453" y="23944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10</a:t>
            </a:r>
          </a:p>
        </p:txBody>
      </p:sp>
      <p:sp>
        <p:nvSpPr>
          <p:cNvPr id="44" name="Text Placeholder 15">
            <a:extLst>
              <a:ext uri="{FF2B5EF4-FFF2-40B4-BE49-F238E27FC236}">
                <a16:creationId xmlns:a16="http://schemas.microsoft.com/office/drawing/2014/main" id="{1C071B54-C34C-81FC-8886-0AB96E569EA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9453" y="3597171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11</a:t>
            </a:r>
          </a:p>
        </p:txBody>
      </p:sp>
      <p:sp>
        <p:nvSpPr>
          <p:cNvPr id="45" name="Text Placeholder 15">
            <a:extLst>
              <a:ext uri="{FF2B5EF4-FFF2-40B4-BE49-F238E27FC236}">
                <a16:creationId xmlns:a16="http://schemas.microsoft.com/office/drawing/2014/main" id="{89441B5A-C5B0-3CF8-4A72-32AED17D68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9453" y="48328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12</a:t>
            </a:r>
          </a:p>
        </p:txBody>
      </p:sp>
      <p:sp>
        <p:nvSpPr>
          <p:cNvPr id="46" name="Text Placeholder 29">
            <a:extLst>
              <a:ext uri="{FF2B5EF4-FFF2-40B4-BE49-F238E27FC236}">
                <a16:creationId xmlns:a16="http://schemas.microsoft.com/office/drawing/2014/main" id="{A8D8D8B9-84E4-A5EF-F781-F6C079126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71320" y="1344706"/>
            <a:ext cx="232010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47" name="Text Placeholder 29">
            <a:extLst>
              <a:ext uri="{FF2B5EF4-FFF2-40B4-BE49-F238E27FC236}">
                <a16:creationId xmlns:a16="http://schemas.microsoft.com/office/drawing/2014/main" id="{C13947E4-99B4-7AAC-D4E2-44B058ADA54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63229" y="1344706"/>
            <a:ext cx="2326901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48" name="Text Placeholder 29">
            <a:extLst>
              <a:ext uri="{FF2B5EF4-FFF2-40B4-BE49-F238E27FC236}">
                <a16:creationId xmlns:a16="http://schemas.microsoft.com/office/drawing/2014/main" id="{BDE6CC3C-373A-B999-5D79-FFCFAFEB7F1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57430" y="1344706"/>
            <a:ext cx="232976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49" name="Text Placeholder 29">
            <a:extLst>
              <a:ext uri="{FF2B5EF4-FFF2-40B4-BE49-F238E27FC236}">
                <a16:creationId xmlns:a16="http://schemas.microsoft.com/office/drawing/2014/main" id="{6DB00DA2-69CE-BC0C-DDEC-418E42272E3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71320" y="2561170"/>
            <a:ext cx="232010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0" name="Text Placeholder 29">
            <a:extLst>
              <a:ext uri="{FF2B5EF4-FFF2-40B4-BE49-F238E27FC236}">
                <a16:creationId xmlns:a16="http://schemas.microsoft.com/office/drawing/2014/main" id="{D703D0F6-7A49-B8AD-09E8-BCA907FA303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63229" y="2561170"/>
            <a:ext cx="2326901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1" name="Text Placeholder 29">
            <a:extLst>
              <a:ext uri="{FF2B5EF4-FFF2-40B4-BE49-F238E27FC236}">
                <a16:creationId xmlns:a16="http://schemas.microsoft.com/office/drawing/2014/main" id="{83C73E6B-5B9D-5213-4965-03CBE1E10B8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357430" y="2561170"/>
            <a:ext cx="232976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2" name="Text Placeholder 29">
            <a:extLst>
              <a:ext uri="{FF2B5EF4-FFF2-40B4-BE49-F238E27FC236}">
                <a16:creationId xmlns:a16="http://schemas.microsoft.com/office/drawing/2014/main" id="{19298D4F-2241-442E-E7CB-91F49188044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71320" y="3777634"/>
            <a:ext cx="232010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3" name="Text Placeholder 29">
            <a:extLst>
              <a:ext uri="{FF2B5EF4-FFF2-40B4-BE49-F238E27FC236}">
                <a16:creationId xmlns:a16="http://schemas.microsoft.com/office/drawing/2014/main" id="{4C527113-8DC6-9092-73E3-D528F18FE19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63229" y="3777634"/>
            <a:ext cx="2326901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4" name="Text Placeholder 29">
            <a:extLst>
              <a:ext uri="{FF2B5EF4-FFF2-40B4-BE49-F238E27FC236}">
                <a16:creationId xmlns:a16="http://schemas.microsoft.com/office/drawing/2014/main" id="{B25D650E-E87E-D127-E5BD-1E0387F71E5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357430" y="3777634"/>
            <a:ext cx="232976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5" name="Text Placeholder 29">
            <a:extLst>
              <a:ext uri="{FF2B5EF4-FFF2-40B4-BE49-F238E27FC236}">
                <a16:creationId xmlns:a16="http://schemas.microsoft.com/office/drawing/2014/main" id="{C847FB7D-9A35-446B-1889-B65B833601C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571320" y="4994099"/>
            <a:ext cx="232010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6" name="Text Placeholder 29">
            <a:extLst>
              <a:ext uri="{FF2B5EF4-FFF2-40B4-BE49-F238E27FC236}">
                <a16:creationId xmlns:a16="http://schemas.microsoft.com/office/drawing/2014/main" id="{8F3BF73A-DEC0-5BB6-527D-9A16E2C35EA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463229" y="4994099"/>
            <a:ext cx="2326901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7" name="Text Placeholder 29">
            <a:extLst>
              <a:ext uri="{FF2B5EF4-FFF2-40B4-BE49-F238E27FC236}">
                <a16:creationId xmlns:a16="http://schemas.microsoft.com/office/drawing/2014/main" id="{6135C823-B0CF-87E9-1E61-97A2FA3D88B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57430" y="4994099"/>
            <a:ext cx="232976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7696" marR="0" indent="0" algn="l" defTabSz="914377" rtl="0" eaLnBrk="1" fontAlgn="auto" latinLnBrk="0" hangingPunct="1">
              <a:lnSpc>
                <a:spcPct val="100000"/>
              </a:lnSpc>
              <a:spcBef>
                <a:spcPts val="6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cxnSp>
        <p:nvCxnSpPr>
          <p:cNvPr id="92" name="Straight Connector 8">
            <a:extLst>
              <a:ext uri="{FF2B5EF4-FFF2-40B4-BE49-F238E27FC236}">
                <a16:creationId xmlns:a16="http://schemas.microsoft.com/office/drawing/2014/main" id="{B6A8FCB8-2780-6C99-E9FA-647662FFE9E1}"/>
              </a:ext>
            </a:extLst>
          </p:cNvPr>
          <p:cNvCxnSpPr>
            <a:cxnSpLocks/>
          </p:cNvCxnSpPr>
          <p:nvPr userDrawn="1"/>
        </p:nvCxnSpPr>
        <p:spPr>
          <a:xfrm flipV="1">
            <a:off x="4063645" y="0"/>
            <a:ext cx="0" cy="5589024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8">
            <a:extLst>
              <a:ext uri="{FF2B5EF4-FFF2-40B4-BE49-F238E27FC236}">
                <a16:creationId xmlns:a16="http://schemas.microsoft.com/office/drawing/2014/main" id="{B6A8FCB8-2780-6C99-E9FA-647662FFE9E1}"/>
              </a:ext>
            </a:extLst>
          </p:cNvPr>
          <p:cNvCxnSpPr>
            <a:cxnSpLocks/>
          </p:cNvCxnSpPr>
          <p:nvPr userDrawn="1"/>
        </p:nvCxnSpPr>
        <p:spPr>
          <a:xfrm flipV="1">
            <a:off x="7962348" y="0"/>
            <a:ext cx="0" cy="5589024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695BC88D-D249-A81C-4223-3B5460582D2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23A223C-0062-E4B2-1155-59EF308954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014EB4C-E7E9-A990-8AB7-7853B935C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F209FDE-5C50-47FA-8776-5FC05E1593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366FAE1B-664C-6804-48D1-304EAA5E4C0D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6406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A -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332656"/>
            <a:ext cx="8639482" cy="1872208"/>
          </a:xfrm>
        </p:spPr>
        <p:txBody>
          <a:bodyPr anchor="t" anchorCtr="0"/>
          <a:lstStyle>
            <a:lvl1pPr>
              <a:defRPr sz="4800"/>
            </a:lvl1pPr>
          </a:lstStyle>
          <a:p>
            <a:r>
              <a:rPr lang="es-ES" dirty="0"/>
              <a:t>Escribe aquí el título de la separata principal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72542" y="334963"/>
            <a:ext cx="2419458" cy="203132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3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01</a:t>
            </a:r>
          </a:p>
        </p:txBody>
      </p:sp>
      <p:cxnSp>
        <p:nvCxnSpPr>
          <p:cNvPr id="15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603342" y="1"/>
            <a:ext cx="0" cy="6200774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49" y="2276872"/>
            <a:ext cx="8639483" cy="11521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separata principal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DD05BA3-2EC1-2EB2-D8F6-4B5F3C46436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445EB3B-698D-D4B6-C8E0-03CF2372B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8FE4A80-1E80-18F8-69C4-08BAC9FB7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9AB5319-7441-B665-8C83-D1819F27DD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D347BAB2-2F9E-1721-E15B-051A29B1A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26774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A - Principal+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331200"/>
            <a:ext cx="8639482" cy="1645205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s-ES" dirty="0"/>
              <a:t>Escribe aquí el título de la separata principal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72542" y="334963"/>
            <a:ext cx="2082908" cy="203132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3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01</a:t>
            </a:r>
          </a:p>
        </p:txBody>
      </p:sp>
      <p:cxnSp>
        <p:nvCxnSpPr>
          <p:cNvPr id="15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603342" y="1"/>
            <a:ext cx="0" cy="6200774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49" y="2275200"/>
            <a:ext cx="8639483" cy="45000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separata principal</a:t>
            </a:r>
          </a:p>
        </p:txBody>
      </p:sp>
      <p:sp>
        <p:nvSpPr>
          <p:cNvPr id="25" name="Marcador de posición de imagen 24"/>
          <p:cNvSpPr>
            <a:spLocks noGrp="1"/>
          </p:cNvSpPr>
          <p:nvPr>
            <p:ph type="pic" sz="quarter" idx="11" hasCustomPrompt="1"/>
          </p:nvPr>
        </p:nvSpPr>
        <p:spPr>
          <a:xfrm>
            <a:off x="336550" y="3429001"/>
            <a:ext cx="9001601" cy="2771774"/>
          </a:xfrm>
          <a:custGeom>
            <a:avLst/>
            <a:gdLst>
              <a:gd name="connsiteX0" fmla="*/ 143999 w 9001601"/>
              <a:gd name="connsiteY0" fmla="*/ 0 h 2771774"/>
              <a:gd name="connsiteX1" fmla="*/ 8857601 w 9001601"/>
              <a:gd name="connsiteY1" fmla="*/ 0 h 2771774"/>
              <a:gd name="connsiteX2" fmla="*/ 9001601 w 9001601"/>
              <a:gd name="connsiteY2" fmla="*/ 143999 h 2771774"/>
              <a:gd name="connsiteX3" fmla="*/ 9001601 w 9001601"/>
              <a:gd name="connsiteY3" fmla="*/ 2627774 h 2771774"/>
              <a:gd name="connsiteX4" fmla="*/ 8857600 w 9001601"/>
              <a:gd name="connsiteY4" fmla="*/ 2771774 h 2771774"/>
              <a:gd name="connsiteX5" fmla="*/ 144000 w 9001601"/>
              <a:gd name="connsiteY5" fmla="*/ 2771774 h 2771774"/>
              <a:gd name="connsiteX6" fmla="*/ 0 w 9001601"/>
              <a:gd name="connsiteY6" fmla="*/ 2627774 h 2771774"/>
              <a:gd name="connsiteX7" fmla="*/ 0 w 9001601"/>
              <a:gd name="connsiteY7" fmla="*/ 143999 h 2771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01601" h="2771774">
                <a:moveTo>
                  <a:pt x="143999" y="0"/>
                </a:moveTo>
                <a:lnTo>
                  <a:pt x="8857601" y="0"/>
                </a:lnTo>
                <a:lnTo>
                  <a:pt x="9001601" y="143999"/>
                </a:lnTo>
                <a:lnTo>
                  <a:pt x="9001601" y="2627774"/>
                </a:lnTo>
                <a:lnTo>
                  <a:pt x="8857600" y="2771774"/>
                </a:lnTo>
                <a:lnTo>
                  <a:pt x="144000" y="2771774"/>
                </a:lnTo>
                <a:lnTo>
                  <a:pt x="0" y="2627774"/>
                </a:lnTo>
                <a:lnTo>
                  <a:pt x="0" y="14399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6286293-07F5-4E95-C5BF-43AFA5C0D14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3A42399-46BB-5ADD-2CCB-5AF4E37E8A5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7C72EAA-138C-6078-DB30-15E77237D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EE04412-EC0D-4DB5-06EC-46BE99DABB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CACF80FD-132D-D661-6470-17B3B83CA4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29798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A - Secundaria sin imag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332656"/>
            <a:ext cx="6479530" cy="1872208"/>
          </a:xfrm>
        </p:spPr>
        <p:txBody>
          <a:bodyPr anchor="t" anchorCtr="0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Escribe aquí el título separata secundaria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72542" y="334963"/>
            <a:ext cx="2082908" cy="110799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7200">
                <a:solidFill>
                  <a:schemeClr val="bg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1.1</a:t>
            </a:r>
          </a:p>
        </p:txBody>
      </p:sp>
      <p:cxnSp>
        <p:nvCxnSpPr>
          <p:cNvPr id="15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603342" y="1"/>
            <a:ext cx="0" cy="6200774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49" y="2276872"/>
            <a:ext cx="8639483" cy="11521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separata secundaria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DD05BA3-2EC1-2EB2-D8F6-4B5F3C46436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chemeClr val="bg1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445EB3B-698D-D4B6-C8E0-03CF2372B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8FE4A80-1E80-18F8-69C4-08BAC9FB7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9AB5319-7441-B665-8C83-D1819F27DD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29A7072-40BD-AE57-A5CA-94D1543E8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93856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A - Secundaria+Imagen---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857301" y="334963"/>
            <a:ext cx="1998150" cy="110799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720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1.1</a:t>
            </a:r>
          </a:p>
        </p:txBody>
      </p:sp>
      <p:cxnSp>
        <p:nvCxnSpPr>
          <p:cNvPr id="78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603342" y="1"/>
            <a:ext cx="0" cy="6200774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7265481" y="1"/>
            <a:ext cx="0" cy="6200774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Marcador de posición de imagen 15"/>
          <p:cNvSpPr>
            <a:spLocks noGrp="1"/>
          </p:cNvSpPr>
          <p:nvPr>
            <p:ph type="pic" sz="quarter" idx="16" hasCustomPrompt="1"/>
          </p:nvPr>
        </p:nvSpPr>
        <p:spPr>
          <a:xfrm>
            <a:off x="336552" y="3429003"/>
            <a:ext cx="6674969" cy="2771772"/>
          </a:xfrm>
          <a:custGeom>
            <a:avLst/>
            <a:gdLst>
              <a:gd name="connsiteX0" fmla="*/ 143999 w 6674969"/>
              <a:gd name="connsiteY0" fmla="*/ 0 h 2771772"/>
              <a:gd name="connsiteX1" fmla="*/ 6530968 w 6674969"/>
              <a:gd name="connsiteY1" fmla="*/ 0 h 2771772"/>
              <a:gd name="connsiteX2" fmla="*/ 6674969 w 6674969"/>
              <a:gd name="connsiteY2" fmla="*/ 144000 h 2771772"/>
              <a:gd name="connsiteX3" fmla="*/ 6674969 w 6674969"/>
              <a:gd name="connsiteY3" fmla="*/ 2627772 h 2771772"/>
              <a:gd name="connsiteX4" fmla="*/ 6530968 w 6674969"/>
              <a:gd name="connsiteY4" fmla="*/ 2771772 h 2771772"/>
              <a:gd name="connsiteX5" fmla="*/ 143999 w 6674969"/>
              <a:gd name="connsiteY5" fmla="*/ 2771772 h 2771772"/>
              <a:gd name="connsiteX6" fmla="*/ 0 w 6674969"/>
              <a:gd name="connsiteY6" fmla="*/ 2627773 h 2771772"/>
              <a:gd name="connsiteX7" fmla="*/ 0 w 6674969"/>
              <a:gd name="connsiteY7" fmla="*/ 143999 h 2771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74969" h="2771772">
                <a:moveTo>
                  <a:pt x="143999" y="0"/>
                </a:moveTo>
                <a:lnTo>
                  <a:pt x="6530968" y="0"/>
                </a:lnTo>
                <a:lnTo>
                  <a:pt x="6674969" y="144000"/>
                </a:lnTo>
                <a:lnTo>
                  <a:pt x="6674969" y="2627772"/>
                </a:lnTo>
                <a:lnTo>
                  <a:pt x="6530968" y="2771772"/>
                </a:lnTo>
                <a:lnTo>
                  <a:pt x="143999" y="2771772"/>
                </a:lnTo>
                <a:lnTo>
                  <a:pt x="0" y="2627773"/>
                </a:lnTo>
                <a:lnTo>
                  <a:pt x="0" y="14399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8" name="Group 4">
            <a:extLst>
              <a:ext uri="{FF2B5EF4-FFF2-40B4-BE49-F238E27FC236}">
                <a16:creationId xmlns:a16="http://schemas.microsoft.com/office/drawing/2014/main" id="{902F0385-1811-8077-3D24-2BE5366C0F2A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77B5BE9F-3707-F66C-3805-0D759BA417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F0C503CA-93A0-6E08-D670-3BB3A1DA98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57770C9F-89D2-B362-0944-27F1E8C990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3" name="Marcador de pie de página 22">
            <a:extLst>
              <a:ext uri="{FF2B5EF4-FFF2-40B4-BE49-F238E27FC236}">
                <a16:creationId xmlns:a16="http://schemas.microsoft.com/office/drawing/2014/main" id="{B068EF0A-944B-F84F-560E-7455951F1353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24" name="Título 23">
            <a:extLst>
              <a:ext uri="{FF2B5EF4-FFF2-40B4-BE49-F238E27FC236}">
                <a16:creationId xmlns:a16="http://schemas.microsoft.com/office/drawing/2014/main" id="{5AE1A92F-AF49-E38E-CB1F-BA9AAE53EC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550" y="334964"/>
            <a:ext cx="6551538" cy="172588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800" b="0" i="0" u="none" strike="noStrike" kern="1200" cap="none" spc="0" normalizeH="0" baseline="0" noProof="0" dirty="0">
                <a:ln>
                  <a:noFill/>
                </a:ln>
                <a:solidFill>
                  <a:srgbClr val="4F062A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Escribe aquí el título separata secundaria</a:t>
            </a:r>
          </a:p>
        </p:txBody>
      </p:sp>
      <p:sp>
        <p:nvSpPr>
          <p:cNvPr id="25" name="Subtítulo 2">
            <a:extLst>
              <a:ext uri="{FF2B5EF4-FFF2-40B4-BE49-F238E27FC236}">
                <a16:creationId xmlns:a16="http://schemas.microsoft.com/office/drawing/2014/main" id="{11CB666B-4C20-26BF-BCE8-F6A061D2D2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6549" y="2276872"/>
            <a:ext cx="6551539" cy="11521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separata secundaria</a:t>
            </a:r>
          </a:p>
        </p:txBody>
      </p:sp>
    </p:spTree>
    <p:extLst>
      <p:ext uri="{BB962C8B-B14F-4D97-AF65-F5344CB8AC3E}">
        <p14:creationId xmlns:p14="http://schemas.microsoft.com/office/powerpoint/2010/main" val="1002521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Ceramic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496513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250332"/>
            <a:ext cx="11522075" cy="3586588"/>
          </a:xfrm>
        </p:spPr>
        <p:txBody>
          <a:bodyPr/>
          <a:lstStyle>
            <a:lvl1pPr>
              <a:defRPr sz="13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bg1"/>
                </a:solidFill>
              </a:defRPr>
            </a:lvl2pPr>
            <a:lvl3pPr>
              <a:defRPr sz="1300">
                <a:solidFill>
                  <a:schemeClr val="bg1"/>
                </a:solidFill>
              </a:defRPr>
            </a:lvl3pPr>
            <a:lvl4pPr>
              <a:defRPr sz="1300">
                <a:solidFill>
                  <a:schemeClr val="bg1"/>
                </a:solidFill>
              </a:defRPr>
            </a:lvl4pPr>
            <a:lvl5pPr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08391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IDO - Texto - Sin antetitulo_Ceramic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340273"/>
            <a:ext cx="11521678" cy="675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87512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041331"/>
            <a:ext cx="11522075" cy="3586588"/>
          </a:xfrm>
        </p:spPr>
        <p:txBody>
          <a:bodyPr/>
          <a:lstStyle>
            <a:lvl1pPr>
              <a:defRPr sz="13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bg1"/>
                </a:solidFill>
              </a:defRPr>
            </a:lvl2pPr>
            <a:lvl3pPr>
              <a:defRPr sz="1300">
                <a:solidFill>
                  <a:schemeClr val="bg1"/>
                </a:solidFill>
              </a:defRPr>
            </a:lvl3pPr>
            <a:lvl4pPr>
              <a:defRPr sz="1300">
                <a:solidFill>
                  <a:schemeClr val="bg1"/>
                </a:solidFill>
              </a:defRPr>
            </a:lvl4pPr>
            <a:lvl5pPr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95661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Blan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496513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250332"/>
            <a:ext cx="11522075" cy="3586588"/>
          </a:xfrm>
        </p:spPr>
        <p:txBody>
          <a:bodyPr/>
          <a:lstStyle>
            <a:lvl1pPr>
              <a:defRPr sz="13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bg1"/>
                </a:solidFill>
              </a:defRPr>
            </a:lvl2pPr>
            <a:lvl3pPr>
              <a:defRPr sz="1300">
                <a:solidFill>
                  <a:schemeClr val="bg1"/>
                </a:solidFill>
              </a:defRPr>
            </a:lvl3pPr>
            <a:lvl4pPr>
              <a:defRPr sz="1300">
                <a:solidFill>
                  <a:schemeClr val="bg1"/>
                </a:solidFill>
              </a:defRPr>
            </a:lvl4pPr>
            <a:lvl5pPr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74471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Sin antetitulo_Blan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340273"/>
            <a:ext cx="11521678" cy="675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87512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041331"/>
            <a:ext cx="11522075" cy="3586588"/>
          </a:xfrm>
        </p:spPr>
        <p:txBody>
          <a:bodyPr/>
          <a:lstStyle>
            <a:lvl1pPr>
              <a:defRPr sz="13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bg1"/>
                </a:solidFill>
              </a:defRPr>
            </a:lvl2pPr>
            <a:lvl3pPr>
              <a:defRPr sz="1300">
                <a:solidFill>
                  <a:schemeClr val="bg1"/>
                </a:solidFill>
              </a:defRPr>
            </a:lvl3pPr>
            <a:lvl4pPr>
              <a:defRPr sz="1300">
                <a:solidFill>
                  <a:schemeClr val="bg1"/>
                </a:solidFill>
              </a:defRPr>
            </a:lvl4pPr>
            <a:lvl5pPr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427207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496513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250332"/>
            <a:ext cx="11522075" cy="3586588"/>
          </a:xfrm>
        </p:spPr>
        <p:txBody>
          <a:bodyPr/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607310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Sin antetitulo_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349898"/>
            <a:ext cx="11521678" cy="675163"/>
          </a:xfr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97137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050955"/>
            <a:ext cx="11522075" cy="4149819"/>
          </a:xfrm>
        </p:spPr>
        <p:txBody>
          <a:bodyPr/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325308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Pruno Oscur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496513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250332"/>
            <a:ext cx="11522075" cy="3586588"/>
          </a:xfrm>
        </p:spPr>
        <p:txBody>
          <a:bodyPr/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150541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IDO - Texto - Sin antetitulo_Pruno Oscur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349898"/>
            <a:ext cx="11521678" cy="675163"/>
          </a:xfr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97137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050955"/>
            <a:ext cx="11522075" cy="4149819"/>
          </a:xfrm>
        </p:spPr>
        <p:txBody>
          <a:bodyPr/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70358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magen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posición de imagen 13"/>
          <p:cNvSpPr>
            <a:spLocks noGrp="1"/>
          </p:cNvSpPr>
          <p:nvPr>
            <p:ph type="pic" sz="quarter" idx="11" hasCustomPrompt="1"/>
          </p:nvPr>
        </p:nvSpPr>
        <p:spPr>
          <a:xfrm>
            <a:off x="336550" y="334964"/>
            <a:ext cx="11518899" cy="5865810"/>
          </a:xfrm>
          <a:custGeom>
            <a:avLst/>
            <a:gdLst>
              <a:gd name="connsiteX0" fmla="*/ 144000 w 11518899"/>
              <a:gd name="connsiteY0" fmla="*/ 0 h 5865810"/>
              <a:gd name="connsiteX1" fmla="*/ 11374898 w 11518899"/>
              <a:gd name="connsiteY1" fmla="*/ 0 h 5865810"/>
              <a:gd name="connsiteX2" fmla="*/ 11518899 w 11518899"/>
              <a:gd name="connsiteY2" fmla="*/ 144000 h 5865810"/>
              <a:gd name="connsiteX3" fmla="*/ 11518899 w 11518899"/>
              <a:gd name="connsiteY3" fmla="*/ 5721810 h 5865810"/>
              <a:gd name="connsiteX4" fmla="*/ 11374898 w 11518899"/>
              <a:gd name="connsiteY4" fmla="*/ 5865810 h 5865810"/>
              <a:gd name="connsiteX5" fmla="*/ 144000 w 11518899"/>
              <a:gd name="connsiteY5" fmla="*/ 5865810 h 5865810"/>
              <a:gd name="connsiteX6" fmla="*/ 0 w 11518899"/>
              <a:gd name="connsiteY6" fmla="*/ 5721810 h 5865810"/>
              <a:gd name="connsiteX7" fmla="*/ 0 w 11518899"/>
              <a:gd name="connsiteY7" fmla="*/ 144000 h 586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9" h="5865810">
                <a:moveTo>
                  <a:pt x="144000" y="0"/>
                </a:moveTo>
                <a:lnTo>
                  <a:pt x="11374898" y="0"/>
                </a:lnTo>
                <a:lnTo>
                  <a:pt x="11518899" y="144000"/>
                </a:lnTo>
                <a:lnTo>
                  <a:pt x="11518899" y="5721810"/>
                </a:lnTo>
                <a:lnTo>
                  <a:pt x="11374898" y="5865810"/>
                </a:lnTo>
                <a:lnTo>
                  <a:pt x="144000" y="5865810"/>
                </a:lnTo>
                <a:lnTo>
                  <a:pt x="0" y="5721810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3371C36-3C07-2926-2DF2-88E1A17B726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51260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magen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posición de imagen 13"/>
          <p:cNvSpPr>
            <a:spLocks noGrp="1"/>
          </p:cNvSpPr>
          <p:nvPr>
            <p:ph type="pic" sz="quarter" idx="11" hasCustomPrompt="1"/>
          </p:nvPr>
        </p:nvSpPr>
        <p:spPr>
          <a:xfrm>
            <a:off x="336550" y="334964"/>
            <a:ext cx="11518899" cy="5865810"/>
          </a:xfrm>
          <a:custGeom>
            <a:avLst/>
            <a:gdLst>
              <a:gd name="connsiteX0" fmla="*/ 144000 w 11518899"/>
              <a:gd name="connsiteY0" fmla="*/ 0 h 5865810"/>
              <a:gd name="connsiteX1" fmla="*/ 11374898 w 11518899"/>
              <a:gd name="connsiteY1" fmla="*/ 0 h 5865810"/>
              <a:gd name="connsiteX2" fmla="*/ 11518899 w 11518899"/>
              <a:gd name="connsiteY2" fmla="*/ 144000 h 5865810"/>
              <a:gd name="connsiteX3" fmla="*/ 11518899 w 11518899"/>
              <a:gd name="connsiteY3" fmla="*/ 5721810 h 5865810"/>
              <a:gd name="connsiteX4" fmla="*/ 11374898 w 11518899"/>
              <a:gd name="connsiteY4" fmla="*/ 5865810 h 5865810"/>
              <a:gd name="connsiteX5" fmla="*/ 144000 w 11518899"/>
              <a:gd name="connsiteY5" fmla="*/ 5865810 h 5865810"/>
              <a:gd name="connsiteX6" fmla="*/ 0 w 11518899"/>
              <a:gd name="connsiteY6" fmla="*/ 5721810 h 5865810"/>
              <a:gd name="connsiteX7" fmla="*/ 0 w 11518899"/>
              <a:gd name="connsiteY7" fmla="*/ 144000 h 586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9" h="5865810">
                <a:moveTo>
                  <a:pt x="144000" y="0"/>
                </a:moveTo>
                <a:lnTo>
                  <a:pt x="11374898" y="0"/>
                </a:lnTo>
                <a:lnTo>
                  <a:pt x="11518899" y="144000"/>
                </a:lnTo>
                <a:lnTo>
                  <a:pt x="11518899" y="5721810"/>
                </a:lnTo>
                <a:lnTo>
                  <a:pt x="11374898" y="5865810"/>
                </a:lnTo>
                <a:lnTo>
                  <a:pt x="144000" y="5865810"/>
                </a:lnTo>
                <a:lnTo>
                  <a:pt x="0" y="5721810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DE91A90-7186-B447-0800-01631DFCA90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024897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+Full-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posición de imagen 10"/>
          <p:cNvSpPr>
            <a:spLocks noGrp="1"/>
          </p:cNvSpPr>
          <p:nvPr>
            <p:ph type="pic" sz="quarter" idx="16" hasCustomPrompt="1"/>
          </p:nvPr>
        </p:nvSpPr>
        <p:spPr>
          <a:xfrm>
            <a:off x="1" y="0"/>
            <a:ext cx="12192000" cy="6858000"/>
          </a:xfr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336550" y="334964"/>
            <a:ext cx="11518900" cy="844011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s-ES" dirty="0"/>
              <a:t>Escribe aquí el título principal de la diapositiva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68978"/>
            <a:ext cx="11521678" cy="63000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Escribe aquí el subtítulo de la diapositiva</a:t>
            </a:r>
            <a:endParaRPr lang="en-GB" noProof="1"/>
          </a:p>
        </p:txBody>
      </p:sp>
      <p:sp>
        <p:nvSpPr>
          <p:cNvPr id="12" name="Marcador de texto 11"/>
          <p:cNvSpPr>
            <a:spLocks noGrp="1"/>
          </p:cNvSpPr>
          <p:nvPr>
            <p:ph type="body" sz="quarter" idx="15" hasCustomPrompt="1"/>
          </p:nvPr>
        </p:nvSpPr>
        <p:spPr>
          <a:xfrm>
            <a:off x="335360" y="1988987"/>
            <a:ext cx="11520090" cy="42117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el contenido de la diapositiva</a:t>
            </a:r>
          </a:p>
        </p:txBody>
      </p:sp>
      <p:sp>
        <p:nvSpPr>
          <p:cNvPr id="13" name="Marcador de número de diapositiva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113D76D-64FF-C76D-9002-C06A401ADC1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54082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dea Principal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1794485" y="2650420"/>
            <a:ext cx="8621563" cy="837152"/>
          </a:xfrm>
        </p:spPr>
        <p:txBody>
          <a:bodyPr anchor="ctr" anchorCtr="0">
            <a:spAutoFit/>
          </a:bodyPr>
          <a:lstStyle>
            <a:lvl1pPr>
              <a:defRPr baseline="0"/>
            </a:lvl1pPr>
          </a:lstStyle>
          <a:p>
            <a:r>
              <a:rPr lang="es-ES" dirty="0"/>
              <a:t>Escribe aquí </a:t>
            </a:r>
            <a:r>
              <a:rPr lang="es-ES" noProof="1"/>
              <a:t>un texto destacado o una idea principal</a:t>
            </a:r>
            <a:endParaRPr lang="es-ES" dirty="0"/>
          </a:p>
        </p:txBody>
      </p:sp>
      <p:sp>
        <p:nvSpPr>
          <p:cNvPr id="11" name="ChaflanFigura_5"/>
          <p:cNvSpPr/>
          <p:nvPr userDrawn="1"/>
        </p:nvSpPr>
        <p:spPr>
          <a:xfrm>
            <a:off x="336550" y="334963"/>
            <a:ext cx="11518900" cy="5865812"/>
          </a:xfrm>
          <a:custGeom>
            <a:avLst/>
            <a:gdLst/>
            <a:ahLst/>
            <a:cxnLst/>
            <a:rect l="0" t="0" r="0" b="0"/>
            <a:pathLst>
              <a:path w="11518901" h="5865813">
                <a:moveTo>
                  <a:pt x="144000" y="0"/>
                </a:moveTo>
                <a:lnTo>
                  <a:pt x="11374899" y="0"/>
                </a:lnTo>
                <a:lnTo>
                  <a:pt x="11518900" y="144000"/>
                </a:lnTo>
                <a:lnTo>
                  <a:pt x="11518900" y="5721812"/>
                </a:lnTo>
                <a:lnTo>
                  <a:pt x="11374899" y="5865812"/>
                </a:lnTo>
                <a:lnTo>
                  <a:pt x="144000" y="5865812"/>
                </a:lnTo>
                <a:lnTo>
                  <a:pt x="0" y="5721812"/>
                </a:lnTo>
                <a:lnTo>
                  <a:pt x="0" y="144000"/>
                </a:lnTo>
                <a:close/>
              </a:path>
            </a:pathLst>
          </a:cu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/>
          </a:p>
        </p:txBody>
      </p:sp>
      <p:sp>
        <p:nvSpPr>
          <p:cNvPr id="10" name="Marcador de número de diapositiva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138F990-2C84-4C3C-4F42-93820FCB45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34467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dea Principal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1794485" y="2650420"/>
            <a:ext cx="8621563" cy="837152"/>
          </a:xfrm>
        </p:spPr>
        <p:txBody>
          <a:bodyPr anchor="ctr" anchorCtr="0">
            <a:spAutoFit/>
          </a:bodyPr>
          <a:lstStyle>
            <a:lvl1pPr>
              <a:defRPr baseline="0"/>
            </a:lvl1pPr>
          </a:lstStyle>
          <a:p>
            <a:r>
              <a:rPr lang="es-ES" dirty="0"/>
              <a:t>Escribe aquí </a:t>
            </a:r>
            <a:r>
              <a:rPr lang="es-ES" noProof="1"/>
              <a:t>un texto destacado o una idea principal</a:t>
            </a:r>
            <a:endParaRPr lang="es-ES" dirty="0"/>
          </a:p>
        </p:txBody>
      </p:sp>
      <p:sp>
        <p:nvSpPr>
          <p:cNvPr id="11" name="ChaflanFigura_5"/>
          <p:cNvSpPr/>
          <p:nvPr userDrawn="1"/>
        </p:nvSpPr>
        <p:spPr>
          <a:xfrm>
            <a:off x="336550" y="334963"/>
            <a:ext cx="11518900" cy="5865812"/>
          </a:xfrm>
          <a:custGeom>
            <a:avLst/>
            <a:gdLst/>
            <a:ahLst/>
            <a:cxnLst/>
            <a:rect l="0" t="0" r="0" b="0"/>
            <a:pathLst>
              <a:path w="11518901" h="5865813">
                <a:moveTo>
                  <a:pt x="144000" y="0"/>
                </a:moveTo>
                <a:lnTo>
                  <a:pt x="11374899" y="0"/>
                </a:lnTo>
                <a:lnTo>
                  <a:pt x="11518900" y="144000"/>
                </a:lnTo>
                <a:lnTo>
                  <a:pt x="11518900" y="5721812"/>
                </a:lnTo>
                <a:lnTo>
                  <a:pt x="11374899" y="5865812"/>
                </a:lnTo>
                <a:lnTo>
                  <a:pt x="144000" y="5865812"/>
                </a:lnTo>
                <a:lnTo>
                  <a:pt x="0" y="5721812"/>
                </a:lnTo>
                <a:lnTo>
                  <a:pt x="0" y="144000"/>
                </a:lnTo>
                <a:close/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/>
          </a:p>
        </p:txBody>
      </p:sp>
      <p:sp>
        <p:nvSpPr>
          <p:cNvPr id="10" name="Marcador de número de diapositiva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8031AFC-7CAC-27B3-53FB-B27A233E778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770414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C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7B00AB5-F18A-30ED-9212-2790CE4548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854512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CIA_ Blanc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7B00AB5-F18A-30ED-9212-2790CE4548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40498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CIA_Prun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7B00AB5-F18A-30ED-9212-2790CE4548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611743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">
            <a:extLst>
              <a:ext uri="{FF2B5EF4-FFF2-40B4-BE49-F238E27FC236}">
                <a16:creationId xmlns:a16="http://schemas.microsoft.com/office/drawing/2014/main" id="{9119CE37-922A-C3BF-F16F-F955CFDE1716}"/>
              </a:ext>
            </a:extLst>
          </p:cNvPr>
          <p:cNvCxnSpPr>
            <a:cxnSpLocks/>
          </p:cNvCxnSpPr>
          <p:nvPr userDrawn="1"/>
        </p:nvCxnSpPr>
        <p:spPr>
          <a:xfrm>
            <a:off x="9372996" y="0"/>
            <a:ext cx="0" cy="345600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bject 4">
            <a:extLst>
              <a:ext uri="{FF2B5EF4-FFF2-40B4-BE49-F238E27FC236}">
                <a16:creationId xmlns:a16="http://schemas.microsoft.com/office/drawing/2014/main" id="{EF055571-D78F-7BC9-B1B1-F4593A978263}"/>
              </a:ext>
            </a:extLst>
          </p:cNvPr>
          <p:cNvSpPr txBox="1"/>
          <p:nvPr userDrawn="1"/>
        </p:nvSpPr>
        <p:spPr>
          <a:xfrm>
            <a:off x="9552384" y="3133865"/>
            <a:ext cx="230306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96">
              <a:spcBef>
                <a:spcPts val="57"/>
              </a:spcBef>
            </a:pPr>
            <a:r>
              <a:rPr lang="en-GB" sz="2400" noProof="1">
                <a:solidFill>
                  <a:srgbClr val="FFFFFF"/>
                </a:solidFill>
                <a:cs typeface="Trebuchet MS"/>
              </a:rPr>
              <a:t>Tech </a:t>
            </a:r>
            <a:r>
              <a:rPr lang="en-GB" sz="2400" noProof="1">
                <a:solidFill>
                  <a:schemeClr val="tx1"/>
                </a:solidFill>
                <a:cs typeface="Trebuchet MS"/>
              </a:rPr>
              <a:t>for</a:t>
            </a:r>
            <a:r>
              <a:rPr lang="en-GB" sz="2400" noProof="1">
                <a:solidFill>
                  <a:schemeClr val="accent1"/>
                </a:solidFill>
                <a:cs typeface="Trebuchet MS"/>
              </a:rPr>
              <a:t> impact</a:t>
            </a:r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216600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570062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216600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cxnSp>
        <p:nvCxnSpPr>
          <p:cNvPr id="12" name="Straight Connector 1">
            <a:extLst>
              <a:ext uri="{FF2B5EF4-FFF2-40B4-BE49-F238E27FC236}">
                <a16:creationId xmlns:a16="http://schemas.microsoft.com/office/drawing/2014/main" id="{9119CE37-922A-C3BF-F16F-F955CFDE1716}"/>
              </a:ext>
            </a:extLst>
          </p:cNvPr>
          <p:cNvCxnSpPr>
            <a:cxnSpLocks/>
          </p:cNvCxnSpPr>
          <p:nvPr userDrawn="1"/>
        </p:nvCxnSpPr>
        <p:spPr>
          <a:xfrm>
            <a:off x="9372996" y="0"/>
            <a:ext cx="0" cy="3456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bject 4">
            <a:extLst>
              <a:ext uri="{FF2B5EF4-FFF2-40B4-BE49-F238E27FC236}">
                <a16:creationId xmlns:a16="http://schemas.microsoft.com/office/drawing/2014/main" id="{EF055571-D78F-7BC9-B1B1-F4593A978263}"/>
              </a:ext>
            </a:extLst>
          </p:cNvPr>
          <p:cNvSpPr txBox="1"/>
          <p:nvPr userDrawn="1"/>
        </p:nvSpPr>
        <p:spPr>
          <a:xfrm>
            <a:off x="9552384" y="3133865"/>
            <a:ext cx="230306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96">
              <a:spcBef>
                <a:spcPts val="57"/>
              </a:spcBef>
            </a:pPr>
            <a:r>
              <a:rPr lang="en-GB" sz="2400" noProof="1">
                <a:solidFill>
                  <a:schemeClr val="tx1"/>
                </a:solidFill>
                <a:cs typeface="Trebuchet MS"/>
              </a:rPr>
              <a:t>Tech for </a:t>
            </a:r>
            <a:r>
              <a:rPr lang="en-GB" sz="2400" noProof="1">
                <a:solidFill>
                  <a:schemeClr val="accent1"/>
                </a:solidFill>
                <a:cs typeface="Trebuchet MS"/>
              </a:rPr>
              <a:t>impact</a:t>
            </a:r>
          </a:p>
        </p:txBody>
      </p:sp>
    </p:spTree>
    <p:extLst>
      <p:ext uri="{BB962C8B-B14F-4D97-AF65-F5344CB8AC3E}">
        <p14:creationId xmlns:p14="http://schemas.microsoft.com/office/powerpoint/2010/main" val="22870500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Datos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">
            <a:extLst>
              <a:ext uri="{FF2B5EF4-FFF2-40B4-BE49-F238E27FC236}">
                <a16:creationId xmlns:a16="http://schemas.microsoft.com/office/drawing/2014/main" id="{9119CE37-922A-C3BF-F16F-F955CFDE1716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4149009"/>
            <a:ext cx="321568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bject 4">
            <a:extLst>
              <a:ext uri="{FF2B5EF4-FFF2-40B4-BE49-F238E27FC236}">
                <a16:creationId xmlns:a16="http://schemas.microsoft.com/office/drawing/2014/main" id="{EF055571-D78F-7BC9-B1B1-F4593A978263}"/>
              </a:ext>
            </a:extLst>
          </p:cNvPr>
          <p:cNvSpPr txBox="1"/>
          <p:nvPr userDrawn="1"/>
        </p:nvSpPr>
        <p:spPr>
          <a:xfrm>
            <a:off x="334962" y="3429000"/>
            <a:ext cx="2376661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96">
              <a:spcBef>
                <a:spcPts val="57"/>
              </a:spcBef>
            </a:pPr>
            <a:r>
              <a:rPr lang="en-GB" sz="2400" noProof="1">
                <a:solidFill>
                  <a:srgbClr val="FFFFFF"/>
                </a:solidFill>
                <a:cs typeface="Trebuchet MS"/>
              </a:rPr>
              <a:t>Tech </a:t>
            </a:r>
            <a:r>
              <a:rPr lang="en-GB" sz="2400" noProof="1">
                <a:solidFill>
                  <a:schemeClr val="tx1"/>
                </a:solidFill>
                <a:cs typeface="Trebuchet MS"/>
              </a:rPr>
              <a:t>for</a:t>
            </a:r>
            <a:r>
              <a:rPr lang="en-GB" sz="2400" noProof="1">
                <a:solidFill>
                  <a:schemeClr val="accent1"/>
                </a:solidFill>
                <a:cs typeface="Trebuchet MS"/>
              </a:rPr>
              <a:t> impact</a:t>
            </a:r>
          </a:p>
        </p:txBody>
      </p:sp>
      <p:sp>
        <p:nvSpPr>
          <p:cNvPr id="10" name="Marcador de texto 2"/>
          <p:cNvSpPr>
            <a:spLocks noGrp="1"/>
          </p:cNvSpPr>
          <p:nvPr>
            <p:ph type="body" sz="quarter" idx="10" hasCustomPrompt="1"/>
          </p:nvPr>
        </p:nvSpPr>
        <p:spPr>
          <a:xfrm>
            <a:off x="352122" y="4581127"/>
            <a:ext cx="2863557" cy="1619647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1200" noProof="1"/>
              <a:t>Avenida De Bruselas, 35, Alcobendas, Madrid, 28108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1200" noProof="1"/>
              <a:t>T. (+34) 914 805 002 </a:t>
            </a:r>
            <a:br>
              <a:rPr lang="en-GB" sz="1200" noProof="1"/>
            </a:br>
            <a:r>
              <a:rPr lang="en-GB" sz="1200" noProof="1"/>
              <a:t>F. (+34) 914 805 080</a:t>
            </a: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674710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Datos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">
            <a:extLst>
              <a:ext uri="{FF2B5EF4-FFF2-40B4-BE49-F238E27FC236}">
                <a16:creationId xmlns:a16="http://schemas.microsoft.com/office/drawing/2014/main" id="{9119CE37-922A-C3BF-F16F-F955CFDE1716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4149009"/>
            <a:ext cx="3215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Marcador de texto 2"/>
          <p:cNvSpPr>
            <a:spLocks noGrp="1"/>
          </p:cNvSpPr>
          <p:nvPr>
            <p:ph type="body" sz="quarter" idx="10" hasCustomPrompt="1"/>
          </p:nvPr>
        </p:nvSpPr>
        <p:spPr>
          <a:xfrm>
            <a:off x="352122" y="4581127"/>
            <a:ext cx="2863557" cy="1619647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1200" noProof="1"/>
              <a:t>Avenida De Bruselas, 35, Alcobendas, Madrid, 28108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1200" noProof="1"/>
              <a:t>T. (+34) 914 805 002 </a:t>
            </a:r>
            <a:br>
              <a:rPr lang="en-GB" sz="1200" noProof="1"/>
            </a:br>
            <a:r>
              <a:rPr lang="en-GB" sz="1200" noProof="1"/>
              <a:t>F. (+34) 914 805 080</a:t>
            </a: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20" name="object 4">
            <a:extLst>
              <a:ext uri="{FF2B5EF4-FFF2-40B4-BE49-F238E27FC236}">
                <a16:creationId xmlns:a16="http://schemas.microsoft.com/office/drawing/2014/main" id="{EF055571-D78F-7BC9-B1B1-F4593A978263}"/>
              </a:ext>
            </a:extLst>
          </p:cNvPr>
          <p:cNvSpPr txBox="1"/>
          <p:nvPr userDrawn="1"/>
        </p:nvSpPr>
        <p:spPr>
          <a:xfrm>
            <a:off x="334962" y="3429000"/>
            <a:ext cx="2376661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96">
              <a:spcBef>
                <a:spcPts val="57"/>
              </a:spcBef>
            </a:pPr>
            <a:r>
              <a:rPr lang="en-GB" sz="2400" noProof="1">
                <a:solidFill>
                  <a:schemeClr val="tx1"/>
                </a:solidFill>
                <a:cs typeface="Trebuchet MS"/>
              </a:rPr>
              <a:t>Tech for</a:t>
            </a:r>
            <a:r>
              <a:rPr lang="en-GB" sz="2400" noProof="1">
                <a:solidFill>
                  <a:schemeClr val="accent1"/>
                </a:solidFill>
                <a:cs typeface="Trebuchet MS"/>
              </a:rPr>
              <a:t> impact</a:t>
            </a:r>
          </a:p>
        </p:txBody>
      </p:sp>
    </p:spTree>
    <p:extLst>
      <p:ext uri="{BB962C8B-B14F-4D97-AF65-F5344CB8AC3E}">
        <p14:creationId xmlns:p14="http://schemas.microsoft.com/office/powerpoint/2010/main" val="24934160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Pruno -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754737" y="3168013"/>
            <a:ext cx="2682526" cy="255600"/>
            <a:chOff x="680" y="1856"/>
            <a:chExt cx="6318" cy="602"/>
          </a:xfrm>
          <a:solidFill>
            <a:srgbClr val="FFFFFF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731992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Cerámica - LOG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754737" y="3168013"/>
            <a:ext cx="2682526" cy="255600"/>
            <a:chOff x="680" y="1856"/>
            <a:chExt cx="6318" cy="602"/>
          </a:xfrm>
          <a:solidFill>
            <a:schemeClr val="tx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7610957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ada Básic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237AF584-F906-D98A-AFEC-228720181C6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77432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7AF584-F906-D98A-AFEC-228720181C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522FDCA3-D06F-6C71-2915-A97D0857815D}"/>
              </a:ext>
            </a:extLst>
          </p:cNvPr>
          <p:cNvCxnSpPr/>
          <p:nvPr userDrawn="1"/>
        </p:nvCxnSpPr>
        <p:spPr>
          <a:xfrm>
            <a:off x="7611761" y="0"/>
            <a:ext cx="0" cy="685800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reeform 9">
            <a:extLst>
              <a:ext uri="{FF2B5EF4-FFF2-40B4-BE49-F238E27FC236}">
                <a16:creationId xmlns:a16="http://schemas.microsoft.com/office/drawing/2014/main" id="{52A6889A-005F-AA8D-AEC9-848421764060}"/>
              </a:ext>
            </a:extLst>
          </p:cNvPr>
          <p:cNvSpPr/>
          <p:nvPr userDrawn="1"/>
        </p:nvSpPr>
        <p:spPr>
          <a:xfrm>
            <a:off x="335360" y="379500"/>
            <a:ext cx="11444115" cy="2940033"/>
          </a:xfrm>
          <a:custGeom>
            <a:avLst/>
            <a:gdLst>
              <a:gd name="connsiteX0" fmla="*/ 95367 w 8583086"/>
              <a:gd name="connsiteY0" fmla="*/ 0 h 2205025"/>
              <a:gd name="connsiteX1" fmla="*/ 8487719 w 8583086"/>
              <a:gd name="connsiteY1" fmla="*/ 0 h 2205025"/>
              <a:gd name="connsiteX2" fmla="*/ 8583086 w 8583086"/>
              <a:gd name="connsiteY2" fmla="*/ 95367 h 2205025"/>
              <a:gd name="connsiteX3" fmla="*/ 8583086 w 8583086"/>
              <a:gd name="connsiteY3" fmla="*/ 2109657 h 2205025"/>
              <a:gd name="connsiteX4" fmla="*/ 8487719 w 8583086"/>
              <a:gd name="connsiteY4" fmla="*/ 2205025 h 2205025"/>
              <a:gd name="connsiteX5" fmla="*/ 95367 w 8583086"/>
              <a:gd name="connsiteY5" fmla="*/ 2205025 h 2205025"/>
              <a:gd name="connsiteX6" fmla="*/ 0 w 8583086"/>
              <a:gd name="connsiteY6" fmla="*/ 2109657 h 2205025"/>
              <a:gd name="connsiteX7" fmla="*/ 0 w 8583086"/>
              <a:gd name="connsiteY7" fmla="*/ 95367 h 2205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83086" h="2205025">
                <a:moveTo>
                  <a:pt x="95367" y="0"/>
                </a:moveTo>
                <a:lnTo>
                  <a:pt x="8487719" y="0"/>
                </a:lnTo>
                <a:lnTo>
                  <a:pt x="8583086" y="95367"/>
                </a:lnTo>
                <a:lnTo>
                  <a:pt x="8583086" y="2109657"/>
                </a:lnTo>
                <a:lnTo>
                  <a:pt x="8487719" y="2205025"/>
                </a:lnTo>
                <a:lnTo>
                  <a:pt x="95367" y="2205025"/>
                </a:lnTo>
                <a:lnTo>
                  <a:pt x="0" y="2109657"/>
                </a:lnTo>
                <a:lnTo>
                  <a:pt x="0" y="95367"/>
                </a:lnTo>
                <a:close/>
              </a:path>
            </a:pathLst>
          </a:custGeo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 anchorCtr="0">
            <a:noAutofit/>
          </a:bodyPr>
          <a:lstStyle/>
          <a:p>
            <a:endParaRPr lang="en-GB" sz="3200" noProof="1"/>
          </a:p>
        </p:txBody>
      </p:sp>
      <p:sp>
        <p:nvSpPr>
          <p:cNvPr id="11" name="Título 10"/>
          <p:cNvSpPr>
            <a:spLocks noGrp="1"/>
          </p:cNvSpPr>
          <p:nvPr>
            <p:ph type="title" hasCustomPrompt="1"/>
          </p:nvPr>
        </p:nvSpPr>
        <p:spPr>
          <a:xfrm>
            <a:off x="838200" y="379499"/>
            <a:ext cx="10515600" cy="2940033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>
              <a:lnSpc>
                <a:spcPct val="85000"/>
              </a:lnSpc>
              <a:defRPr sz="8000"/>
            </a:lvl1pPr>
          </a:lstStyle>
          <a:p>
            <a:r>
              <a:rPr lang="es-ES" dirty="0"/>
              <a:t>Título estándar</a:t>
            </a:r>
          </a:p>
        </p:txBody>
      </p:sp>
    </p:spTree>
    <p:extLst>
      <p:ext uri="{BB962C8B-B14F-4D97-AF65-F5344CB8AC3E}">
        <p14:creationId xmlns:p14="http://schemas.microsoft.com/office/powerpoint/2010/main" val="2841975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3"/>
          <p:cNvSpPr>
            <a:spLocks noChangeAspect="1" noChangeArrowheads="1" noTextEdit="1"/>
          </p:cNvSpPr>
          <p:nvPr userDrawn="1"/>
        </p:nvSpPr>
        <p:spPr bwMode="auto">
          <a:xfrm>
            <a:off x="336550" y="6539592"/>
            <a:ext cx="761644" cy="9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15" name="Marcador de pie de página 2"/>
          <p:cNvSpPr>
            <a:spLocks noGrp="1"/>
          </p:cNvSpPr>
          <p:nvPr userDrawn="1">
            <p:ph type="ftr" sz="quarter" idx="3"/>
          </p:nvPr>
        </p:nvSpPr>
        <p:spPr>
          <a:xfrm>
            <a:off x="334963" y="6523038"/>
            <a:ext cx="3355708" cy="12311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>
              <a:defRPr sz="800"/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26" name="Marcador de título 25"/>
          <p:cNvSpPr>
            <a:spLocks noGrp="1"/>
          </p:cNvSpPr>
          <p:nvPr>
            <p:ph type="title"/>
          </p:nvPr>
        </p:nvSpPr>
        <p:spPr>
          <a:xfrm>
            <a:off x="336550" y="334964"/>
            <a:ext cx="11518900" cy="8440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336550" y="1268976"/>
            <a:ext cx="11518900" cy="49317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marL="324000" lvl="1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Segundo nivel</a:t>
            </a:r>
          </a:p>
          <a:p>
            <a:pPr marL="504000" lvl="2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4"/>
          </p:nvPr>
        </p:nvSpPr>
        <p:spPr>
          <a:xfrm>
            <a:off x="11136560" y="6523038"/>
            <a:ext cx="71889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279823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3" r:id="rId1"/>
    <p:sldLayoutId id="2147483675" r:id="rId2"/>
    <p:sldLayoutId id="2147483735" r:id="rId3"/>
    <p:sldLayoutId id="2147483736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5" r:id="rId13"/>
    <p:sldLayoutId id="2147483692" r:id="rId14"/>
    <p:sldLayoutId id="2147483684" r:id="rId15"/>
    <p:sldLayoutId id="2147483717" r:id="rId16"/>
    <p:sldLayoutId id="2147483693" r:id="rId17"/>
    <p:sldLayoutId id="2147483720" r:id="rId18"/>
    <p:sldLayoutId id="2147483721" r:id="rId19"/>
    <p:sldLayoutId id="2147483722" r:id="rId20"/>
    <p:sldLayoutId id="2147483723" r:id="rId21"/>
    <p:sldLayoutId id="2147483718" r:id="rId22"/>
    <p:sldLayoutId id="2147483719" r:id="rId23"/>
    <p:sldLayoutId id="2147483724" r:id="rId24"/>
    <p:sldLayoutId id="2147483725" r:id="rId25"/>
    <p:sldLayoutId id="2147483697" r:id="rId26"/>
    <p:sldLayoutId id="2147483698" r:id="rId27"/>
    <p:sldLayoutId id="2147483699" r:id="rId28"/>
    <p:sldLayoutId id="2147483705" r:id="rId29"/>
    <p:sldLayoutId id="2147483706" r:id="rId30"/>
    <p:sldLayoutId id="2147483708" r:id="rId31"/>
    <p:sldLayoutId id="2147483761" r:id="rId32"/>
    <p:sldLayoutId id="2147483762" r:id="rId33"/>
    <p:sldLayoutId id="2147483700" r:id="rId34"/>
    <p:sldLayoutId id="2147483713" r:id="rId35"/>
    <p:sldLayoutId id="2147483703" r:id="rId36"/>
    <p:sldLayoutId id="2147483714" r:id="rId37"/>
    <p:sldLayoutId id="2147483715" r:id="rId38"/>
    <p:sldLayoutId id="2147483716" r:id="rId39"/>
    <p:sldLayoutId id="2147483763" r:id="rId40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4000" indent="-144000" algn="l" defTabSz="914400" rtl="0" eaLnBrk="1" latinLnBrk="0" hangingPunct="1">
        <a:lnSpc>
          <a:spcPct val="100000"/>
        </a:lnSpc>
        <a:spcBef>
          <a:spcPts val="1800"/>
        </a:spcBef>
        <a:spcAft>
          <a:spcPts val="600"/>
        </a:spcAft>
        <a:buFont typeface="Arial" panose="020B0604020202020204" pitchFamily="34" charset="0"/>
        <a:buChar char="•"/>
        <a:defRPr lang="es-ES" sz="140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3514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es-ES" sz="12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314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es-ES" sz="12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684000" indent="-144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864000" indent="-144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1" userDrawn="1">
          <p15:clr>
            <a:srgbClr val="F26B43"/>
          </p15:clr>
        </p15:guide>
        <p15:guide id="2" pos="7468" userDrawn="1">
          <p15:clr>
            <a:srgbClr val="F26B43"/>
          </p15:clr>
        </p15:guide>
        <p15:guide id="3" orient="horz" pos="4109" userDrawn="1">
          <p15:clr>
            <a:srgbClr val="F26B43"/>
          </p15:clr>
        </p15:guide>
        <p15:guide id="4" orient="horz" pos="211" userDrawn="1">
          <p15:clr>
            <a:srgbClr val="F26B43"/>
          </p15:clr>
        </p15:guide>
        <p15:guide id="5" orient="horz" pos="390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CoE de PMO/OTA · Marzo 2026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Formación Project Management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Índice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01 · Marco conceptual</a:t>
            </a:r>
          </a:p>
          <a:p>
            <a:pPr/>
            <a:r>
              <a:t>02 · Roles y responsabilidades</a:t>
            </a:r>
          </a:p>
          <a:p>
            <a:pPr/>
            <a:r>
              <a:t>03 · Ciclo de vida</a:t>
            </a:r>
          </a:p>
          <a:p>
            <a:pPr/>
            <a:r>
              <a:t>04 · Herramientas Minsait</a:t>
            </a:r>
          </a:p>
          <a:p>
            <a:pPr/>
            <a:r>
              <a:t>05 · Casos prácticos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· Marco conceptual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8217A"/>
                </a:solidFill>
              </a:rPr>
              <a:t>01 · MARCO</a:t>
            </a:r>
          </a:p>
          <a:p>
            <a:r>
              <a:rPr sz="2200" b="1">
                <a:solidFill>
                  <a:srgbClr val="4F062A"/>
                </a:solidFill>
              </a:rPr>
              <a:t>Proyecto, Programa y Portfolio · 3 niveles de gestión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486400" cy="4389120"/>
          </a:xfrm>
          <a:prstGeom prst="roundRect">
            <a:avLst/>
          </a:prstGeom>
          <a:solidFill>
            <a:srgbClr val="E8DDD2"/>
          </a:solidFill>
          <a:ln>
            <a:solidFill>
              <a:srgbClr val="E8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 rIns="274320" wrap="square"/>
          <a:lstStyle/>
          <a:p>
            <a:pPr algn="ctr"/>
            <a:r>
              <a:rPr b="1" sz="1300">
                <a:solidFill>
                  <a:srgbClr val="4F062A"/>
                </a:solidFill>
              </a:rPr>
              <a:t>PROYECTO</a:t>
            </a:r>
          </a:p>
          <a:p>
            <a:r>
              <a:rPr sz="1000">
                <a:solidFill>
                  <a:srgbClr val="444444"/>
                </a:solidFill>
              </a:rPr>
              <a:t>  · Esfuerzo temporal</a:t>
            </a:r>
          </a:p>
          <a:p>
            <a:r>
              <a:rPr sz="1000">
                <a:solidFill>
                  <a:srgbClr val="444444"/>
                </a:solidFill>
              </a:rPr>
              <a:t>  · Resultado único</a:t>
            </a:r>
          </a:p>
          <a:p>
            <a:r>
              <a:rPr sz="1000">
                <a:solidFill>
                  <a:srgbClr val="444444"/>
                </a:solidFill>
              </a:rPr>
              <a:t>  · Equipo dedicado</a:t>
            </a:r>
          </a:p>
          <a:p>
            <a:r>
              <a:rPr sz="1000">
                <a:solidFill>
                  <a:srgbClr val="444444"/>
                </a:solidFill>
              </a:rPr>
              <a:t>  · Plazos definidos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486400" cy="4389120"/>
          </a:xfrm>
          <a:prstGeom prst="roundRect">
            <a:avLst/>
          </a:prstGeom>
          <a:solidFill>
            <a:srgbClr val="4F062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 rIns="274320" wrap="square"/>
          <a:lstStyle/>
          <a:p>
            <a:pPr algn="ctr"/>
            <a:r>
              <a:rPr b="1" sz="1300">
                <a:solidFill>
                  <a:srgbClr val="FFFFFF"/>
                </a:solidFill>
              </a:rPr>
              <a:t>PORTFOLIO</a:t>
            </a:r>
          </a:p>
          <a:p>
            <a:r>
              <a:rPr sz="1000">
                <a:solidFill>
                  <a:srgbClr val="FFFFFF"/>
                </a:solidFill>
              </a:rPr>
              <a:t>  · Conjunto de proyectos</a:t>
            </a:r>
          </a:p>
          <a:p>
            <a:r>
              <a:rPr sz="1000">
                <a:solidFill>
                  <a:srgbClr val="FFFFFF"/>
                </a:solidFill>
              </a:rPr>
              <a:t>  · Alineación estratégica</a:t>
            </a:r>
          </a:p>
          <a:p>
            <a:r>
              <a:rPr sz="1000">
                <a:solidFill>
                  <a:srgbClr val="FFFFFF"/>
                </a:solidFill>
              </a:rPr>
              <a:t>  · Comité ejecutivo</a:t>
            </a:r>
          </a:p>
          <a:p>
            <a:r>
              <a:rPr sz="1000">
                <a:solidFill>
                  <a:srgbClr val="FFFFFF"/>
                </a:solidFill>
              </a:rPr>
              <a:t>  · Visión multi-anual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8217A"/>
                </a:solidFill>
              </a:rPr>
              <a:t>01 · MARCO</a:t>
            </a:r>
          </a:p>
          <a:p>
            <a:r>
              <a:rPr sz="2200" b="1">
                <a:solidFill>
                  <a:srgbClr val="4F062A"/>
                </a:solidFill>
              </a:rPr>
              <a:t>Triángulo de gestión: alcance, tiempo, costo</a:t>
            </a:r>
          </a:p>
        </p:txBody>
      </p:sp>
      <p:sp>
        <p:nvSpPr>
          <p:cNvPr id="3" name="Pentagon 2"/>
          <p:cNvSpPr/>
          <p:nvPr/>
        </p:nvSpPr>
        <p:spPr>
          <a:xfrm>
            <a:off x="457200" y="1371600"/>
            <a:ext cx="3627120" cy="1828800"/>
          </a:xfrm>
          <a:prstGeom prst="homePlate">
            <a:avLst/>
          </a:prstGeom>
          <a:solidFill>
            <a:srgbClr val="4F062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 wrap="square"/>
          <a:lstStyle/>
          <a:p>
            <a:pPr algn="ctr"/>
            <a:r>
              <a:rPr sz="900">
                <a:solidFill>
                  <a:srgbClr val="E8DDD2"/>
                </a:solidFill>
              </a:rPr>
              <a:t>FASE 1</a:t>
            </a:r>
          </a:p>
          <a:p>
            <a:pPr algn="ctr"/>
            <a:r>
              <a:rPr sz="1500" b="1">
                <a:solidFill>
                  <a:srgbClr val="FFFFFF"/>
                </a:solidFill>
              </a:rPr>
              <a:t>Alcance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Qué entregamos</a:t>
            </a:r>
          </a:p>
        </p:txBody>
      </p:sp>
      <p:sp>
        <p:nvSpPr>
          <p:cNvPr id="4" name="Pentagon 3"/>
          <p:cNvSpPr/>
          <p:nvPr/>
        </p:nvSpPr>
        <p:spPr>
          <a:xfrm>
            <a:off x="4267200" y="1371600"/>
            <a:ext cx="3627120" cy="1828800"/>
          </a:xfrm>
          <a:prstGeom prst="homePlate">
            <a:avLst/>
          </a:prstGeom>
          <a:solidFill>
            <a:srgbClr val="C8217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 wrap="square"/>
          <a:lstStyle/>
          <a:p>
            <a:pPr algn="ctr"/>
            <a:r>
              <a:rPr sz="900">
                <a:solidFill>
                  <a:srgbClr val="E8DDD2"/>
                </a:solidFill>
              </a:rPr>
              <a:t>FASE 2</a:t>
            </a:r>
          </a:p>
          <a:p>
            <a:pPr algn="ctr"/>
            <a:r>
              <a:rPr sz="1500" b="1">
                <a:solidFill>
                  <a:srgbClr val="FFFFFF"/>
                </a:solidFill>
              </a:rPr>
              <a:t>Tiempo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Cuándo lo entregamos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77200" y="1371600"/>
            <a:ext cx="3627120" cy="1828800"/>
          </a:xfrm>
          <a:prstGeom prst="roundRect">
            <a:avLst/>
          </a:prstGeom>
          <a:solidFill>
            <a:srgbClr val="4F062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 wrap="square"/>
          <a:lstStyle/>
          <a:p>
            <a:pPr algn="ctr"/>
            <a:r>
              <a:rPr sz="900">
                <a:solidFill>
                  <a:srgbClr val="E8DDD2"/>
                </a:solidFill>
              </a:rPr>
              <a:t>FASE 3</a:t>
            </a:r>
          </a:p>
          <a:p>
            <a:pPr algn="ctr"/>
            <a:r>
              <a:rPr sz="1500" b="1">
                <a:solidFill>
                  <a:srgbClr val="FFFFFF"/>
                </a:solidFill>
              </a:rPr>
              <a:t>Costo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Cuánto cuesta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· Roles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8217A"/>
                </a:solidFill>
              </a:rPr>
              <a:t>02 · ROLES</a:t>
            </a:r>
          </a:p>
          <a:p>
            <a:r>
              <a:rPr sz="2200" b="1">
                <a:solidFill>
                  <a:srgbClr val="4F062A"/>
                </a:solidFill>
              </a:rPr>
              <a:t>Matriz RACI de roles del proyecto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6858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Actividad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PM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PO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BO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PMO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Equipo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Definir objetivos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Planificar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Ejecutar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Reportar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Cerrar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Manager · funciones principales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Definir objetivos y alcance del proyecto</a:t>
            </a:r>
          </a:p>
          <a:p>
            <a:pPr/>
            <a:r>
              <a:t>Desarrollar plan: cronograma, presupuesto, recursos</a:t>
            </a:r>
          </a:p>
          <a:p>
            <a:pPr/>
            <a:r>
              <a:t>Coordinar al equipo y stakeholders</a:t>
            </a:r>
          </a:p>
          <a:p>
            <a:pPr/>
            <a:r>
              <a:t>Gestionar riesgos y change requests</a:t>
            </a:r>
          </a:p>
          <a:p>
            <a:pPr/>
            <a:r>
              <a:t>Reportar avance al sponsor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8217A"/>
                </a:solidFill>
              </a:rPr>
              <a:t>03 · CICLO</a:t>
            </a:r>
          </a:p>
          <a:p>
            <a:r>
              <a:rPr sz="2200" b="1">
                <a:solidFill>
                  <a:srgbClr val="4F062A"/>
                </a:solidFill>
              </a:rPr>
              <a:t>Metodologías: Waterfall vs Agile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486400" cy="4389120"/>
          </a:xfrm>
          <a:prstGeom prst="roundRect">
            <a:avLst/>
          </a:prstGeom>
          <a:solidFill>
            <a:srgbClr val="E8DDD2"/>
          </a:solidFill>
          <a:ln>
            <a:solidFill>
              <a:srgbClr val="E8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 rIns="274320" wrap="square"/>
          <a:lstStyle/>
          <a:p>
            <a:pPr algn="ctr"/>
            <a:r>
              <a:rPr b="1" sz="1300">
                <a:solidFill>
                  <a:srgbClr val="4F062A"/>
                </a:solidFill>
              </a:rPr>
              <a:t>WATERFALL</a:t>
            </a:r>
          </a:p>
          <a:p>
            <a:r>
              <a:rPr sz="1000">
                <a:solidFill>
                  <a:srgbClr val="444444"/>
                </a:solidFill>
              </a:rPr>
              <a:t>  · Fases secuenciales</a:t>
            </a:r>
          </a:p>
          <a:p>
            <a:r>
              <a:rPr sz="1000">
                <a:solidFill>
                  <a:srgbClr val="444444"/>
                </a:solidFill>
              </a:rPr>
              <a:t>  · Plan completo al inicio</a:t>
            </a:r>
          </a:p>
          <a:p>
            <a:r>
              <a:rPr sz="1000">
                <a:solidFill>
                  <a:srgbClr val="444444"/>
                </a:solidFill>
              </a:rPr>
              <a:t>  · Cambios formales</a:t>
            </a:r>
          </a:p>
          <a:p>
            <a:r>
              <a:rPr sz="1000">
                <a:solidFill>
                  <a:srgbClr val="444444"/>
                </a:solidFill>
              </a:rPr>
              <a:t>  · Releases finales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486400" cy="4389120"/>
          </a:xfrm>
          <a:prstGeom prst="roundRect">
            <a:avLst/>
          </a:prstGeom>
          <a:solidFill>
            <a:srgbClr val="4F062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 rIns="274320" wrap="square"/>
          <a:lstStyle/>
          <a:p>
            <a:pPr algn="ctr"/>
            <a:r>
              <a:rPr b="1" sz="1300">
                <a:solidFill>
                  <a:srgbClr val="FFFFFF"/>
                </a:solidFill>
              </a:rPr>
              <a:t>AGILE</a:t>
            </a:r>
          </a:p>
          <a:p>
            <a:r>
              <a:rPr sz="1000">
                <a:solidFill>
                  <a:srgbClr val="FFFFFF"/>
                </a:solidFill>
              </a:rPr>
              <a:t>  · Sprints iterativos</a:t>
            </a:r>
          </a:p>
          <a:p>
            <a:r>
              <a:rPr sz="1000">
                <a:solidFill>
                  <a:srgbClr val="FFFFFF"/>
                </a:solidFill>
              </a:rPr>
              <a:t>  · Plan adaptativo</a:t>
            </a:r>
          </a:p>
          <a:p>
            <a:r>
              <a:rPr sz="1000">
                <a:solidFill>
                  <a:srgbClr val="FFFFFF"/>
                </a:solidFill>
              </a:rPr>
              <a:t>  · Cambios continuos</a:t>
            </a:r>
          </a:p>
          <a:p>
            <a:r>
              <a:rPr sz="1000">
                <a:solidFill>
                  <a:srgbClr val="FFFFFF"/>
                </a:solidFill>
              </a:rPr>
              <a:t>  · Releases incrementales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F062A"/>
                </a:solidFill>
              </a:rPr>
              <a:t>Gracias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286000"/>
            <a:ext cx="91440" cy="2286000"/>
          </a:xfrm>
          <a:prstGeom prst="rect">
            <a:avLst/>
          </a:prstGeom>
          <a:solidFill>
            <a:srgbClr val="C82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2860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i="1">
                <a:solidFill>
                  <a:srgbClr val="4F062A"/>
                </a:solidFill>
              </a:rPr>
              <a:t>"Un proyecto exitoso no es el que entrega a tiempo: es el que entrega valor sostenible."</a:t>
            </a:r>
          </a:p>
          <a:p>
            <a:r>
              <a:rPr sz="1100">
                <a:solidFill>
                  <a:srgbClr val="444444"/>
                </a:solidFill>
              </a:rPr>
              <a:t>— Minsait CoE PMO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DRA THEME">
  <a:themeElements>
    <a:clrScheme name="MINSAIT COLORS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INDRA Fonts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80000" tIns="180000" rIns="180000" bIns="180000" rtlCol="0" anchor="t" anchorCtr="0"/>
      <a:lstStyle>
        <a:defPPr>
          <a:defRPr sz="14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PT_MINSAIT_v2_16122024 (1)" id="{3BD2A23A-B48E-4C4C-B5C5-01D5CBA66CB0}" vid="{C4EB3149-EAE4-7749-845C-D157ED4927A8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7765</Words>
  <Application>Microsoft Macintosh PowerPoint</Application>
  <PresentationFormat>Panorámica</PresentationFormat>
  <Paragraphs>1111</Paragraphs>
  <Slides>130</Slides>
  <Notes>20</Notes>
  <HiddenSlides>0</HiddenSlides>
  <MMClips>0</MMClips>
  <ScaleCrop>false</ScaleCrop>
  <HeadingPairs>
    <vt:vector size="8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130</vt:i4>
      </vt:variant>
    </vt:vector>
  </HeadingPairs>
  <TitlesOfParts>
    <vt:vector size="137" baseType="lpstr">
      <vt:lpstr>Aptos</vt:lpstr>
      <vt:lpstr>Arial</vt:lpstr>
      <vt:lpstr>Calibri</vt:lpstr>
      <vt:lpstr>ForFuture Sans</vt:lpstr>
      <vt:lpstr>ForFuture Sans Medium</vt:lpstr>
      <vt:lpstr>INDRA THEME</vt:lpstr>
      <vt:lpstr>Diapositiva de think-cell</vt:lpstr>
      <vt:lpstr>Powerpoint Template V.02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Título estándar para diapositiva base</vt:lpstr>
      <vt:lpstr>Presentación de PowerPoint</vt:lpstr>
      <vt:lpstr>Título estándar para diapositiva base</vt:lpstr>
      <vt:lpstr>Presentación de PowerPoint</vt:lpstr>
      <vt:lpstr>Presentación de PowerPoint</vt:lpstr>
      <vt:lpstr>Presentación de PowerPoint</vt:lpstr>
      <vt:lpstr>Powerpoint Ejemplos composición </vt:lpstr>
      <vt:lpstr>Presentación de PowerPoint</vt:lpstr>
      <vt:lpstr>Portadas</vt:lpstr>
      <vt:lpstr>Portadas principales</vt:lpstr>
      <vt:lpstr>Technology for  a more connected future </vt:lpstr>
      <vt:lpstr>Technology for a better future </vt:lpstr>
      <vt:lpstr>Technology for a better future </vt:lpstr>
      <vt:lpstr>Technology for  a more connected future</vt:lpstr>
      <vt:lpstr>Technology for a better future </vt:lpstr>
      <vt:lpstr>Technology for  a more connected future</vt:lpstr>
      <vt:lpstr>Technology for a better future </vt:lpstr>
      <vt:lpstr>Portadas con partner</vt:lpstr>
      <vt:lpstr>Technology for  a more connected future </vt:lpstr>
      <vt:lpstr>Technology for a better future </vt:lpstr>
      <vt:lpstr>Technology for a better future </vt:lpstr>
      <vt:lpstr>Technology for  a more connected future</vt:lpstr>
      <vt:lpstr>Technology for  a more connected future </vt:lpstr>
      <vt:lpstr>Technology for a better future</vt:lpstr>
      <vt:lpstr>Portadas con cliente</vt:lpstr>
      <vt:lpstr>Technology for  a more connected future</vt:lpstr>
      <vt:lpstr>Technology for a better future </vt:lpstr>
      <vt:lpstr>Technology for a better future </vt:lpstr>
      <vt:lpstr>Texto legal</vt:lpstr>
      <vt:lpstr>Presentación de PowerPoint</vt:lpstr>
      <vt:lpstr>Índices</vt:lpstr>
      <vt:lpstr>Presentación de PowerPoint</vt:lpstr>
      <vt:lpstr>Presentación de PowerPoint</vt:lpstr>
      <vt:lpstr>Presentación de PowerPoint</vt:lpstr>
      <vt:lpstr>Separatas</vt:lpstr>
      <vt:lpstr>Título de separata principal, lorem ipsum dolor amet</vt:lpstr>
      <vt:lpstr>Título de separata principal, lorem ipsum dolor amet</vt:lpstr>
      <vt:lpstr>Título separata secundaria, lorem ipsum dolor amet</vt:lpstr>
      <vt:lpstr>Título separata secundaria, lorem ipsum dolor amet</vt:lpstr>
      <vt:lpstr>Contenido - Texto</vt:lpstr>
      <vt:lpstr>Título de la diapositiva. Lorem ipsum dolor sit amet, consectetuer adipiscing elit</vt:lpstr>
      <vt:lpstr>Título de la diapositiva. Lorem ipsum dolor sit amet, consectetuer adipiscing elit</vt:lpstr>
      <vt:lpstr>Título de la diapositiva. Lorem ipsum dolor sit amet, consectetuer adipiscing elit</vt:lpstr>
      <vt:lpstr>Contenido - Imágenes</vt:lpstr>
      <vt:lpstr>Presentación de PowerPoint</vt:lpstr>
      <vt:lpstr>Presentación de PowerPoint</vt:lpstr>
      <vt:lpstr>Presentación de PowerPoint</vt:lpstr>
      <vt:lpstr>Título de la diapositiva. Lorem ipsum dolor sit amet, consectetuer adipiscing elit</vt:lpstr>
      <vt:lpstr>Contenido - Idea Principal</vt:lpstr>
      <vt:lpstr>Somos la compañía especializada referente a nivel global en servicios de consultoría TI y transformación digital que, a través de la transformación y el crecimiento de los negocios, impulsamos cada día un futuro más digital, humano y conectado.  </vt:lpstr>
      <vt:lpstr>Somos la compañía especializada referente a nivel global en servicios de consultoría TI y transformación digital que, a través de la transformación y el crecimiento de los negocios, impulsamos cada día un futuro más digital, humano y conectado.  </vt:lpstr>
      <vt:lpstr>Conectamos talento, tecnología y negocios para generar crecimiento e impacto positivo y sostenible</vt:lpstr>
      <vt:lpstr>Conectamos talento, tecnología y negocios para generar crecimiento e impacto positivo y sostenible</vt:lpstr>
      <vt:lpstr>Composiciones </vt:lpstr>
      <vt:lpstr>Mapas</vt:lpstr>
      <vt:lpstr>Título de la diapositiva. Lorem ipsum dolor sit amet, consectetuer adipiscing elit</vt:lpstr>
      <vt:lpstr>Título de la diapositiva. Lorem ipsum dolor sit amet, consectetuer adipiscing elit</vt:lpstr>
      <vt:lpstr>Texto + Imagen + Cifras</vt:lpstr>
      <vt:lpstr>Título de la diapositiva. Lorem ipsum dolor sit amet, consectetuer adipiscing elit</vt:lpstr>
      <vt:lpstr>Título de la diapositiva. Lorem ipsum dolor sit amet, consectetuer adipiscing elit</vt:lpstr>
      <vt:lpstr>Título de la diapositiva. Lorem ipsum dolor sit amet, consectetuer adipiscing elit</vt:lpstr>
      <vt:lpstr>Título de la diapositiva. Lorem ipsum dolor sit amet</vt:lpstr>
      <vt:lpstr>Título de la diapositiva. Lorem ipsum dolor sit amet</vt:lpstr>
      <vt:lpstr>Título de la diapositiva Lorem ipsum dolor sit amet</vt:lpstr>
      <vt:lpstr>Título de la diapositiva</vt:lpstr>
      <vt:lpstr>Título de la diapositiva Lorem ipsum dolor sit amet</vt:lpstr>
      <vt:lpstr>Título estándar para diapositiva base</vt:lpstr>
      <vt:lpstr>A business model based on a comprehensive portfolio of  high-value solutions and R&amp;D activity</vt:lpstr>
      <vt:lpstr>A business model based on a comprehensive portfolio of  high-value solutions and R&amp;D activity</vt:lpstr>
      <vt:lpstr>A business model based on a comprehensive portfolio of  high-value solutions and R&amp;D activity</vt:lpstr>
      <vt:lpstr>A business model based on a comprehensive portfolio of  high-value solutions and R&amp;D activity</vt:lpstr>
      <vt:lpstr>Título estándar para diapositiva base</vt:lpstr>
      <vt:lpstr>Presentación de PowerPoint</vt:lpstr>
      <vt:lpstr>Título estándar para diapositiva base</vt:lpstr>
      <vt:lpstr>Gráficos + Esquemas + Tablas</vt:lpstr>
      <vt:lpstr>Título de la diapositiva Lorem ipsum dolor sit amet</vt:lpstr>
      <vt:lpstr>Título de la diapositiva Lorem ipsum dolor sit amet</vt:lpstr>
      <vt:lpstr>Título de la diapositiva Lorem ipsum dolor sit amet</vt:lpstr>
      <vt:lpstr>Título de la diapositiva Lorem ipsum dolor sit amet</vt:lpstr>
      <vt:lpstr>Título de la diapositiva Lorem ipsum dolor sit amet</vt:lpstr>
      <vt:lpstr>Título de la diapositiva Lorem ipsum dolor sit</vt:lpstr>
      <vt:lpstr>Cierres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Recursos</vt:lpstr>
      <vt:lpstr>Visores</vt:lpstr>
      <vt:lpstr>Visores</vt:lpstr>
      <vt:lpstr>Contenedores  con chaflán</vt:lpstr>
      <vt:lpstr>Presentación de PowerPoint</vt:lpstr>
      <vt:lpstr>Presentación de PowerPoint</vt:lpstr>
      <vt:lpstr>Presentación de PowerPoint</vt:lpstr>
      <vt:lpstr>Pie de página y numeración</vt:lpstr>
      <vt:lpstr>Presentación de PowerPoint</vt:lpstr>
      <vt:lpstr>Presentación de PowerPoint</vt:lpstr>
      <vt:lpstr>Powerpoint Guidelines</vt:lpstr>
      <vt:lpstr>Colores Corporativos</vt:lpstr>
      <vt:lpstr>Colores Corporativos</vt:lpstr>
      <vt:lpstr>Tipografía Corporativa</vt:lpstr>
      <vt:lpstr>Tipografía Corporativa</vt:lpstr>
      <vt:lpstr>Layout</vt:lpstr>
      <vt:lpstr>Layout</vt:lpstr>
      <vt:lpstr>Presentación de PowerPoint</vt:lpstr>
      <vt:lpstr>Visores</vt:lpstr>
      <vt:lpstr>Visores</vt:lpstr>
      <vt:lpstr>Contenedores</vt:lpstr>
      <vt:lpstr>Contenedores</vt:lpstr>
      <vt:lpstr>Líneas</vt:lpstr>
      <vt:lpstr>Imágenes  y Fotografías</vt:lpstr>
      <vt:lpstr>Imágenes  y Fotografías</vt:lpstr>
      <vt:lpstr>Imágenes  y Fotografías</vt:lpstr>
      <vt:lpstr>Gráficos y  Tablas</vt:lpstr>
      <vt:lpstr>Gráficos y  Tablas</vt:lpstr>
      <vt:lpstr>Animaciones de entrada</vt:lpstr>
      <vt:lpstr>Presentación de PowerPoint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 V.02</dc:title>
  <dc:creator>Microsoft Office User</dc:creator>
  <cp:lastModifiedBy>Microsoft Office User</cp:lastModifiedBy>
  <cp:revision>2</cp:revision>
  <dcterms:created xsi:type="dcterms:W3CDTF">2025-02-24T10:29:14Z</dcterms:created>
  <dcterms:modified xsi:type="dcterms:W3CDTF">2025-02-24T10:37:13Z</dcterms:modified>
</cp:coreProperties>
</file>