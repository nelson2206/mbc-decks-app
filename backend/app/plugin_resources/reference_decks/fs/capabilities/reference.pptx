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5.xml" ContentType="application/vnd.openxmlformats-officedocument.theme+xml"/>
  <Override PartName="/ppt/tags/tag24.xml" ContentType="application/vnd.openxmlformats-officedocument.presentationml.tags+xml"/>
  <Override PartName="/ppt/tags/tag25.xml" ContentType="application/vnd.openxmlformats-officedocument.presentationml.tags+xml"/>
  <Override PartName="/ppt/slideLayouts/slideLayout33.xml" ContentType="application/vnd.openxmlformats-officedocument.presentationml.slideLayout+xml"/>
  <Override PartName="/ppt/theme/theme6.xml" ContentType="application/vnd.openxmlformats-officedocument.theme+xml"/>
  <Override PartName="/ppt/tags/tag26.xml" ContentType="application/vnd.openxmlformats-officedocument.presentationml.tags+xml"/>
  <Override PartName="/ppt/tags/tag27.xml" ContentType="application/vnd.openxmlformats-officedocument.presentationml.tags+xml"/>
  <Override PartName="/ppt/slideLayouts/slideLayout34.xml" ContentType="application/vnd.openxmlformats-officedocument.presentationml.slideLayout+xml"/>
  <Override PartName="/ppt/theme/theme7.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slideLayouts/slideLayout35.xml" ContentType="application/vnd.openxmlformats-officedocument.presentationml.slideLayout+xml"/>
  <Override PartName="/ppt/theme/theme8.xml" ContentType="application/vnd.openxmlformats-officedocument.theme+xml"/>
  <Override PartName="/ppt/tags/tag30.xml" ContentType="application/vnd.openxmlformats-officedocument.presentationml.tags+xml"/>
  <Override PartName="/ppt/tags/tag31.xml" ContentType="application/vnd.openxmlformats-officedocument.presentationml.tags+xml"/>
  <Override PartName="/ppt/slideLayouts/slideLayout36.xml" ContentType="application/vnd.openxmlformats-officedocument.presentationml.slideLayout+xml"/>
  <Override PartName="/ppt/theme/theme9.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10.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11.xml" ContentType="application/vnd.openxmlformats-officedocument.them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slideLayouts/slideLayout45.xml" ContentType="application/vnd.openxmlformats-officedocument.presentationml.slideLayout+xml"/>
  <Override PartName="/ppt/theme/theme12.xml" ContentType="application/vnd.openxmlformats-officedocument.theme+xml"/>
  <Override PartName="/ppt/tags/tag45.xml" ContentType="application/vnd.openxmlformats-officedocument.presentationml.tags+xml"/>
  <Override PartName="/ppt/tags/tag46.xml" ContentType="application/vnd.openxmlformats-officedocument.presentationml.tags+xml"/>
  <Override PartName="/ppt/slideLayouts/slideLayout46.xml" ContentType="application/vnd.openxmlformats-officedocument.presentationml.slideLayout+xml"/>
  <Override PartName="/ppt/theme/theme13.xml" ContentType="application/vnd.openxmlformats-officedocument.theme+xml"/>
  <Override PartName="/ppt/tags/tag47.xml" ContentType="application/vnd.openxmlformats-officedocument.presentationml.tags+xml"/>
  <Override PartName="/ppt/tags/tag48.xml" ContentType="application/vnd.openxmlformats-officedocument.presentationml.tags+xml"/>
  <Override PartName="/ppt/theme/theme14.xml" ContentType="application/vnd.openxmlformats-officedocument.theme+xml"/>
  <Override PartName="/ppt/theme/theme15.xml" ContentType="application/vnd.openxmlformats-officedocument.theme+xml"/>
  <Override PartName="/ppt/tags/tag49.xml" ContentType="application/vnd.openxmlformats-officedocument.presentationml.tags+xml"/>
  <Override PartName="/ppt/tags/tag50.xml" ContentType="application/vnd.openxmlformats-officedocument.presentationml.tags+xml"/>
  <Override PartName="/ppt/notesSlides/notesSlide1.xml" ContentType="application/vnd.openxmlformats-officedocument.presentationml.notesSlide+xml"/>
  <Override PartName="/ppt/tags/tag51.xml" ContentType="application/vnd.openxmlformats-officedocument.presentationml.tags+xml"/>
  <Override PartName="/ppt/notesSlides/notesSlide2.xml" ContentType="application/vnd.openxmlformats-officedocument.presentationml.notesSlide+xml"/>
  <Override PartName="/ppt/tags/tag52.xml" ContentType="application/vnd.openxmlformats-officedocument.presentationml.tags+xml"/>
  <Override PartName="/ppt/notesSlides/notesSlide3.xml" ContentType="application/vnd.openxmlformats-officedocument.presentationml.notesSlide+xml"/>
  <Override PartName="/ppt/tags/tag53.xml" ContentType="application/vnd.openxmlformats-officedocument.presentationml.tags+xml"/>
  <Override PartName="/ppt/notesSlides/notesSlide4.xml" ContentType="application/vnd.openxmlformats-officedocument.presentationml.notesSlide+xml"/>
  <Override PartName="/ppt/tags/tag54.xml" ContentType="application/vnd.openxmlformats-officedocument.presentationml.tags+xml"/>
  <Override PartName="/ppt/notesSlides/notesSlide5.xml" ContentType="application/vnd.openxmlformats-officedocument.presentationml.notesSlide+xml"/>
  <Override PartName="/ppt/tags/tag55.xml" ContentType="application/vnd.openxmlformats-officedocument.presentationml.tags+xml"/>
  <Override PartName="/ppt/notesSlides/notesSlide6.xml" ContentType="application/vnd.openxmlformats-officedocument.presentationml.notesSlide+xml"/>
  <Override PartName="/ppt/tags/tag56.xml" ContentType="application/vnd.openxmlformats-officedocument.presentationml.tags+xml"/>
  <Override PartName="/ppt/notesSlides/notesSlide7.xml" ContentType="application/vnd.openxmlformats-officedocument.presentationml.notesSlide+xml"/>
  <Override PartName="/ppt/tags/tag57.xml" ContentType="application/vnd.openxmlformats-officedocument.presentationml.tags+xml"/>
  <Override PartName="/ppt/notesSlides/notesSlide8.xml" ContentType="application/vnd.openxmlformats-officedocument.presentationml.notesSlide+xml"/>
  <Override PartName="/ppt/tags/tag58.xml" ContentType="application/vnd.openxmlformats-officedocument.presentationml.tags+xml"/>
  <Override PartName="/ppt/notesSlides/notesSlide9.xml" ContentType="application/vnd.openxmlformats-officedocument.presentationml.notesSlide+xml"/>
  <Override PartName="/ppt/tags/tag59.xml" ContentType="application/vnd.openxmlformats-officedocument.presentationml.tags+xml"/>
  <Override PartName="/ppt/notesSlides/notesSlide10.xml" ContentType="application/vnd.openxmlformats-officedocument.presentationml.notesSlide+xml"/>
  <Override PartName="/ppt/tags/tag60.xml" ContentType="application/vnd.openxmlformats-officedocument.presentationml.tags+xml"/>
  <Override PartName="/ppt/notesSlides/notesSlide11.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notesSlides/notesSlide12.xml" ContentType="application/vnd.openxmlformats-officedocument.presentationml.notesSlide+xml"/>
  <Override PartName="/ppt/tags/tag63.xml" ContentType="application/vnd.openxmlformats-officedocument.presentationml.tags+xml"/>
  <Override PartName="/ppt/notesSlides/notesSlide13.xml" ContentType="application/vnd.openxmlformats-officedocument.presentationml.notesSlide+xml"/>
  <Override PartName="/ppt/tags/tag64.xml" ContentType="application/vnd.openxmlformats-officedocument.presentationml.tags+xml"/>
  <Override PartName="/ppt/notesSlides/notesSlide14.xml" ContentType="application/vnd.openxmlformats-officedocument.presentationml.notesSlide+xml"/>
  <Override PartName="/ppt/tags/tag65.xml" ContentType="application/vnd.openxmlformats-officedocument.presentationml.tags+xml"/>
  <Override PartName="/ppt/notesSlides/notesSlide15.xml" ContentType="application/vnd.openxmlformats-officedocument.presentationml.notesSlide+xml"/>
  <Override PartName="/ppt/tags/tag66.xml" ContentType="application/vnd.openxmlformats-officedocument.presentationml.tags+xml"/>
  <Override PartName="/ppt/notesSlides/notesSlide16.xml" ContentType="application/vnd.openxmlformats-officedocument.presentationml.notesSlide+xml"/>
  <Override PartName="/ppt/tags/tag67.xml" ContentType="application/vnd.openxmlformats-officedocument.presentationml.tags+xml"/>
  <Override PartName="/ppt/notesSlides/notesSlide17.xml" ContentType="application/vnd.openxmlformats-officedocument.presentationml.notesSlide+xml"/>
  <Override PartName="/ppt/tags/tag68.xml" ContentType="application/vnd.openxmlformats-officedocument.presentationml.tags+xml"/>
  <Override PartName="/ppt/notesSlides/notesSlide18.xml" ContentType="application/vnd.openxmlformats-officedocument.presentationml.notesSlide+xml"/>
  <Override PartName="/ppt/tags/tag69.xml" ContentType="application/vnd.openxmlformats-officedocument.presentationml.tags+xml"/>
  <Override PartName="/ppt/notesSlides/notesSlide19.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notesSlides/notesSlide20.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notesSlides/notesSlide21.xml" ContentType="application/vnd.openxmlformats-officedocument.presentationml.notesSlide+xml"/>
  <Override PartName="/ppt/tags/tag74.xml" ContentType="application/vnd.openxmlformats-officedocument.presentationml.tags+xml"/>
  <Override PartName="/ppt/notesSlides/notesSlide22.xml" ContentType="application/vnd.openxmlformats-officedocument.presentationml.notesSlide+xml"/>
  <Override PartName="/ppt/tags/tag75.xml" ContentType="application/vnd.openxmlformats-officedocument.presentationml.tags+xml"/>
  <Override PartName="/ppt/notesSlides/notesSlide23.xml" ContentType="application/vnd.openxmlformats-officedocument.presentationml.notesSlide+xml"/>
  <Override PartName="/ppt/tags/tag76.xml" ContentType="application/vnd.openxmlformats-officedocument.presentationml.tags+xml"/>
  <Override PartName="/ppt/notesSlides/notesSlide24.xml" ContentType="application/vnd.openxmlformats-officedocument.presentationml.notesSlide+xml"/>
  <Override PartName="/ppt/tags/tag77.xml" ContentType="application/vnd.openxmlformats-officedocument.presentationml.tags+xml"/>
  <Override PartName="/ppt/notesSlides/notesSlide25.xml" ContentType="application/vnd.openxmlformats-officedocument.presentationml.notesSlide+xml"/>
  <Override PartName="/ppt/tags/tag78.xml" ContentType="application/vnd.openxmlformats-officedocument.presentationml.tags+xml"/>
  <Override PartName="/ppt/notesSlides/notesSlide26.xml" ContentType="application/vnd.openxmlformats-officedocument.presentationml.notesSlide+xml"/>
  <Override PartName="/ppt/tags/tag79.xml" ContentType="application/vnd.openxmlformats-officedocument.presentationml.tags+xml"/>
  <Override PartName="/ppt/notesSlides/notesSlide27.xml" ContentType="application/vnd.openxmlformats-officedocument.presentationml.notesSlide+xml"/>
  <Override PartName="/ppt/tags/tag80.xml" ContentType="application/vnd.openxmlformats-officedocument.presentationml.tags+xml"/>
  <Override PartName="/ppt/notesSlides/notesSlide28.xml" ContentType="application/vnd.openxmlformats-officedocument.presentationml.notesSlide+xml"/>
  <Override PartName="/ppt/tags/tag81.xml" ContentType="application/vnd.openxmlformats-officedocument.presentationml.tags+xml"/>
  <Override PartName="/ppt/notesSlides/notesSlide29.xml" ContentType="application/vnd.openxmlformats-officedocument.presentationml.notesSlide+xml"/>
  <Override PartName="/ppt/tags/tag82.xml" ContentType="application/vnd.openxmlformats-officedocument.presentationml.tags+xml"/>
  <Override PartName="/ppt/notesSlides/notesSlide30.xml" ContentType="application/vnd.openxmlformats-officedocument.presentationml.notesSlide+xml"/>
  <Override PartName="/ppt/tags/tag83.xml" ContentType="application/vnd.openxmlformats-officedocument.presentationml.tags+xml"/>
  <Override PartName="/ppt/notesSlides/notesSlide31.xml" ContentType="application/vnd.openxmlformats-officedocument.presentationml.notesSlide+xml"/>
  <Override PartName="/ppt/tags/tag84.xml" ContentType="application/vnd.openxmlformats-officedocument.presentationml.tags+xml"/>
  <Override PartName="/ppt/notesSlides/notesSlide32.xml" ContentType="application/vnd.openxmlformats-officedocument.presentationml.notesSlide+xml"/>
  <Override PartName="/ppt/tags/tag85.xml" ContentType="application/vnd.openxmlformats-officedocument.presentationml.tags+xml"/>
  <Override PartName="/ppt/notesSlides/notesSlide33.xml" ContentType="application/vnd.openxmlformats-officedocument.presentationml.notesSlide+xml"/>
  <Override PartName="/ppt/tags/tag86.xml" ContentType="application/vnd.openxmlformats-officedocument.presentationml.tags+xml"/>
  <Override PartName="/ppt/notesSlides/notesSlide34.xml" ContentType="application/vnd.openxmlformats-officedocument.presentationml.notesSlide+xml"/>
  <Override PartName="/ppt/tags/tag87.xml" ContentType="application/vnd.openxmlformats-officedocument.presentationml.tags+xml"/>
  <Override PartName="/ppt/notesSlides/notesSlide35.xml" ContentType="application/vnd.openxmlformats-officedocument.presentationml.notesSlide+xml"/>
  <Override PartName="/ppt/tags/tag88.xml" ContentType="application/vnd.openxmlformats-officedocument.presentationml.tags+xml"/>
  <Override PartName="/ppt/notesSlides/notesSlide36.xml" ContentType="application/vnd.openxmlformats-officedocument.presentationml.notesSlide+xml"/>
  <Override PartName="/ppt/tags/tag89.xml" ContentType="application/vnd.openxmlformats-officedocument.presentationml.tags+xml"/>
  <Override PartName="/ppt/notesSlides/notesSlide37.xml" ContentType="application/vnd.openxmlformats-officedocument.presentationml.notesSlide+xml"/>
  <Override PartName="/ppt/tags/tag90.xml" ContentType="application/vnd.openxmlformats-officedocument.presentationml.tags+xml"/>
  <Override PartName="/ppt/notesSlides/notesSlide38.xml" ContentType="application/vnd.openxmlformats-officedocument.presentationml.notesSlide+xml"/>
  <Override PartName="/ppt/tags/tag91.xml" ContentType="application/vnd.openxmlformats-officedocument.presentationml.tags+xml"/>
  <Override PartName="/ppt/notesSlides/notesSlide39.xml" ContentType="application/vnd.openxmlformats-officedocument.presentationml.notesSlide+xml"/>
  <Override PartName="/ppt/tags/tag92.xml" ContentType="application/vnd.openxmlformats-officedocument.presentationml.tags+xml"/>
  <Override PartName="/ppt/notesSlides/notesSlide40.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notesSlides/notesSlide41.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notesSlides/notesSlide42.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notesSlides/notesSlide43.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notesSlides/notesSlide44.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notesSlides/notesSlide45.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notesSlides/notesSlide46.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notesSlides/notesSlide47.xml" ContentType="application/vnd.openxmlformats-officedocument.presentationml.notesSlide+xml"/>
  <Override PartName="/ppt/tags/tag107.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108.xml" ContentType="application/vnd.openxmlformats-officedocument.presentationml.tags+xml"/>
  <Override PartName="/ppt/notesSlides/notesSlide56.xml" ContentType="application/vnd.openxmlformats-officedocument.presentationml.notesSlide+xml"/>
  <Override PartName="/ppt/tags/tag109.xml" ContentType="application/vnd.openxmlformats-officedocument.presentationml.tags+xml"/>
  <Override PartName="/ppt/notesSlides/notesSlide57.xml" ContentType="application/vnd.openxmlformats-officedocument.presentationml.notesSlide+xml"/>
  <Override PartName="/ppt/tags/tag110.xml" ContentType="application/vnd.openxmlformats-officedocument.presentationml.tags+xml"/>
  <Override PartName="/ppt/notesSlides/notesSlide58.xml" ContentType="application/vnd.openxmlformats-officedocument.presentationml.notesSlide+xml"/>
  <Override PartName="/ppt/tags/tag111.xml" ContentType="application/vnd.openxmlformats-officedocument.presentationml.tags+xml"/>
  <Override PartName="/ppt/notesSlides/notesSlide59.xml" ContentType="application/vnd.openxmlformats-officedocument.presentationml.notesSlide+xml"/>
  <Override PartName="/ppt/tags/tag112.xml" ContentType="application/vnd.openxmlformats-officedocument.presentationml.tags+xml"/>
  <Override PartName="/ppt/notesSlides/notesSlide60.xml" ContentType="application/vnd.openxmlformats-officedocument.presentationml.notesSlide+xml"/>
  <Override PartName="/ppt/tags/tag113.xml" ContentType="application/vnd.openxmlformats-officedocument.presentationml.tags+xml"/>
  <Override PartName="/ppt/notesSlides/notesSlide61.xml" ContentType="application/vnd.openxmlformats-officedocument.presentationml.notesSlide+xml"/>
  <Override PartName="/ppt/tags/tag114.xml" ContentType="application/vnd.openxmlformats-officedocument.presentationml.tags+xml"/>
  <Override PartName="/ppt/notesSlides/notesSlide62.xml" ContentType="application/vnd.openxmlformats-officedocument.presentationml.notesSlide+xml"/>
  <Override PartName="/ppt/tags/tag115.xml" ContentType="application/vnd.openxmlformats-officedocument.presentationml.tags+xml"/>
  <Override PartName="/ppt/notesSlides/notesSlide6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1" r:id="rId4"/>
    <p:sldMasterId id="2147483898" r:id="rId5"/>
    <p:sldMasterId id="2147484167" r:id="rId6"/>
    <p:sldMasterId id="2147484176" r:id="rId7"/>
    <p:sldMasterId id="2147484348" r:id="rId8"/>
    <p:sldMasterId id="2147484402" r:id="rId9"/>
    <p:sldMasterId id="2147484405" r:id="rId10"/>
    <p:sldMasterId id="2147484682" r:id="rId11"/>
    <p:sldMasterId id="2147484721" r:id="rId12"/>
    <p:sldMasterId id="2147484896" r:id="rId13"/>
    <p:sldMasterId id="2147484937" r:id="rId14"/>
    <p:sldMasterId id="2147485014" r:id="rId15"/>
    <p:sldMasterId id="2147485063" r:id="rId16"/>
  </p:sldMasterIdLst>
  <p:notesMasterIdLst>
    <p:notesMasterId r:id="rId86"/>
  </p:notesMasterIdLst>
  <p:handoutMasterIdLst>
    <p:handoutMasterId r:id="rId87"/>
  </p:handoutMasterIdLst>
  <p:sldIdLst>
    <p:sldId id="272" r:id="rId17"/>
    <p:sldId id="296" r:id="rId18"/>
    <p:sldId id="274" r:id="rId19"/>
    <p:sldId id="298" r:id="rId20"/>
    <p:sldId id="324" r:id="rId21"/>
    <p:sldId id="285" r:id="rId22"/>
    <p:sldId id="282" r:id="rId23"/>
    <p:sldId id="299" r:id="rId24"/>
    <p:sldId id="300" r:id="rId25"/>
    <p:sldId id="297" r:id="rId26"/>
    <p:sldId id="264" r:id="rId27"/>
    <p:sldId id="325" r:id="rId28"/>
    <p:sldId id="2147478935" r:id="rId29"/>
    <p:sldId id="345" r:id="rId30"/>
    <p:sldId id="286" r:id="rId31"/>
    <p:sldId id="287" r:id="rId32"/>
    <p:sldId id="288" r:id="rId33"/>
    <p:sldId id="294" r:id="rId34"/>
    <p:sldId id="295" r:id="rId35"/>
    <p:sldId id="301" r:id="rId36"/>
    <p:sldId id="265" r:id="rId37"/>
    <p:sldId id="2147483265" r:id="rId38"/>
    <p:sldId id="309" r:id="rId39"/>
    <p:sldId id="266" r:id="rId40"/>
    <p:sldId id="256" r:id="rId41"/>
    <p:sldId id="258" r:id="rId42"/>
    <p:sldId id="304" r:id="rId43"/>
    <p:sldId id="263" r:id="rId44"/>
    <p:sldId id="306" r:id="rId45"/>
    <p:sldId id="307" r:id="rId46"/>
    <p:sldId id="308" r:id="rId47"/>
    <p:sldId id="267" r:id="rId48"/>
    <p:sldId id="268" r:id="rId49"/>
    <p:sldId id="269" r:id="rId50"/>
    <p:sldId id="270" r:id="rId51"/>
    <p:sldId id="302" r:id="rId52"/>
    <p:sldId id="303" r:id="rId53"/>
    <p:sldId id="305" r:id="rId54"/>
    <p:sldId id="2147483646" r:id="rId55"/>
    <p:sldId id="262" r:id="rId56"/>
    <p:sldId id="259" r:id="rId57"/>
    <p:sldId id="2147469256" r:id="rId58"/>
    <p:sldId id="2147480069" r:id="rId59"/>
    <p:sldId id="257" r:id="rId60"/>
    <p:sldId id="276" r:id="rId61"/>
    <p:sldId id="273" r:id="rId62"/>
    <p:sldId id="275" r:id="rId63"/>
    <p:sldId id="271" r:id="rId64"/>
    <p:sldId id="2147483291" r:id="rId65"/>
    <p:sldId id="2147483647" r:id="rId66"/>
    <p:sldId id="261" r:id="rId67"/>
    <p:sldId id="2147483279" r:id="rId68"/>
    <p:sldId id="260" r:id="rId69"/>
    <p:sldId id="1968" r:id="rId70"/>
    <p:sldId id="1978" r:id="rId71"/>
    <p:sldId id="2147483285" r:id="rId72"/>
    <p:sldId id="2147483280" r:id="rId73"/>
    <p:sldId id="2147483281" r:id="rId74"/>
    <p:sldId id="2147483282" r:id="rId75"/>
    <p:sldId id="2147483283" r:id="rId76"/>
    <p:sldId id="2147483284" r:id="rId77"/>
    <p:sldId id="1449" r:id="rId78"/>
    <p:sldId id="2147479380" r:id="rId79"/>
    <p:sldId id="2147483286" r:id="rId80"/>
    <p:sldId id="2147483287" r:id="rId81"/>
    <p:sldId id="2147483288" r:id="rId82"/>
    <p:sldId id="2147483289" r:id="rId83"/>
    <p:sldId id="2147483294" r:id="rId84"/>
    <p:sldId id="421" r:id="rId85"/>
  </p:sldIdLst>
  <p:sldSz cx="12192000" cy="6858000"/>
  <p:notesSz cx="6858000" cy="9144000"/>
  <p:custDataLst>
    <p:tags r:id="rId8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E656C11-CCAC-AD2C-4521-3F5D333AED39}" name="Rodríguez Devesa, Alberto" initials="AR" userId="S::ardevesa@minsait.com::2661adce-dcef-4307-8ffe-85573aa36e59" providerId="AD"/>
  <p188:author id="{DFCFB0A1-F044-A286-E967-FBB6FC05ECE5}" name="Amador Orenga, Julio" initials="JA" userId="S::jamadoro@minsait.com::0bfe6642-61bf-41e0-8d22-6e421fa6ee5f" providerId="AD"/>
  <p188:author id="{9B6793D1-D5FA-3B0D-8E4D-FFABD56E8AB4}" name="Rabazo Rubio, Mario" initials="MR" userId="S::mrabazo@minsait.com::1135f4d9-a126-452f-bbf5-a6d2359cd29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ucero Salinas, Julio Javier" initials="LSJJ" lastIdx="33" clrIdx="0">
    <p:extLst>
      <p:ext uri="{19B8F6BF-5375-455C-9EA6-DF929625EA0E}">
        <p15:presenceInfo xmlns:p15="http://schemas.microsoft.com/office/powerpoint/2012/main" userId="S-1-5-21-1506503333-1133455874-5522801-68768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E2DA"/>
    <a:srgbClr val="D0CEC1"/>
    <a:srgbClr val="4F062A"/>
    <a:srgbClr val="FF0054"/>
    <a:srgbClr val="FFCCDD"/>
    <a:srgbClr val="F9C1D8"/>
    <a:srgbClr val="77093F"/>
    <a:srgbClr val="260717"/>
    <a:srgbClr val="FCD7E9"/>
    <a:srgbClr val="B3B0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C1CE80-9696-4B85-BDB1-3D75C03EBBFC}" v="14" dt="2026-04-13T17:56:10.3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300" y="-540"/>
      </p:cViewPr>
      <p:guideLst>
        <p:guide orient="horz" pos="436"/>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0.xml"/><Relationship Id="rId21" Type="http://schemas.openxmlformats.org/officeDocument/2006/relationships/slide" Target="slides/slide5.xml"/><Relationship Id="rId42" Type="http://schemas.openxmlformats.org/officeDocument/2006/relationships/slide" Target="slides/slide26.xml"/><Relationship Id="rId47" Type="http://schemas.openxmlformats.org/officeDocument/2006/relationships/slide" Target="slides/slide31.xml"/><Relationship Id="rId63" Type="http://schemas.openxmlformats.org/officeDocument/2006/relationships/slide" Target="slides/slide47.xml"/><Relationship Id="rId68" Type="http://schemas.openxmlformats.org/officeDocument/2006/relationships/slide" Target="slides/slide52.xml"/><Relationship Id="rId84" Type="http://schemas.openxmlformats.org/officeDocument/2006/relationships/slide" Target="slides/slide68.xml"/><Relationship Id="rId89" Type="http://schemas.openxmlformats.org/officeDocument/2006/relationships/commentAuthors" Target="commentAuthors.xml"/><Relationship Id="rId16" Type="http://schemas.openxmlformats.org/officeDocument/2006/relationships/slideMaster" Target="slideMasters/slideMaster13.xml"/><Relationship Id="rId11" Type="http://schemas.openxmlformats.org/officeDocument/2006/relationships/slideMaster" Target="slideMasters/slideMaster8.xml"/><Relationship Id="rId32" Type="http://schemas.openxmlformats.org/officeDocument/2006/relationships/slide" Target="slides/slide16.xml"/><Relationship Id="rId37" Type="http://schemas.openxmlformats.org/officeDocument/2006/relationships/slide" Target="slides/slide21.xml"/><Relationship Id="rId53" Type="http://schemas.openxmlformats.org/officeDocument/2006/relationships/slide" Target="slides/slide37.xml"/><Relationship Id="rId58" Type="http://schemas.openxmlformats.org/officeDocument/2006/relationships/slide" Target="slides/slide42.xml"/><Relationship Id="rId74" Type="http://schemas.openxmlformats.org/officeDocument/2006/relationships/slide" Target="slides/slide58.xml"/><Relationship Id="rId79" Type="http://schemas.openxmlformats.org/officeDocument/2006/relationships/slide" Target="slides/slide63.xml"/><Relationship Id="rId5" Type="http://schemas.openxmlformats.org/officeDocument/2006/relationships/slideMaster" Target="slideMasters/slideMaster2.xml"/><Relationship Id="rId90" Type="http://schemas.openxmlformats.org/officeDocument/2006/relationships/presProps" Target="presProps.xml"/><Relationship Id="rId95" Type="http://schemas.microsoft.com/office/2015/10/relationships/revisionInfo" Target="revisionInfo.xml"/><Relationship Id="rId22" Type="http://schemas.openxmlformats.org/officeDocument/2006/relationships/slide" Target="slides/slide6.xml"/><Relationship Id="rId27" Type="http://schemas.openxmlformats.org/officeDocument/2006/relationships/slide" Target="slides/slide11.xml"/><Relationship Id="rId43" Type="http://schemas.openxmlformats.org/officeDocument/2006/relationships/slide" Target="slides/slide27.xml"/><Relationship Id="rId48" Type="http://schemas.openxmlformats.org/officeDocument/2006/relationships/slide" Target="slides/slide32.xml"/><Relationship Id="rId64" Type="http://schemas.openxmlformats.org/officeDocument/2006/relationships/slide" Target="slides/slide48.xml"/><Relationship Id="rId69" Type="http://schemas.openxmlformats.org/officeDocument/2006/relationships/slide" Target="slides/slide53.xml"/><Relationship Id="rId8" Type="http://schemas.openxmlformats.org/officeDocument/2006/relationships/slideMaster" Target="slideMasters/slideMaster5.xml"/><Relationship Id="rId51" Type="http://schemas.openxmlformats.org/officeDocument/2006/relationships/slide" Target="slides/slide35.xml"/><Relationship Id="rId72" Type="http://schemas.openxmlformats.org/officeDocument/2006/relationships/slide" Target="slides/slide56.xml"/><Relationship Id="rId80" Type="http://schemas.openxmlformats.org/officeDocument/2006/relationships/slide" Target="slides/slide64.xml"/><Relationship Id="rId85" Type="http://schemas.openxmlformats.org/officeDocument/2006/relationships/slide" Target="slides/slide69.xml"/><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slide" Target="slides/slide17.xml"/><Relationship Id="rId38" Type="http://schemas.openxmlformats.org/officeDocument/2006/relationships/slide" Target="slides/slide22.xml"/><Relationship Id="rId46" Type="http://schemas.openxmlformats.org/officeDocument/2006/relationships/slide" Target="slides/slide30.xml"/><Relationship Id="rId59" Type="http://schemas.openxmlformats.org/officeDocument/2006/relationships/slide" Target="slides/slide43.xml"/><Relationship Id="rId67" Type="http://schemas.openxmlformats.org/officeDocument/2006/relationships/slide" Target="slides/slide51.xml"/><Relationship Id="rId20" Type="http://schemas.openxmlformats.org/officeDocument/2006/relationships/slide" Target="slides/slide4.xml"/><Relationship Id="rId41" Type="http://schemas.openxmlformats.org/officeDocument/2006/relationships/slide" Target="slides/slide25.xml"/><Relationship Id="rId54" Type="http://schemas.openxmlformats.org/officeDocument/2006/relationships/slide" Target="slides/slide38.xml"/><Relationship Id="rId62" Type="http://schemas.openxmlformats.org/officeDocument/2006/relationships/slide" Target="slides/slide46.xml"/><Relationship Id="rId70" Type="http://schemas.openxmlformats.org/officeDocument/2006/relationships/slide" Target="slides/slide54.xml"/><Relationship Id="rId75" Type="http://schemas.openxmlformats.org/officeDocument/2006/relationships/slide" Target="slides/slide59.xml"/><Relationship Id="rId83" Type="http://schemas.openxmlformats.org/officeDocument/2006/relationships/slide" Target="slides/slide67.xml"/><Relationship Id="rId88" Type="http://schemas.openxmlformats.org/officeDocument/2006/relationships/tags" Target="tags/tag1.xml"/><Relationship Id="rId91" Type="http://schemas.openxmlformats.org/officeDocument/2006/relationships/viewProps" Target="viewProps.xml"/><Relationship Id="rId9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slide" Target="slides/slide20.xml"/><Relationship Id="rId49" Type="http://schemas.openxmlformats.org/officeDocument/2006/relationships/slide" Target="slides/slide33.xml"/><Relationship Id="rId57" Type="http://schemas.openxmlformats.org/officeDocument/2006/relationships/slide" Target="slides/slide41.xml"/><Relationship Id="rId10" Type="http://schemas.openxmlformats.org/officeDocument/2006/relationships/slideMaster" Target="slideMasters/slideMaster7.xml"/><Relationship Id="rId31" Type="http://schemas.openxmlformats.org/officeDocument/2006/relationships/slide" Target="slides/slide15.xml"/><Relationship Id="rId44" Type="http://schemas.openxmlformats.org/officeDocument/2006/relationships/slide" Target="slides/slide28.xml"/><Relationship Id="rId52" Type="http://schemas.openxmlformats.org/officeDocument/2006/relationships/slide" Target="slides/slide36.xml"/><Relationship Id="rId60" Type="http://schemas.openxmlformats.org/officeDocument/2006/relationships/slide" Target="slides/slide44.xml"/><Relationship Id="rId65" Type="http://schemas.openxmlformats.org/officeDocument/2006/relationships/slide" Target="slides/slide49.xml"/><Relationship Id="rId73" Type="http://schemas.openxmlformats.org/officeDocument/2006/relationships/slide" Target="slides/slide57.xml"/><Relationship Id="rId78" Type="http://schemas.openxmlformats.org/officeDocument/2006/relationships/slide" Target="slides/slide62.xml"/><Relationship Id="rId81" Type="http://schemas.openxmlformats.org/officeDocument/2006/relationships/slide" Target="slides/slide65.xml"/><Relationship Id="rId86" Type="http://schemas.openxmlformats.org/officeDocument/2006/relationships/notesMaster" Target="notesMasters/notesMaster1.xml"/><Relationship Id="rId9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2.xml"/><Relationship Id="rId39" Type="http://schemas.openxmlformats.org/officeDocument/2006/relationships/slide" Target="slides/slide23.xml"/><Relationship Id="rId34" Type="http://schemas.openxmlformats.org/officeDocument/2006/relationships/slide" Target="slides/slide18.xml"/><Relationship Id="rId50" Type="http://schemas.openxmlformats.org/officeDocument/2006/relationships/slide" Target="slides/slide34.xml"/><Relationship Id="rId55" Type="http://schemas.openxmlformats.org/officeDocument/2006/relationships/slide" Target="slides/slide39.xml"/><Relationship Id="rId76" Type="http://schemas.openxmlformats.org/officeDocument/2006/relationships/slide" Target="slides/slide60.xml"/><Relationship Id="rId7" Type="http://schemas.openxmlformats.org/officeDocument/2006/relationships/slideMaster" Target="slideMasters/slideMaster4.xml"/><Relationship Id="rId71" Type="http://schemas.openxmlformats.org/officeDocument/2006/relationships/slide" Target="slides/slide55.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13.xml"/><Relationship Id="rId24" Type="http://schemas.openxmlformats.org/officeDocument/2006/relationships/slide" Target="slides/slide8.xml"/><Relationship Id="rId40" Type="http://schemas.openxmlformats.org/officeDocument/2006/relationships/slide" Target="slides/slide24.xml"/><Relationship Id="rId45" Type="http://schemas.openxmlformats.org/officeDocument/2006/relationships/slide" Target="slides/slide29.xml"/><Relationship Id="rId66" Type="http://schemas.openxmlformats.org/officeDocument/2006/relationships/slide" Target="slides/slide50.xml"/><Relationship Id="rId87" Type="http://schemas.openxmlformats.org/officeDocument/2006/relationships/handoutMaster" Target="handoutMasters/handoutMaster1.xml"/><Relationship Id="rId61" Type="http://schemas.openxmlformats.org/officeDocument/2006/relationships/slide" Target="slides/slide45.xml"/><Relationship Id="rId82" Type="http://schemas.openxmlformats.org/officeDocument/2006/relationships/slide" Target="slides/slide66.xml"/><Relationship Id="rId19" Type="http://schemas.openxmlformats.org/officeDocument/2006/relationships/slide" Target="slides/slide3.xml"/><Relationship Id="rId14" Type="http://schemas.openxmlformats.org/officeDocument/2006/relationships/slideMaster" Target="slideMasters/slideMaster11.xml"/><Relationship Id="rId30" Type="http://schemas.openxmlformats.org/officeDocument/2006/relationships/slide" Target="slides/slide14.xml"/><Relationship Id="rId35" Type="http://schemas.openxmlformats.org/officeDocument/2006/relationships/slide" Target="slides/slide19.xml"/><Relationship Id="rId56" Type="http://schemas.openxmlformats.org/officeDocument/2006/relationships/slide" Target="slides/slide40.xml"/><Relationship Id="rId77" Type="http://schemas.openxmlformats.org/officeDocument/2006/relationships/slide" Target="slides/slide6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as Gutierrez, Marisabel Ivonne" userId="d0d2f9e0-42a9-4cb7-a2ba-d67c5f575ef7" providerId="ADAL" clId="{707DDA86-4F06-4906-BA1D-820D418384FC}"/>
    <pc:docChg chg="undo custSel addSld delSld modSld sldOrd modMainMaster">
      <pc:chgData name="Salas Gutierrez, Marisabel Ivonne" userId="d0d2f9e0-42a9-4cb7-a2ba-d67c5f575ef7" providerId="ADAL" clId="{707DDA86-4F06-4906-BA1D-820D418384FC}" dt="2026-04-13T17:56:10.341" v="4649"/>
      <pc:docMkLst>
        <pc:docMk/>
      </pc:docMkLst>
      <pc:sldChg chg="modSp mod">
        <pc:chgData name="Salas Gutierrez, Marisabel Ivonne" userId="d0d2f9e0-42a9-4cb7-a2ba-d67c5f575ef7" providerId="ADAL" clId="{707DDA86-4F06-4906-BA1D-820D418384FC}" dt="2026-02-19T22:20:39.420" v="3130" actId="14826"/>
        <pc:sldMkLst>
          <pc:docMk/>
          <pc:sldMk cId="493135476" sldId="256"/>
        </pc:sldMkLst>
      </pc:sldChg>
      <pc:sldChg chg="addSp delSp modSp add mod">
        <pc:chgData name="Salas Gutierrez, Marisabel Ivonne" userId="d0d2f9e0-42a9-4cb7-a2ba-d67c5f575ef7" providerId="ADAL" clId="{707DDA86-4F06-4906-BA1D-820D418384FC}" dt="2026-02-19T22:09:46.730" v="3123" actId="167"/>
        <pc:sldMkLst>
          <pc:docMk/>
          <pc:sldMk cId="2066832059" sldId="257"/>
        </pc:sldMkLst>
      </pc:sldChg>
      <pc:sldChg chg="modSp">
        <pc:chgData name="Salas Gutierrez, Marisabel Ivonne" userId="d0d2f9e0-42a9-4cb7-a2ba-d67c5f575ef7" providerId="ADAL" clId="{707DDA86-4F06-4906-BA1D-820D418384FC}" dt="2026-04-13T16:55:03.652" v="4573" actId="1076"/>
        <pc:sldMkLst>
          <pc:docMk/>
          <pc:sldMk cId="851644663" sldId="258"/>
        </pc:sldMkLst>
        <pc:picChg chg="mod">
          <ac:chgData name="Salas Gutierrez, Marisabel Ivonne" userId="d0d2f9e0-42a9-4cb7-a2ba-d67c5f575ef7" providerId="ADAL" clId="{707DDA86-4F06-4906-BA1D-820D418384FC}" dt="2026-04-13T16:55:03.652" v="4573" actId="1076"/>
          <ac:picMkLst>
            <pc:docMk/>
            <pc:sldMk cId="851644663" sldId="258"/>
            <ac:picMk id="3074" creationId="{3A70A786-CA10-AC76-5F94-3F8223970DF6}"/>
          </ac:picMkLst>
        </pc:picChg>
      </pc:sldChg>
      <pc:sldChg chg="modSp mod">
        <pc:chgData name="Salas Gutierrez, Marisabel Ivonne" userId="d0d2f9e0-42a9-4cb7-a2ba-d67c5f575ef7" providerId="ADAL" clId="{707DDA86-4F06-4906-BA1D-820D418384FC}" dt="2026-02-19T15:19:58.081" v="2697" actId="20577"/>
        <pc:sldMkLst>
          <pc:docMk/>
          <pc:sldMk cId="1157533060" sldId="258"/>
        </pc:sldMkLst>
      </pc:sldChg>
      <pc:sldChg chg="delSp modSp mod">
        <pc:chgData name="Salas Gutierrez, Marisabel Ivonne" userId="d0d2f9e0-42a9-4cb7-a2ba-d67c5f575ef7" providerId="ADAL" clId="{707DDA86-4F06-4906-BA1D-820D418384FC}" dt="2026-02-20T20:07:53.529" v="4521" actId="478"/>
        <pc:sldMkLst>
          <pc:docMk/>
          <pc:sldMk cId="1021060828" sldId="259"/>
        </pc:sldMkLst>
      </pc:sldChg>
      <pc:sldChg chg="addSp modSp mod">
        <pc:chgData name="Salas Gutierrez, Marisabel Ivonne" userId="d0d2f9e0-42a9-4cb7-a2ba-d67c5f575ef7" providerId="ADAL" clId="{707DDA86-4F06-4906-BA1D-820D418384FC}" dt="2026-02-20T20:09:15.847" v="4540" actId="14100"/>
        <pc:sldMkLst>
          <pc:docMk/>
          <pc:sldMk cId="831807684" sldId="260"/>
        </pc:sldMkLst>
      </pc:sldChg>
      <pc:sldChg chg="modSp mod">
        <pc:chgData name="Salas Gutierrez, Marisabel Ivonne" userId="d0d2f9e0-42a9-4cb7-a2ba-d67c5f575ef7" providerId="ADAL" clId="{707DDA86-4F06-4906-BA1D-820D418384FC}" dt="2026-02-19T21:51:21.661" v="2966" actId="14100"/>
        <pc:sldMkLst>
          <pc:docMk/>
          <pc:sldMk cId="2193317649" sldId="262"/>
        </pc:sldMkLst>
      </pc:sldChg>
      <pc:sldChg chg="modSp mod">
        <pc:chgData name="Salas Gutierrez, Marisabel Ivonne" userId="d0d2f9e0-42a9-4cb7-a2ba-d67c5f575ef7" providerId="ADAL" clId="{707DDA86-4F06-4906-BA1D-820D418384FC}" dt="2026-04-13T16:55:30.770" v="4575" actId="1076"/>
        <pc:sldMkLst>
          <pc:docMk/>
          <pc:sldMk cId="801215462" sldId="263"/>
        </pc:sldMkLst>
        <pc:spChg chg="mod">
          <ac:chgData name="Salas Gutierrez, Marisabel Ivonne" userId="d0d2f9e0-42a9-4cb7-a2ba-d67c5f575ef7" providerId="ADAL" clId="{707DDA86-4F06-4906-BA1D-820D418384FC}" dt="2026-04-13T16:55:30.770" v="4575" actId="1076"/>
          <ac:spMkLst>
            <pc:docMk/>
            <pc:sldMk cId="801215462" sldId="263"/>
            <ac:spMk id="4" creationId="{2AB78439-B8E1-1288-3ABE-7BC4111A4798}"/>
          </ac:spMkLst>
        </pc:spChg>
      </pc:sldChg>
      <pc:sldChg chg="modSp mod">
        <pc:chgData name="Salas Gutierrez, Marisabel Ivonne" userId="d0d2f9e0-42a9-4cb7-a2ba-d67c5f575ef7" providerId="ADAL" clId="{707DDA86-4F06-4906-BA1D-820D418384FC}" dt="2026-02-19T22:16:58.721" v="3124" actId="14826"/>
        <pc:sldMkLst>
          <pc:docMk/>
          <pc:sldMk cId="3940874705" sldId="263"/>
        </pc:sldMkLst>
      </pc:sldChg>
      <pc:sldChg chg="addSp delSp modSp mod">
        <pc:chgData name="Salas Gutierrez, Marisabel Ivonne" userId="d0d2f9e0-42a9-4cb7-a2ba-d67c5f575ef7" providerId="ADAL" clId="{707DDA86-4F06-4906-BA1D-820D418384FC}" dt="2026-02-20T20:07:18.634" v="4520"/>
        <pc:sldMkLst>
          <pc:docMk/>
          <pc:sldMk cId="392717716" sldId="265"/>
        </pc:sldMkLst>
      </pc:sldChg>
      <pc:sldChg chg="add setBg">
        <pc:chgData name="Salas Gutierrez, Marisabel Ivonne" userId="d0d2f9e0-42a9-4cb7-a2ba-d67c5f575ef7" providerId="ADAL" clId="{707DDA86-4F06-4906-BA1D-820D418384FC}" dt="2026-04-13T17:54:53.976" v="4640"/>
        <pc:sldMkLst>
          <pc:docMk/>
          <pc:sldMk cId="1656177262" sldId="272"/>
        </pc:sldMkLst>
      </pc:sldChg>
      <pc:sldChg chg="add">
        <pc:chgData name="Salas Gutierrez, Marisabel Ivonne" userId="d0d2f9e0-42a9-4cb7-a2ba-d67c5f575ef7" providerId="ADAL" clId="{707DDA86-4F06-4906-BA1D-820D418384FC}" dt="2026-04-13T17:54:53.976" v="4640"/>
        <pc:sldMkLst>
          <pc:docMk/>
          <pc:sldMk cId="3281524032" sldId="274"/>
        </pc:sldMkLst>
      </pc:sldChg>
      <pc:sldChg chg="addSp delSp modSp mod">
        <pc:chgData name="Salas Gutierrez, Marisabel Ivonne" userId="d0d2f9e0-42a9-4cb7-a2ba-d67c5f575ef7" providerId="ADAL" clId="{707DDA86-4F06-4906-BA1D-820D418384FC}" dt="2026-02-20T16:43:16.702" v="4478" actId="6549"/>
        <pc:sldMkLst>
          <pc:docMk/>
          <pc:sldMk cId="332111827" sldId="275"/>
        </pc:sldMkLst>
      </pc:sldChg>
      <pc:sldChg chg="delSp modSp mod">
        <pc:chgData name="Salas Gutierrez, Marisabel Ivonne" userId="d0d2f9e0-42a9-4cb7-a2ba-d67c5f575ef7" providerId="ADAL" clId="{707DDA86-4F06-4906-BA1D-820D418384FC}" dt="2026-02-20T16:36:24.713" v="3909" actId="478"/>
        <pc:sldMkLst>
          <pc:docMk/>
          <pc:sldMk cId="4070159934" sldId="276"/>
        </pc:sldMkLst>
      </pc:sldChg>
      <pc:sldChg chg="addSp delSp modSp mod">
        <pc:chgData name="Salas Gutierrez, Marisabel Ivonne" userId="d0d2f9e0-42a9-4cb7-a2ba-d67c5f575ef7" providerId="ADAL" clId="{707DDA86-4F06-4906-BA1D-820D418384FC}" dt="2026-02-20T19:58:20.348" v="4484" actId="1035"/>
        <pc:sldMkLst>
          <pc:docMk/>
          <pc:sldMk cId="3150392392" sldId="282"/>
        </pc:sldMkLst>
      </pc:sldChg>
      <pc:sldChg chg="addSp delSp modSp add del mod">
        <pc:chgData name="Salas Gutierrez, Marisabel Ivonne" userId="d0d2f9e0-42a9-4cb7-a2ba-d67c5f575ef7" providerId="ADAL" clId="{707DDA86-4F06-4906-BA1D-820D418384FC}" dt="2026-04-13T17:56:10.341" v="4649"/>
        <pc:sldMkLst>
          <pc:docMk/>
          <pc:sldMk cId="863170887" sldId="285"/>
        </pc:sldMkLst>
        <pc:spChg chg="mod">
          <ac:chgData name="Salas Gutierrez, Marisabel Ivonne" userId="d0d2f9e0-42a9-4cb7-a2ba-d67c5f575ef7" providerId="ADAL" clId="{707DDA86-4F06-4906-BA1D-820D418384FC}" dt="2026-04-13T17:49:50.463" v="4639"/>
          <ac:spMkLst>
            <pc:docMk/>
            <pc:sldMk cId="863170887" sldId="285"/>
            <ac:spMk id="6" creationId="{DB7BF2C7-9941-42AB-C8AA-8DA14431181B}"/>
          </ac:spMkLst>
        </pc:spChg>
        <pc:spChg chg="mod">
          <ac:chgData name="Salas Gutierrez, Marisabel Ivonne" userId="d0d2f9e0-42a9-4cb7-a2ba-d67c5f575ef7" providerId="ADAL" clId="{707DDA86-4F06-4906-BA1D-820D418384FC}" dt="2026-04-13T17:46:18.473" v="4637" actId="20577"/>
          <ac:spMkLst>
            <pc:docMk/>
            <pc:sldMk cId="863170887" sldId="285"/>
            <ac:spMk id="90" creationId="{AAC595F1-2FDE-E25C-DB8E-6188058EEAF1}"/>
          </ac:spMkLst>
        </pc:spChg>
        <pc:spChg chg="mod">
          <ac:chgData name="Salas Gutierrez, Marisabel Ivonne" userId="d0d2f9e0-42a9-4cb7-a2ba-d67c5f575ef7" providerId="ADAL" clId="{707DDA86-4F06-4906-BA1D-820D418384FC}" dt="2026-04-13T17:46:04.235" v="4631" actId="20577"/>
          <ac:spMkLst>
            <pc:docMk/>
            <pc:sldMk cId="863170887" sldId="285"/>
            <ac:spMk id="97" creationId="{90BEFB0B-E73A-2298-F0CE-FD3FAC3A4DE4}"/>
          </ac:spMkLst>
        </pc:spChg>
      </pc:sldChg>
      <pc:sldChg chg="addSp delSp modSp mod">
        <pc:chgData name="Salas Gutierrez, Marisabel Ivonne" userId="d0d2f9e0-42a9-4cb7-a2ba-d67c5f575ef7" providerId="ADAL" clId="{707DDA86-4F06-4906-BA1D-820D418384FC}" dt="2026-02-19T22:04:56.153" v="3006"/>
        <pc:sldMkLst>
          <pc:docMk/>
          <pc:sldMk cId="3028816076" sldId="286"/>
        </pc:sldMkLst>
      </pc:sldChg>
      <pc:sldChg chg="addSp modSp">
        <pc:chgData name="Salas Gutierrez, Marisabel Ivonne" userId="d0d2f9e0-42a9-4cb7-a2ba-d67c5f575ef7" providerId="ADAL" clId="{707DDA86-4F06-4906-BA1D-820D418384FC}" dt="2026-02-19T15:00:21.391" v="2517"/>
        <pc:sldMkLst>
          <pc:docMk/>
          <pc:sldMk cId="2438551562" sldId="287"/>
        </pc:sldMkLst>
      </pc:sldChg>
      <pc:sldChg chg="addSp modSp mod">
        <pc:chgData name="Salas Gutierrez, Marisabel Ivonne" userId="d0d2f9e0-42a9-4cb7-a2ba-d67c5f575ef7" providerId="ADAL" clId="{707DDA86-4F06-4906-BA1D-820D418384FC}" dt="2026-02-19T22:05:08.248" v="3007"/>
        <pc:sldMkLst>
          <pc:docMk/>
          <pc:sldMk cId="1408311878" sldId="288"/>
        </pc:sldMkLst>
      </pc:sldChg>
      <pc:sldChg chg="addSp modSp mod">
        <pc:chgData name="Salas Gutierrez, Marisabel Ivonne" userId="d0d2f9e0-42a9-4cb7-a2ba-d67c5f575ef7" providerId="ADAL" clId="{707DDA86-4F06-4906-BA1D-820D418384FC}" dt="2026-02-19T15:00:47.473" v="2521"/>
        <pc:sldMkLst>
          <pc:docMk/>
          <pc:sldMk cId="556999920" sldId="294"/>
        </pc:sldMkLst>
      </pc:sldChg>
      <pc:sldChg chg="addSp modSp">
        <pc:chgData name="Salas Gutierrez, Marisabel Ivonne" userId="d0d2f9e0-42a9-4cb7-a2ba-d67c5f575ef7" providerId="ADAL" clId="{707DDA86-4F06-4906-BA1D-820D418384FC}" dt="2026-02-19T15:01:00.785" v="2522"/>
        <pc:sldMkLst>
          <pc:docMk/>
          <pc:sldMk cId="2297621593" sldId="295"/>
        </pc:sldMkLst>
      </pc:sldChg>
      <pc:sldChg chg="ord">
        <pc:chgData name="Salas Gutierrez, Marisabel Ivonne" userId="d0d2f9e0-42a9-4cb7-a2ba-d67c5f575ef7" providerId="ADAL" clId="{707DDA86-4F06-4906-BA1D-820D418384FC}" dt="2026-04-13T17:55:28.172" v="4643"/>
        <pc:sldMkLst>
          <pc:docMk/>
          <pc:sldMk cId="1246037118" sldId="296"/>
        </pc:sldMkLst>
      </pc:sldChg>
      <pc:sldChg chg="addSp delSp modSp mod">
        <pc:chgData name="Salas Gutierrez, Marisabel Ivonne" userId="d0d2f9e0-42a9-4cb7-a2ba-d67c5f575ef7" providerId="ADAL" clId="{707DDA86-4F06-4906-BA1D-820D418384FC}" dt="2026-02-19T14:55:16.061" v="2494" actId="255"/>
        <pc:sldMkLst>
          <pc:docMk/>
          <pc:sldMk cId="3824412335" sldId="297"/>
        </pc:sldMkLst>
      </pc:sldChg>
      <pc:sldChg chg="addSp modSp mod">
        <pc:chgData name="Salas Gutierrez, Marisabel Ivonne" userId="d0d2f9e0-42a9-4cb7-a2ba-d67c5f575ef7" providerId="ADAL" clId="{707DDA86-4F06-4906-BA1D-820D418384FC}" dt="2026-02-11T22:04:52.813" v="1314" actId="20577"/>
        <pc:sldMkLst>
          <pc:docMk/>
          <pc:sldMk cId="1373705650" sldId="298"/>
        </pc:sldMkLst>
      </pc:sldChg>
      <pc:sldChg chg="addSp delSp modSp add mod">
        <pc:chgData name="Salas Gutierrez, Marisabel Ivonne" userId="d0d2f9e0-42a9-4cb7-a2ba-d67c5f575ef7" providerId="ADAL" clId="{707DDA86-4F06-4906-BA1D-820D418384FC}" dt="2026-02-19T21:00:01.457" v="2948" actId="20577"/>
        <pc:sldMkLst>
          <pc:docMk/>
          <pc:sldMk cId="1564040491" sldId="299"/>
        </pc:sldMkLst>
      </pc:sldChg>
      <pc:sldChg chg="addSp delSp modSp add mod">
        <pc:chgData name="Salas Gutierrez, Marisabel Ivonne" userId="d0d2f9e0-42a9-4cb7-a2ba-d67c5f575ef7" providerId="ADAL" clId="{707DDA86-4F06-4906-BA1D-820D418384FC}" dt="2026-02-19T22:04:16.797" v="3001" actId="1035"/>
        <pc:sldMkLst>
          <pc:docMk/>
          <pc:sldMk cId="4285771374" sldId="300"/>
        </pc:sldMkLst>
      </pc:sldChg>
      <pc:sldChg chg="modSp mod">
        <pc:chgData name="Salas Gutierrez, Marisabel Ivonne" userId="d0d2f9e0-42a9-4cb7-a2ba-d67c5f575ef7" providerId="ADAL" clId="{707DDA86-4F06-4906-BA1D-820D418384FC}" dt="2026-02-19T22:19:24.101" v="3129" actId="14826"/>
        <pc:sldMkLst>
          <pc:docMk/>
          <pc:sldMk cId="4110804236" sldId="301"/>
        </pc:sldMkLst>
      </pc:sldChg>
      <pc:sldChg chg="addSp modSp mod">
        <pc:chgData name="Salas Gutierrez, Marisabel Ivonne" userId="d0d2f9e0-42a9-4cb7-a2ba-d67c5f575ef7" providerId="ADAL" clId="{707DDA86-4F06-4906-BA1D-820D418384FC}" dt="2026-02-19T22:06:14.191" v="3052" actId="1076"/>
        <pc:sldMkLst>
          <pc:docMk/>
          <pc:sldMk cId="2775752135" sldId="302"/>
        </pc:sldMkLst>
      </pc:sldChg>
      <pc:sldChg chg="addSp modSp mod">
        <pc:chgData name="Salas Gutierrez, Marisabel Ivonne" userId="d0d2f9e0-42a9-4cb7-a2ba-d67c5f575ef7" providerId="ADAL" clId="{707DDA86-4F06-4906-BA1D-820D418384FC}" dt="2026-02-19T22:06:22.642" v="3053" actId="1076"/>
        <pc:sldMkLst>
          <pc:docMk/>
          <pc:sldMk cId="1665272368" sldId="303"/>
        </pc:sldMkLst>
      </pc:sldChg>
      <pc:sldChg chg="addSp modSp mod">
        <pc:chgData name="Salas Gutierrez, Marisabel Ivonne" userId="d0d2f9e0-42a9-4cb7-a2ba-d67c5f575ef7" providerId="ADAL" clId="{707DDA86-4F06-4906-BA1D-820D418384FC}" dt="2026-02-19T22:06:45.069" v="3054" actId="1076"/>
        <pc:sldMkLst>
          <pc:docMk/>
          <pc:sldMk cId="1552964850" sldId="304"/>
        </pc:sldMkLst>
      </pc:sldChg>
      <pc:sldChg chg="addSp modSp mod">
        <pc:chgData name="Salas Gutierrez, Marisabel Ivonne" userId="d0d2f9e0-42a9-4cb7-a2ba-d67c5f575ef7" providerId="ADAL" clId="{707DDA86-4F06-4906-BA1D-820D418384FC}" dt="2026-02-19T22:06:52.994" v="3055" actId="1076"/>
        <pc:sldMkLst>
          <pc:docMk/>
          <pc:sldMk cId="3277124685" sldId="305"/>
        </pc:sldMkLst>
      </pc:sldChg>
      <pc:sldChg chg="addSp modSp mod">
        <pc:chgData name="Salas Gutierrez, Marisabel Ivonne" userId="d0d2f9e0-42a9-4cb7-a2ba-d67c5f575ef7" providerId="ADAL" clId="{707DDA86-4F06-4906-BA1D-820D418384FC}" dt="2026-02-19T22:07:07.103" v="3057" actId="1076"/>
        <pc:sldMkLst>
          <pc:docMk/>
          <pc:sldMk cId="593451221" sldId="306"/>
        </pc:sldMkLst>
      </pc:sldChg>
      <pc:sldChg chg="addSp modSp">
        <pc:chgData name="Salas Gutierrez, Marisabel Ivonne" userId="d0d2f9e0-42a9-4cb7-a2ba-d67c5f575ef7" providerId="ADAL" clId="{707DDA86-4F06-4906-BA1D-820D418384FC}" dt="2026-02-12T22:57:20.161" v="1537"/>
        <pc:sldMkLst>
          <pc:docMk/>
          <pc:sldMk cId="1679934054" sldId="307"/>
        </pc:sldMkLst>
      </pc:sldChg>
      <pc:sldChg chg="addSp modSp">
        <pc:chgData name="Salas Gutierrez, Marisabel Ivonne" userId="d0d2f9e0-42a9-4cb7-a2ba-d67c5f575ef7" providerId="ADAL" clId="{707DDA86-4F06-4906-BA1D-820D418384FC}" dt="2026-02-19T22:07:29.049" v="3058" actId="1076"/>
        <pc:sldMkLst>
          <pc:docMk/>
          <pc:sldMk cId="3298610606" sldId="308"/>
        </pc:sldMkLst>
      </pc:sldChg>
      <pc:sldChg chg="addSp modSp mod modShow">
        <pc:chgData name="Salas Gutierrez, Marisabel Ivonne" userId="d0d2f9e0-42a9-4cb7-a2ba-d67c5f575ef7" providerId="ADAL" clId="{707DDA86-4F06-4906-BA1D-820D418384FC}" dt="2026-02-19T22:07:45.949" v="3078" actId="1035"/>
        <pc:sldMkLst>
          <pc:docMk/>
          <pc:sldMk cId="280170674" sldId="309"/>
        </pc:sldMkLst>
      </pc:sldChg>
      <pc:sldChg chg="modSp mod">
        <pc:chgData name="Salas Gutierrez, Marisabel Ivonne" userId="d0d2f9e0-42a9-4cb7-a2ba-d67c5f575ef7" providerId="ADAL" clId="{707DDA86-4F06-4906-BA1D-820D418384FC}" dt="2026-04-13T17:45:28.489" v="4612" actId="20577"/>
        <pc:sldMkLst>
          <pc:docMk/>
          <pc:sldMk cId="4156618888" sldId="324"/>
        </pc:sldMkLst>
        <pc:spChg chg="mod">
          <ac:chgData name="Salas Gutierrez, Marisabel Ivonne" userId="d0d2f9e0-42a9-4cb7-a2ba-d67c5f575ef7" providerId="ADAL" clId="{707DDA86-4F06-4906-BA1D-820D418384FC}" dt="2026-04-13T17:45:28.489" v="4612" actId="20577"/>
          <ac:spMkLst>
            <pc:docMk/>
            <pc:sldMk cId="4156618888" sldId="324"/>
            <ac:spMk id="12" creationId="{6288214B-CB44-164E-53B7-BB2250ABEED0}"/>
          </ac:spMkLst>
        </pc:spChg>
      </pc:sldChg>
      <pc:sldChg chg="addSp delSp modSp mod">
        <pc:chgData name="Salas Gutierrez, Marisabel Ivonne" userId="d0d2f9e0-42a9-4cb7-a2ba-d67c5f575ef7" providerId="ADAL" clId="{707DDA86-4F06-4906-BA1D-820D418384FC}" dt="2026-02-19T22:04:46.463" v="3004"/>
        <pc:sldMkLst>
          <pc:docMk/>
          <pc:sldMk cId="3071107808" sldId="345"/>
        </pc:sldMkLst>
      </pc:sldChg>
      <pc:sldChg chg="addSp delSp modSp del mod">
        <pc:chgData name="Salas Gutierrez, Marisabel Ivonne" userId="d0d2f9e0-42a9-4cb7-a2ba-d67c5f575ef7" providerId="ADAL" clId="{707DDA86-4F06-4906-BA1D-820D418384FC}" dt="2026-04-13T17:54:56.453" v="4641" actId="2696"/>
        <pc:sldMkLst>
          <pc:docMk/>
          <pc:sldMk cId="2813746101" sldId="422"/>
        </pc:sldMkLst>
        <pc:spChg chg="mod">
          <ac:chgData name="Salas Gutierrez, Marisabel Ivonne" userId="d0d2f9e0-42a9-4cb7-a2ba-d67c5f575ef7" providerId="ADAL" clId="{707DDA86-4F06-4906-BA1D-820D418384FC}" dt="2026-04-13T17:36:09.299" v="4577" actId="20577"/>
          <ac:spMkLst>
            <pc:docMk/>
            <pc:sldMk cId="2813746101" sldId="422"/>
            <ac:spMk id="6" creationId="{441232FD-53ED-22B9-39E4-07FB1BAE3F5F}"/>
          </ac:spMkLst>
        </pc:spChg>
        <pc:spChg chg="mod">
          <ac:chgData name="Salas Gutierrez, Marisabel Ivonne" userId="d0d2f9e0-42a9-4cb7-a2ba-d67c5f575ef7" providerId="ADAL" clId="{707DDA86-4F06-4906-BA1D-820D418384FC}" dt="2026-04-13T17:36:13.842" v="4582" actId="20577"/>
          <ac:spMkLst>
            <pc:docMk/>
            <pc:sldMk cId="2813746101" sldId="422"/>
            <ac:spMk id="8" creationId="{513DB364-5EE0-B3CE-A6EF-A252DF05BC32}"/>
          </ac:spMkLst>
        </pc:spChg>
        <pc:picChg chg="mod">
          <ac:chgData name="Salas Gutierrez, Marisabel Ivonne" userId="d0d2f9e0-42a9-4cb7-a2ba-d67c5f575ef7" providerId="ADAL" clId="{707DDA86-4F06-4906-BA1D-820D418384FC}" dt="2026-04-13T17:42:01.248" v="4593" actId="1076"/>
          <ac:picMkLst>
            <pc:docMk/>
            <pc:sldMk cId="2813746101" sldId="422"/>
            <ac:picMk id="4" creationId="{E966F328-58E6-E592-90A8-3F04C02ECF8C}"/>
          </ac:picMkLst>
        </pc:picChg>
        <pc:picChg chg="mod">
          <ac:chgData name="Salas Gutierrez, Marisabel Ivonne" userId="d0d2f9e0-42a9-4cb7-a2ba-d67c5f575ef7" providerId="ADAL" clId="{707DDA86-4F06-4906-BA1D-820D418384FC}" dt="2026-04-13T17:45:07.691" v="4597" actId="14826"/>
          <ac:picMkLst>
            <pc:docMk/>
            <pc:sldMk cId="2813746101" sldId="422"/>
            <ac:picMk id="11" creationId="{26A28B74-4219-2F7F-172F-036703820A64}"/>
          </ac:picMkLst>
        </pc:picChg>
      </pc:sldChg>
      <pc:sldChg chg="addSp modSp mod">
        <pc:chgData name="Salas Gutierrez, Marisabel Ivonne" userId="d0d2f9e0-42a9-4cb7-a2ba-d67c5f575ef7" providerId="ADAL" clId="{707DDA86-4F06-4906-BA1D-820D418384FC}" dt="2026-02-19T15:13:51.423" v="2675" actId="255"/>
        <pc:sldMkLst>
          <pc:docMk/>
          <pc:sldMk cId="3768923927" sldId="984"/>
        </pc:sldMkLst>
      </pc:sldChg>
      <pc:sldChg chg="addSp delSp modSp mod">
        <pc:chgData name="Salas Gutierrez, Marisabel Ivonne" userId="d0d2f9e0-42a9-4cb7-a2ba-d67c5f575ef7" providerId="ADAL" clId="{707DDA86-4F06-4906-BA1D-820D418384FC}" dt="2026-02-19T15:12:35.756" v="2659"/>
        <pc:sldMkLst>
          <pc:docMk/>
          <pc:sldMk cId="3981434890" sldId="1449"/>
        </pc:sldMkLst>
      </pc:sldChg>
      <pc:sldChg chg="addSp delSp modSp mod">
        <pc:chgData name="Salas Gutierrez, Marisabel Ivonne" userId="d0d2f9e0-42a9-4cb7-a2ba-d67c5f575ef7" providerId="ADAL" clId="{707DDA86-4F06-4906-BA1D-820D418384FC}" dt="2026-02-19T15:09:45.954" v="2651"/>
        <pc:sldMkLst>
          <pc:docMk/>
          <pc:sldMk cId="1149851439" sldId="1968"/>
        </pc:sldMkLst>
      </pc:sldChg>
      <pc:sldChg chg="modSp mod">
        <pc:chgData name="Salas Gutierrez, Marisabel Ivonne" userId="d0d2f9e0-42a9-4cb7-a2ba-d67c5f575ef7" providerId="ADAL" clId="{707DDA86-4F06-4906-BA1D-820D418384FC}" dt="2026-02-19T15:08:31.289" v="2638" actId="207"/>
        <pc:sldMkLst>
          <pc:docMk/>
          <pc:sldMk cId="3282206775" sldId="1972"/>
        </pc:sldMkLst>
      </pc:sldChg>
      <pc:sldChg chg="addSp delSp modSp mod">
        <pc:chgData name="Salas Gutierrez, Marisabel Ivonne" userId="d0d2f9e0-42a9-4cb7-a2ba-d67c5f575ef7" providerId="ADAL" clId="{707DDA86-4F06-4906-BA1D-820D418384FC}" dt="2026-02-20T20:11:10.272" v="4569" actId="1035"/>
        <pc:sldMkLst>
          <pc:docMk/>
          <pc:sldMk cId="174904682" sldId="1978"/>
        </pc:sldMkLst>
      </pc:sldChg>
      <pc:sldChg chg="addSp delSp modSp mod">
        <pc:chgData name="Salas Gutierrez, Marisabel Ivonne" userId="d0d2f9e0-42a9-4cb7-a2ba-d67c5f575ef7" providerId="ADAL" clId="{707DDA86-4F06-4906-BA1D-820D418384FC}" dt="2026-02-19T15:14:41.021" v="2676" actId="255"/>
        <pc:sldMkLst>
          <pc:docMk/>
          <pc:sldMk cId="2429474453" sldId="5093"/>
        </pc:sldMkLst>
      </pc:sldChg>
      <pc:sldChg chg="delSp mod">
        <pc:chgData name="Salas Gutierrez, Marisabel Ivonne" userId="d0d2f9e0-42a9-4cb7-a2ba-d67c5f575ef7" providerId="ADAL" clId="{707DDA86-4F06-4906-BA1D-820D418384FC}" dt="2026-02-19T22:05:26.655" v="3008" actId="478"/>
        <pc:sldMkLst>
          <pc:docMk/>
          <pc:sldMk cId="4292565619" sldId="10623"/>
        </pc:sldMkLst>
      </pc:sldChg>
      <pc:sldChg chg="addSp delSp modSp mod">
        <pc:chgData name="Salas Gutierrez, Marisabel Ivonne" userId="d0d2f9e0-42a9-4cb7-a2ba-d67c5f575ef7" providerId="ADAL" clId="{707DDA86-4F06-4906-BA1D-820D418384FC}" dt="2026-02-19T22:08:16.174" v="3081"/>
        <pc:sldMkLst>
          <pc:docMk/>
          <pc:sldMk cId="2367662386" sldId="2147469256"/>
        </pc:sldMkLst>
      </pc:sldChg>
      <pc:sldChg chg="addSp delSp modSp mod">
        <pc:chgData name="Salas Gutierrez, Marisabel Ivonne" userId="d0d2f9e0-42a9-4cb7-a2ba-d67c5f575ef7" providerId="ADAL" clId="{707DDA86-4F06-4906-BA1D-820D418384FC}" dt="2026-02-20T20:03:10.542" v="4497" actId="1076"/>
        <pc:sldMkLst>
          <pc:docMk/>
          <pc:sldMk cId="3136874168" sldId="2147478935"/>
        </pc:sldMkLst>
      </pc:sldChg>
      <pc:sldChg chg="addSp delSp modSp mod">
        <pc:chgData name="Salas Gutierrez, Marisabel Ivonne" userId="d0d2f9e0-42a9-4cb7-a2ba-d67c5f575ef7" providerId="ADAL" clId="{707DDA86-4F06-4906-BA1D-820D418384FC}" dt="2026-02-19T22:09:37.905" v="3119" actId="171"/>
        <pc:sldMkLst>
          <pc:docMk/>
          <pc:sldMk cId="4041258786" sldId="2147480069"/>
        </pc:sldMkLst>
      </pc:sldChg>
      <pc:sldChg chg="del">
        <pc:chgData name="Salas Gutierrez, Marisabel Ivonne" userId="d0d2f9e0-42a9-4cb7-a2ba-d67c5f575ef7" providerId="ADAL" clId="{707DDA86-4F06-4906-BA1D-820D418384FC}" dt="2026-02-19T05:07:37.196" v="2461" actId="47"/>
        <pc:sldMkLst>
          <pc:docMk/>
          <pc:sldMk cId="2537517467" sldId="2147480071"/>
        </pc:sldMkLst>
      </pc:sldChg>
      <pc:sldChg chg="addSp delSp modSp mod">
        <pc:chgData name="Salas Gutierrez, Marisabel Ivonne" userId="d0d2f9e0-42a9-4cb7-a2ba-d67c5f575ef7" providerId="ADAL" clId="{707DDA86-4F06-4906-BA1D-820D418384FC}" dt="2026-02-19T15:09:26.901" v="2645" actId="1076"/>
        <pc:sldMkLst>
          <pc:docMk/>
          <pc:sldMk cId="348631829" sldId="2147483221"/>
        </pc:sldMkLst>
      </pc:sldChg>
      <pc:sldChg chg="addSp delSp modSp mod">
        <pc:chgData name="Salas Gutierrez, Marisabel Ivonne" userId="d0d2f9e0-42a9-4cb7-a2ba-d67c5f575ef7" providerId="ADAL" clId="{707DDA86-4F06-4906-BA1D-820D418384FC}" dt="2026-02-20T20:07:16.569" v="4519" actId="1076"/>
        <pc:sldMkLst>
          <pc:docMk/>
          <pc:sldMk cId="673697241" sldId="2147483265"/>
        </pc:sldMkLst>
      </pc:sldChg>
      <pc:sldChg chg="addSp delSp modSp mod">
        <pc:chgData name="Salas Gutierrez, Marisabel Ivonne" userId="d0d2f9e0-42a9-4cb7-a2ba-d67c5f575ef7" providerId="ADAL" clId="{707DDA86-4F06-4906-BA1D-820D418384FC}" dt="2026-02-19T15:12:28.909" v="2657"/>
        <pc:sldMkLst>
          <pc:docMk/>
          <pc:sldMk cId="2822232020" sldId="2147483284"/>
        </pc:sldMkLst>
      </pc:sldChg>
      <pc:sldChg chg="addSp delSp modSp mod">
        <pc:chgData name="Salas Gutierrez, Marisabel Ivonne" userId="d0d2f9e0-42a9-4cb7-a2ba-d67c5f575ef7" providerId="ADAL" clId="{707DDA86-4F06-4906-BA1D-820D418384FC}" dt="2026-02-19T15:10:24.732" v="2653"/>
        <pc:sldMkLst>
          <pc:docMk/>
          <pc:sldMk cId="1851566081" sldId="2147483285"/>
        </pc:sldMkLst>
      </pc:sldChg>
      <pc:sldChg chg="addSp delSp modSp mod">
        <pc:chgData name="Salas Gutierrez, Marisabel Ivonne" userId="d0d2f9e0-42a9-4cb7-a2ba-d67c5f575ef7" providerId="ADAL" clId="{707DDA86-4F06-4906-BA1D-820D418384FC}" dt="2026-02-19T15:13:04.749" v="2661"/>
        <pc:sldMkLst>
          <pc:docMk/>
          <pc:sldMk cId="1474051926" sldId="2147483286"/>
        </pc:sldMkLst>
      </pc:sldChg>
      <pc:sldChg chg="addSp delSp modSp mod">
        <pc:chgData name="Salas Gutierrez, Marisabel Ivonne" userId="d0d2f9e0-42a9-4cb7-a2ba-d67c5f575ef7" providerId="ADAL" clId="{707DDA86-4F06-4906-BA1D-820D418384FC}" dt="2026-02-19T15:13:10.211" v="2664"/>
        <pc:sldMkLst>
          <pc:docMk/>
          <pc:sldMk cId="782420075" sldId="2147483287"/>
        </pc:sldMkLst>
      </pc:sldChg>
      <pc:sldChg chg="addSp delSp modSp mod">
        <pc:chgData name="Salas Gutierrez, Marisabel Ivonne" userId="d0d2f9e0-42a9-4cb7-a2ba-d67c5f575ef7" providerId="ADAL" clId="{707DDA86-4F06-4906-BA1D-820D418384FC}" dt="2026-02-19T15:13:16.656" v="2666"/>
        <pc:sldMkLst>
          <pc:docMk/>
          <pc:sldMk cId="3148361836" sldId="2147483288"/>
        </pc:sldMkLst>
      </pc:sldChg>
      <pc:sldChg chg="addSp delSp modSp mod">
        <pc:chgData name="Salas Gutierrez, Marisabel Ivonne" userId="d0d2f9e0-42a9-4cb7-a2ba-d67c5f575ef7" providerId="ADAL" clId="{707DDA86-4F06-4906-BA1D-820D418384FC}" dt="2026-02-19T15:13:28.256" v="2668"/>
        <pc:sldMkLst>
          <pc:docMk/>
          <pc:sldMk cId="1064711678" sldId="2147483289"/>
        </pc:sldMkLst>
      </pc:sldChg>
      <pc:sldChg chg="addSp delSp modSp mod">
        <pc:chgData name="Salas Gutierrez, Marisabel Ivonne" userId="d0d2f9e0-42a9-4cb7-a2ba-d67c5f575ef7" providerId="ADAL" clId="{707DDA86-4F06-4906-BA1D-820D418384FC}" dt="2026-02-19T15:05:15.772" v="2569" actId="1036"/>
        <pc:sldMkLst>
          <pc:docMk/>
          <pc:sldMk cId="3068105714" sldId="2147483290"/>
        </pc:sldMkLst>
      </pc:sldChg>
      <pc:sldChg chg="addSp delSp modSp mod">
        <pc:chgData name="Salas Gutierrez, Marisabel Ivonne" userId="d0d2f9e0-42a9-4cb7-a2ba-d67c5f575ef7" providerId="ADAL" clId="{707DDA86-4F06-4906-BA1D-820D418384FC}" dt="2026-02-19T15:13:34.785" v="2671"/>
        <pc:sldMkLst>
          <pc:docMk/>
          <pc:sldMk cId="3651868453" sldId="2147483294"/>
        </pc:sldMkLst>
      </pc:sldChg>
      <pc:sldChg chg="addSp delSp modSp del mod">
        <pc:chgData name="Salas Gutierrez, Marisabel Ivonne" userId="d0d2f9e0-42a9-4cb7-a2ba-d67c5f575ef7" providerId="ADAL" clId="{707DDA86-4F06-4906-BA1D-820D418384FC}" dt="2026-04-13T17:55:33.061" v="4645" actId="47"/>
        <pc:sldMkLst>
          <pc:docMk/>
          <pc:sldMk cId="3915028472" sldId="2147483645"/>
        </pc:sldMkLst>
        <pc:spChg chg="add del mod">
          <ac:chgData name="Salas Gutierrez, Marisabel Ivonne" userId="d0d2f9e0-42a9-4cb7-a2ba-d67c5f575ef7" providerId="ADAL" clId="{707DDA86-4F06-4906-BA1D-820D418384FC}" dt="2026-04-13T17:55:30.581" v="4644" actId="478"/>
          <ac:spMkLst>
            <pc:docMk/>
            <pc:sldMk cId="3915028472" sldId="2147483645"/>
            <ac:spMk id="4" creationId="{9D635946-9D92-A672-6075-960E0D837BAB}"/>
          </ac:spMkLst>
        </pc:spChg>
      </pc:sldChg>
      <pc:sldChg chg="modSp mod">
        <pc:chgData name="Salas Gutierrez, Marisabel Ivonne" userId="d0d2f9e0-42a9-4cb7-a2ba-d67c5f575ef7" providerId="ADAL" clId="{707DDA86-4F06-4906-BA1D-820D418384FC}" dt="2026-02-19T22:18:06.272" v="3127" actId="14826"/>
        <pc:sldMkLst>
          <pc:docMk/>
          <pc:sldMk cId="2489248412" sldId="2147483646"/>
        </pc:sldMkLst>
      </pc:sldChg>
      <pc:sldChg chg="modSp mod">
        <pc:chgData name="Salas Gutierrez, Marisabel Ivonne" userId="d0d2f9e0-42a9-4cb7-a2ba-d67c5f575ef7" providerId="ADAL" clId="{707DDA86-4F06-4906-BA1D-820D418384FC}" dt="2026-02-19T22:18:39.245" v="3128" actId="14826"/>
        <pc:sldMkLst>
          <pc:docMk/>
          <pc:sldMk cId="2742896925" sldId="2147483647"/>
        </pc:sldMkLst>
      </pc:sldChg>
      <pc:sldMasterChg chg="modSldLayout">
        <pc:chgData name="Salas Gutierrez, Marisabel Ivonne" userId="d0d2f9e0-42a9-4cb7-a2ba-d67c5f575ef7" providerId="ADAL" clId="{707DDA86-4F06-4906-BA1D-820D418384FC}" dt="2026-02-12T22:41:04.102" v="1364"/>
        <pc:sldMasterMkLst>
          <pc:docMk/>
          <pc:sldMasterMk cId="2774909916" sldId="2147483891"/>
        </pc:sldMasterMkLst>
        <pc:sldLayoutChg chg="modSp mod">
          <pc:chgData name="Salas Gutierrez, Marisabel Ivonne" userId="d0d2f9e0-42a9-4cb7-a2ba-d67c5f575ef7" providerId="ADAL" clId="{707DDA86-4F06-4906-BA1D-820D418384FC}" dt="2026-02-12T22:40:56.726" v="1363"/>
          <pc:sldLayoutMkLst>
            <pc:docMk/>
            <pc:sldMasterMk cId="2774909916" sldId="2147483891"/>
            <pc:sldLayoutMk cId="4002552454" sldId="2147483896"/>
          </pc:sldLayoutMkLst>
        </pc:sldLayoutChg>
        <pc:sldLayoutChg chg="modSp mod">
          <pc:chgData name="Salas Gutierrez, Marisabel Ivonne" userId="d0d2f9e0-42a9-4cb7-a2ba-d67c5f575ef7" providerId="ADAL" clId="{707DDA86-4F06-4906-BA1D-820D418384FC}" dt="2026-02-12T22:40:46.744" v="1362"/>
          <pc:sldLayoutMkLst>
            <pc:docMk/>
            <pc:sldMasterMk cId="2774909916" sldId="2147483891"/>
            <pc:sldLayoutMk cId="1808688534" sldId="2147483897"/>
          </pc:sldLayoutMkLst>
        </pc:sldLayoutChg>
        <pc:sldLayoutChg chg="modSp">
          <pc:chgData name="Salas Gutierrez, Marisabel Ivonne" userId="d0d2f9e0-42a9-4cb7-a2ba-d67c5f575ef7" providerId="ADAL" clId="{707DDA86-4F06-4906-BA1D-820D418384FC}" dt="2026-02-12T22:41:04.102" v="1364"/>
          <pc:sldLayoutMkLst>
            <pc:docMk/>
            <pc:sldMasterMk cId="2774909916" sldId="2147483891"/>
            <pc:sldLayoutMk cId="3068487743" sldId="2147484010"/>
          </pc:sldLayoutMkLst>
        </pc:sldLayoutChg>
      </pc:sldMasterChg>
      <pc:sldMasterChg chg="addSp delSp modSp mod modSldLayout">
        <pc:chgData name="Salas Gutierrez, Marisabel Ivonne" userId="d0d2f9e0-42a9-4cb7-a2ba-d67c5f575ef7" providerId="ADAL" clId="{707DDA86-4F06-4906-BA1D-820D418384FC}" dt="2026-02-19T22:03:26.216" v="2997"/>
        <pc:sldMasterMkLst>
          <pc:docMk/>
          <pc:sldMasterMk cId="415932477" sldId="2147483898"/>
        </pc:sldMasterMkLst>
        <pc:sldLayoutChg chg="modSp mod">
          <pc:chgData name="Salas Gutierrez, Marisabel Ivonne" userId="d0d2f9e0-42a9-4cb7-a2ba-d67c5f575ef7" providerId="ADAL" clId="{707DDA86-4F06-4906-BA1D-820D418384FC}" dt="2026-02-19T22:03:20.570" v="2996"/>
          <pc:sldLayoutMkLst>
            <pc:docMk/>
            <pc:sldMasterMk cId="415932477" sldId="2147483898"/>
            <pc:sldLayoutMk cId="2881748990" sldId="2147483932"/>
          </pc:sldLayoutMkLst>
        </pc:sldLayoutChg>
        <pc:sldLayoutChg chg="modSp">
          <pc:chgData name="Salas Gutierrez, Marisabel Ivonne" userId="d0d2f9e0-42a9-4cb7-a2ba-d67c5f575ef7" providerId="ADAL" clId="{707DDA86-4F06-4906-BA1D-820D418384FC}" dt="2026-02-12T22:41:52.518" v="1374"/>
          <pc:sldLayoutMkLst>
            <pc:docMk/>
            <pc:sldMasterMk cId="415932477" sldId="2147483898"/>
            <pc:sldLayoutMk cId="3966537950" sldId="2147483933"/>
          </pc:sldLayoutMkLst>
        </pc:sldLayoutChg>
        <pc:sldLayoutChg chg="addSp delSp modSp mod">
          <pc:chgData name="Salas Gutierrez, Marisabel Ivonne" userId="d0d2f9e0-42a9-4cb7-a2ba-d67c5f575ef7" providerId="ADAL" clId="{707DDA86-4F06-4906-BA1D-820D418384FC}" dt="2026-02-19T22:02:41.785" v="2988"/>
          <pc:sldLayoutMkLst>
            <pc:docMk/>
            <pc:sldMasterMk cId="415932477" sldId="2147483898"/>
            <pc:sldLayoutMk cId="3793502838" sldId="2147484018"/>
          </pc:sldLayoutMkLst>
        </pc:sldLayoutChg>
        <pc:sldLayoutChg chg="modSp">
          <pc:chgData name="Salas Gutierrez, Marisabel Ivonne" userId="d0d2f9e0-42a9-4cb7-a2ba-d67c5f575ef7" providerId="ADAL" clId="{707DDA86-4F06-4906-BA1D-820D418384FC}" dt="2026-02-19T22:03:26.216" v="2997"/>
          <pc:sldLayoutMkLst>
            <pc:docMk/>
            <pc:sldMasterMk cId="415932477" sldId="2147483898"/>
            <pc:sldLayoutMk cId="2105846991" sldId="2147484024"/>
          </pc:sldLayoutMkLst>
        </pc:sldLayoutChg>
        <pc:sldLayoutChg chg="modSp">
          <pc:chgData name="Salas Gutierrez, Marisabel Ivonne" userId="d0d2f9e0-42a9-4cb7-a2ba-d67c5f575ef7" providerId="ADAL" clId="{707DDA86-4F06-4906-BA1D-820D418384FC}" dt="2026-02-19T22:02:54.582" v="2990"/>
          <pc:sldLayoutMkLst>
            <pc:docMk/>
            <pc:sldMasterMk cId="415932477" sldId="2147483898"/>
            <pc:sldLayoutMk cId="2626599155" sldId="2147484025"/>
          </pc:sldLayoutMkLst>
        </pc:sldLayoutChg>
        <pc:sldLayoutChg chg="modSp">
          <pc:chgData name="Salas Gutierrez, Marisabel Ivonne" userId="d0d2f9e0-42a9-4cb7-a2ba-d67c5f575ef7" providerId="ADAL" clId="{707DDA86-4F06-4906-BA1D-820D418384FC}" dt="2026-02-19T22:03:07.833" v="2992"/>
          <pc:sldLayoutMkLst>
            <pc:docMk/>
            <pc:sldMasterMk cId="415932477" sldId="2147483898"/>
            <pc:sldLayoutMk cId="2387813290" sldId="2147484026"/>
          </pc:sldLayoutMkLst>
        </pc:sldLayoutChg>
        <pc:sldLayoutChg chg="modSp">
          <pc:chgData name="Salas Gutierrez, Marisabel Ivonne" userId="d0d2f9e0-42a9-4cb7-a2ba-d67c5f575ef7" providerId="ADAL" clId="{707DDA86-4F06-4906-BA1D-820D418384FC}" dt="2026-02-19T22:02:47.131" v="2989"/>
          <pc:sldLayoutMkLst>
            <pc:docMk/>
            <pc:sldMasterMk cId="415932477" sldId="2147483898"/>
            <pc:sldLayoutMk cId="2495684123" sldId="2147484027"/>
          </pc:sldLayoutMkLst>
        </pc:sldLayoutChg>
        <pc:sldLayoutChg chg="modSp">
          <pc:chgData name="Salas Gutierrez, Marisabel Ivonne" userId="d0d2f9e0-42a9-4cb7-a2ba-d67c5f575ef7" providerId="ADAL" clId="{707DDA86-4F06-4906-BA1D-820D418384FC}" dt="2026-02-19T22:03:00.998" v="2991"/>
          <pc:sldLayoutMkLst>
            <pc:docMk/>
            <pc:sldMasterMk cId="415932477" sldId="2147483898"/>
            <pc:sldLayoutMk cId="2585091202" sldId="2147484028"/>
          </pc:sldLayoutMkLst>
        </pc:sldLayoutChg>
        <pc:sldLayoutChg chg="modSp">
          <pc:chgData name="Salas Gutierrez, Marisabel Ivonne" userId="d0d2f9e0-42a9-4cb7-a2ba-d67c5f575ef7" providerId="ADAL" clId="{707DDA86-4F06-4906-BA1D-820D418384FC}" dt="2026-02-19T22:03:12.241" v="2993"/>
          <pc:sldLayoutMkLst>
            <pc:docMk/>
            <pc:sldMasterMk cId="415932477" sldId="2147483898"/>
            <pc:sldLayoutMk cId="1183782310" sldId="2147484029"/>
          </pc:sldLayoutMkLst>
        </pc:sldLayoutChg>
        <pc:sldLayoutChg chg="modSp">
          <pc:chgData name="Salas Gutierrez, Marisabel Ivonne" userId="d0d2f9e0-42a9-4cb7-a2ba-d67c5f575ef7" providerId="ADAL" clId="{707DDA86-4F06-4906-BA1D-820D418384FC}" dt="2026-02-12T22:42:04.324" v="1375"/>
          <pc:sldLayoutMkLst>
            <pc:docMk/>
            <pc:sldMasterMk cId="415932477" sldId="2147483898"/>
            <pc:sldLayoutMk cId="1620607952" sldId="2147484599"/>
          </pc:sldLayoutMkLst>
        </pc:sldLayoutChg>
      </pc:sldMasterChg>
      <pc:sldMasterChg chg="modSldLayout">
        <pc:chgData name="Salas Gutierrez, Marisabel Ivonne" userId="d0d2f9e0-42a9-4cb7-a2ba-d67c5f575ef7" providerId="ADAL" clId="{707DDA86-4F06-4906-BA1D-820D418384FC}" dt="2026-02-12T22:43:05.282" v="1397"/>
        <pc:sldMasterMkLst>
          <pc:docMk/>
          <pc:sldMasterMk cId="3816488241" sldId="2147484176"/>
        </pc:sldMasterMkLst>
        <pc:sldLayoutChg chg="modSp mod">
          <pc:chgData name="Salas Gutierrez, Marisabel Ivonne" userId="d0d2f9e0-42a9-4cb7-a2ba-d67c5f575ef7" providerId="ADAL" clId="{707DDA86-4F06-4906-BA1D-820D418384FC}" dt="2026-02-12T22:42:27.412" v="1388"/>
          <pc:sldLayoutMkLst>
            <pc:docMk/>
            <pc:sldMasterMk cId="3816488241" sldId="2147484176"/>
            <pc:sldLayoutMk cId="1877106696" sldId="2147484177"/>
          </pc:sldLayoutMkLst>
        </pc:sldLayoutChg>
        <pc:sldLayoutChg chg="modSp">
          <pc:chgData name="Salas Gutierrez, Marisabel Ivonne" userId="d0d2f9e0-42a9-4cb7-a2ba-d67c5f575ef7" providerId="ADAL" clId="{707DDA86-4F06-4906-BA1D-820D418384FC}" dt="2026-02-12T22:42:32.419" v="1389"/>
          <pc:sldLayoutMkLst>
            <pc:docMk/>
            <pc:sldMasterMk cId="3816488241" sldId="2147484176"/>
            <pc:sldLayoutMk cId="486385534" sldId="2147484178"/>
          </pc:sldLayoutMkLst>
        </pc:sldLayoutChg>
        <pc:sldLayoutChg chg="modSp">
          <pc:chgData name="Salas Gutierrez, Marisabel Ivonne" userId="d0d2f9e0-42a9-4cb7-a2ba-d67c5f575ef7" providerId="ADAL" clId="{707DDA86-4F06-4906-BA1D-820D418384FC}" dt="2026-02-12T22:42:35.913" v="1390"/>
          <pc:sldLayoutMkLst>
            <pc:docMk/>
            <pc:sldMasterMk cId="3816488241" sldId="2147484176"/>
            <pc:sldLayoutMk cId="918623008" sldId="2147484179"/>
          </pc:sldLayoutMkLst>
        </pc:sldLayoutChg>
        <pc:sldLayoutChg chg="modSp">
          <pc:chgData name="Salas Gutierrez, Marisabel Ivonne" userId="d0d2f9e0-42a9-4cb7-a2ba-d67c5f575ef7" providerId="ADAL" clId="{707DDA86-4F06-4906-BA1D-820D418384FC}" dt="2026-02-12T22:42:40.486" v="1391"/>
          <pc:sldLayoutMkLst>
            <pc:docMk/>
            <pc:sldMasterMk cId="3816488241" sldId="2147484176"/>
            <pc:sldLayoutMk cId="2063185349" sldId="2147484180"/>
          </pc:sldLayoutMkLst>
        </pc:sldLayoutChg>
        <pc:sldLayoutChg chg="modSp">
          <pc:chgData name="Salas Gutierrez, Marisabel Ivonne" userId="d0d2f9e0-42a9-4cb7-a2ba-d67c5f575ef7" providerId="ADAL" clId="{707DDA86-4F06-4906-BA1D-820D418384FC}" dt="2026-02-12T22:42:44.481" v="1392"/>
          <pc:sldLayoutMkLst>
            <pc:docMk/>
            <pc:sldMasterMk cId="3816488241" sldId="2147484176"/>
            <pc:sldLayoutMk cId="3808499445" sldId="2147484181"/>
          </pc:sldLayoutMkLst>
        </pc:sldLayoutChg>
        <pc:sldLayoutChg chg="modSp">
          <pc:chgData name="Salas Gutierrez, Marisabel Ivonne" userId="d0d2f9e0-42a9-4cb7-a2ba-d67c5f575ef7" providerId="ADAL" clId="{707DDA86-4F06-4906-BA1D-820D418384FC}" dt="2026-02-12T22:42:47.981" v="1393"/>
          <pc:sldLayoutMkLst>
            <pc:docMk/>
            <pc:sldMasterMk cId="3816488241" sldId="2147484176"/>
            <pc:sldLayoutMk cId="1311780811" sldId="2147484182"/>
          </pc:sldLayoutMkLst>
        </pc:sldLayoutChg>
        <pc:sldLayoutChg chg="modSp">
          <pc:chgData name="Salas Gutierrez, Marisabel Ivonne" userId="d0d2f9e0-42a9-4cb7-a2ba-d67c5f575ef7" providerId="ADAL" clId="{707DDA86-4F06-4906-BA1D-820D418384FC}" dt="2026-02-12T22:42:51.984" v="1394"/>
          <pc:sldLayoutMkLst>
            <pc:docMk/>
            <pc:sldMasterMk cId="3816488241" sldId="2147484176"/>
            <pc:sldLayoutMk cId="1204501975" sldId="2147484183"/>
          </pc:sldLayoutMkLst>
        </pc:sldLayoutChg>
        <pc:sldLayoutChg chg="modSp">
          <pc:chgData name="Salas Gutierrez, Marisabel Ivonne" userId="d0d2f9e0-42a9-4cb7-a2ba-d67c5f575ef7" providerId="ADAL" clId="{707DDA86-4F06-4906-BA1D-820D418384FC}" dt="2026-02-12T22:42:55.407" v="1395"/>
          <pc:sldLayoutMkLst>
            <pc:docMk/>
            <pc:sldMasterMk cId="3816488241" sldId="2147484176"/>
            <pc:sldLayoutMk cId="4012493968" sldId="2147484184"/>
          </pc:sldLayoutMkLst>
        </pc:sldLayoutChg>
        <pc:sldLayoutChg chg="modSp">
          <pc:chgData name="Salas Gutierrez, Marisabel Ivonne" userId="d0d2f9e0-42a9-4cb7-a2ba-d67c5f575ef7" providerId="ADAL" clId="{707DDA86-4F06-4906-BA1D-820D418384FC}" dt="2026-02-12T22:42:59.336" v="1396"/>
          <pc:sldLayoutMkLst>
            <pc:docMk/>
            <pc:sldMasterMk cId="3816488241" sldId="2147484176"/>
            <pc:sldLayoutMk cId="613724976" sldId="2147484185"/>
          </pc:sldLayoutMkLst>
        </pc:sldLayoutChg>
      </pc:sldMasterChg>
      <pc:sldMasterChg chg="modSp modSldLayout">
        <pc:chgData name="Salas Gutierrez, Marisabel Ivonne" userId="d0d2f9e0-42a9-4cb7-a2ba-d67c5f575ef7" providerId="ADAL" clId="{707DDA86-4F06-4906-BA1D-820D418384FC}" dt="2026-02-12T22:54:42.516" v="1506" actId="20577"/>
        <pc:sldMasterMkLst>
          <pc:docMk/>
          <pc:sldMasterMk cId="3997945458" sldId="2147484297"/>
        </pc:sldMasterMkLst>
        <pc:sldLayoutChg chg="modSp">
          <pc:chgData name="Salas Gutierrez, Marisabel Ivonne" userId="d0d2f9e0-42a9-4cb7-a2ba-d67c5f575ef7" providerId="ADAL" clId="{707DDA86-4F06-4906-BA1D-820D418384FC}" dt="2026-02-12T22:44:58.469" v="1423"/>
          <pc:sldLayoutMkLst>
            <pc:docMk/>
            <pc:sldMasterMk cId="3997945458" sldId="2147484297"/>
            <pc:sldLayoutMk cId="4290136415" sldId="2147484319"/>
          </pc:sldLayoutMkLst>
        </pc:sldLayoutChg>
        <pc:sldLayoutChg chg="modSp">
          <pc:chgData name="Salas Gutierrez, Marisabel Ivonne" userId="d0d2f9e0-42a9-4cb7-a2ba-d67c5f575ef7" providerId="ADAL" clId="{707DDA86-4F06-4906-BA1D-820D418384FC}" dt="2026-02-12T22:45:06.834" v="1425"/>
          <pc:sldLayoutMkLst>
            <pc:docMk/>
            <pc:sldMasterMk cId="3997945458" sldId="2147484297"/>
            <pc:sldLayoutMk cId="3677361846" sldId="2147484321"/>
          </pc:sldLayoutMkLst>
        </pc:sldLayoutChg>
      </pc:sldMasterChg>
      <pc:sldMasterChg chg="modSp modSldLayout">
        <pc:chgData name="Salas Gutierrez, Marisabel Ivonne" userId="d0d2f9e0-42a9-4cb7-a2ba-d67c5f575ef7" providerId="ADAL" clId="{707DDA86-4F06-4906-BA1D-820D418384FC}" dt="2026-02-12T22:47:16.529" v="1455" actId="20577"/>
        <pc:sldMasterMkLst>
          <pc:docMk/>
          <pc:sldMasterMk cId="1260883779" sldId="2147484348"/>
        </pc:sldMasterMkLst>
      </pc:sldMasterChg>
      <pc:sldMasterChg chg="modSldLayout">
        <pc:chgData name="Salas Gutierrez, Marisabel Ivonne" userId="d0d2f9e0-42a9-4cb7-a2ba-d67c5f575ef7" providerId="ADAL" clId="{707DDA86-4F06-4906-BA1D-820D418384FC}" dt="2026-02-12T22:52:47.606" v="1492"/>
        <pc:sldMasterMkLst>
          <pc:docMk/>
          <pc:sldMasterMk cId="1026149348" sldId="2147484402"/>
        </pc:sldMasterMkLst>
        <pc:sldLayoutChg chg="modSp">
          <pc:chgData name="Salas Gutierrez, Marisabel Ivonne" userId="d0d2f9e0-42a9-4cb7-a2ba-d67c5f575ef7" providerId="ADAL" clId="{707DDA86-4F06-4906-BA1D-820D418384FC}" dt="2026-02-12T22:52:47.606" v="1492"/>
          <pc:sldLayoutMkLst>
            <pc:docMk/>
            <pc:sldMasterMk cId="1026149348" sldId="2147484402"/>
            <pc:sldLayoutMk cId="3794592795" sldId="2147484404"/>
          </pc:sldLayoutMkLst>
        </pc:sldLayoutChg>
      </pc:sldMasterChg>
      <pc:sldMasterChg chg="modSp modSldLayout">
        <pc:chgData name="Salas Gutierrez, Marisabel Ivonne" userId="d0d2f9e0-42a9-4cb7-a2ba-d67c5f575ef7" providerId="ADAL" clId="{707DDA86-4F06-4906-BA1D-820D418384FC}" dt="2026-02-12T22:52:21.202" v="1491"/>
        <pc:sldMasterMkLst>
          <pc:docMk/>
          <pc:sldMasterMk cId="3430495072" sldId="2147484428"/>
        </pc:sldMasterMkLst>
        <pc:sldLayoutChg chg="modSp">
          <pc:chgData name="Salas Gutierrez, Marisabel Ivonne" userId="d0d2f9e0-42a9-4cb7-a2ba-d67c5f575ef7" providerId="ADAL" clId="{707DDA86-4F06-4906-BA1D-820D418384FC}" dt="2026-02-12T22:52:17.152" v="1490"/>
          <pc:sldLayoutMkLst>
            <pc:docMk/>
            <pc:sldMasterMk cId="3430495072" sldId="2147484428"/>
            <pc:sldLayoutMk cId="2136255599" sldId="2147484660"/>
          </pc:sldLayoutMkLst>
        </pc:sldLayoutChg>
      </pc:sldMasterChg>
      <pc:sldMasterChg chg="modSp modSldLayout">
        <pc:chgData name="Salas Gutierrez, Marisabel Ivonne" userId="d0d2f9e0-42a9-4cb7-a2ba-d67c5f575ef7" providerId="ADAL" clId="{707DDA86-4F06-4906-BA1D-820D418384FC}" dt="2026-02-12T22:51:47.983" v="1489"/>
        <pc:sldMasterMkLst>
          <pc:docMk/>
          <pc:sldMasterMk cId="1608140637" sldId="2147484682"/>
        </pc:sldMasterMkLst>
        <pc:sldLayoutChg chg="modSp">
          <pc:chgData name="Salas Gutierrez, Marisabel Ivonne" userId="d0d2f9e0-42a9-4cb7-a2ba-d67c5f575ef7" providerId="ADAL" clId="{707DDA86-4F06-4906-BA1D-820D418384FC}" dt="2026-02-12T22:51:36.268" v="1487"/>
          <pc:sldLayoutMkLst>
            <pc:docMk/>
            <pc:sldMasterMk cId="1608140637" sldId="2147484682"/>
            <pc:sldLayoutMk cId="3489668670" sldId="2147484683"/>
          </pc:sldLayoutMkLst>
        </pc:sldLayoutChg>
      </pc:sldMasterChg>
      <pc:sldMasterChg chg="delSldLayout modSldLayout">
        <pc:chgData name="Salas Gutierrez, Marisabel Ivonne" userId="d0d2f9e0-42a9-4cb7-a2ba-d67c5f575ef7" providerId="ADAL" clId="{707DDA86-4F06-4906-BA1D-820D418384FC}" dt="2026-04-13T17:55:33.061" v="4645" actId="47"/>
        <pc:sldMasterMkLst>
          <pc:docMk/>
          <pc:sldMasterMk cId="3043370903" sldId="2147484721"/>
        </pc:sldMasterMkLst>
        <pc:sldLayoutChg chg="modSp">
          <pc:chgData name="Salas Gutierrez, Marisabel Ivonne" userId="d0d2f9e0-42a9-4cb7-a2ba-d67c5f575ef7" providerId="ADAL" clId="{707DDA86-4F06-4906-BA1D-820D418384FC}" dt="2026-02-12T22:51:20.429" v="1485"/>
          <pc:sldLayoutMkLst>
            <pc:docMk/>
            <pc:sldMasterMk cId="3043370903" sldId="2147484721"/>
            <pc:sldLayoutMk cId="3621199509" sldId="2147484722"/>
          </pc:sldLayoutMkLst>
        </pc:sldLayoutChg>
        <pc:sldLayoutChg chg="modSp del">
          <pc:chgData name="Salas Gutierrez, Marisabel Ivonne" userId="d0d2f9e0-42a9-4cb7-a2ba-d67c5f575ef7" providerId="ADAL" clId="{707DDA86-4F06-4906-BA1D-820D418384FC}" dt="2026-04-13T17:55:33.061" v="4645" actId="47"/>
          <pc:sldLayoutMkLst>
            <pc:docMk/>
            <pc:sldMasterMk cId="3043370903" sldId="2147484721"/>
            <pc:sldLayoutMk cId="2650464401" sldId="2147484733"/>
          </pc:sldLayoutMkLst>
        </pc:sldLayoutChg>
      </pc:sldMasterChg>
      <pc:sldMasterChg chg="modSp mod modSldLayout">
        <pc:chgData name="Salas Gutierrez, Marisabel Ivonne" userId="d0d2f9e0-42a9-4cb7-a2ba-d67c5f575ef7" providerId="ADAL" clId="{707DDA86-4F06-4906-BA1D-820D418384FC}" dt="2026-02-12T22:51:04.819" v="1484"/>
        <pc:sldMasterMkLst>
          <pc:docMk/>
          <pc:sldMasterMk cId="865188873" sldId="2147484884"/>
        </pc:sldMasterMkLst>
        <pc:sldLayoutChg chg="modSp">
          <pc:chgData name="Salas Gutierrez, Marisabel Ivonne" userId="d0d2f9e0-42a9-4cb7-a2ba-d67c5f575ef7" providerId="ADAL" clId="{707DDA86-4F06-4906-BA1D-820D418384FC}" dt="2026-02-12T22:50:58.665" v="1481"/>
          <pc:sldLayoutMkLst>
            <pc:docMk/>
            <pc:sldMasterMk cId="865188873" sldId="2147484884"/>
            <pc:sldLayoutMk cId="2164475752" sldId="2147484885"/>
          </pc:sldLayoutMkLst>
        </pc:sldLayoutChg>
      </pc:sldMasterChg>
      <pc:sldMasterChg chg="modSldLayout">
        <pc:chgData name="Salas Gutierrez, Marisabel Ivonne" userId="d0d2f9e0-42a9-4cb7-a2ba-d67c5f575ef7" providerId="ADAL" clId="{707DDA86-4F06-4906-BA1D-820D418384FC}" dt="2026-02-12T22:50:40.890" v="1480"/>
        <pc:sldMasterMkLst>
          <pc:docMk/>
          <pc:sldMasterMk cId="3487242526" sldId="2147484896"/>
        </pc:sldMasterMkLst>
        <pc:sldLayoutChg chg="modSp mod">
          <pc:chgData name="Salas Gutierrez, Marisabel Ivonne" userId="d0d2f9e0-42a9-4cb7-a2ba-d67c5f575ef7" providerId="ADAL" clId="{707DDA86-4F06-4906-BA1D-820D418384FC}" dt="2026-02-12T22:50:40.890" v="1480"/>
          <pc:sldLayoutMkLst>
            <pc:docMk/>
            <pc:sldMasterMk cId="3487242526" sldId="2147484896"/>
            <pc:sldLayoutMk cId="1624280262" sldId="2147485096"/>
          </pc:sldLayoutMkLst>
        </pc:sldLayoutChg>
      </pc:sldMasterChg>
      <pc:sldMasterChg chg="addSp modSp mod modSldLayout">
        <pc:chgData name="Salas Gutierrez, Marisabel Ivonne" userId="d0d2f9e0-42a9-4cb7-a2ba-d67c5f575ef7" providerId="ADAL" clId="{707DDA86-4F06-4906-BA1D-820D418384FC}" dt="2026-02-20T20:05:39.745" v="4517" actId="207"/>
        <pc:sldMasterMkLst>
          <pc:docMk/>
          <pc:sldMasterMk cId="736106489" sldId="2147484937"/>
        </pc:sldMasterMkLst>
        <pc:sldLayoutChg chg="modSp">
          <pc:chgData name="Salas Gutierrez, Marisabel Ivonne" userId="d0d2f9e0-42a9-4cb7-a2ba-d67c5f575ef7" providerId="ADAL" clId="{707DDA86-4F06-4906-BA1D-820D418384FC}" dt="2026-02-12T22:49:55.656" v="1476"/>
          <pc:sldLayoutMkLst>
            <pc:docMk/>
            <pc:sldMasterMk cId="736106489" sldId="2147484937"/>
            <pc:sldLayoutMk cId="2836872652" sldId="2147484938"/>
          </pc:sldLayoutMkLst>
        </pc:sldLayoutChg>
        <pc:sldLayoutChg chg="delSp modSp mod">
          <pc:chgData name="Salas Gutierrez, Marisabel Ivonne" userId="d0d2f9e0-42a9-4cb7-a2ba-d67c5f575ef7" providerId="ADAL" clId="{707DDA86-4F06-4906-BA1D-820D418384FC}" dt="2026-02-20T20:05:04.105" v="4514" actId="478"/>
          <pc:sldLayoutMkLst>
            <pc:docMk/>
            <pc:sldMasterMk cId="736106489" sldId="2147484937"/>
            <pc:sldLayoutMk cId="2074435752" sldId="2147485097"/>
          </pc:sldLayoutMkLst>
        </pc:sldLayoutChg>
        <pc:sldLayoutChg chg="delSp modSp mod">
          <pc:chgData name="Salas Gutierrez, Marisabel Ivonne" userId="d0d2f9e0-42a9-4cb7-a2ba-d67c5f575ef7" providerId="ADAL" clId="{707DDA86-4F06-4906-BA1D-820D418384FC}" dt="2026-02-19T15:03:49.791" v="2547" actId="207"/>
          <pc:sldLayoutMkLst>
            <pc:docMk/>
            <pc:sldMasterMk cId="736106489" sldId="2147484937"/>
            <pc:sldLayoutMk cId="302696677" sldId="2147485098"/>
          </pc:sldLayoutMkLst>
        </pc:sldLayoutChg>
        <pc:sldLayoutChg chg="modSp mod">
          <pc:chgData name="Salas Gutierrez, Marisabel Ivonne" userId="d0d2f9e0-42a9-4cb7-a2ba-d67c5f575ef7" providerId="ADAL" clId="{707DDA86-4F06-4906-BA1D-820D418384FC}" dt="2026-02-19T15:02:58.044" v="2531" actId="207"/>
          <pc:sldLayoutMkLst>
            <pc:docMk/>
            <pc:sldMasterMk cId="736106489" sldId="2147484937"/>
            <pc:sldLayoutMk cId="2431321293" sldId="2147485099"/>
          </pc:sldLayoutMkLst>
        </pc:sldLayoutChg>
        <pc:sldLayoutChg chg="addSp modSp">
          <pc:chgData name="Salas Gutierrez, Marisabel Ivonne" userId="d0d2f9e0-42a9-4cb7-a2ba-d67c5f575ef7" providerId="ADAL" clId="{707DDA86-4F06-4906-BA1D-820D418384FC}" dt="2026-02-20T20:05:29.128" v="4515"/>
          <pc:sldLayoutMkLst>
            <pc:docMk/>
            <pc:sldMasterMk cId="736106489" sldId="2147484937"/>
            <pc:sldLayoutMk cId="1678469873" sldId="2147485100"/>
          </pc:sldLayoutMkLst>
        </pc:sldLayoutChg>
        <pc:sldLayoutChg chg="delSp modSp mod">
          <pc:chgData name="Salas Gutierrez, Marisabel Ivonne" userId="d0d2f9e0-42a9-4cb7-a2ba-d67c5f575ef7" providerId="ADAL" clId="{707DDA86-4F06-4906-BA1D-820D418384FC}" dt="2026-02-20T20:04:49.760" v="4513" actId="478"/>
          <pc:sldLayoutMkLst>
            <pc:docMk/>
            <pc:sldMasterMk cId="736106489" sldId="2147484937"/>
            <pc:sldLayoutMk cId="4117259304" sldId="2147485101"/>
          </pc:sldLayoutMkLst>
        </pc:sldLayoutChg>
        <pc:sldLayoutChg chg="delSp modSp mod">
          <pc:chgData name="Salas Gutierrez, Marisabel Ivonne" userId="d0d2f9e0-42a9-4cb7-a2ba-d67c5f575ef7" providerId="ADAL" clId="{707DDA86-4F06-4906-BA1D-820D418384FC}" dt="2026-02-19T15:03:29.378" v="2544" actId="207"/>
          <pc:sldLayoutMkLst>
            <pc:docMk/>
            <pc:sldMasterMk cId="736106489" sldId="2147484937"/>
            <pc:sldLayoutMk cId="3259795463" sldId="2147485102"/>
          </pc:sldLayoutMkLst>
        </pc:sldLayoutChg>
        <pc:sldLayoutChg chg="addSp modSp mod">
          <pc:chgData name="Salas Gutierrez, Marisabel Ivonne" userId="d0d2f9e0-42a9-4cb7-a2ba-d67c5f575ef7" providerId="ADAL" clId="{707DDA86-4F06-4906-BA1D-820D418384FC}" dt="2026-02-20T20:05:39.745" v="4517" actId="207"/>
          <pc:sldLayoutMkLst>
            <pc:docMk/>
            <pc:sldMasterMk cId="736106489" sldId="2147484937"/>
            <pc:sldLayoutMk cId="246553757" sldId="2147485103"/>
          </pc:sldLayoutMkLst>
        </pc:sldLayoutChg>
      </pc:sldMasterChg>
      <pc:sldMasterChg chg="modSp modSldLayout">
        <pc:chgData name="Salas Gutierrez, Marisabel Ivonne" userId="d0d2f9e0-42a9-4cb7-a2ba-d67c5f575ef7" providerId="ADAL" clId="{707DDA86-4F06-4906-BA1D-820D418384FC}" dt="2026-02-12T22:49:37.850" v="1475"/>
        <pc:sldMasterMkLst>
          <pc:docMk/>
          <pc:sldMasterMk cId="651946971" sldId="2147484948"/>
        </pc:sldMasterMkLst>
        <pc:sldLayoutChg chg="modSp">
          <pc:chgData name="Salas Gutierrez, Marisabel Ivonne" userId="d0d2f9e0-42a9-4cb7-a2ba-d67c5f575ef7" providerId="ADAL" clId="{707DDA86-4F06-4906-BA1D-820D418384FC}" dt="2026-02-12T22:49:34.038" v="1474"/>
          <pc:sldLayoutMkLst>
            <pc:docMk/>
            <pc:sldMasterMk cId="651946971" sldId="2147484948"/>
            <pc:sldLayoutMk cId="203961974" sldId="2147484949"/>
          </pc:sldLayoutMkLst>
        </pc:sldLayoutChg>
      </pc:sldMasterChg>
      <pc:sldMasterChg chg="modSldLayout">
        <pc:chgData name="Salas Gutierrez, Marisabel Ivonne" userId="d0d2f9e0-42a9-4cb7-a2ba-d67c5f575ef7" providerId="ADAL" clId="{707DDA86-4F06-4906-BA1D-820D418384FC}" dt="2026-02-12T22:48:45.574" v="1471"/>
        <pc:sldMasterMkLst>
          <pc:docMk/>
          <pc:sldMasterMk cId="3629848750" sldId="2147485003"/>
        </pc:sldMasterMkLst>
        <pc:sldLayoutChg chg="modSp">
          <pc:chgData name="Salas Gutierrez, Marisabel Ivonne" userId="d0d2f9e0-42a9-4cb7-a2ba-d67c5f575ef7" providerId="ADAL" clId="{707DDA86-4F06-4906-BA1D-820D418384FC}" dt="2026-02-12T22:48:39.722" v="1470"/>
          <pc:sldLayoutMkLst>
            <pc:docMk/>
            <pc:sldMasterMk cId="3629848750" sldId="2147485003"/>
            <pc:sldLayoutMk cId="3346313189" sldId="2147485004"/>
          </pc:sldLayoutMkLst>
        </pc:sldLayoutChg>
      </pc:sldMasterChg>
      <pc:sldMasterChg chg="modSldLayout">
        <pc:chgData name="Salas Gutierrez, Marisabel Ivonne" userId="d0d2f9e0-42a9-4cb7-a2ba-d67c5f575ef7" providerId="ADAL" clId="{707DDA86-4F06-4906-BA1D-820D418384FC}" dt="2026-02-12T22:48:05.787" v="1469"/>
        <pc:sldMasterMkLst>
          <pc:docMk/>
          <pc:sldMasterMk cId="652195666" sldId="2147485027"/>
        </pc:sldMasterMkLst>
        <pc:sldLayoutChg chg="modSp">
          <pc:chgData name="Salas Gutierrez, Marisabel Ivonne" userId="d0d2f9e0-42a9-4cb7-a2ba-d67c5f575ef7" providerId="ADAL" clId="{707DDA86-4F06-4906-BA1D-820D418384FC}" dt="2026-02-12T22:48:05.787" v="1469"/>
          <pc:sldLayoutMkLst>
            <pc:docMk/>
            <pc:sldMasterMk cId="652195666" sldId="2147485027"/>
            <pc:sldLayoutMk cId="4076576621" sldId="2147485028"/>
          </pc:sldLayoutMkLst>
        </pc:sldLayoutChg>
      </pc:sldMasterChg>
      <pc:sldMasterChg chg="modSldLayout">
        <pc:chgData name="Salas Gutierrez, Marisabel Ivonne" userId="d0d2f9e0-42a9-4cb7-a2ba-d67c5f575ef7" providerId="ADAL" clId="{707DDA86-4F06-4906-BA1D-820D418384FC}" dt="2026-02-12T22:47:57.791" v="1468"/>
        <pc:sldMasterMkLst>
          <pc:docMk/>
          <pc:sldMasterMk cId="3497471997" sldId="2147485052"/>
        </pc:sldMasterMkLst>
        <pc:sldLayoutChg chg="modSp">
          <pc:chgData name="Salas Gutierrez, Marisabel Ivonne" userId="d0d2f9e0-42a9-4cb7-a2ba-d67c5f575ef7" providerId="ADAL" clId="{707DDA86-4F06-4906-BA1D-820D418384FC}" dt="2026-02-12T22:47:57.791" v="1468"/>
          <pc:sldLayoutMkLst>
            <pc:docMk/>
            <pc:sldMasterMk cId="3497471997" sldId="2147485052"/>
            <pc:sldLayoutMk cId="3317604291" sldId="2147485053"/>
          </pc:sldLayoutMkLst>
        </pc:sldLayoutChg>
      </pc:sldMasterChg>
      <pc:sldMasterChg chg="modSldLayout">
        <pc:chgData name="Salas Gutierrez, Marisabel Ivonne" userId="d0d2f9e0-42a9-4cb7-a2ba-d67c5f575ef7" providerId="ADAL" clId="{707DDA86-4F06-4906-BA1D-820D418384FC}" dt="2026-02-12T22:47:43.969" v="1467" actId="20577"/>
        <pc:sldMasterMkLst>
          <pc:docMk/>
          <pc:sldMasterMk cId="2758080686" sldId="2147485085"/>
        </pc:sldMasterMkLst>
        <pc:sldLayoutChg chg="modSp mod">
          <pc:chgData name="Salas Gutierrez, Marisabel Ivonne" userId="d0d2f9e0-42a9-4cb7-a2ba-d67c5f575ef7" providerId="ADAL" clId="{707DDA86-4F06-4906-BA1D-820D418384FC}" dt="2026-02-12T22:47:43.969" v="1467" actId="20577"/>
          <pc:sldLayoutMkLst>
            <pc:docMk/>
            <pc:sldMasterMk cId="2758080686" sldId="2147485085"/>
            <pc:sldLayoutMk cId="2649426068" sldId="2147485086"/>
          </pc:sldLayoutMkLst>
        </pc:sldLayoutChg>
      </pc:sldMasterChg>
    </pc:docChg>
  </pc:docChgLst>
  <pc:docChgLst>
    <pc:chgData name="Galbani Esquivel, Greta Gabriela" userId="499aab11-e623-42c2-986a-2d3b1e371402" providerId="ADAL" clId="{1722ABCE-4F8A-46C4-8BFD-4F76FE7AB3CF}"/>
    <pc:docChg chg="undo custSel addSld delSld modSld sldOrd modMainMaster">
      <pc:chgData name="Galbani Esquivel, Greta Gabriela" userId="499aab11-e623-42c2-986a-2d3b1e371402" providerId="ADAL" clId="{1722ABCE-4F8A-46C4-8BFD-4F76FE7AB3CF}" dt="2026-02-23T15:32:41.051" v="9610"/>
      <pc:docMkLst>
        <pc:docMk/>
      </pc:docMkLst>
      <pc:sldChg chg="addSp delSp modSp add mod">
        <pc:chgData name="Galbani Esquivel, Greta Gabriela" userId="499aab11-e623-42c2-986a-2d3b1e371402" providerId="ADAL" clId="{1722ABCE-4F8A-46C4-8BFD-4F76FE7AB3CF}" dt="2026-02-23T15:09:01.599" v="9524" actId="1076"/>
        <pc:sldMkLst>
          <pc:docMk/>
          <pc:sldMk cId="3269551016" sldId="256"/>
        </pc:sldMkLst>
      </pc:sldChg>
      <pc:sldChg chg="addSp delSp modSp mod modNotesTx">
        <pc:chgData name="Galbani Esquivel, Greta Gabriela" userId="499aab11-e623-42c2-986a-2d3b1e371402" providerId="ADAL" clId="{1722ABCE-4F8A-46C4-8BFD-4F76FE7AB3CF}" dt="2026-02-20T23:33:12.784" v="9404" actId="478"/>
        <pc:sldMkLst>
          <pc:docMk/>
          <pc:sldMk cId="2066832059" sldId="257"/>
        </pc:sldMkLst>
      </pc:sldChg>
      <pc:sldChg chg="addSp delSp modSp add mod">
        <pc:chgData name="Galbani Esquivel, Greta Gabriela" userId="499aab11-e623-42c2-986a-2d3b1e371402" providerId="ADAL" clId="{1722ABCE-4F8A-46C4-8BFD-4F76FE7AB3CF}" dt="2026-02-23T15:09:07.244" v="9526" actId="1076"/>
        <pc:sldMkLst>
          <pc:docMk/>
          <pc:sldMk cId="851644663" sldId="258"/>
        </pc:sldMkLst>
      </pc:sldChg>
      <pc:sldChg chg="addSp delSp modSp add mod ord">
        <pc:chgData name="Galbani Esquivel, Greta Gabriela" userId="499aab11-e623-42c2-986a-2d3b1e371402" providerId="ADAL" clId="{1722ABCE-4F8A-46C4-8BFD-4F76FE7AB3CF}" dt="2026-02-19T22:11:09.212" v="4417" actId="20577"/>
        <pc:sldMkLst>
          <pc:docMk/>
          <pc:sldMk cId="1157533060" sldId="258"/>
        </pc:sldMkLst>
      </pc:sldChg>
      <pc:sldChg chg="addSp delSp modSp add mod ord">
        <pc:chgData name="Galbani Esquivel, Greta Gabriela" userId="499aab11-e623-42c2-986a-2d3b1e371402" providerId="ADAL" clId="{1722ABCE-4F8A-46C4-8BFD-4F76FE7AB3CF}" dt="2026-02-20T21:30:43.300" v="8029" actId="478"/>
        <pc:sldMkLst>
          <pc:docMk/>
          <pc:sldMk cId="1021060828" sldId="259"/>
        </pc:sldMkLst>
      </pc:sldChg>
      <pc:sldChg chg="addSp delSp modSp add mod">
        <pc:chgData name="Galbani Esquivel, Greta Gabriela" userId="499aab11-e623-42c2-986a-2d3b1e371402" providerId="ADAL" clId="{1722ABCE-4F8A-46C4-8BFD-4F76FE7AB3CF}" dt="2026-02-20T22:40:57.804" v="8374" actId="20577"/>
        <pc:sldMkLst>
          <pc:docMk/>
          <pc:sldMk cId="831807684" sldId="260"/>
        </pc:sldMkLst>
      </pc:sldChg>
      <pc:sldChg chg="addSp delSp modSp add del mod">
        <pc:chgData name="Galbani Esquivel, Greta Gabriela" userId="499aab11-e623-42c2-986a-2d3b1e371402" providerId="ADAL" clId="{1722ABCE-4F8A-46C4-8BFD-4F76FE7AB3CF}" dt="2026-02-19T16:06:15.022" v="3051" actId="47"/>
        <pc:sldMkLst>
          <pc:docMk/>
          <pc:sldMk cId="2358867422" sldId="261"/>
        </pc:sldMkLst>
      </pc:sldChg>
      <pc:sldChg chg="addSp delSp modSp add mod">
        <pc:chgData name="Galbani Esquivel, Greta Gabriela" userId="499aab11-e623-42c2-986a-2d3b1e371402" providerId="ADAL" clId="{1722ABCE-4F8A-46C4-8BFD-4F76FE7AB3CF}" dt="2026-02-19T16:40:34.494" v="3393" actId="12788"/>
        <pc:sldMkLst>
          <pc:docMk/>
          <pc:sldMk cId="2495187499" sldId="261"/>
        </pc:sldMkLst>
      </pc:sldChg>
      <pc:sldChg chg="addSp delSp modSp mod ord">
        <pc:chgData name="Galbani Esquivel, Greta Gabriela" userId="499aab11-e623-42c2-986a-2d3b1e371402" providerId="ADAL" clId="{1722ABCE-4F8A-46C4-8BFD-4F76FE7AB3CF}" dt="2026-02-20T23:35:14.458" v="9405" actId="207"/>
        <pc:sldMkLst>
          <pc:docMk/>
          <pc:sldMk cId="2193317649" sldId="262"/>
        </pc:sldMkLst>
      </pc:sldChg>
      <pc:sldChg chg="addSp delSp modSp add mod">
        <pc:chgData name="Galbani Esquivel, Greta Gabriela" userId="499aab11-e623-42c2-986a-2d3b1e371402" providerId="ADAL" clId="{1722ABCE-4F8A-46C4-8BFD-4F76FE7AB3CF}" dt="2026-02-23T15:09:17.614" v="9528" actId="1076"/>
        <pc:sldMkLst>
          <pc:docMk/>
          <pc:sldMk cId="801215462" sldId="263"/>
        </pc:sldMkLst>
      </pc:sldChg>
      <pc:sldChg chg="delSp modSp add del mod modShow">
        <pc:chgData name="Galbani Esquivel, Greta Gabriela" userId="499aab11-e623-42c2-986a-2d3b1e371402" providerId="ADAL" clId="{1722ABCE-4F8A-46C4-8BFD-4F76FE7AB3CF}" dt="2026-02-19T21:14:37.477" v="4117" actId="47"/>
        <pc:sldMkLst>
          <pc:docMk/>
          <pc:sldMk cId="3258365824" sldId="263"/>
        </pc:sldMkLst>
      </pc:sldChg>
      <pc:sldChg chg="modSp add mod">
        <pc:chgData name="Galbani Esquivel, Greta Gabriela" userId="499aab11-e623-42c2-986a-2d3b1e371402" providerId="ADAL" clId="{1722ABCE-4F8A-46C4-8BFD-4F76FE7AB3CF}" dt="2026-02-19T21:50:44.877" v="4211" actId="20577"/>
        <pc:sldMkLst>
          <pc:docMk/>
          <pc:sldMk cId="3940874705" sldId="263"/>
        </pc:sldMkLst>
      </pc:sldChg>
      <pc:sldChg chg="addSp delSp modSp add mod modNotesTx">
        <pc:chgData name="Galbani Esquivel, Greta Gabriela" userId="499aab11-e623-42c2-986a-2d3b1e371402" providerId="ADAL" clId="{1722ABCE-4F8A-46C4-8BFD-4F76FE7AB3CF}" dt="2026-02-23T15:27:59.768" v="9608" actId="20577"/>
        <pc:sldMkLst>
          <pc:docMk/>
          <pc:sldMk cId="2828582070" sldId="264"/>
        </pc:sldMkLst>
      </pc:sldChg>
      <pc:sldChg chg="addSp delSp modSp add del mod ord modShow">
        <pc:chgData name="Galbani Esquivel, Greta Gabriela" userId="499aab11-e623-42c2-986a-2d3b1e371402" providerId="ADAL" clId="{1722ABCE-4F8A-46C4-8BFD-4F76FE7AB3CF}" dt="2026-02-19T20:56:08.100" v="4100" actId="47"/>
        <pc:sldMkLst>
          <pc:docMk/>
          <pc:sldMk cId="3637115318" sldId="264"/>
        </pc:sldMkLst>
      </pc:sldChg>
      <pc:sldChg chg="addSp delSp modSp add mod ord setBg">
        <pc:chgData name="Galbani Esquivel, Greta Gabriela" userId="499aab11-e623-42c2-986a-2d3b1e371402" providerId="ADAL" clId="{1722ABCE-4F8A-46C4-8BFD-4F76FE7AB3CF}" dt="2026-02-20T13:28:40.290" v="4619"/>
        <pc:sldMkLst>
          <pc:docMk/>
          <pc:sldMk cId="392717716" sldId="265"/>
        </pc:sldMkLst>
      </pc:sldChg>
      <pc:sldChg chg="addSp delSp modSp add mod ord">
        <pc:chgData name="Galbani Esquivel, Greta Gabriela" userId="499aab11-e623-42c2-986a-2d3b1e371402" providerId="ADAL" clId="{1722ABCE-4F8A-46C4-8BFD-4F76FE7AB3CF}" dt="2026-02-23T15:08:55.502" v="9522" actId="1076"/>
        <pc:sldMkLst>
          <pc:docMk/>
          <pc:sldMk cId="2712352961" sldId="266"/>
        </pc:sldMkLst>
      </pc:sldChg>
      <pc:sldChg chg="addSp delSp modSp add mod">
        <pc:chgData name="Galbani Esquivel, Greta Gabriela" userId="499aab11-e623-42c2-986a-2d3b1e371402" providerId="ADAL" clId="{1722ABCE-4F8A-46C4-8BFD-4F76FE7AB3CF}" dt="2026-02-23T15:09:26.805" v="9530" actId="1076"/>
        <pc:sldMkLst>
          <pc:docMk/>
          <pc:sldMk cId="1172762816" sldId="267"/>
        </pc:sldMkLst>
      </pc:sldChg>
      <pc:sldChg chg="addSp delSp modSp add mod">
        <pc:chgData name="Galbani Esquivel, Greta Gabriela" userId="499aab11-e623-42c2-986a-2d3b1e371402" providerId="ADAL" clId="{1722ABCE-4F8A-46C4-8BFD-4F76FE7AB3CF}" dt="2026-02-23T15:10:01.541" v="9537" actId="1076"/>
        <pc:sldMkLst>
          <pc:docMk/>
          <pc:sldMk cId="2548806006" sldId="268"/>
        </pc:sldMkLst>
      </pc:sldChg>
      <pc:sldChg chg="addSp delSp modSp add mod">
        <pc:chgData name="Galbani Esquivel, Greta Gabriela" userId="499aab11-e623-42c2-986a-2d3b1e371402" providerId="ADAL" clId="{1722ABCE-4F8A-46C4-8BFD-4F76FE7AB3CF}" dt="2026-02-23T15:09:37.943" v="9534" actId="1076"/>
        <pc:sldMkLst>
          <pc:docMk/>
          <pc:sldMk cId="972189846" sldId="269"/>
        </pc:sldMkLst>
      </pc:sldChg>
      <pc:sldChg chg="addSp delSp modSp add mod">
        <pc:chgData name="Galbani Esquivel, Greta Gabriela" userId="499aab11-e623-42c2-986a-2d3b1e371402" providerId="ADAL" clId="{1722ABCE-4F8A-46C4-8BFD-4F76FE7AB3CF}" dt="2026-02-23T15:09:42.790" v="9536" actId="1076"/>
        <pc:sldMkLst>
          <pc:docMk/>
          <pc:sldMk cId="3879754811" sldId="270"/>
        </pc:sldMkLst>
      </pc:sldChg>
      <pc:sldChg chg="addSp delSp modSp add mod">
        <pc:chgData name="Galbani Esquivel, Greta Gabriela" userId="499aab11-e623-42c2-986a-2d3b1e371402" providerId="ADAL" clId="{1722ABCE-4F8A-46C4-8BFD-4F76FE7AB3CF}" dt="2026-02-20T22:40:00.684" v="8364" actId="6549"/>
        <pc:sldMkLst>
          <pc:docMk/>
          <pc:sldMk cId="3226431957" sldId="271"/>
        </pc:sldMkLst>
      </pc:sldChg>
      <pc:sldChg chg="addSp modSp del mod">
        <pc:chgData name="Galbani Esquivel, Greta Gabriela" userId="499aab11-e623-42c2-986a-2d3b1e371402" providerId="ADAL" clId="{1722ABCE-4F8A-46C4-8BFD-4F76FE7AB3CF}" dt="2026-02-20T15:51:47.705" v="5476" actId="47"/>
        <pc:sldMkLst>
          <pc:docMk/>
          <pc:sldMk cId="3940874705" sldId="271"/>
        </pc:sldMkLst>
      </pc:sldChg>
      <pc:sldChg chg="addSp delSp modSp add del mod modShow">
        <pc:chgData name="Galbani Esquivel, Greta Gabriela" userId="499aab11-e623-42c2-986a-2d3b1e371402" providerId="ADAL" clId="{1722ABCE-4F8A-46C4-8BFD-4F76FE7AB3CF}" dt="2026-02-20T16:47:21.607" v="6003" actId="47"/>
        <pc:sldMkLst>
          <pc:docMk/>
          <pc:sldMk cId="1609373261" sldId="272"/>
        </pc:sldMkLst>
      </pc:sldChg>
      <pc:sldChg chg="addSp delSp modSp add mod">
        <pc:chgData name="Galbani Esquivel, Greta Gabriela" userId="499aab11-e623-42c2-986a-2d3b1e371402" providerId="ADAL" clId="{1722ABCE-4F8A-46C4-8BFD-4F76FE7AB3CF}" dt="2026-02-20T23:37:12.527" v="9517" actId="2085"/>
        <pc:sldMkLst>
          <pc:docMk/>
          <pc:sldMk cId="2671517265" sldId="273"/>
        </pc:sldMkLst>
      </pc:sldChg>
      <pc:sldChg chg="add del">
        <pc:chgData name="Galbani Esquivel, Greta Gabriela" userId="499aab11-e623-42c2-986a-2d3b1e371402" providerId="ADAL" clId="{1722ABCE-4F8A-46C4-8BFD-4F76FE7AB3CF}" dt="2026-02-20T15:25:42.174" v="5282" actId="47"/>
        <pc:sldMkLst>
          <pc:docMk/>
          <pc:sldMk cId="328097468" sldId="274"/>
        </pc:sldMkLst>
      </pc:sldChg>
      <pc:sldChg chg="modSp add del mod">
        <pc:chgData name="Galbani Esquivel, Greta Gabriela" userId="499aab11-e623-42c2-986a-2d3b1e371402" providerId="ADAL" clId="{1722ABCE-4F8A-46C4-8BFD-4F76FE7AB3CF}" dt="2026-02-20T14:29:58.677" v="5135" actId="47"/>
        <pc:sldMkLst>
          <pc:docMk/>
          <pc:sldMk cId="824997914" sldId="274"/>
        </pc:sldMkLst>
      </pc:sldChg>
      <pc:sldChg chg="addSp delSp modSp add mod">
        <pc:chgData name="Galbani Esquivel, Greta Gabriela" userId="499aab11-e623-42c2-986a-2d3b1e371402" providerId="ADAL" clId="{1722ABCE-4F8A-46C4-8BFD-4F76FE7AB3CF}" dt="2026-02-20T19:43:48.805" v="8002" actId="478"/>
        <pc:sldMkLst>
          <pc:docMk/>
          <pc:sldMk cId="332111827" sldId="275"/>
        </pc:sldMkLst>
      </pc:sldChg>
      <pc:sldChg chg="addSp modSp add mod">
        <pc:chgData name="Galbani Esquivel, Greta Gabriela" userId="499aab11-e623-42c2-986a-2d3b1e371402" providerId="ADAL" clId="{1722ABCE-4F8A-46C4-8BFD-4F76FE7AB3CF}" dt="2026-02-20T23:36:46.022" v="9500" actId="20577"/>
        <pc:sldMkLst>
          <pc:docMk/>
          <pc:sldMk cId="4070159934" sldId="276"/>
        </pc:sldMkLst>
      </pc:sldChg>
      <pc:sldChg chg="modSp mod">
        <pc:chgData name="Galbani Esquivel, Greta Gabriela" userId="499aab11-e623-42c2-986a-2d3b1e371402" providerId="ADAL" clId="{1722ABCE-4F8A-46C4-8BFD-4F76FE7AB3CF}" dt="2026-02-20T13:59:50.147" v="4936" actId="20577"/>
        <pc:sldMkLst>
          <pc:docMk/>
          <pc:sldMk cId="3150392392" sldId="282"/>
        </pc:sldMkLst>
      </pc:sldChg>
      <pc:sldChg chg="modSp mod">
        <pc:chgData name="Galbani Esquivel, Greta Gabriela" userId="499aab11-e623-42c2-986a-2d3b1e371402" providerId="ADAL" clId="{1722ABCE-4F8A-46C4-8BFD-4F76FE7AB3CF}" dt="2026-02-20T22:42:25.456" v="8441" actId="20577"/>
        <pc:sldMkLst>
          <pc:docMk/>
          <pc:sldMk cId="863170887" sldId="285"/>
        </pc:sldMkLst>
      </pc:sldChg>
      <pc:sldChg chg="addSp delSp modSp add mod">
        <pc:chgData name="Galbani Esquivel, Greta Gabriela" userId="499aab11-e623-42c2-986a-2d3b1e371402" providerId="ADAL" clId="{1722ABCE-4F8A-46C4-8BFD-4F76FE7AB3CF}" dt="2026-02-18T22:03:31.983" v="2016" actId="404"/>
        <pc:sldMkLst>
          <pc:docMk/>
          <pc:sldMk cId="3028816076" sldId="286"/>
        </pc:sldMkLst>
      </pc:sldChg>
      <pc:sldChg chg="addSp delSp modSp add mod ord">
        <pc:chgData name="Galbani Esquivel, Greta Gabriela" userId="499aab11-e623-42c2-986a-2d3b1e371402" providerId="ADAL" clId="{1722ABCE-4F8A-46C4-8BFD-4F76FE7AB3CF}" dt="2026-02-20T20:05:28.756" v="8025" actId="20578"/>
        <pc:sldMkLst>
          <pc:docMk/>
          <pc:sldMk cId="2438551562" sldId="287"/>
        </pc:sldMkLst>
      </pc:sldChg>
      <pc:sldChg chg="addSp delSp modSp add mod ord">
        <pc:chgData name="Galbani Esquivel, Greta Gabriela" userId="499aab11-e623-42c2-986a-2d3b1e371402" providerId="ADAL" clId="{1722ABCE-4F8A-46C4-8BFD-4F76FE7AB3CF}" dt="2026-02-18T22:06:41.591" v="2041" actId="948"/>
        <pc:sldMkLst>
          <pc:docMk/>
          <pc:sldMk cId="1408311878" sldId="288"/>
        </pc:sldMkLst>
      </pc:sldChg>
      <pc:sldChg chg="addSp delSp modSp add mod">
        <pc:chgData name="Galbani Esquivel, Greta Gabriela" userId="499aab11-e623-42c2-986a-2d3b1e371402" providerId="ADAL" clId="{1722ABCE-4F8A-46C4-8BFD-4F76FE7AB3CF}" dt="2026-02-18T22:04:19.970" v="2028" actId="404"/>
        <pc:sldMkLst>
          <pc:docMk/>
          <pc:sldMk cId="556999920" sldId="294"/>
        </pc:sldMkLst>
      </pc:sldChg>
      <pc:sldChg chg="addSp delSp modSp add mod">
        <pc:chgData name="Galbani Esquivel, Greta Gabriela" userId="499aab11-e623-42c2-986a-2d3b1e371402" providerId="ADAL" clId="{1722ABCE-4F8A-46C4-8BFD-4F76FE7AB3CF}" dt="2026-02-18T22:09:26.784" v="2044" actId="948"/>
        <pc:sldMkLst>
          <pc:docMk/>
          <pc:sldMk cId="2297621593" sldId="295"/>
        </pc:sldMkLst>
      </pc:sldChg>
      <pc:sldChg chg="addSp delSp modSp mod">
        <pc:chgData name="Galbani Esquivel, Greta Gabriela" userId="499aab11-e623-42c2-986a-2d3b1e371402" providerId="ADAL" clId="{1722ABCE-4F8A-46C4-8BFD-4F76FE7AB3CF}" dt="2026-02-20T14:01:01.355" v="4960" actId="20577"/>
        <pc:sldMkLst>
          <pc:docMk/>
          <pc:sldMk cId="3824412335" sldId="297"/>
        </pc:sldMkLst>
      </pc:sldChg>
      <pc:sldChg chg="addSp delSp modSp mod">
        <pc:chgData name="Galbani Esquivel, Greta Gabriela" userId="499aab11-e623-42c2-986a-2d3b1e371402" providerId="ADAL" clId="{1722ABCE-4F8A-46C4-8BFD-4F76FE7AB3CF}" dt="2026-02-21T00:29:29.355" v="9520" actId="478"/>
        <pc:sldMkLst>
          <pc:docMk/>
          <pc:sldMk cId="1373705650" sldId="298"/>
        </pc:sldMkLst>
      </pc:sldChg>
      <pc:sldChg chg="modSp mod">
        <pc:chgData name="Galbani Esquivel, Greta Gabriela" userId="499aab11-e623-42c2-986a-2d3b1e371402" providerId="ADAL" clId="{1722ABCE-4F8A-46C4-8BFD-4F76FE7AB3CF}" dt="2026-02-20T14:00:19.891" v="4952" actId="20577"/>
        <pc:sldMkLst>
          <pc:docMk/>
          <pc:sldMk cId="1564040491" sldId="299"/>
        </pc:sldMkLst>
      </pc:sldChg>
      <pc:sldChg chg="addSp modSp mod">
        <pc:chgData name="Galbani Esquivel, Greta Gabriela" userId="499aab11-e623-42c2-986a-2d3b1e371402" providerId="ADAL" clId="{1722ABCE-4F8A-46C4-8BFD-4F76FE7AB3CF}" dt="2026-02-20T22:41:26" v="8406" actId="20577"/>
        <pc:sldMkLst>
          <pc:docMk/>
          <pc:sldMk cId="4285771374" sldId="300"/>
        </pc:sldMkLst>
      </pc:sldChg>
      <pc:sldChg chg="modSp add mod ord">
        <pc:chgData name="Galbani Esquivel, Greta Gabriela" userId="499aab11-e623-42c2-986a-2d3b1e371402" providerId="ADAL" clId="{1722ABCE-4F8A-46C4-8BFD-4F76FE7AB3CF}" dt="2026-02-11T19:49:23.232" v="529"/>
        <pc:sldMkLst>
          <pc:docMk/>
          <pc:sldMk cId="4110804236" sldId="301"/>
        </pc:sldMkLst>
      </pc:sldChg>
      <pc:sldChg chg="addSp delSp modSp add mod ord">
        <pc:chgData name="Galbani Esquivel, Greta Gabriela" userId="499aab11-e623-42c2-986a-2d3b1e371402" providerId="ADAL" clId="{1722ABCE-4F8A-46C4-8BFD-4F76FE7AB3CF}" dt="2026-02-19T20:15:58.030" v="4047"/>
        <pc:sldMkLst>
          <pc:docMk/>
          <pc:sldMk cId="2775752135" sldId="302"/>
        </pc:sldMkLst>
      </pc:sldChg>
      <pc:sldChg chg="addSp delSp modSp add mod">
        <pc:chgData name="Galbani Esquivel, Greta Gabriela" userId="499aab11-e623-42c2-986a-2d3b1e371402" providerId="ADAL" clId="{1722ABCE-4F8A-46C4-8BFD-4F76FE7AB3CF}" dt="2026-02-11T21:31:39.810" v="906" actId="1037"/>
        <pc:sldMkLst>
          <pc:docMk/>
          <pc:sldMk cId="1665272368" sldId="303"/>
        </pc:sldMkLst>
      </pc:sldChg>
      <pc:sldChg chg="addSp modSp add mod ord">
        <pc:chgData name="Galbani Esquivel, Greta Gabriela" userId="499aab11-e623-42c2-986a-2d3b1e371402" providerId="ADAL" clId="{1722ABCE-4F8A-46C4-8BFD-4F76FE7AB3CF}" dt="2026-02-20T19:01:11.496" v="7685"/>
        <pc:sldMkLst>
          <pc:docMk/>
          <pc:sldMk cId="1552964850" sldId="304"/>
        </pc:sldMkLst>
      </pc:sldChg>
      <pc:sldChg chg="addSp modSp add mod">
        <pc:chgData name="Galbani Esquivel, Greta Gabriela" userId="499aab11-e623-42c2-986a-2d3b1e371402" providerId="ADAL" clId="{1722ABCE-4F8A-46C4-8BFD-4F76FE7AB3CF}" dt="2026-02-11T21:02:20.037" v="627" actId="1037"/>
        <pc:sldMkLst>
          <pc:docMk/>
          <pc:sldMk cId="3277124685" sldId="305"/>
        </pc:sldMkLst>
      </pc:sldChg>
      <pc:sldChg chg="addSp delSp modSp add mod ord">
        <pc:chgData name="Galbani Esquivel, Greta Gabriela" userId="499aab11-e623-42c2-986a-2d3b1e371402" providerId="ADAL" clId="{1722ABCE-4F8A-46C4-8BFD-4F76FE7AB3CF}" dt="2026-02-20T19:02:03.489" v="7687"/>
        <pc:sldMkLst>
          <pc:docMk/>
          <pc:sldMk cId="593451221" sldId="306"/>
        </pc:sldMkLst>
      </pc:sldChg>
      <pc:sldChg chg="addSp modSp add mod ord">
        <pc:chgData name="Galbani Esquivel, Greta Gabriela" userId="499aab11-e623-42c2-986a-2d3b1e371402" providerId="ADAL" clId="{1722ABCE-4F8A-46C4-8BFD-4F76FE7AB3CF}" dt="2026-02-20T19:02:03.489" v="7687"/>
        <pc:sldMkLst>
          <pc:docMk/>
          <pc:sldMk cId="1679934054" sldId="307"/>
        </pc:sldMkLst>
      </pc:sldChg>
      <pc:sldChg chg="addSp delSp modSp add mod ord">
        <pc:chgData name="Galbani Esquivel, Greta Gabriela" userId="499aab11-e623-42c2-986a-2d3b1e371402" providerId="ADAL" clId="{1722ABCE-4F8A-46C4-8BFD-4F76FE7AB3CF}" dt="2026-02-20T19:02:03.489" v="7687"/>
        <pc:sldMkLst>
          <pc:docMk/>
          <pc:sldMk cId="3298610606" sldId="308"/>
        </pc:sldMkLst>
      </pc:sldChg>
      <pc:sldChg chg="addSp delSp modSp add mod ord modShow">
        <pc:chgData name="Galbani Esquivel, Greta Gabriela" userId="499aab11-e623-42c2-986a-2d3b1e371402" providerId="ADAL" clId="{1722ABCE-4F8A-46C4-8BFD-4F76FE7AB3CF}" dt="2026-02-20T14:05:28.305" v="4984"/>
        <pc:sldMkLst>
          <pc:docMk/>
          <pc:sldMk cId="280170674" sldId="309"/>
        </pc:sldMkLst>
      </pc:sldChg>
      <pc:sldChg chg="modSp mod">
        <pc:chgData name="Galbani Esquivel, Greta Gabriela" userId="499aab11-e623-42c2-986a-2d3b1e371402" providerId="ADAL" clId="{1722ABCE-4F8A-46C4-8BFD-4F76FE7AB3CF}" dt="2026-02-20T13:59:17.438" v="4899" actId="20577"/>
        <pc:sldMkLst>
          <pc:docMk/>
          <pc:sldMk cId="4156618888" sldId="324"/>
        </pc:sldMkLst>
      </pc:sldChg>
      <pc:sldChg chg="addSp delSp modSp mod">
        <pc:chgData name="Galbani Esquivel, Greta Gabriela" userId="499aab11-e623-42c2-986a-2d3b1e371402" providerId="ADAL" clId="{1722ABCE-4F8A-46C4-8BFD-4F76FE7AB3CF}" dt="2026-02-18T21:50:10.655" v="1765" actId="20577"/>
        <pc:sldMkLst>
          <pc:docMk/>
          <pc:sldMk cId="1189997048" sldId="325"/>
        </pc:sldMkLst>
      </pc:sldChg>
      <pc:sldChg chg="addSp delSp modSp mod">
        <pc:chgData name="Galbani Esquivel, Greta Gabriela" userId="499aab11-e623-42c2-986a-2d3b1e371402" providerId="ADAL" clId="{1722ABCE-4F8A-46C4-8BFD-4F76FE7AB3CF}" dt="2026-02-18T22:03:19.404" v="2013" actId="404"/>
        <pc:sldMkLst>
          <pc:docMk/>
          <pc:sldMk cId="3071107808" sldId="345"/>
        </pc:sldMkLst>
      </pc:sldChg>
      <pc:sldChg chg="addSp modSp mod ord setBg">
        <pc:chgData name="Galbani Esquivel, Greta Gabriela" userId="499aab11-e623-42c2-986a-2d3b1e371402" providerId="ADAL" clId="{1722ABCE-4F8A-46C4-8BFD-4F76FE7AB3CF}" dt="2026-02-23T15:32:41.051" v="9610"/>
        <pc:sldMkLst>
          <pc:docMk/>
          <pc:sldMk cId="2813746101" sldId="422"/>
        </pc:sldMkLst>
      </pc:sldChg>
      <pc:sldChg chg="add del">
        <pc:chgData name="Galbani Esquivel, Greta Gabriela" userId="499aab11-e623-42c2-986a-2d3b1e371402" providerId="ADAL" clId="{1722ABCE-4F8A-46C4-8BFD-4F76FE7AB3CF}" dt="2026-02-19T16:16:31.404" v="3154" actId="47"/>
        <pc:sldMkLst>
          <pc:docMk/>
          <pc:sldMk cId="3768923927" sldId="984"/>
        </pc:sldMkLst>
      </pc:sldChg>
      <pc:sldChg chg="addSp delSp modSp add mod">
        <pc:chgData name="Galbani Esquivel, Greta Gabriela" userId="499aab11-e623-42c2-986a-2d3b1e371402" providerId="ADAL" clId="{1722ABCE-4F8A-46C4-8BFD-4F76FE7AB3CF}" dt="2026-02-19T16:31:24.017" v="3272" actId="207"/>
        <pc:sldMkLst>
          <pc:docMk/>
          <pc:sldMk cId="3981434890" sldId="1449"/>
        </pc:sldMkLst>
      </pc:sldChg>
      <pc:sldChg chg="addSp delSp modSp add mod">
        <pc:chgData name="Galbani Esquivel, Greta Gabriela" userId="499aab11-e623-42c2-986a-2d3b1e371402" providerId="ADAL" clId="{1722ABCE-4F8A-46C4-8BFD-4F76FE7AB3CF}" dt="2026-02-19T16:40:58.293" v="3396" actId="1036"/>
        <pc:sldMkLst>
          <pc:docMk/>
          <pc:sldMk cId="1149851439" sldId="1968"/>
        </pc:sldMkLst>
      </pc:sldChg>
      <pc:sldChg chg="addSp delSp modSp add del mod ord">
        <pc:chgData name="Galbani Esquivel, Greta Gabriela" userId="499aab11-e623-42c2-986a-2d3b1e371402" providerId="ADAL" clId="{1722ABCE-4F8A-46C4-8BFD-4F76FE7AB3CF}" dt="2026-02-19T16:39:41.403" v="3333" actId="47"/>
        <pc:sldMkLst>
          <pc:docMk/>
          <pc:sldMk cId="3282206775" sldId="1972"/>
        </pc:sldMkLst>
      </pc:sldChg>
      <pc:sldChg chg="addSp delSp modSp add mod">
        <pc:chgData name="Galbani Esquivel, Greta Gabriela" userId="499aab11-e623-42c2-986a-2d3b1e371402" providerId="ADAL" clId="{1722ABCE-4F8A-46C4-8BFD-4F76FE7AB3CF}" dt="2026-02-19T16:34:54.053" v="3314" actId="208"/>
        <pc:sldMkLst>
          <pc:docMk/>
          <pc:sldMk cId="174904682" sldId="1978"/>
        </pc:sldMkLst>
      </pc:sldChg>
      <pc:sldChg chg="addSp delSp modSp add del mod">
        <pc:chgData name="Galbani Esquivel, Greta Gabriela" userId="499aab11-e623-42c2-986a-2d3b1e371402" providerId="ADAL" clId="{1722ABCE-4F8A-46C4-8BFD-4F76FE7AB3CF}" dt="2026-02-19T16:16:30.473" v="3153" actId="47"/>
        <pc:sldMkLst>
          <pc:docMk/>
          <pc:sldMk cId="2429474453" sldId="5093"/>
        </pc:sldMkLst>
      </pc:sldChg>
      <pc:sldChg chg="addSp delSp modSp add del mod">
        <pc:chgData name="Galbani Esquivel, Greta Gabriela" userId="499aab11-e623-42c2-986a-2d3b1e371402" providerId="ADAL" clId="{1722ABCE-4F8A-46C4-8BFD-4F76FE7AB3CF}" dt="2026-02-19T22:22:30.920" v="4591" actId="47"/>
        <pc:sldMkLst>
          <pc:docMk/>
          <pc:sldMk cId="4292565619" sldId="10623"/>
        </pc:sldMkLst>
      </pc:sldChg>
      <pc:sldChg chg="addSp delSp modSp add mod">
        <pc:chgData name="Galbani Esquivel, Greta Gabriela" userId="499aab11-e623-42c2-986a-2d3b1e371402" providerId="ADAL" clId="{1722ABCE-4F8A-46C4-8BFD-4F76FE7AB3CF}" dt="2026-02-20T22:42:45.187" v="8466" actId="20577"/>
        <pc:sldMkLst>
          <pc:docMk/>
          <pc:sldMk cId="2367662386" sldId="2147469256"/>
        </pc:sldMkLst>
      </pc:sldChg>
      <pc:sldChg chg="modSp add mod ord modShow">
        <pc:chgData name="Galbani Esquivel, Greta Gabriela" userId="499aab11-e623-42c2-986a-2d3b1e371402" providerId="ADAL" clId="{1722ABCE-4F8A-46C4-8BFD-4F76FE7AB3CF}" dt="2026-02-18T22:03:01.973" v="2010" actId="404"/>
        <pc:sldMkLst>
          <pc:docMk/>
          <pc:sldMk cId="3136874168" sldId="2147478935"/>
        </pc:sldMkLst>
      </pc:sldChg>
      <pc:sldChg chg="addSp delSp modSp add mod">
        <pc:chgData name="Galbani Esquivel, Greta Gabriela" userId="499aab11-e623-42c2-986a-2d3b1e371402" providerId="ADAL" clId="{1722ABCE-4F8A-46C4-8BFD-4F76FE7AB3CF}" dt="2026-02-19T16:30:56.275" v="3269" actId="207"/>
        <pc:sldMkLst>
          <pc:docMk/>
          <pc:sldMk cId="3795626221" sldId="2147479380"/>
        </pc:sldMkLst>
      </pc:sldChg>
      <pc:sldChg chg="addSp modSp add del mod">
        <pc:chgData name="Galbani Esquivel, Greta Gabriela" userId="499aab11-e623-42c2-986a-2d3b1e371402" providerId="ADAL" clId="{1722ABCE-4F8A-46C4-8BFD-4F76FE7AB3CF}" dt="2026-02-19T14:57:45.861" v="2292" actId="47"/>
        <pc:sldMkLst>
          <pc:docMk/>
          <pc:sldMk cId="4261581563" sldId="2147480064"/>
        </pc:sldMkLst>
      </pc:sldChg>
      <pc:sldChg chg="addSp modSp add mod">
        <pc:chgData name="Galbani Esquivel, Greta Gabriela" userId="499aab11-e623-42c2-986a-2d3b1e371402" providerId="ADAL" clId="{1722ABCE-4F8A-46C4-8BFD-4F76FE7AB3CF}" dt="2026-02-20T22:41:35.844" v="8414" actId="20577"/>
        <pc:sldMkLst>
          <pc:docMk/>
          <pc:sldMk cId="4041258786" sldId="2147480069"/>
        </pc:sldMkLst>
      </pc:sldChg>
      <pc:sldChg chg="add del">
        <pc:chgData name="Galbani Esquivel, Greta Gabriela" userId="499aab11-e623-42c2-986a-2d3b1e371402" providerId="ADAL" clId="{1722ABCE-4F8A-46C4-8BFD-4F76FE7AB3CF}" dt="2026-02-19T16:08:51.151" v="3053" actId="47"/>
        <pc:sldMkLst>
          <pc:docMk/>
          <pc:sldMk cId="348631829" sldId="2147483221"/>
        </pc:sldMkLst>
      </pc:sldChg>
      <pc:sldChg chg="addSp delSp modSp add mod ord">
        <pc:chgData name="Galbani Esquivel, Greta Gabriela" userId="499aab11-e623-42c2-986a-2d3b1e371402" providerId="ADAL" clId="{1722ABCE-4F8A-46C4-8BFD-4F76FE7AB3CF}" dt="2026-02-20T13:28:41.701" v="4621"/>
        <pc:sldMkLst>
          <pc:docMk/>
          <pc:sldMk cId="673697241" sldId="2147483265"/>
        </pc:sldMkLst>
      </pc:sldChg>
      <pc:sldChg chg="addSp delSp modSp add mod ord">
        <pc:chgData name="Galbani Esquivel, Greta Gabriela" userId="499aab11-e623-42c2-986a-2d3b1e371402" providerId="ADAL" clId="{1722ABCE-4F8A-46C4-8BFD-4F76FE7AB3CF}" dt="2026-02-19T16:35:56.793" v="3321" actId="207"/>
        <pc:sldMkLst>
          <pc:docMk/>
          <pc:sldMk cId="1176259577" sldId="2147483279"/>
        </pc:sldMkLst>
      </pc:sldChg>
      <pc:sldChg chg="addSp delSp modSp add mod">
        <pc:chgData name="Galbani Esquivel, Greta Gabriela" userId="499aab11-e623-42c2-986a-2d3b1e371402" providerId="ADAL" clId="{1722ABCE-4F8A-46C4-8BFD-4F76FE7AB3CF}" dt="2026-02-19T16:32:48.857" v="3297" actId="2711"/>
        <pc:sldMkLst>
          <pc:docMk/>
          <pc:sldMk cId="590752163" sldId="2147483280"/>
        </pc:sldMkLst>
      </pc:sldChg>
      <pc:sldChg chg="addSp delSp modSp add mod">
        <pc:chgData name="Galbani Esquivel, Greta Gabriela" userId="499aab11-e623-42c2-986a-2d3b1e371402" providerId="ADAL" clId="{1722ABCE-4F8A-46C4-8BFD-4F76FE7AB3CF}" dt="2026-02-19T16:32:38.482" v="3295" actId="207"/>
        <pc:sldMkLst>
          <pc:docMk/>
          <pc:sldMk cId="295410350" sldId="2147483281"/>
        </pc:sldMkLst>
      </pc:sldChg>
      <pc:sldChg chg="addSp delSp modSp add mod">
        <pc:chgData name="Galbani Esquivel, Greta Gabriela" userId="499aab11-e623-42c2-986a-2d3b1e371402" providerId="ADAL" clId="{1722ABCE-4F8A-46C4-8BFD-4F76FE7AB3CF}" dt="2026-02-19T16:32:25.571" v="3293" actId="1036"/>
        <pc:sldMkLst>
          <pc:docMk/>
          <pc:sldMk cId="4138297338" sldId="2147483282"/>
        </pc:sldMkLst>
      </pc:sldChg>
      <pc:sldChg chg="addSp delSp modSp add mod">
        <pc:chgData name="Galbani Esquivel, Greta Gabriela" userId="499aab11-e623-42c2-986a-2d3b1e371402" providerId="ADAL" clId="{1722ABCE-4F8A-46C4-8BFD-4F76FE7AB3CF}" dt="2026-02-19T16:32:05.661" v="3280" actId="207"/>
        <pc:sldMkLst>
          <pc:docMk/>
          <pc:sldMk cId="3077128371" sldId="2147483283"/>
        </pc:sldMkLst>
      </pc:sldChg>
      <pc:sldChg chg="addSp delSp modSp add mod">
        <pc:chgData name="Galbani Esquivel, Greta Gabriela" userId="499aab11-e623-42c2-986a-2d3b1e371402" providerId="ADAL" clId="{1722ABCE-4F8A-46C4-8BFD-4F76FE7AB3CF}" dt="2026-02-19T16:31:42.855" v="3275" actId="2711"/>
        <pc:sldMkLst>
          <pc:docMk/>
          <pc:sldMk cId="2822232020" sldId="2147483284"/>
        </pc:sldMkLst>
      </pc:sldChg>
      <pc:sldChg chg="addSp delSp modSp add mod">
        <pc:chgData name="Galbani Esquivel, Greta Gabriela" userId="499aab11-e623-42c2-986a-2d3b1e371402" providerId="ADAL" clId="{1722ABCE-4F8A-46C4-8BFD-4F76FE7AB3CF}" dt="2026-02-19T16:33:10.615" v="3300" actId="2711"/>
        <pc:sldMkLst>
          <pc:docMk/>
          <pc:sldMk cId="1851566081" sldId="2147483285"/>
        </pc:sldMkLst>
      </pc:sldChg>
      <pc:sldChg chg="addSp delSp modSp add mod">
        <pc:chgData name="Galbani Esquivel, Greta Gabriela" userId="499aab11-e623-42c2-986a-2d3b1e371402" providerId="ADAL" clId="{1722ABCE-4F8A-46C4-8BFD-4F76FE7AB3CF}" dt="2026-02-19T16:30:34.607" v="3266" actId="2711"/>
        <pc:sldMkLst>
          <pc:docMk/>
          <pc:sldMk cId="1474051926" sldId="2147483286"/>
        </pc:sldMkLst>
      </pc:sldChg>
      <pc:sldChg chg="addSp delSp modSp add mod">
        <pc:chgData name="Galbani Esquivel, Greta Gabriela" userId="499aab11-e623-42c2-986a-2d3b1e371402" providerId="ADAL" clId="{1722ABCE-4F8A-46C4-8BFD-4F76FE7AB3CF}" dt="2026-02-19T16:30:14.521" v="3263" actId="207"/>
        <pc:sldMkLst>
          <pc:docMk/>
          <pc:sldMk cId="782420075" sldId="2147483287"/>
        </pc:sldMkLst>
      </pc:sldChg>
      <pc:sldChg chg="addSp delSp modSp add mod">
        <pc:chgData name="Galbani Esquivel, Greta Gabriela" userId="499aab11-e623-42c2-986a-2d3b1e371402" providerId="ADAL" clId="{1722ABCE-4F8A-46C4-8BFD-4F76FE7AB3CF}" dt="2026-02-19T16:30:03.423" v="3261" actId="207"/>
        <pc:sldMkLst>
          <pc:docMk/>
          <pc:sldMk cId="3148361836" sldId="2147483288"/>
        </pc:sldMkLst>
      </pc:sldChg>
      <pc:sldChg chg="addSp delSp modSp add mod">
        <pc:chgData name="Galbani Esquivel, Greta Gabriela" userId="499aab11-e623-42c2-986a-2d3b1e371402" providerId="ADAL" clId="{1722ABCE-4F8A-46C4-8BFD-4F76FE7AB3CF}" dt="2026-02-19T16:29:48.895" v="3259" actId="207"/>
        <pc:sldMkLst>
          <pc:docMk/>
          <pc:sldMk cId="1064711678" sldId="2147483289"/>
        </pc:sldMkLst>
      </pc:sldChg>
      <pc:sldChg chg="addSp delSp modSp add mod">
        <pc:chgData name="Galbani Esquivel, Greta Gabriela" userId="499aab11-e623-42c2-986a-2d3b1e371402" providerId="ADAL" clId="{1722ABCE-4F8A-46C4-8BFD-4F76FE7AB3CF}" dt="2026-02-20T19:45:24.889" v="8022" actId="1036"/>
        <pc:sldMkLst>
          <pc:docMk/>
          <pc:sldMk cId="3786344314" sldId="2147483291"/>
        </pc:sldMkLst>
      </pc:sldChg>
      <pc:sldChg chg="addSp delSp modSp add mod">
        <pc:chgData name="Galbani Esquivel, Greta Gabriela" userId="499aab11-e623-42c2-986a-2d3b1e371402" providerId="ADAL" clId="{1722ABCE-4F8A-46C4-8BFD-4F76FE7AB3CF}" dt="2026-02-19T16:29:29.354" v="3257" actId="207"/>
        <pc:sldMkLst>
          <pc:docMk/>
          <pc:sldMk cId="3651868453" sldId="2147483294"/>
        </pc:sldMkLst>
      </pc:sldChg>
      <pc:sldChg chg="add del ord setBg">
        <pc:chgData name="Galbani Esquivel, Greta Gabriela" userId="499aab11-e623-42c2-986a-2d3b1e371402" providerId="ADAL" clId="{1722ABCE-4F8A-46C4-8BFD-4F76FE7AB3CF}" dt="2026-02-19T15:30:50.433" v="2746" actId="47"/>
        <pc:sldMkLst>
          <pc:docMk/>
          <pc:sldMk cId="1465850541" sldId="2147483468"/>
        </pc:sldMkLst>
      </pc:sldChg>
      <pc:sldChg chg="add del ord setBg">
        <pc:chgData name="Galbani Esquivel, Greta Gabriela" userId="499aab11-e623-42c2-986a-2d3b1e371402" providerId="ADAL" clId="{1722ABCE-4F8A-46C4-8BFD-4F76FE7AB3CF}" dt="2026-02-19T16:06:17.445" v="3052" actId="47"/>
        <pc:sldMkLst>
          <pc:docMk/>
          <pc:sldMk cId="4038443" sldId="2147483601"/>
        </pc:sldMkLst>
      </pc:sldChg>
      <pc:sldChg chg="add del">
        <pc:chgData name="Galbani Esquivel, Greta Gabriela" userId="499aab11-e623-42c2-986a-2d3b1e371402" providerId="ADAL" clId="{1722ABCE-4F8A-46C4-8BFD-4F76FE7AB3CF}" dt="2026-02-19T17:05:24.425" v="3552" actId="47"/>
        <pc:sldMkLst>
          <pc:docMk/>
          <pc:sldMk cId="96082764" sldId="2147483612"/>
        </pc:sldMkLst>
      </pc:sldChg>
      <pc:sldChg chg="addSp delSp modSp add mod">
        <pc:chgData name="Galbani Esquivel, Greta Gabriela" userId="499aab11-e623-42c2-986a-2d3b1e371402" providerId="ADAL" clId="{1722ABCE-4F8A-46C4-8BFD-4F76FE7AB3CF}" dt="2026-02-19T21:16:51.174" v="4124" actId="403"/>
        <pc:sldMkLst>
          <pc:docMk/>
          <pc:sldMk cId="2471233664" sldId="2147483613"/>
        </pc:sldMkLst>
      </pc:sldChg>
      <pc:sldChg chg="addSp modSp mod">
        <pc:chgData name="Galbani Esquivel, Greta Gabriela" userId="499aab11-e623-42c2-986a-2d3b1e371402" providerId="ADAL" clId="{1722ABCE-4F8A-46C4-8BFD-4F76FE7AB3CF}" dt="2026-02-20T13:58:28.767" v="4880" actId="20577"/>
        <pc:sldMkLst>
          <pc:docMk/>
          <pc:sldMk cId="3915028472" sldId="2147483645"/>
        </pc:sldMkLst>
      </pc:sldChg>
      <pc:sldChg chg="modSp add mod ord">
        <pc:chgData name="Galbani Esquivel, Greta Gabriela" userId="499aab11-e623-42c2-986a-2d3b1e371402" providerId="ADAL" clId="{1722ABCE-4F8A-46C4-8BFD-4F76FE7AB3CF}" dt="2026-02-20T16:49:16.963" v="6044" actId="20577"/>
        <pc:sldMkLst>
          <pc:docMk/>
          <pc:sldMk cId="2489248412" sldId="2147483646"/>
        </pc:sldMkLst>
      </pc:sldChg>
      <pc:sldChg chg="modSp add mod ord">
        <pc:chgData name="Galbani Esquivel, Greta Gabriela" userId="499aab11-e623-42c2-986a-2d3b1e371402" providerId="ADAL" clId="{1722ABCE-4F8A-46C4-8BFD-4F76FE7AB3CF}" dt="2026-02-18T21:30:05.354" v="1359"/>
        <pc:sldMkLst>
          <pc:docMk/>
          <pc:sldMk cId="2742896925" sldId="2147483647"/>
        </pc:sldMkLst>
      </pc:sldChg>
      <pc:sldMasterChg chg="delSldLayout">
        <pc:chgData name="Galbani Esquivel, Greta Gabriela" userId="499aab11-e623-42c2-986a-2d3b1e371402" providerId="ADAL" clId="{1722ABCE-4F8A-46C4-8BFD-4F76FE7AB3CF}" dt="2026-02-20T15:51:47.705" v="5476" actId="47"/>
        <pc:sldMasterMkLst>
          <pc:docMk/>
          <pc:sldMasterMk cId="415932477" sldId="2147483898"/>
        </pc:sldMasterMkLst>
        <pc:sldLayoutChg chg="del">
          <pc:chgData name="Galbani Esquivel, Greta Gabriela" userId="499aab11-e623-42c2-986a-2d3b1e371402" providerId="ADAL" clId="{1722ABCE-4F8A-46C4-8BFD-4F76FE7AB3CF}" dt="2026-02-20T15:25:42.174" v="5282" actId="47"/>
          <pc:sldLayoutMkLst>
            <pc:docMk/>
            <pc:sldMasterMk cId="415932477" sldId="2147483898"/>
            <pc:sldLayoutMk cId="1620607952" sldId="2147484599"/>
          </pc:sldLayoutMkLst>
        </pc:sldLayoutChg>
        <pc:sldLayoutChg chg="del">
          <pc:chgData name="Galbani Esquivel, Greta Gabriela" userId="499aab11-e623-42c2-986a-2d3b1e371402" providerId="ADAL" clId="{1722ABCE-4F8A-46C4-8BFD-4F76FE7AB3CF}" dt="2026-02-20T15:51:47.705" v="5476" actId="47"/>
          <pc:sldLayoutMkLst>
            <pc:docMk/>
            <pc:sldMasterMk cId="415932477" sldId="2147483898"/>
            <pc:sldLayoutMk cId="1016881939" sldId="2147485104"/>
          </pc:sldLayoutMkLst>
        </pc:sldLayoutChg>
      </pc:sldMasterChg>
      <pc:sldMasterChg chg="delSldLayout">
        <pc:chgData name="Galbani Esquivel, Greta Gabriela" userId="499aab11-e623-42c2-986a-2d3b1e371402" providerId="ADAL" clId="{1722ABCE-4F8A-46C4-8BFD-4F76FE7AB3CF}" dt="2026-02-18T21:20:42.860" v="1202" actId="47"/>
        <pc:sldMasterMkLst>
          <pc:docMk/>
          <pc:sldMasterMk cId="3816488241" sldId="2147484176"/>
        </pc:sldMasterMkLst>
      </pc:sldMasterChg>
      <pc:sldMasterChg chg="delSldLayout">
        <pc:chgData name="Galbani Esquivel, Greta Gabriela" userId="499aab11-e623-42c2-986a-2d3b1e371402" providerId="ADAL" clId="{1722ABCE-4F8A-46C4-8BFD-4F76FE7AB3CF}" dt="2026-02-18T21:21:09.162" v="1265" actId="47"/>
        <pc:sldMasterMkLst>
          <pc:docMk/>
          <pc:sldMasterMk cId="3997945458" sldId="2147484297"/>
        </pc:sldMasterMkLst>
      </pc:sldMasterChg>
      <pc:sldMasterChg chg="delSldLayout modSldLayout">
        <pc:chgData name="Galbani Esquivel, Greta Gabriela" userId="499aab11-e623-42c2-986a-2d3b1e371402" providerId="ADAL" clId="{1722ABCE-4F8A-46C4-8BFD-4F76FE7AB3CF}" dt="2026-02-19T16:26:16.499" v="3231" actId="478"/>
        <pc:sldMasterMkLst>
          <pc:docMk/>
          <pc:sldMasterMk cId="736106489" sldId="2147484937"/>
        </pc:sldMasterMkLst>
        <pc:sldLayoutChg chg="delSp mod">
          <pc:chgData name="Galbani Esquivel, Greta Gabriela" userId="499aab11-e623-42c2-986a-2d3b1e371402" providerId="ADAL" clId="{1722ABCE-4F8A-46C4-8BFD-4F76FE7AB3CF}" dt="2026-02-19T16:26:09.777" v="3230" actId="478"/>
          <pc:sldLayoutMkLst>
            <pc:docMk/>
            <pc:sldMasterMk cId="736106489" sldId="2147484937"/>
            <pc:sldLayoutMk cId="2074435752" sldId="2147485097"/>
          </pc:sldLayoutMkLst>
        </pc:sldLayoutChg>
        <pc:sldLayoutChg chg="del">
          <pc:chgData name="Galbani Esquivel, Greta Gabriela" userId="499aab11-e623-42c2-986a-2d3b1e371402" providerId="ADAL" clId="{1722ABCE-4F8A-46C4-8BFD-4F76FE7AB3CF}" dt="2026-02-19T16:08:51.151" v="3053" actId="47"/>
          <pc:sldLayoutMkLst>
            <pc:docMk/>
            <pc:sldMasterMk cId="736106489" sldId="2147484937"/>
            <pc:sldLayoutMk cId="2431321293" sldId="2147485099"/>
          </pc:sldLayoutMkLst>
        </pc:sldLayoutChg>
        <pc:sldLayoutChg chg="delSp mod">
          <pc:chgData name="Galbani Esquivel, Greta Gabriela" userId="499aab11-e623-42c2-986a-2d3b1e371402" providerId="ADAL" clId="{1722ABCE-4F8A-46C4-8BFD-4F76FE7AB3CF}" dt="2026-02-19T16:26:16.499" v="3231" actId="478"/>
          <pc:sldLayoutMkLst>
            <pc:docMk/>
            <pc:sldMasterMk cId="736106489" sldId="2147484937"/>
            <pc:sldLayoutMk cId="4117259304" sldId="2147485101"/>
          </pc:sldLayoutMkLst>
        </pc:sldLayoutChg>
        <pc:sldLayoutChg chg="del">
          <pc:chgData name="Galbani Esquivel, Greta Gabriela" userId="499aab11-e623-42c2-986a-2d3b1e371402" providerId="ADAL" clId="{1722ABCE-4F8A-46C4-8BFD-4F76FE7AB3CF}" dt="2026-02-19T16:16:31.404" v="3154" actId="47"/>
          <pc:sldLayoutMkLst>
            <pc:docMk/>
            <pc:sldMasterMk cId="736106489" sldId="2147484937"/>
            <pc:sldLayoutMk cId="3259795463" sldId="2147485102"/>
          </pc:sldLayoutMkLst>
        </pc:sldLayoutChg>
      </pc:sldMasterChg>
      <pc:sldMasterChg chg="delSldLayout">
        <pc:chgData name="Galbani Esquivel, Greta Gabriela" userId="499aab11-e623-42c2-986a-2d3b1e371402" providerId="ADAL" clId="{1722ABCE-4F8A-46C4-8BFD-4F76FE7AB3CF}" dt="2026-02-18T21:20:42.860" v="1202" actId="47"/>
        <pc:sldMasterMkLst>
          <pc:docMk/>
          <pc:sldMasterMk cId="3629848750" sldId="2147485003"/>
        </pc:sldMasterMkLst>
      </pc:sldMasterChg>
    </pc:docChg>
  </pc:docChgLst>
  <pc:docChgLst>
    <pc:chgData name="Breña Lora, Erik" userId="849289a0-c352-42c0-9705-8ecc96b6dc74" providerId="ADAL" clId="{0A450091-7FC1-50EA-9BC7-FD0D9ED4B7E7}"/>
    <pc:docChg chg="modSld delMainMaster">
      <pc:chgData name="Breña Lora, Erik" userId="849289a0-c352-42c0-9705-8ecc96b6dc74" providerId="ADAL" clId="{0A450091-7FC1-50EA-9BC7-FD0D9ED4B7E7}" dt="2026-02-20T17:44:13.574" v="30" actId="20577"/>
      <pc:docMkLst>
        <pc:docMk/>
      </pc:docMkLst>
      <pc:sldChg chg="modSp mod">
        <pc:chgData name="Breña Lora, Erik" userId="849289a0-c352-42c0-9705-8ecc96b6dc74" providerId="ADAL" clId="{0A450091-7FC1-50EA-9BC7-FD0D9ED4B7E7}" dt="2026-02-20T17:40:11.504" v="6" actId="1036"/>
        <pc:sldMkLst>
          <pc:docMk/>
          <pc:sldMk cId="3150392392" sldId="282"/>
        </pc:sldMkLst>
      </pc:sldChg>
      <pc:sldChg chg="modSp mod">
        <pc:chgData name="Breña Lora, Erik" userId="849289a0-c352-42c0-9705-8ecc96b6dc74" providerId="ADAL" clId="{0A450091-7FC1-50EA-9BC7-FD0D9ED4B7E7}" dt="2026-02-20T17:40:22.209" v="16" actId="1036"/>
        <pc:sldMkLst>
          <pc:docMk/>
          <pc:sldMk cId="863170887" sldId="285"/>
        </pc:sldMkLst>
      </pc:sldChg>
      <pc:sldChg chg="modSp mod">
        <pc:chgData name="Breña Lora, Erik" userId="849289a0-c352-42c0-9705-8ecc96b6dc74" providerId="ADAL" clId="{0A450091-7FC1-50EA-9BC7-FD0D9ED4B7E7}" dt="2026-02-20T17:40:01.703" v="0" actId="1076"/>
        <pc:sldMkLst>
          <pc:docMk/>
          <pc:sldMk cId="3824412335" sldId="297"/>
        </pc:sldMkLst>
      </pc:sldChg>
      <pc:sldChg chg="modSp mod">
        <pc:chgData name="Breña Lora, Erik" userId="849289a0-c352-42c0-9705-8ecc96b6dc74" providerId="ADAL" clId="{0A450091-7FC1-50EA-9BC7-FD0D9ED4B7E7}" dt="2026-02-20T17:40:16.122" v="11" actId="1036"/>
        <pc:sldMkLst>
          <pc:docMk/>
          <pc:sldMk cId="1564040491" sldId="299"/>
        </pc:sldMkLst>
      </pc:sldChg>
      <pc:sldChg chg="modSp mod">
        <pc:chgData name="Breña Lora, Erik" userId="849289a0-c352-42c0-9705-8ecc96b6dc74" providerId="ADAL" clId="{0A450091-7FC1-50EA-9BC7-FD0D9ED4B7E7}" dt="2026-02-20T17:44:13.574" v="30" actId="20577"/>
        <pc:sldMkLst>
          <pc:docMk/>
          <pc:sldMk cId="4041258786" sldId="2147480069"/>
        </pc:sldMkLst>
      </pc:sldChg>
      <pc:sldMasterChg chg="del delSldLayout">
        <pc:chgData name="Breña Lora, Erik" userId="849289a0-c352-42c0-9705-8ecc96b6dc74" providerId="ADAL" clId="{0A450091-7FC1-50EA-9BC7-FD0D9ED4B7E7}" dt="2026-02-20T17:40:02.234" v="1"/>
        <pc:sldMasterMkLst>
          <pc:docMk/>
          <pc:sldMasterMk cId="3997945458" sldId="2147484297"/>
        </pc:sldMasterMkLst>
        <pc:sldLayoutChg chg="del">
          <pc:chgData name="Breña Lora, Erik" userId="849289a0-c352-42c0-9705-8ecc96b6dc74" providerId="ADAL" clId="{0A450091-7FC1-50EA-9BC7-FD0D9ED4B7E7}" dt="2026-02-20T17:40:02.234" v="1"/>
          <pc:sldLayoutMkLst>
            <pc:docMk/>
            <pc:sldMasterMk cId="3997945458" sldId="2147484297"/>
            <pc:sldLayoutMk cId="4290136415" sldId="2147484319"/>
          </pc:sldLayoutMkLst>
        </pc:sldLayoutChg>
        <pc:sldLayoutChg chg="del">
          <pc:chgData name="Breña Lora, Erik" userId="849289a0-c352-42c0-9705-8ecc96b6dc74" providerId="ADAL" clId="{0A450091-7FC1-50EA-9BC7-FD0D9ED4B7E7}" dt="2026-02-20T17:40:02.234" v="1"/>
          <pc:sldLayoutMkLst>
            <pc:docMk/>
            <pc:sldMasterMk cId="3997945458" sldId="2147484297"/>
            <pc:sldLayoutMk cId="3677361846" sldId="2147484321"/>
          </pc:sldLayoutMkLst>
        </pc:sldLayoutChg>
      </pc:sldMasterChg>
      <pc:sldMasterChg chg="del delSldLayout">
        <pc:chgData name="Breña Lora, Erik" userId="849289a0-c352-42c0-9705-8ecc96b6dc74" providerId="ADAL" clId="{0A450091-7FC1-50EA-9BC7-FD0D9ED4B7E7}" dt="2026-02-20T17:40:02.234" v="1"/>
        <pc:sldMasterMkLst>
          <pc:docMk/>
          <pc:sldMasterMk cId="3430495072" sldId="2147484428"/>
        </pc:sldMasterMkLst>
        <pc:sldLayoutChg chg="del">
          <pc:chgData name="Breña Lora, Erik" userId="849289a0-c352-42c0-9705-8ecc96b6dc74" providerId="ADAL" clId="{0A450091-7FC1-50EA-9BC7-FD0D9ED4B7E7}" dt="2026-02-20T17:40:02.234" v="1"/>
          <pc:sldLayoutMkLst>
            <pc:docMk/>
            <pc:sldMasterMk cId="3430495072" sldId="2147484428"/>
            <pc:sldLayoutMk cId="2136255599" sldId="2147484660"/>
          </pc:sldLayoutMkLst>
        </pc:sldLayoutChg>
      </pc:sldMasterChg>
      <pc:sldMasterChg chg="del delSldLayout">
        <pc:chgData name="Breña Lora, Erik" userId="849289a0-c352-42c0-9705-8ecc96b6dc74" providerId="ADAL" clId="{0A450091-7FC1-50EA-9BC7-FD0D9ED4B7E7}" dt="2026-02-20T17:40:02.234" v="1"/>
        <pc:sldMasterMkLst>
          <pc:docMk/>
          <pc:sldMasterMk cId="865188873" sldId="2147484884"/>
        </pc:sldMasterMkLst>
        <pc:sldLayoutChg chg="del">
          <pc:chgData name="Breña Lora, Erik" userId="849289a0-c352-42c0-9705-8ecc96b6dc74" providerId="ADAL" clId="{0A450091-7FC1-50EA-9BC7-FD0D9ED4B7E7}" dt="2026-02-20T17:40:02.234" v="1"/>
          <pc:sldLayoutMkLst>
            <pc:docMk/>
            <pc:sldMasterMk cId="865188873" sldId="2147484884"/>
            <pc:sldLayoutMk cId="2164475752" sldId="2147484885"/>
          </pc:sldLayoutMkLst>
        </pc:sldLayoutChg>
      </pc:sldMasterChg>
      <pc:sldMasterChg chg="del delSldLayout">
        <pc:chgData name="Breña Lora, Erik" userId="849289a0-c352-42c0-9705-8ecc96b6dc74" providerId="ADAL" clId="{0A450091-7FC1-50EA-9BC7-FD0D9ED4B7E7}" dt="2026-02-20T17:40:02.234" v="1"/>
        <pc:sldMasterMkLst>
          <pc:docMk/>
          <pc:sldMasterMk cId="651946971" sldId="2147484948"/>
        </pc:sldMasterMkLst>
        <pc:sldLayoutChg chg="del">
          <pc:chgData name="Breña Lora, Erik" userId="849289a0-c352-42c0-9705-8ecc96b6dc74" providerId="ADAL" clId="{0A450091-7FC1-50EA-9BC7-FD0D9ED4B7E7}" dt="2026-02-20T17:40:02.234" v="1"/>
          <pc:sldLayoutMkLst>
            <pc:docMk/>
            <pc:sldMasterMk cId="651946971" sldId="2147484948"/>
            <pc:sldLayoutMk cId="203961974" sldId="2147484949"/>
          </pc:sldLayoutMkLst>
        </pc:sldLayoutChg>
      </pc:sldMasterChg>
      <pc:sldMasterChg chg="del delSldLayout">
        <pc:chgData name="Breña Lora, Erik" userId="849289a0-c352-42c0-9705-8ecc96b6dc74" providerId="ADAL" clId="{0A450091-7FC1-50EA-9BC7-FD0D9ED4B7E7}" dt="2026-02-20T17:40:02.234" v="1"/>
        <pc:sldMasterMkLst>
          <pc:docMk/>
          <pc:sldMasterMk cId="239605352" sldId="2147484990"/>
        </pc:sldMasterMkLst>
        <pc:sldLayoutChg chg="del">
          <pc:chgData name="Breña Lora, Erik" userId="849289a0-c352-42c0-9705-8ecc96b6dc74" providerId="ADAL" clId="{0A450091-7FC1-50EA-9BC7-FD0D9ED4B7E7}" dt="2026-02-20T17:40:02.234" v="1"/>
          <pc:sldLayoutMkLst>
            <pc:docMk/>
            <pc:sldMasterMk cId="239605352" sldId="2147484990"/>
            <pc:sldLayoutMk cId="1307973137" sldId="2147484998"/>
          </pc:sldLayoutMkLst>
        </pc:sldLayoutChg>
      </pc:sldMasterChg>
      <pc:sldMasterChg chg="del delSldLayout">
        <pc:chgData name="Breña Lora, Erik" userId="849289a0-c352-42c0-9705-8ecc96b6dc74" providerId="ADAL" clId="{0A450091-7FC1-50EA-9BC7-FD0D9ED4B7E7}" dt="2026-02-20T17:40:02.234" v="1"/>
        <pc:sldMasterMkLst>
          <pc:docMk/>
          <pc:sldMasterMk cId="3629848750" sldId="2147485003"/>
        </pc:sldMasterMkLst>
        <pc:sldLayoutChg chg="del">
          <pc:chgData name="Breña Lora, Erik" userId="849289a0-c352-42c0-9705-8ecc96b6dc74" providerId="ADAL" clId="{0A450091-7FC1-50EA-9BC7-FD0D9ED4B7E7}" dt="2026-02-20T17:40:02.234" v="1"/>
          <pc:sldLayoutMkLst>
            <pc:docMk/>
            <pc:sldMasterMk cId="3629848750" sldId="2147485003"/>
            <pc:sldLayoutMk cId="3346313189" sldId="2147485004"/>
          </pc:sldLayoutMkLst>
        </pc:sldLayoutChg>
      </pc:sldMasterChg>
      <pc:sldMasterChg chg="del delSldLayout">
        <pc:chgData name="Breña Lora, Erik" userId="849289a0-c352-42c0-9705-8ecc96b6dc74" providerId="ADAL" clId="{0A450091-7FC1-50EA-9BC7-FD0D9ED4B7E7}" dt="2026-02-20T17:40:02.234" v="1"/>
        <pc:sldMasterMkLst>
          <pc:docMk/>
          <pc:sldMasterMk cId="652195666" sldId="2147485027"/>
        </pc:sldMasterMkLst>
        <pc:sldLayoutChg chg="del">
          <pc:chgData name="Breña Lora, Erik" userId="849289a0-c352-42c0-9705-8ecc96b6dc74" providerId="ADAL" clId="{0A450091-7FC1-50EA-9BC7-FD0D9ED4B7E7}" dt="2026-02-20T17:40:02.234" v="1"/>
          <pc:sldLayoutMkLst>
            <pc:docMk/>
            <pc:sldMasterMk cId="652195666" sldId="2147485027"/>
            <pc:sldLayoutMk cId="4076576621" sldId="2147485028"/>
          </pc:sldLayoutMkLst>
        </pc:sldLayoutChg>
      </pc:sldMasterChg>
      <pc:sldMasterChg chg="del delSldLayout">
        <pc:chgData name="Breña Lora, Erik" userId="849289a0-c352-42c0-9705-8ecc96b6dc74" providerId="ADAL" clId="{0A450091-7FC1-50EA-9BC7-FD0D9ED4B7E7}" dt="2026-02-20T17:40:02.234" v="1"/>
        <pc:sldMasterMkLst>
          <pc:docMk/>
          <pc:sldMasterMk cId="3497471997" sldId="2147485052"/>
        </pc:sldMasterMkLst>
        <pc:sldLayoutChg chg="del">
          <pc:chgData name="Breña Lora, Erik" userId="849289a0-c352-42c0-9705-8ecc96b6dc74" providerId="ADAL" clId="{0A450091-7FC1-50EA-9BC7-FD0D9ED4B7E7}" dt="2026-02-20T17:40:02.234" v="1"/>
          <pc:sldLayoutMkLst>
            <pc:docMk/>
            <pc:sldMasterMk cId="3497471997" sldId="2147485052"/>
            <pc:sldLayoutMk cId="3317604291" sldId="2147485053"/>
          </pc:sldLayoutMkLst>
        </pc:sldLayoutChg>
      </pc:sldMasterChg>
      <pc:sldMasterChg chg="del delSldLayout">
        <pc:chgData name="Breña Lora, Erik" userId="849289a0-c352-42c0-9705-8ecc96b6dc74" providerId="ADAL" clId="{0A450091-7FC1-50EA-9BC7-FD0D9ED4B7E7}" dt="2026-02-20T17:40:02.234" v="1"/>
        <pc:sldMasterMkLst>
          <pc:docMk/>
          <pc:sldMasterMk cId="2758080686" sldId="2147485085"/>
        </pc:sldMasterMkLst>
        <pc:sldLayoutChg chg="del">
          <pc:chgData name="Breña Lora, Erik" userId="849289a0-c352-42c0-9705-8ecc96b6dc74" providerId="ADAL" clId="{0A450091-7FC1-50EA-9BC7-FD0D9ED4B7E7}" dt="2026-02-20T17:40:02.234" v="1"/>
          <pc:sldLayoutMkLst>
            <pc:docMk/>
            <pc:sldMasterMk cId="2758080686" sldId="2147485085"/>
            <pc:sldLayoutMk cId="2649426068" sldId="2147485086"/>
          </pc:sldLayoutMkLst>
        </pc:sldLayoutChg>
      </pc:sldMasterChg>
    </pc:docChg>
  </pc:docChgLst>
  <pc:docChgLst>
    <pc:chgData name="Sanchez Oviedo, Erik Joel" userId="345e2af1-3192-4016-8834-545e6515578f" providerId="ADAL" clId="{C6681250-4458-427A-A3CA-A30B6831D56C}"/>
    <pc:docChg chg="undo redo custSel addSld delSld modSld">
      <pc:chgData name="Sanchez Oviedo, Erik Joel" userId="345e2af1-3192-4016-8834-545e6515578f" providerId="ADAL" clId="{C6681250-4458-427A-A3CA-A30B6831D56C}" dt="2026-02-19T20:42:45.850" v="674" actId="1076"/>
      <pc:docMkLst>
        <pc:docMk/>
      </pc:docMkLst>
      <pc:sldChg chg="addSp delSp modSp add del mod">
        <pc:chgData name="Sanchez Oviedo, Erik Joel" userId="345e2af1-3192-4016-8834-545e6515578f" providerId="ADAL" clId="{C6681250-4458-427A-A3CA-A30B6831D56C}" dt="2026-02-19T15:28:35.895" v="323" actId="2696"/>
        <pc:sldMkLst>
          <pc:docMk/>
          <pc:sldMk cId="1895774743" sldId="261"/>
        </pc:sldMkLst>
      </pc:sldChg>
      <pc:sldChg chg="add">
        <pc:chgData name="Sanchez Oviedo, Erik Joel" userId="345e2af1-3192-4016-8834-545e6515578f" providerId="ADAL" clId="{C6681250-4458-427A-A3CA-A30B6831D56C}" dt="2026-02-19T15:28:39.114" v="324"/>
        <pc:sldMkLst>
          <pc:docMk/>
          <pc:sldMk cId="2193317649" sldId="261"/>
        </pc:sldMkLst>
      </pc:sldChg>
      <pc:sldChg chg="addSp delSp modSp mod">
        <pc:chgData name="Sanchez Oviedo, Erik Joel" userId="345e2af1-3192-4016-8834-545e6515578f" providerId="ADAL" clId="{C6681250-4458-427A-A3CA-A30B6831D56C}" dt="2026-02-19T20:42:45.850" v="674" actId="1076"/>
        <pc:sldMkLst>
          <pc:docMk/>
          <pc:sldMk cId="2193317649" sldId="262"/>
        </pc:sldMkLst>
      </pc:sldChg>
      <pc:sldChg chg="addSp delSp modSp mod">
        <pc:chgData name="Sanchez Oviedo, Erik Joel" userId="345e2af1-3192-4016-8834-545e6515578f" providerId="ADAL" clId="{C6681250-4458-427A-A3CA-A30B6831D56C}" dt="2026-02-19T14:44:34.269" v="173" actId="20577"/>
        <pc:sldMkLst>
          <pc:docMk/>
          <pc:sldMk cId="3150392392" sldId="282"/>
        </pc:sldMkLst>
      </pc:sldChg>
      <pc:sldChg chg="addSp delSp modSp add mod">
        <pc:chgData name="Sanchez Oviedo, Erik Joel" userId="345e2af1-3192-4016-8834-545e6515578f" providerId="ADAL" clId="{C6681250-4458-427A-A3CA-A30B6831D56C}" dt="2026-02-11T20:59:46.339" v="36" actId="207"/>
        <pc:sldMkLst>
          <pc:docMk/>
          <pc:sldMk cId="3824412335" sldId="297"/>
        </pc:sldMkLst>
      </pc:sldChg>
      <pc:sldChg chg="modSp mod">
        <pc:chgData name="Sanchez Oviedo, Erik Joel" userId="345e2af1-3192-4016-8834-545e6515578f" providerId="ADAL" clId="{C6681250-4458-427A-A3CA-A30B6831D56C}" dt="2026-02-19T14:46:03.942" v="174" actId="1076"/>
        <pc:sldMkLst>
          <pc:docMk/>
          <pc:sldMk cId="4285771374" sldId="300"/>
        </pc:sldMkLst>
      </pc:sldChg>
      <pc:sldChg chg="modSp add del mod">
        <pc:chgData name="Sanchez Oviedo, Erik Joel" userId="345e2af1-3192-4016-8834-545e6515578f" providerId="ADAL" clId="{C6681250-4458-427A-A3CA-A30B6831D56C}" dt="2026-02-19T15:29:45.986" v="338" actId="47"/>
        <pc:sldMkLst>
          <pc:docMk/>
          <pc:sldMk cId="3068105714" sldId="2147483290"/>
        </pc:sldMkLst>
      </pc:sldChg>
      <pc:sldMasterChg chg="addSldLayout delSldLayout">
        <pc:chgData name="Sanchez Oviedo, Erik Joel" userId="345e2af1-3192-4016-8834-545e6515578f" providerId="ADAL" clId="{C6681250-4458-427A-A3CA-A30B6831D56C}" dt="2026-02-11T20:56:17.131" v="11" actId="47"/>
        <pc:sldMasterMkLst>
          <pc:docMk/>
          <pc:sldMasterMk cId="415932477" sldId="2147483898"/>
        </pc:sldMasterMkLst>
      </pc:sldMasterChg>
    </pc:docChg>
  </pc:docChgLst>
  <pc:docChgLst>
    <pc:chgData name="Cantoral Anton, Evelyn Genesis" userId="f48ac48a-914b-4708-b686-71ace9a3c22b" providerId="ADAL" clId="{BEC2FE65-0F46-41B4-862A-C0204C9344DD}"/>
    <pc:docChg chg="custSel addSld delSld modSld sldOrd">
      <pc:chgData name="Cantoral Anton, Evelyn Genesis" userId="f48ac48a-914b-4708-b686-71ace9a3c22b" providerId="ADAL" clId="{BEC2FE65-0F46-41B4-862A-C0204C9344DD}" dt="2026-02-20T15:28:19.478" v="74"/>
      <pc:docMkLst>
        <pc:docMk/>
      </pc:docMkLst>
      <pc:sldChg chg="del">
        <pc:chgData name="Cantoral Anton, Evelyn Genesis" userId="f48ac48a-914b-4708-b686-71ace9a3c22b" providerId="ADAL" clId="{BEC2FE65-0F46-41B4-862A-C0204C9344DD}" dt="2026-02-20T03:22:12.317" v="66" actId="47"/>
        <pc:sldMkLst>
          <pc:docMk/>
          <pc:sldMk cId="493135476" sldId="256"/>
        </pc:sldMkLst>
      </pc:sldChg>
      <pc:sldChg chg="del">
        <pc:chgData name="Cantoral Anton, Evelyn Genesis" userId="f48ac48a-914b-4708-b686-71ace9a3c22b" providerId="ADAL" clId="{BEC2FE65-0F46-41B4-862A-C0204C9344DD}" dt="2026-02-20T03:22:15.154" v="67" actId="47"/>
        <pc:sldMkLst>
          <pc:docMk/>
          <pc:sldMk cId="1157533060" sldId="258"/>
        </pc:sldMkLst>
      </pc:sldChg>
      <pc:sldChg chg="del">
        <pc:chgData name="Cantoral Anton, Evelyn Genesis" userId="f48ac48a-914b-4708-b686-71ace9a3c22b" providerId="ADAL" clId="{BEC2FE65-0F46-41B4-862A-C0204C9344DD}" dt="2026-02-20T03:22:17.241" v="69" actId="47"/>
        <pc:sldMkLst>
          <pc:docMk/>
          <pc:sldMk cId="3940874705" sldId="263"/>
        </pc:sldMkLst>
      </pc:sldChg>
      <pc:sldChg chg="add">
        <pc:chgData name="Cantoral Anton, Evelyn Genesis" userId="f48ac48a-914b-4708-b686-71ace9a3c22b" providerId="ADAL" clId="{BEC2FE65-0F46-41B4-862A-C0204C9344DD}" dt="2026-02-20T13:42:32.067" v="72"/>
        <pc:sldMkLst>
          <pc:docMk/>
          <pc:sldMk cId="3940874705" sldId="271"/>
        </pc:sldMkLst>
      </pc:sldChg>
      <pc:sldChg chg="modSp mod">
        <pc:chgData name="Cantoral Anton, Evelyn Genesis" userId="f48ac48a-914b-4708-b686-71ace9a3c22b" providerId="ADAL" clId="{BEC2FE65-0F46-41B4-862A-C0204C9344DD}" dt="2026-02-17T17:56:14.643" v="45" actId="1076"/>
        <pc:sldMkLst>
          <pc:docMk/>
          <pc:sldMk cId="3150392392" sldId="282"/>
        </pc:sldMkLst>
      </pc:sldChg>
      <pc:sldChg chg="ord">
        <pc:chgData name="Cantoral Anton, Evelyn Genesis" userId="f48ac48a-914b-4708-b686-71ace9a3c22b" providerId="ADAL" clId="{BEC2FE65-0F46-41B4-862A-C0204C9344DD}" dt="2026-02-20T13:41:50.605" v="71"/>
        <pc:sldMkLst>
          <pc:docMk/>
          <pc:sldMk cId="863170887" sldId="285"/>
        </pc:sldMkLst>
      </pc:sldChg>
      <pc:sldChg chg="modSp mod">
        <pc:chgData name="Cantoral Anton, Evelyn Genesis" userId="f48ac48a-914b-4708-b686-71ace9a3c22b" providerId="ADAL" clId="{BEC2FE65-0F46-41B4-862A-C0204C9344DD}" dt="2026-02-17T18:02:20.068" v="64" actId="1076"/>
        <pc:sldMkLst>
          <pc:docMk/>
          <pc:sldMk cId="2438551562" sldId="287"/>
        </pc:sldMkLst>
      </pc:sldChg>
      <pc:sldChg chg="modSp mod">
        <pc:chgData name="Cantoral Anton, Evelyn Genesis" userId="f48ac48a-914b-4708-b686-71ace9a3c22b" providerId="ADAL" clId="{BEC2FE65-0F46-41B4-862A-C0204C9344DD}" dt="2026-02-17T17:54:41.383" v="0" actId="20577"/>
        <pc:sldMkLst>
          <pc:docMk/>
          <pc:sldMk cId="1246037118" sldId="296"/>
        </pc:sldMkLst>
      </pc:sldChg>
      <pc:sldChg chg="modSp mod">
        <pc:chgData name="Cantoral Anton, Evelyn Genesis" userId="f48ac48a-914b-4708-b686-71ace9a3c22b" providerId="ADAL" clId="{BEC2FE65-0F46-41B4-862A-C0204C9344DD}" dt="2026-02-17T17:55:56.865" v="44" actId="1076"/>
        <pc:sldMkLst>
          <pc:docMk/>
          <pc:sldMk cId="1373705650" sldId="298"/>
        </pc:sldMkLst>
      </pc:sldChg>
      <pc:sldChg chg="addSp modSp mod">
        <pc:chgData name="Cantoral Anton, Evelyn Genesis" userId="f48ac48a-914b-4708-b686-71ace9a3c22b" providerId="ADAL" clId="{BEC2FE65-0F46-41B4-862A-C0204C9344DD}" dt="2026-02-17T17:56:57.269" v="62" actId="207"/>
        <pc:sldMkLst>
          <pc:docMk/>
          <pc:sldMk cId="1564040491" sldId="299"/>
        </pc:sldMkLst>
      </pc:sldChg>
      <pc:sldChg chg="modSp">
        <pc:chgData name="Cantoral Anton, Evelyn Genesis" userId="f48ac48a-914b-4708-b686-71ace9a3c22b" providerId="ADAL" clId="{BEC2FE65-0F46-41B4-862A-C0204C9344DD}" dt="2026-02-17T17:55:02.912" v="2" actId="1076"/>
        <pc:sldMkLst>
          <pc:docMk/>
          <pc:sldMk cId="2813746101" sldId="422"/>
        </pc:sldMkLst>
      </pc:sldChg>
      <pc:sldChg chg="modSp mod">
        <pc:chgData name="Cantoral Anton, Evelyn Genesis" userId="f48ac48a-914b-4708-b686-71ace9a3c22b" providerId="ADAL" clId="{BEC2FE65-0F46-41B4-862A-C0204C9344DD}" dt="2026-02-17T18:02:40.718" v="65" actId="113"/>
        <pc:sldMkLst>
          <pc:docMk/>
          <pc:sldMk cId="3136874168" sldId="2147478935"/>
        </pc:sldMkLst>
      </pc:sldChg>
      <pc:sldChg chg="del">
        <pc:chgData name="Cantoral Anton, Evelyn Genesis" userId="f48ac48a-914b-4708-b686-71ace9a3c22b" providerId="ADAL" clId="{BEC2FE65-0F46-41B4-862A-C0204C9344DD}" dt="2026-02-20T03:22:16.338" v="68" actId="47"/>
        <pc:sldMkLst>
          <pc:docMk/>
          <pc:sldMk cId="2471233664" sldId="2147483613"/>
        </pc:sldMkLst>
      </pc:sldChg>
      <pc:sldChg chg="delSp modSp mod">
        <pc:chgData name="Cantoral Anton, Evelyn Genesis" userId="f48ac48a-914b-4708-b686-71ace9a3c22b" providerId="ADAL" clId="{BEC2FE65-0F46-41B4-862A-C0204C9344DD}" dt="2026-02-20T15:28:19.478" v="74"/>
        <pc:sldMkLst>
          <pc:docMk/>
          <pc:sldMk cId="3915028472" sldId="2147483645"/>
        </pc:sldMkLst>
      </pc:sldChg>
      <pc:sldMasterChg chg="delSldLayout">
        <pc:chgData name="Cantoral Anton, Evelyn Genesis" userId="f48ac48a-914b-4708-b686-71ace9a3c22b" providerId="ADAL" clId="{BEC2FE65-0F46-41B4-862A-C0204C9344DD}" dt="2026-02-20T03:22:17.241" v="69" actId="47"/>
        <pc:sldMasterMkLst>
          <pc:docMk/>
          <pc:sldMasterMk cId="415932477" sldId="2147483898"/>
        </pc:sldMasterMkLst>
        <pc:sldLayoutChg chg="del">
          <pc:chgData name="Cantoral Anton, Evelyn Genesis" userId="f48ac48a-914b-4708-b686-71ace9a3c22b" providerId="ADAL" clId="{BEC2FE65-0F46-41B4-862A-C0204C9344DD}" dt="2026-02-20T03:22:17.241" v="69" actId="47"/>
          <pc:sldLayoutMkLst>
            <pc:docMk/>
            <pc:sldMasterMk cId="415932477" sldId="2147483898"/>
            <pc:sldLayoutMk cId="2179861673" sldId="2147485104"/>
          </pc:sldLayoutMkLst>
        </pc:sldLayoutChg>
      </pc:sldMasterChg>
    </pc:docChg>
  </pc:docChgLst>
  <pc:docChgLst>
    <pc:chgData name="Salas Gutierrez, Marisabel Ivonne" userId="S::misalas@minsait.com::d0d2f9e0-42a9-4cb7-a2ba-d67c5f575ef7" providerId="AD" clId="Web-{2425E449-C96C-E854-018E-133167148C12}"/>
    <pc:docChg chg="addSld delSld">
      <pc:chgData name="Salas Gutierrez, Marisabel Ivonne" userId="S::misalas@minsait.com::d0d2f9e0-42a9-4cb7-a2ba-d67c5f575ef7" providerId="AD" clId="Web-{2425E449-C96C-E854-018E-133167148C12}" dt="2026-02-11T17:19:30.985" v="3"/>
      <pc:docMkLst>
        <pc:docMk/>
      </pc:docMkLst>
      <pc:sldChg chg="add replId">
        <pc:chgData name="Salas Gutierrez, Marisabel Ivonne" userId="S::misalas@minsait.com::d0d2f9e0-42a9-4cb7-a2ba-d67c5f575ef7" providerId="AD" clId="Web-{2425E449-C96C-E854-018E-133167148C12}" dt="2026-02-11T17:19:30.985" v="3"/>
        <pc:sldMkLst>
          <pc:docMk/>
          <pc:sldMk cId="3150392392" sldId="28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423A02-A7E3-CBAB-82B9-B24FE54A9DB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ES"/>
          </a:p>
        </p:txBody>
      </p:sp>
      <p:sp>
        <p:nvSpPr>
          <p:cNvPr id="3" name="Date Placeholder 2">
            <a:extLst>
              <a:ext uri="{FF2B5EF4-FFF2-40B4-BE49-F238E27FC236}">
                <a16:creationId xmlns:a16="http://schemas.microsoft.com/office/drawing/2014/main" id="{0CD3DCB1-DDAB-41B9-DEA3-C6BFE662066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753820-2C6E-3440-A259-D2EAC7F8F93B}" type="datetimeFigureOut">
              <a:rPr lang="en-ES" smtClean="0"/>
              <a:t>04/13/2026</a:t>
            </a:fld>
            <a:endParaRPr lang="en-ES"/>
          </a:p>
        </p:txBody>
      </p:sp>
      <p:sp>
        <p:nvSpPr>
          <p:cNvPr id="4" name="Footer Placeholder 3">
            <a:extLst>
              <a:ext uri="{FF2B5EF4-FFF2-40B4-BE49-F238E27FC236}">
                <a16:creationId xmlns:a16="http://schemas.microsoft.com/office/drawing/2014/main" id="{DDBF6B90-6835-2232-B284-F3C0FF90478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s-ES"/>
              <a:t>aaaaaaaaaaa</a:t>
            </a:r>
            <a:endParaRPr lang="en-ES"/>
          </a:p>
        </p:txBody>
      </p:sp>
      <p:sp>
        <p:nvSpPr>
          <p:cNvPr id="5" name="Slide Number Placeholder 4">
            <a:extLst>
              <a:ext uri="{FF2B5EF4-FFF2-40B4-BE49-F238E27FC236}">
                <a16:creationId xmlns:a16="http://schemas.microsoft.com/office/drawing/2014/main" id="{77D0B216-AA36-FB03-58B2-700CB4DD506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221D2D-B4AA-474A-8AD8-7D68239D0A39}" type="slidenum">
              <a:rPr lang="en-ES" smtClean="0"/>
              <a:t>‹Nº›</a:t>
            </a:fld>
            <a:endParaRPr lang="en-ES"/>
          </a:p>
        </p:txBody>
      </p:sp>
    </p:spTree>
    <p:extLst>
      <p:ext uri="{BB962C8B-B14F-4D97-AF65-F5344CB8AC3E}">
        <p14:creationId xmlns:p14="http://schemas.microsoft.com/office/powerpoint/2010/main" val="2481758105"/>
      </p:ext>
    </p:extLst>
  </p:cSld>
  <p:clrMap bg1="lt1" tx1="dk1" bg2="lt2" tx2="dk2" accent1="accent1" accent2="accent2" accent3="accent3" accent4="accent4" accent5="accent5" accent6="accent6" hlink="hlink" folHlink="folHlink"/>
  <p:hf sldNum="0" hd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ForFuture Sans" panose="020B0504020203020204" pitchFamily="34" charset="0"/>
                <a:sym typeface="ForFuture Sans" panose="020B0504020203020204" pitchFamily="34" charset="0"/>
              </a:defRPr>
            </a:lvl1pPr>
          </a:lstStyle>
          <a:p>
            <a:endParaRPr lang="en-E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ForFuture Sans" panose="020B0504020203020204" pitchFamily="34" charset="0"/>
                <a:sym typeface="ForFuture Sans" panose="020B0504020203020204" pitchFamily="34" charset="0"/>
              </a:defRPr>
            </a:lvl1pPr>
          </a:lstStyle>
          <a:p>
            <a:fld id="{CF15BC32-5E83-B441-8DEB-E363DA2234BF}" type="datetimeFigureOut">
              <a:rPr lang="en-ES" smtClean="0"/>
              <a:pPr/>
              <a:t>04/13/2026</a:t>
            </a:fld>
            <a:endParaRPr lang="en-E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E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ForFuture Sans" panose="020B0504020203020204" pitchFamily="34" charset="0"/>
                <a:sym typeface="ForFuture Sans" panose="020B0504020203020204" pitchFamily="34" charset="0"/>
              </a:defRPr>
            </a:lvl1pPr>
          </a:lstStyle>
          <a:p>
            <a:r>
              <a:rPr lang="es-ES"/>
              <a:t>aaaaaaaaaaa</a:t>
            </a:r>
            <a:endParaRPr lang="en-E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ForFuture Sans" panose="020B0504020203020204" pitchFamily="34" charset="0"/>
                <a:sym typeface="ForFuture Sans" panose="020B0504020203020204" pitchFamily="34" charset="0"/>
              </a:defRPr>
            </a:lvl1pPr>
          </a:lstStyle>
          <a:p>
            <a:fld id="{E6BE458C-B0F6-3445-B8D3-23BD65E67DD7}" type="slidenum">
              <a:rPr lang="en-ES" smtClean="0"/>
              <a:pPr/>
              <a:t>‹Nº›</a:t>
            </a:fld>
            <a:endParaRPr lang="en-ES"/>
          </a:p>
        </p:txBody>
      </p:sp>
    </p:spTree>
    <p:extLst>
      <p:ext uri="{BB962C8B-B14F-4D97-AF65-F5344CB8AC3E}">
        <p14:creationId xmlns:p14="http://schemas.microsoft.com/office/powerpoint/2010/main" val="3646167377"/>
      </p:ext>
    </p:extLst>
  </p:cSld>
  <p:clrMap bg1="lt1" tx1="dk1" bg2="lt2" tx2="dk2" accent1="accent1" accent2="accent2" accent3="accent3" accent4="accent4" accent5="accent5" accent6="accent6" hlink="hlink" folHlink="folHlink"/>
  <p:hf sldNum="0" hdr="0" dt="0"/>
  <p:notesStyle>
    <a:lvl1pPr marL="0" algn="l" defTabSz="914377" rtl="0" eaLnBrk="1" latinLnBrk="0" hangingPunct="1">
      <a:defRPr sz="1200" kern="1200">
        <a:solidFill>
          <a:schemeClr val="tx1"/>
        </a:solidFill>
        <a:latin typeface="ForFuture Sans" panose="020B0504020203020204" pitchFamily="34" charset="0"/>
        <a:ea typeface="+mn-ea"/>
        <a:cs typeface="+mn-cs"/>
        <a:sym typeface="ForFuture Sans" panose="020B0504020203020204" pitchFamily="34" charset="0"/>
      </a:defRPr>
    </a:lvl1pPr>
    <a:lvl2pPr marL="457189" algn="l" defTabSz="914377" rtl="0" eaLnBrk="1" latinLnBrk="0" hangingPunct="1">
      <a:defRPr sz="1200" kern="1200">
        <a:solidFill>
          <a:schemeClr val="tx1"/>
        </a:solidFill>
        <a:latin typeface="ForFuture Sans" panose="020B0504020203020204" pitchFamily="34" charset="0"/>
        <a:ea typeface="+mn-ea"/>
        <a:cs typeface="+mn-cs"/>
        <a:sym typeface="ForFuture Sans" panose="020B0504020203020204" pitchFamily="34" charset="0"/>
      </a:defRPr>
    </a:lvl2pPr>
    <a:lvl3pPr marL="914377" algn="l" defTabSz="914377" rtl="0" eaLnBrk="1" latinLnBrk="0" hangingPunct="1">
      <a:defRPr sz="1200" kern="1200">
        <a:solidFill>
          <a:schemeClr val="tx1"/>
        </a:solidFill>
        <a:latin typeface="ForFuture Sans" panose="020B0504020203020204" pitchFamily="34" charset="0"/>
        <a:ea typeface="+mn-ea"/>
        <a:cs typeface="+mn-cs"/>
        <a:sym typeface="ForFuture Sans" panose="020B0504020203020204" pitchFamily="34" charset="0"/>
      </a:defRPr>
    </a:lvl3pPr>
    <a:lvl4pPr marL="1371566" algn="l" defTabSz="914377" rtl="0" eaLnBrk="1" latinLnBrk="0" hangingPunct="1">
      <a:defRPr sz="1200" kern="1200">
        <a:solidFill>
          <a:schemeClr val="tx1"/>
        </a:solidFill>
        <a:latin typeface="ForFuture Sans" panose="020B0504020203020204" pitchFamily="34" charset="0"/>
        <a:ea typeface="+mn-ea"/>
        <a:cs typeface="+mn-cs"/>
        <a:sym typeface="ForFuture Sans" panose="020B0504020203020204" pitchFamily="34" charset="0"/>
      </a:defRPr>
    </a:lvl4pPr>
    <a:lvl5pPr marL="1828754" algn="l" defTabSz="914377" rtl="0" eaLnBrk="1" latinLnBrk="0" hangingPunct="1">
      <a:defRPr sz="1200" kern="1200">
        <a:solidFill>
          <a:schemeClr val="tx1"/>
        </a:solidFill>
        <a:latin typeface="ForFuture Sans" panose="020B0504020203020204" pitchFamily="34" charset="0"/>
        <a:ea typeface="+mn-ea"/>
        <a:cs typeface="+mn-cs"/>
        <a:sym typeface="ForFuture Sans" panose="020B0504020203020204" pitchFamily="34" charset="0"/>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pie de página 3"/>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endParaRPr>
          </a:p>
        </p:txBody>
      </p:sp>
    </p:spTree>
    <p:extLst>
      <p:ext uri="{BB962C8B-B14F-4D97-AF65-F5344CB8AC3E}">
        <p14:creationId xmlns:p14="http://schemas.microsoft.com/office/powerpoint/2010/main" val="1781660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pie de página 3"/>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31416226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S"/>
          </a:p>
        </p:txBody>
      </p:sp>
      <p:sp>
        <p:nvSpPr>
          <p:cNvPr id="5" name="Marcador de pie de página 4">
            <a:extLst>
              <a:ext uri="{FF2B5EF4-FFF2-40B4-BE49-F238E27FC236}">
                <a16:creationId xmlns:a16="http://schemas.microsoft.com/office/drawing/2014/main" id="{63A600A2-6135-F581-5EB7-EEC9D8546B34}"/>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endParaRPr>
          </a:p>
        </p:txBody>
      </p:sp>
    </p:spTree>
    <p:extLst>
      <p:ext uri="{BB962C8B-B14F-4D97-AF65-F5344CB8AC3E}">
        <p14:creationId xmlns:p14="http://schemas.microsoft.com/office/powerpoint/2010/main" val="2299020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31149-0DCE-793F-DC3D-D11E3AE847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ED365D-FD31-C121-81B6-75E23171B7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0DEF230-B788-7C91-AEDC-6F4BF766C078}"/>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7302B8E6-CB39-D327-8353-782CDD7EB2BE}"/>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endParaRPr>
          </a:p>
        </p:txBody>
      </p:sp>
    </p:spTree>
    <p:extLst>
      <p:ext uri="{BB962C8B-B14F-4D97-AF65-F5344CB8AC3E}">
        <p14:creationId xmlns:p14="http://schemas.microsoft.com/office/powerpoint/2010/main" val="1170938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4C9E5-9A47-C170-A1EA-EA52553414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8DE759F-C93C-BE5E-C524-595120C9C9C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7C8731D-2E5D-2F40-3807-5E0DE8003061}"/>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B46A6083-CACB-1C4F-8EF1-A4392E2D4BF2}"/>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endParaRPr>
          </a:p>
        </p:txBody>
      </p:sp>
    </p:spTree>
    <p:extLst>
      <p:ext uri="{BB962C8B-B14F-4D97-AF65-F5344CB8AC3E}">
        <p14:creationId xmlns:p14="http://schemas.microsoft.com/office/powerpoint/2010/main" val="2651653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A5D17-3137-D0BC-354E-6B9C4E01F3A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B5AAE4-0843-27CC-2002-4D8FE74EE6F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39142E7-8234-EB0C-B15A-B77981443DE3}"/>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1ECE6EF8-CA9E-57D3-1F7B-2C987680D05B}"/>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endParaRPr>
          </a:p>
        </p:txBody>
      </p:sp>
    </p:spTree>
    <p:extLst>
      <p:ext uri="{BB962C8B-B14F-4D97-AF65-F5344CB8AC3E}">
        <p14:creationId xmlns:p14="http://schemas.microsoft.com/office/powerpoint/2010/main" val="2352928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5320E-93AA-EC80-6AD4-3518BAFDC5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AF951D3-201F-AC63-985D-850D92B1B80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96F840E-BFA7-D746-AA39-3D99FF3A8F62}"/>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07C5A187-3ECF-1EE7-AFD1-B97E11E29CE8}"/>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endParaRPr>
          </a:p>
        </p:txBody>
      </p:sp>
    </p:spTree>
    <p:extLst>
      <p:ext uri="{BB962C8B-B14F-4D97-AF65-F5344CB8AC3E}">
        <p14:creationId xmlns:p14="http://schemas.microsoft.com/office/powerpoint/2010/main" val="967880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CC26C-843D-3F4E-B8FF-71155274554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D86650-5901-6F94-9F7F-EBBE862FCEA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1D4E35B-685D-0511-F941-C56B11CEAABF}"/>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E0C4E0B8-610C-C3B3-C5C5-44074AEE7C45}"/>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endParaRPr>
          </a:p>
        </p:txBody>
      </p:sp>
    </p:spTree>
    <p:extLst>
      <p:ext uri="{BB962C8B-B14F-4D97-AF65-F5344CB8AC3E}">
        <p14:creationId xmlns:p14="http://schemas.microsoft.com/office/powerpoint/2010/main" val="4055346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6F45A-110A-C7AE-0E8B-FC4C56B5C67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2EAC763-DA01-685C-DA9C-6A71916308E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E93A43B-FB3E-EB2C-0846-0C2362A880F6}"/>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B1DE4F64-1DA5-F193-E06D-84309D5191A9}"/>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endParaRPr>
          </a:p>
        </p:txBody>
      </p:sp>
    </p:spTree>
    <p:extLst>
      <p:ext uri="{BB962C8B-B14F-4D97-AF65-F5344CB8AC3E}">
        <p14:creationId xmlns:p14="http://schemas.microsoft.com/office/powerpoint/2010/main" val="16292955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C7EBA-93BA-232D-7E75-06AB86CEA6A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ACB90FF-3A59-EE08-6F75-DD4BF69C7DC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FE5936F-0A64-209C-0ECB-80CBA10AC2A9}"/>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878B9F95-85BC-1CB9-6F1E-1DB7656F3746}"/>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endParaRPr>
          </a:p>
        </p:txBody>
      </p:sp>
    </p:spTree>
    <p:extLst>
      <p:ext uri="{BB962C8B-B14F-4D97-AF65-F5344CB8AC3E}">
        <p14:creationId xmlns:p14="http://schemas.microsoft.com/office/powerpoint/2010/main" val="2470410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74372-2CED-4E4A-2239-2BBB676FBE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E107F7D-D0E5-1CFC-C876-AF968039570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495F028-60EB-658D-7A16-C3B31593BEBB}"/>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5C014746-7CB2-6216-2F1A-9D1B956AF4A6}"/>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endParaRPr>
          </a:p>
        </p:txBody>
      </p:sp>
    </p:spTree>
    <p:extLst>
      <p:ext uri="{BB962C8B-B14F-4D97-AF65-F5344CB8AC3E}">
        <p14:creationId xmlns:p14="http://schemas.microsoft.com/office/powerpoint/2010/main" val="3316390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33350" indent="-133350">
              <a:spcBef>
                <a:spcPts val="450"/>
              </a:spcBef>
              <a:buFont typeface="Wingdings" panose="05000000000000000000" pitchFamily="2" charset="2"/>
              <a:buChar char="§"/>
            </a:pPr>
            <a:r>
              <a:rPr lang="es-ES" sz="1200" b="1">
                <a:cs typeface="Times New Roman"/>
              </a:rPr>
              <a:t>Definir el plan de despliegue  </a:t>
            </a:r>
            <a:r>
              <a:rPr lang="es-ES" sz="1200">
                <a:cs typeface="Times New Roman"/>
              </a:rPr>
              <a:t>para la puesta en marcha de la oficina de transformación digital</a:t>
            </a:r>
            <a:endParaRPr lang="es-ES"/>
          </a:p>
          <a:p>
            <a:pPr marL="133350" indent="-133350">
              <a:spcBef>
                <a:spcPts val="450"/>
              </a:spcBef>
              <a:buFont typeface="Wingdings" panose="05000000000000000000" pitchFamily="2" charset="2"/>
              <a:buChar char="§"/>
            </a:pPr>
            <a:r>
              <a:rPr lang="es-ES" sz="1200">
                <a:cs typeface="Times New Roman"/>
              </a:rPr>
              <a:t>Confeccionar </a:t>
            </a:r>
            <a:r>
              <a:rPr lang="es-ES" sz="1200" b="1">
                <a:cs typeface="Times New Roman"/>
              </a:rPr>
              <a:t>documentación de alto nivel como manuales, procedimientos, diagramas de flujo</a:t>
            </a:r>
            <a:r>
              <a:rPr lang="es-ES" sz="1200">
                <a:cs typeface="Times New Roman"/>
              </a:rPr>
              <a:t> para llevar a cabo la transferencia de conocimiento al Equipo de la OTD y crear un repositorio documental.</a:t>
            </a:r>
            <a:endParaRPr lang="es-ES"/>
          </a:p>
          <a:p>
            <a:pPr marL="133350" indent="-133350">
              <a:spcBef>
                <a:spcPts val="450"/>
              </a:spcBef>
              <a:buFont typeface="Wingdings" panose="05000000000000000000" pitchFamily="2" charset="2"/>
              <a:buChar char="§"/>
            </a:pPr>
            <a:r>
              <a:rPr lang="es-MX" sz="1200">
                <a:cs typeface="Times New Roman"/>
              </a:rPr>
              <a:t>Llevar a cabo </a:t>
            </a:r>
            <a:r>
              <a:rPr lang="es-MX" sz="1200" b="1">
                <a:cs typeface="Times New Roman"/>
              </a:rPr>
              <a:t>sesiones de formación práctica</a:t>
            </a:r>
            <a:r>
              <a:rPr lang="es-MX" sz="1200">
                <a:cs typeface="Times New Roman"/>
              </a:rPr>
              <a:t> sobre las herramientas y procesos que se van a desplegar al equipo de la OTD de Metrogas.</a:t>
            </a:r>
            <a:endParaRPr lang="es-MX" sz="1200">
              <a:cs typeface="Times New Roman" pitchFamily="18" charset="0"/>
            </a:endParaRPr>
          </a:p>
          <a:p>
            <a:pPr marL="133350" indent="-133350">
              <a:spcBef>
                <a:spcPts val="450"/>
              </a:spcBef>
              <a:buFont typeface="Wingdings" panose="05000000000000000000" pitchFamily="2" charset="2"/>
              <a:buChar char="§"/>
            </a:pPr>
            <a:r>
              <a:rPr lang="es-MX" sz="1200" b="1">
                <a:cs typeface="Times New Roman" pitchFamily="18" charset="0"/>
              </a:rPr>
              <a:t>Crear un sistema de soporte</a:t>
            </a:r>
            <a:r>
              <a:rPr lang="es-MX" sz="1200">
                <a:cs typeface="Times New Roman" pitchFamily="18" charset="0"/>
              </a:rPr>
              <a:t> para resolver problemas y responder preguntas de los usuarios (línea de ayuda, portal de soporte) durante la fase de despliegue.</a:t>
            </a:r>
          </a:p>
          <a:p>
            <a:pPr marL="133350" indent="-133350">
              <a:spcBef>
                <a:spcPts val="450"/>
              </a:spcBef>
              <a:buFont typeface="Wingdings" panose="05000000000000000000" pitchFamily="2" charset="2"/>
              <a:buChar char="§"/>
            </a:pPr>
            <a:r>
              <a:rPr lang="es-MX" sz="1200" b="1">
                <a:cs typeface="Times New Roman"/>
              </a:rPr>
              <a:t>Lanzar el Plan de Despliegue </a:t>
            </a:r>
            <a:r>
              <a:rPr lang="es-MX" sz="1200">
                <a:cs typeface="Times New Roman"/>
              </a:rPr>
              <a:t>del modelo objetivo</a:t>
            </a:r>
          </a:p>
          <a:p>
            <a:endParaRPr lang="es-CL"/>
          </a:p>
        </p:txBody>
      </p:sp>
      <p:sp>
        <p:nvSpPr>
          <p:cNvPr id="4" name="Marcador de número de diapositiva 3"/>
          <p:cNvSpPr>
            <a:spLocks noGrp="1"/>
          </p:cNvSpPr>
          <p:nvPr>
            <p:ph type="sldNum" sz="quarter" idx="5"/>
          </p:nvPr>
        </p:nvSpPr>
        <p:spPr/>
        <p:txBody>
          <a:bodyPr/>
          <a:lstStyle/>
          <a:p>
            <a:fld id="{7001BFE9-5FDD-E045-9186-025D41341214}" type="slidenum">
              <a:rPr lang="es-ES" smtClean="0"/>
              <a:pPr/>
              <a:t>13</a:t>
            </a:fld>
            <a:endParaRPr lang="es-ES"/>
          </a:p>
        </p:txBody>
      </p:sp>
    </p:spTree>
    <p:extLst>
      <p:ext uri="{BB962C8B-B14F-4D97-AF65-F5344CB8AC3E}">
        <p14:creationId xmlns:p14="http://schemas.microsoft.com/office/powerpoint/2010/main" val="36646371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029A7-4374-28B3-EA3A-0992BE4449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32D5DBB-A20E-F8C8-1FCD-AAB9CEB8645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074A9DE-C18B-7170-4C17-E6380DC103E3}"/>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BF49ACD2-3ECB-C4BB-34CB-9EE2066F6962}"/>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3441633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713C3-5934-E37A-EEEB-FD7573D33F4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C27611A-07A1-7CF5-7B99-26C571241F1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4D184A1-D92B-601C-BB3F-6536100E15D6}"/>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6B13633E-EB67-04FF-BA29-4FEDD8F66A04}"/>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2615387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C031-3242-0196-2A4B-25F60A78490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473605-F36E-B778-8E25-387B34F4CF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FFB4C5B-5EF0-92C5-DA3D-E4783FD00FAB}"/>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755789FE-FA80-D4FC-0439-8423AB7DE91B}"/>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14556740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BF87B-FB68-2663-1F99-9968C5D9720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D1FB8F0-ADA9-A988-6BD0-30EA7AEE75B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6B8F110-06CE-A654-274F-348DCDFB3BEA}"/>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D457E8B4-EFB9-6B06-62C1-FB7361CE5884}"/>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6640029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2070B-E886-1597-4DCF-75712D64D28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ABA36FA-4774-BF9C-7238-EB7DA1EE17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89AE7CB-A183-414C-37CB-C7081F195DE7}"/>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CEE752D8-0236-4457-37AB-3917E7DC4F75}"/>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10314254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56FFF-EDD5-FE45-7452-F615DC307B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6C884D9-E6B2-46A0-AFF4-D226DB2CF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4D318E-8AFC-4D23-43A1-D147C83BD208}"/>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62898B72-A162-4CEA-B81F-640B663C179B}"/>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40111180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A851A-893C-8525-0890-E7B707AA0CB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7E9E4B3-8940-96C2-6935-45980365A23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B1392D4-EF70-6C92-4FC2-EDFB5BC21550}"/>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D81087C0-19B1-F0ED-2C15-1F6811AF6868}"/>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endParaRPr>
          </a:p>
        </p:txBody>
      </p:sp>
    </p:spTree>
    <p:extLst>
      <p:ext uri="{BB962C8B-B14F-4D97-AF65-F5344CB8AC3E}">
        <p14:creationId xmlns:p14="http://schemas.microsoft.com/office/powerpoint/2010/main" val="30115667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420A5-9886-81E4-7940-FE1C205DDE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48BE06-76BE-5722-A9C3-DF4DDB85D55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71CBE19-6948-FB78-8E99-6FCA895CFA1C}"/>
              </a:ext>
            </a:extLst>
          </p:cNvPr>
          <p:cNvSpPr>
            <a:spLocks noGrp="1"/>
          </p:cNvSpPr>
          <p:nvPr>
            <p:ph type="body" idx="1"/>
          </p:nvPr>
        </p:nvSpPr>
        <p:spPr/>
        <p:txBody>
          <a:bodyPr/>
          <a:lstStyle/>
          <a:p>
            <a:endParaRPr lang="es-PE"/>
          </a:p>
        </p:txBody>
      </p:sp>
      <p:sp>
        <p:nvSpPr>
          <p:cNvPr id="4" name="Marcador de número de diapositiva 3">
            <a:extLst>
              <a:ext uri="{FF2B5EF4-FFF2-40B4-BE49-F238E27FC236}">
                <a16:creationId xmlns:a16="http://schemas.microsoft.com/office/drawing/2014/main" id="{7F59EF8A-08C4-F766-40AF-E3D4192FFB84}"/>
              </a:ext>
            </a:extLst>
          </p:cNvPr>
          <p:cNvSpPr>
            <a:spLocks noGrp="1"/>
          </p:cNvSpPr>
          <p:nvPr>
            <p:ph type="sldNum" sz="quarter" idx="5"/>
          </p:nvPr>
        </p:nvSpPr>
        <p:spPr/>
        <p:txBody>
          <a:bodyPr/>
          <a:lstStyle/>
          <a:p>
            <a:fld id="{7D63CD16-26F7-4FE1-8CAF-71D6B30D0958}" type="slidenum">
              <a:rPr lang="es-PE" smtClean="0"/>
              <a:t>21</a:t>
            </a:fld>
            <a:endParaRPr lang="es-PE"/>
          </a:p>
        </p:txBody>
      </p:sp>
    </p:spTree>
    <p:extLst>
      <p:ext uri="{BB962C8B-B14F-4D97-AF65-F5344CB8AC3E}">
        <p14:creationId xmlns:p14="http://schemas.microsoft.com/office/powerpoint/2010/main" val="2429301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5"/>
          </p:nvPr>
        </p:nvSpPr>
        <p:spPr/>
        <p:txBody>
          <a:bodyPr/>
          <a:lstStyle/>
          <a:p>
            <a:fld id="{7D63CD16-26F7-4FE1-8CAF-71D6B30D0958}" type="slidenum">
              <a:rPr lang="es-PE" smtClean="0"/>
              <a:t>22</a:t>
            </a:fld>
            <a:endParaRPr lang="es-PE"/>
          </a:p>
        </p:txBody>
      </p:sp>
    </p:spTree>
    <p:extLst>
      <p:ext uri="{BB962C8B-B14F-4D97-AF65-F5344CB8AC3E}">
        <p14:creationId xmlns:p14="http://schemas.microsoft.com/office/powerpoint/2010/main" val="6254378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9865E-EB4D-6851-6ADD-6A6407AE73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72D8D41-431C-CD34-17AB-0A22AA404AD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AECE009-4DAC-A23D-3B77-AB232ECA041E}"/>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2482C0A3-4F6E-5D50-B501-BFB2333C85E5}"/>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8217683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C1AB6-9429-8ADC-95FB-E343487F0C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D396502-95B4-FADD-3B74-61EC4A5BC0A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F365294-E6C3-9FC4-0B1D-E9CB38EB7498}"/>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0E667955-53C5-4782-1EBD-A6106E0CFB0E}"/>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11946035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8C540-51D3-D3F0-AD81-5861AE7287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B2DBF7B-1392-FFBC-CD4F-0110E961350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346DA9-631E-C603-9ED7-4BF4175980CA}"/>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9062AEB1-A6C4-B432-C5C7-BA2264B645D4}"/>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30564073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7C10B-F9A8-179E-4569-C123DF1D7C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6A563CA-3882-3268-9248-DA8D2C1B695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BD6D47A-E6D8-DB38-9BD0-A62B37E1D8E6}"/>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1E66034D-1EA2-5D78-D690-EF43F674B0D1}"/>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27996819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C0694-9B76-FE39-278F-0799BBDB30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2309B21-EB02-5C47-501D-4E369F266D8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F61544-A1F2-B7F4-FB8D-7C9961D34B67}"/>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B0429147-D44C-8B47-A4BA-C4F08030ED84}"/>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7923060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FD3D9-75B3-7E43-686D-4118E85F200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98AEF1-C6F5-BF8E-6379-3B57E59145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F086821-396B-7F85-3DBF-17B82F50F519}"/>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ED9A881B-C2FD-0386-32DC-0AD22A14F666}"/>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16300829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B24BB-5DB5-9944-CDBB-601AD6B2C94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9B5F082-650B-ECD7-CCDD-1606D27B741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FAB7FAC-FFE3-24E0-C075-A35C63C7A867}"/>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502F6425-152B-103F-8653-972BE57FF27E}"/>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41983743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6909A-D6AE-533F-25B4-965D071E2D2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14C3AA4-5139-ADD9-29DF-1FA2BA5C02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C1C9722-30DC-2DA3-E673-EA94A0B9074E}"/>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CA6E986E-4701-B2EF-E541-242620DE6694}"/>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42721945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5A3C1-8D79-A094-9356-8CAD8D2EB50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1BA031C-2D75-F49D-C97C-2D384D3F1E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4527620-E9C4-DCDB-4B86-91CE1456CEFC}"/>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354913B0-CFBE-2A8D-3176-62DA839F1389}"/>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33371680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649F8-DD62-D334-0978-992A4AE2B8C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388D6E-7145-348C-B034-514F9B3B96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6786E2A-3BDE-65FA-0330-18F12F122370}"/>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FC146B9F-C42D-D5B1-0D59-58E53B49B699}"/>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4545413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12188-9459-D515-5090-53AF00A1312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4C43798-ED38-806B-8892-DAF6DB4DF7F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37196AE-BFC8-D51A-5F2B-7618A0451C2E}"/>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ECA315EF-52CD-35DD-2B68-11143D3D4BDE}"/>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9421415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EED3A-431C-2B70-80B3-D1F65352770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213FA50-2D09-4FA6-2C34-DFA99B114FE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AFE1E14-B8EF-78FC-8CB4-699BCA34E7EA}"/>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067FEB5E-79FE-4F08-C18D-86A44FF67723}"/>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11457216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BDF24-2295-D460-1477-C08CF26C7B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CE665D-6B5F-BAB2-D293-760A1D12A05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A76CEEE-9EC2-9355-77BD-6502E73FAEEA}"/>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BBDD4056-1443-C358-32A6-B974D7B4D999}"/>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37310925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84508-D00A-6317-8CBD-DA0564A5703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787399C-046F-38B3-C859-17F846DA3A6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87CE7B0-4386-E517-59BB-ED71C1C826AE}"/>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027B9E80-2B65-C7CE-D47C-6E731B05EDC9}"/>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15833844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A2D92-ACC3-AF64-EB12-E078967154D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CD6C4AC-EB4A-9F78-442E-04D09B92C5E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5A5C770-24F3-5434-859E-EB659A1E5A03}"/>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FC9D884A-A3F2-5990-FDEB-BA559FB831BB}"/>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40023401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B44C1-7578-2757-362D-B4A835C1E0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00592B3-99CC-BD0D-21B6-C332D2510AB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AA2194C-3EAD-8097-160D-C59C2493EDB2}"/>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815D76CC-10A5-9FAD-3302-3F422B4BC46C}"/>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Aptos" panose="02110004020202020204"/>
              <a:ea typeface="+mn-ea"/>
              <a:cs typeface="+mn-cs"/>
              <a:sym typeface="ForFuture Sans" panose="020B0504020203020204" pitchFamily="34" charset="0"/>
            </a:endParaRPr>
          </a:p>
        </p:txBody>
      </p:sp>
    </p:spTree>
    <p:extLst>
      <p:ext uri="{BB962C8B-B14F-4D97-AF65-F5344CB8AC3E}">
        <p14:creationId xmlns:p14="http://schemas.microsoft.com/office/powerpoint/2010/main" val="30330933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CC954-21F2-611C-0C82-941F367E46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64EDC4A-81BF-3D16-E851-42438C8461A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80A330F-0BB6-5AEC-9EF7-EE1BFBAEBDBE}"/>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BA5D094B-9446-18DF-944E-291B716E0975}"/>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endParaRPr>
          </a:p>
        </p:txBody>
      </p:sp>
    </p:spTree>
    <p:extLst>
      <p:ext uri="{BB962C8B-B14F-4D97-AF65-F5344CB8AC3E}">
        <p14:creationId xmlns:p14="http://schemas.microsoft.com/office/powerpoint/2010/main" val="13548422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FD8DC-76BC-AAFD-F1DE-8B78F57C114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44974FB-03BF-0534-A2B7-192E143D2D5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D0A6408-4985-56E2-487F-1EECA8E9D89B}"/>
              </a:ext>
            </a:extLst>
          </p:cNvPr>
          <p:cNvSpPr>
            <a:spLocks noGrp="1"/>
          </p:cNvSpPr>
          <p:nvPr>
            <p:ph type="body" idx="1"/>
          </p:nvPr>
        </p:nvSpPr>
        <p:spPr/>
        <p:txBody>
          <a:bodyPr/>
          <a:lstStyle/>
          <a:p>
            <a:endParaRPr lang="en-US"/>
          </a:p>
        </p:txBody>
      </p:sp>
      <p:sp>
        <p:nvSpPr>
          <p:cNvPr id="4" name="Marcador de pie de página 3">
            <a:extLst>
              <a:ext uri="{FF2B5EF4-FFF2-40B4-BE49-F238E27FC236}">
                <a16:creationId xmlns:a16="http://schemas.microsoft.com/office/drawing/2014/main" id="{E8B604B1-C757-2094-D230-49B710839ADD}"/>
              </a:ext>
            </a:extLst>
          </p:cNvPr>
          <p:cNvSpPr>
            <a:spLocks noGrp="1"/>
          </p:cNvSpPr>
          <p:nvPr>
            <p:ph type="ftr" sz="quarter" idx="4"/>
          </p:nvPr>
        </p:nvSpPr>
        <p:spPr/>
        <p:txBody>
          <a:bodyPr/>
          <a:lstStyle/>
          <a:p>
            <a:r>
              <a:rPr lang="es-ES"/>
              <a:t>aaaaaaaaaaa</a:t>
            </a:r>
            <a:endParaRPr lang="en-ES"/>
          </a:p>
        </p:txBody>
      </p:sp>
    </p:spTree>
    <p:extLst>
      <p:ext uri="{BB962C8B-B14F-4D97-AF65-F5344CB8AC3E}">
        <p14:creationId xmlns:p14="http://schemas.microsoft.com/office/powerpoint/2010/main" val="27986421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0C6F9-C0A8-59F0-D96F-C6F83A717B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58C2865-F147-F34F-3D1D-FDD5EF46B75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D767DD1-C9CB-196D-E237-8FC8801C6682}"/>
              </a:ext>
            </a:extLst>
          </p:cNvPr>
          <p:cNvSpPr>
            <a:spLocks noGrp="1"/>
          </p:cNvSpPr>
          <p:nvPr>
            <p:ph type="body" idx="1"/>
          </p:nvPr>
        </p:nvSpPr>
        <p:spPr/>
        <p:txBody>
          <a:bodyPr/>
          <a:lstStyle/>
          <a:p>
            <a:endParaRPr lang="en-US"/>
          </a:p>
        </p:txBody>
      </p:sp>
      <p:sp>
        <p:nvSpPr>
          <p:cNvPr id="4" name="Marcador de pie de página 3">
            <a:extLst>
              <a:ext uri="{FF2B5EF4-FFF2-40B4-BE49-F238E27FC236}">
                <a16:creationId xmlns:a16="http://schemas.microsoft.com/office/drawing/2014/main" id="{5DC1B945-365C-01DD-4B13-D88806DCE38B}"/>
              </a:ext>
            </a:extLst>
          </p:cNvPr>
          <p:cNvSpPr>
            <a:spLocks noGrp="1"/>
          </p:cNvSpPr>
          <p:nvPr>
            <p:ph type="ftr" sz="quarter" idx="4"/>
          </p:nvPr>
        </p:nvSpPr>
        <p:spPr/>
        <p:txBody>
          <a:bodyPr/>
          <a:lstStyle/>
          <a:p>
            <a:r>
              <a:rPr lang="es-ES"/>
              <a:t>aaaaaaaaaaa</a:t>
            </a:r>
            <a:endParaRPr lang="en-ES"/>
          </a:p>
        </p:txBody>
      </p:sp>
    </p:spTree>
    <p:extLst>
      <p:ext uri="{BB962C8B-B14F-4D97-AF65-F5344CB8AC3E}">
        <p14:creationId xmlns:p14="http://schemas.microsoft.com/office/powerpoint/2010/main" val="19476025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a:p>
        </p:txBody>
      </p:sp>
    </p:spTree>
    <p:extLst>
      <p:ext uri="{BB962C8B-B14F-4D97-AF65-F5344CB8AC3E}">
        <p14:creationId xmlns:p14="http://schemas.microsoft.com/office/powerpoint/2010/main" val="36405135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a:p>
        </p:txBody>
      </p:sp>
    </p:spTree>
    <p:extLst>
      <p:ext uri="{BB962C8B-B14F-4D97-AF65-F5344CB8AC3E}">
        <p14:creationId xmlns:p14="http://schemas.microsoft.com/office/powerpoint/2010/main" val="37685645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784BA-8341-8E27-ECC3-A74BA306C6F7}"/>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3C694511-0723-879F-6FEB-89C283860DB1}"/>
              </a:ext>
            </a:extLst>
          </p:cNvPr>
          <p:cNvSpPr>
            <a:spLocks noGrp="1" noRot="1" noChangeAspect="1"/>
          </p:cNvSpPr>
          <p:nvPr>
            <p:ph type="sldImg"/>
          </p:nvPr>
        </p:nvSpPr>
        <p:spPr/>
      </p:sp>
      <p:sp>
        <p:nvSpPr>
          <p:cNvPr id="3" name="2 Marcador de notas">
            <a:extLst>
              <a:ext uri="{FF2B5EF4-FFF2-40B4-BE49-F238E27FC236}">
                <a16:creationId xmlns:a16="http://schemas.microsoft.com/office/drawing/2014/main" id="{9187BC0B-0FF4-094C-ED44-906EEC1F6567}"/>
              </a:ext>
            </a:extLst>
          </p:cNvPr>
          <p:cNvSpPr>
            <a:spLocks noGrp="1"/>
          </p:cNvSpPr>
          <p:nvPr>
            <p:ph type="body" idx="1"/>
          </p:nvPr>
        </p:nvSpPr>
        <p:spPr/>
        <p:txBody>
          <a:bodyPr/>
          <a:lstStyle/>
          <a:p>
            <a:endParaRPr lang="es-ES"/>
          </a:p>
        </p:txBody>
      </p:sp>
    </p:spTree>
    <p:extLst>
      <p:ext uri="{BB962C8B-B14F-4D97-AF65-F5344CB8AC3E}">
        <p14:creationId xmlns:p14="http://schemas.microsoft.com/office/powerpoint/2010/main" val="3740800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DEBA7-E37F-CD09-288A-0A6BCD6D4B35}"/>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E1ABA309-965E-2BDA-9CEA-58832BF95F12}"/>
              </a:ext>
            </a:extLst>
          </p:cNvPr>
          <p:cNvSpPr>
            <a:spLocks noGrp="1" noRot="1" noChangeAspect="1"/>
          </p:cNvSpPr>
          <p:nvPr>
            <p:ph type="sldImg"/>
          </p:nvPr>
        </p:nvSpPr>
        <p:spPr/>
      </p:sp>
      <p:sp>
        <p:nvSpPr>
          <p:cNvPr id="3" name="2 Marcador de notas">
            <a:extLst>
              <a:ext uri="{FF2B5EF4-FFF2-40B4-BE49-F238E27FC236}">
                <a16:creationId xmlns:a16="http://schemas.microsoft.com/office/drawing/2014/main" id="{3D8B9B67-DFBD-8914-434F-E04344EB5E9E}"/>
              </a:ext>
            </a:extLst>
          </p:cNvPr>
          <p:cNvSpPr>
            <a:spLocks noGrp="1"/>
          </p:cNvSpPr>
          <p:nvPr>
            <p:ph type="body" idx="1"/>
          </p:nvPr>
        </p:nvSpPr>
        <p:spPr/>
        <p:txBody>
          <a:bodyPr/>
          <a:lstStyle/>
          <a:p>
            <a:endParaRPr lang="es-ES"/>
          </a:p>
        </p:txBody>
      </p:sp>
    </p:spTree>
    <p:extLst>
      <p:ext uri="{BB962C8B-B14F-4D97-AF65-F5344CB8AC3E}">
        <p14:creationId xmlns:p14="http://schemas.microsoft.com/office/powerpoint/2010/main" val="42833556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75E95-D499-6C01-DEFE-A7400E0BA234}"/>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5298ACCD-5026-35C4-73FB-8529CC77C673}"/>
              </a:ext>
            </a:extLst>
          </p:cNvPr>
          <p:cNvSpPr>
            <a:spLocks noGrp="1" noRot="1" noChangeAspect="1"/>
          </p:cNvSpPr>
          <p:nvPr>
            <p:ph type="sldImg"/>
          </p:nvPr>
        </p:nvSpPr>
        <p:spPr/>
      </p:sp>
      <p:sp>
        <p:nvSpPr>
          <p:cNvPr id="3" name="2 Marcador de notas">
            <a:extLst>
              <a:ext uri="{FF2B5EF4-FFF2-40B4-BE49-F238E27FC236}">
                <a16:creationId xmlns:a16="http://schemas.microsoft.com/office/drawing/2014/main" id="{450B0586-986D-C13C-99B9-2DB67232C5E8}"/>
              </a:ext>
            </a:extLst>
          </p:cNvPr>
          <p:cNvSpPr>
            <a:spLocks noGrp="1"/>
          </p:cNvSpPr>
          <p:nvPr>
            <p:ph type="body" idx="1"/>
          </p:nvPr>
        </p:nvSpPr>
        <p:spPr/>
        <p:txBody>
          <a:bodyPr/>
          <a:lstStyle/>
          <a:p>
            <a:endParaRPr lang="es-ES"/>
          </a:p>
        </p:txBody>
      </p:sp>
    </p:spTree>
    <p:extLst>
      <p:ext uri="{BB962C8B-B14F-4D97-AF65-F5344CB8AC3E}">
        <p14:creationId xmlns:p14="http://schemas.microsoft.com/office/powerpoint/2010/main" val="26077788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3085D-35F8-FF5D-E5CE-D3319DA581D3}"/>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726DBB48-CDC3-D383-D4DF-5431E02F55C9}"/>
              </a:ext>
            </a:extLst>
          </p:cNvPr>
          <p:cNvSpPr>
            <a:spLocks noGrp="1" noRot="1" noChangeAspect="1"/>
          </p:cNvSpPr>
          <p:nvPr>
            <p:ph type="sldImg"/>
          </p:nvPr>
        </p:nvSpPr>
        <p:spPr/>
      </p:sp>
      <p:sp>
        <p:nvSpPr>
          <p:cNvPr id="3" name="2 Marcador de notas">
            <a:extLst>
              <a:ext uri="{FF2B5EF4-FFF2-40B4-BE49-F238E27FC236}">
                <a16:creationId xmlns:a16="http://schemas.microsoft.com/office/drawing/2014/main" id="{A92E0CCC-BEC2-B0B2-8A18-5C654891E87F}"/>
              </a:ext>
            </a:extLst>
          </p:cNvPr>
          <p:cNvSpPr>
            <a:spLocks noGrp="1"/>
          </p:cNvSpPr>
          <p:nvPr>
            <p:ph type="body" idx="1"/>
          </p:nvPr>
        </p:nvSpPr>
        <p:spPr/>
        <p:txBody>
          <a:bodyPr/>
          <a:lstStyle/>
          <a:p>
            <a:endParaRPr lang="es-ES"/>
          </a:p>
        </p:txBody>
      </p:sp>
    </p:spTree>
    <p:extLst>
      <p:ext uri="{BB962C8B-B14F-4D97-AF65-F5344CB8AC3E}">
        <p14:creationId xmlns:p14="http://schemas.microsoft.com/office/powerpoint/2010/main" val="329062390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1CC19-6CA9-4527-2BF1-DEBBDDF433A0}"/>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3151CC13-A155-9EF5-C82C-DE00CFA2A260}"/>
              </a:ext>
            </a:extLst>
          </p:cNvPr>
          <p:cNvSpPr>
            <a:spLocks noGrp="1" noRot="1" noChangeAspect="1"/>
          </p:cNvSpPr>
          <p:nvPr>
            <p:ph type="sldImg"/>
          </p:nvPr>
        </p:nvSpPr>
        <p:spPr/>
      </p:sp>
      <p:sp>
        <p:nvSpPr>
          <p:cNvPr id="3" name="2 Marcador de notas">
            <a:extLst>
              <a:ext uri="{FF2B5EF4-FFF2-40B4-BE49-F238E27FC236}">
                <a16:creationId xmlns:a16="http://schemas.microsoft.com/office/drawing/2014/main" id="{B1D7FEAB-5DA2-CD30-9F78-863FB5E4E5BC}"/>
              </a:ext>
            </a:extLst>
          </p:cNvPr>
          <p:cNvSpPr>
            <a:spLocks noGrp="1"/>
          </p:cNvSpPr>
          <p:nvPr>
            <p:ph type="body" idx="1"/>
          </p:nvPr>
        </p:nvSpPr>
        <p:spPr/>
        <p:txBody>
          <a:bodyPr/>
          <a:lstStyle/>
          <a:p>
            <a:endParaRPr lang="es-ES"/>
          </a:p>
        </p:txBody>
      </p:sp>
    </p:spTree>
    <p:extLst>
      <p:ext uri="{BB962C8B-B14F-4D97-AF65-F5344CB8AC3E}">
        <p14:creationId xmlns:p14="http://schemas.microsoft.com/office/powerpoint/2010/main" val="14155220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D36BE-734F-F8E6-5A74-263FD51B83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FCB2789-426F-BD47-28E8-594F3E97FC1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F03CDAC-1348-D866-E6DD-DC8224010B8E}"/>
              </a:ext>
            </a:extLst>
          </p:cNvPr>
          <p:cNvSpPr>
            <a:spLocks noGrp="1"/>
          </p:cNvSpPr>
          <p:nvPr>
            <p:ph type="body" idx="1"/>
          </p:nvPr>
        </p:nvSpPr>
        <p:spPr/>
        <p:txBody>
          <a:bodyPr/>
          <a:lstStyle/>
          <a:p>
            <a:endParaRPr lang="es-ES"/>
          </a:p>
        </p:txBody>
      </p:sp>
      <p:sp>
        <p:nvSpPr>
          <p:cNvPr id="4" name="Marcador de pie de página 3">
            <a:extLst>
              <a:ext uri="{FF2B5EF4-FFF2-40B4-BE49-F238E27FC236}">
                <a16:creationId xmlns:a16="http://schemas.microsoft.com/office/drawing/2014/main" id="{17053BF0-2BF0-C121-52C9-EB5AA68690C1}"/>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err="1">
                <a:ln>
                  <a:noFill/>
                </a:ln>
                <a:solidFill>
                  <a:prstClr val="black"/>
                </a:solidFill>
                <a:effectLst/>
                <a:uLnTx/>
                <a:uFillTx/>
                <a:latin typeface="ForFuture Sans" panose="020B0504020203020204" pitchFamily="34" charset="0"/>
                <a:ea typeface="+mn-ea"/>
                <a:cs typeface="+mn-cs"/>
                <a:sym typeface="ForFuture Sans" panose="020B0504020203020204" pitchFamily="34" charset="0"/>
              </a:rPr>
              <a:t>aaaaaaaaaaa</a:t>
            </a:r>
            <a:endParaRPr kumimoji="0" lang="en-ES" sz="1200" b="0" i="0" u="none" strike="noStrike" kern="1200" cap="none" spc="0" normalizeH="0" baseline="0" noProof="0">
              <a:ln>
                <a:noFill/>
              </a:ln>
              <a:solidFill>
                <a:prstClr val="black"/>
              </a:solidFill>
              <a:effectLst/>
              <a:uLnTx/>
              <a:uFillTx/>
              <a:latin typeface="ForFuture Sans" panose="020B0504020203020204" pitchFamily="34" charset="0"/>
              <a:ea typeface="+mn-ea"/>
              <a:cs typeface="+mn-cs"/>
              <a:sym typeface="ForFuture Sans" panose="020B0504020203020204" pitchFamily="34" charset="0"/>
            </a:endParaRPr>
          </a:p>
        </p:txBody>
      </p:sp>
    </p:spTree>
    <p:extLst>
      <p:ext uri="{BB962C8B-B14F-4D97-AF65-F5344CB8AC3E}">
        <p14:creationId xmlns:p14="http://schemas.microsoft.com/office/powerpoint/2010/main" val="27971046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CL" altLang="es-CL" sz="800">
              <a:solidFill>
                <a:schemeClr val="bg1"/>
              </a:solidFill>
            </a:endParaRPr>
          </a:p>
        </p:txBody>
      </p:sp>
      <p:sp>
        <p:nvSpPr>
          <p:cNvPr id="56324"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13790" rtl="0" eaLnBrk="1" fontAlgn="base" latinLnBrk="0" hangingPunct="1">
              <a:lnSpc>
                <a:spcPct val="100000"/>
              </a:lnSpc>
              <a:spcBef>
                <a:spcPct val="0"/>
              </a:spcBef>
              <a:spcAft>
                <a:spcPct val="0"/>
              </a:spcAft>
              <a:buClrTx/>
              <a:buSzTx/>
              <a:buFontTx/>
              <a:buNone/>
              <a:tabLst/>
              <a:defRPr/>
            </a:pPr>
            <a:fld id="{93008652-3264-47B4-805A-93FCBE19314A}" type="slidenum">
              <a:rPr kumimoji="0" lang="es-ES" altLang="es-CL" sz="1200" b="0" i="0" u="none" strike="noStrike" kern="1200" cap="none" spc="0" normalizeH="0" baseline="0" noProof="0" smtClean="0">
                <a:ln>
                  <a:noFill/>
                </a:ln>
                <a:solidFill>
                  <a:prstClr val="black"/>
                </a:solidFill>
                <a:effectLst/>
                <a:uLnTx/>
                <a:uFillTx/>
                <a:latin typeface="Soho Gothic Pro Light" panose="020B0303030504020204" pitchFamily="34" charset="0"/>
                <a:ea typeface="+mn-ea"/>
                <a:cs typeface="+mn-cs"/>
              </a:rPr>
              <a:pPr marL="0" marR="0" lvl="0" indent="0" algn="r" defTabSz="913790" rtl="0" eaLnBrk="1" fontAlgn="base" latinLnBrk="0" hangingPunct="1">
                <a:lnSpc>
                  <a:spcPct val="100000"/>
                </a:lnSpc>
                <a:spcBef>
                  <a:spcPct val="0"/>
                </a:spcBef>
                <a:spcAft>
                  <a:spcPct val="0"/>
                </a:spcAft>
                <a:buClrTx/>
                <a:buSzTx/>
                <a:buFontTx/>
                <a:buNone/>
                <a:tabLst/>
                <a:defRPr/>
              </a:pPr>
              <a:t>52</a:t>
            </a:fld>
            <a:endParaRPr kumimoji="0" lang="es-ES" altLang="es-CL" sz="1200" b="0" i="0" u="none" strike="noStrike" kern="1200" cap="none" spc="0" normalizeH="0" baseline="0" noProof="0">
              <a:ln>
                <a:noFill/>
              </a:ln>
              <a:solidFill>
                <a:prstClr val="black"/>
              </a:solidFill>
              <a:effectLst/>
              <a:uLnTx/>
              <a:uFillTx/>
              <a:latin typeface="Soho Gothic Pro Light" panose="020B0303030504020204" pitchFamily="34" charset="0"/>
              <a:ea typeface="+mn-ea"/>
              <a:cs typeface="+mn-cs"/>
            </a:endParaRPr>
          </a:p>
        </p:txBody>
      </p:sp>
    </p:spTree>
    <p:extLst>
      <p:ext uri="{BB962C8B-B14F-4D97-AF65-F5344CB8AC3E}">
        <p14:creationId xmlns:p14="http://schemas.microsoft.com/office/powerpoint/2010/main" val="26830301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CL" altLang="es-CL" sz="800">
              <a:solidFill>
                <a:schemeClr val="bg1"/>
              </a:solidFill>
            </a:endParaRPr>
          </a:p>
        </p:txBody>
      </p:sp>
      <p:sp>
        <p:nvSpPr>
          <p:cNvPr id="56324"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fontAlgn="base">
              <a:spcBef>
                <a:spcPct val="0"/>
              </a:spcBef>
              <a:spcAft>
                <a:spcPct val="0"/>
              </a:spcAft>
            </a:pPr>
            <a:fld id="{93008652-3264-47B4-805A-93FCBE19314A}" type="slidenum">
              <a:rPr lang="es-ES" altLang="es-CL" smtClean="0"/>
              <a:pPr fontAlgn="base">
                <a:spcBef>
                  <a:spcPct val="0"/>
                </a:spcBef>
                <a:spcAft>
                  <a:spcPct val="0"/>
                </a:spcAft>
              </a:pPr>
              <a:t>54</a:t>
            </a:fld>
            <a:endParaRPr lang="es-ES" altLang="es-CL"/>
          </a:p>
        </p:txBody>
      </p:sp>
    </p:spTree>
    <p:extLst>
      <p:ext uri="{BB962C8B-B14F-4D97-AF65-F5344CB8AC3E}">
        <p14:creationId xmlns:p14="http://schemas.microsoft.com/office/powerpoint/2010/main" val="26830301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CL" altLang="es-CL" sz="800">
              <a:solidFill>
                <a:schemeClr val="bg1"/>
              </a:solidFill>
            </a:endParaRPr>
          </a:p>
        </p:txBody>
      </p:sp>
      <p:sp>
        <p:nvSpPr>
          <p:cNvPr id="56324"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fontAlgn="base">
              <a:spcBef>
                <a:spcPct val="0"/>
              </a:spcBef>
              <a:spcAft>
                <a:spcPct val="0"/>
              </a:spcAft>
            </a:pPr>
            <a:fld id="{93008652-3264-47B4-805A-93FCBE19314A}" type="slidenum">
              <a:rPr lang="es-ES" altLang="es-CL" smtClean="0"/>
              <a:pPr fontAlgn="base">
                <a:spcBef>
                  <a:spcPct val="0"/>
                </a:spcBef>
                <a:spcAft>
                  <a:spcPct val="0"/>
                </a:spcAft>
              </a:pPr>
              <a:t>55</a:t>
            </a:fld>
            <a:endParaRPr lang="es-ES" altLang="es-CL"/>
          </a:p>
        </p:txBody>
      </p:sp>
    </p:spTree>
    <p:extLst>
      <p:ext uri="{BB962C8B-B14F-4D97-AF65-F5344CB8AC3E}">
        <p14:creationId xmlns:p14="http://schemas.microsoft.com/office/powerpoint/2010/main" val="19881081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CL" altLang="es-CL" sz="800">
              <a:solidFill>
                <a:schemeClr val="bg1"/>
              </a:solidFill>
            </a:endParaRPr>
          </a:p>
        </p:txBody>
      </p:sp>
      <p:sp>
        <p:nvSpPr>
          <p:cNvPr id="56324"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13790" rtl="0" eaLnBrk="1" fontAlgn="base" latinLnBrk="0" hangingPunct="1">
              <a:lnSpc>
                <a:spcPct val="100000"/>
              </a:lnSpc>
              <a:spcBef>
                <a:spcPct val="0"/>
              </a:spcBef>
              <a:spcAft>
                <a:spcPct val="0"/>
              </a:spcAft>
              <a:buClrTx/>
              <a:buSzTx/>
              <a:buFontTx/>
              <a:buNone/>
              <a:tabLst/>
              <a:defRPr/>
            </a:pPr>
            <a:fld id="{93008652-3264-47B4-805A-93FCBE19314A}" type="slidenum">
              <a:rPr kumimoji="0" lang="es-ES" altLang="es-CL" sz="1200" b="0" i="0" u="none" strike="noStrike" kern="1200" cap="none" spc="0" normalizeH="0" baseline="0" noProof="0" smtClean="0">
                <a:ln>
                  <a:noFill/>
                </a:ln>
                <a:solidFill>
                  <a:prstClr val="black"/>
                </a:solidFill>
                <a:effectLst/>
                <a:uLnTx/>
                <a:uFillTx/>
                <a:latin typeface="Soho Gothic Pro Light" panose="020B0303030504020204" pitchFamily="34" charset="0"/>
                <a:ea typeface="+mn-ea"/>
                <a:cs typeface="+mn-cs"/>
              </a:rPr>
              <a:pPr marL="0" marR="0" lvl="0" indent="0" algn="r" defTabSz="913790" rtl="0" eaLnBrk="1" fontAlgn="base" latinLnBrk="0" hangingPunct="1">
                <a:lnSpc>
                  <a:spcPct val="100000"/>
                </a:lnSpc>
                <a:spcBef>
                  <a:spcPct val="0"/>
                </a:spcBef>
                <a:spcAft>
                  <a:spcPct val="0"/>
                </a:spcAft>
                <a:buClrTx/>
                <a:buSzTx/>
                <a:buFontTx/>
                <a:buNone/>
                <a:tabLst/>
                <a:defRPr/>
              </a:pPr>
              <a:t>57</a:t>
            </a:fld>
            <a:endParaRPr kumimoji="0" lang="es-ES" altLang="es-CL" sz="1200" b="0" i="0" u="none" strike="noStrike" kern="1200" cap="none" spc="0" normalizeH="0" baseline="0" noProof="0">
              <a:ln>
                <a:noFill/>
              </a:ln>
              <a:solidFill>
                <a:prstClr val="black"/>
              </a:solidFill>
              <a:effectLst/>
              <a:uLnTx/>
              <a:uFillTx/>
              <a:latin typeface="Soho Gothic Pro Light" panose="020B0303030504020204" pitchFamily="34" charset="0"/>
              <a:ea typeface="+mn-ea"/>
              <a:cs typeface="+mn-cs"/>
            </a:endParaRPr>
          </a:p>
        </p:txBody>
      </p:sp>
    </p:spTree>
    <p:extLst>
      <p:ext uri="{BB962C8B-B14F-4D97-AF65-F5344CB8AC3E}">
        <p14:creationId xmlns:p14="http://schemas.microsoft.com/office/powerpoint/2010/main" val="26830301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0AD60-AD84-D71E-12DB-A3E2A9EE7C7B}"/>
            </a:ext>
          </a:extLst>
        </p:cNvPr>
        <p:cNvGrpSpPr/>
        <p:nvPr/>
      </p:nvGrpSpPr>
      <p:grpSpPr>
        <a:xfrm>
          <a:off x="0" y="0"/>
          <a:ext cx="0" cy="0"/>
          <a:chOff x="0" y="0"/>
          <a:chExt cx="0" cy="0"/>
        </a:xfrm>
      </p:grpSpPr>
      <p:sp>
        <p:nvSpPr>
          <p:cNvPr id="56322" name="Marcador de imagen de diapositiva 1">
            <a:extLst>
              <a:ext uri="{FF2B5EF4-FFF2-40B4-BE49-F238E27FC236}">
                <a16:creationId xmlns:a16="http://schemas.microsoft.com/office/drawing/2014/main" id="{60682DBE-184E-FD8B-8FE8-C6970C49961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Marcador de notas 2">
            <a:extLst>
              <a:ext uri="{FF2B5EF4-FFF2-40B4-BE49-F238E27FC236}">
                <a16:creationId xmlns:a16="http://schemas.microsoft.com/office/drawing/2014/main" id="{8E6C74F2-488E-31F1-10B6-B71E4871CF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CL" altLang="es-CL" sz="800">
              <a:solidFill>
                <a:schemeClr val="bg1"/>
              </a:solidFill>
            </a:endParaRPr>
          </a:p>
        </p:txBody>
      </p:sp>
      <p:sp>
        <p:nvSpPr>
          <p:cNvPr id="56324" name="Marcador de número de diapositiva 3">
            <a:extLst>
              <a:ext uri="{FF2B5EF4-FFF2-40B4-BE49-F238E27FC236}">
                <a16:creationId xmlns:a16="http://schemas.microsoft.com/office/drawing/2014/main" id="{9907370C-B488-62DA-35F5-DA8A5D8C397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13790" rtl="0" eaLnBrk="1" fontAlgn="base" latinLnBrk="0" hangingPunct="1">
              <a:lnSpc>
                <a:spcPct val="100000"/>
              </a:lnSpc>
              <a:spcBef>
                <a:spcPct val="0"/>
              </a:spcBef>
              <a:spcAft>
                <a:spcPct val="0"/>
              </a:spcAft>
              <a:buClrTx/>
              <a:buSzTx/>
              <a:buFontTx/>
              <a:buNone/>
              <a:tabLst/>
              <a:defRPr/>
            </a:pPr>
            <a:fld id="{93008652-3264-47B4-805A-93FCBE19314A}" type="slidenum">
              <a:rPr kumimoji="0" lang="es-ES" altLang="es-CL" sz="1200" b="0" i="0" u="none" strike="noStrike" kern="1200" cap="none" spc="0" normalizeH="0" baseline="0" noProof="0" smtClean="0">
                <a:ln>
                  <a:noFill/>
                </a:ln>
                <a:solidFill>
                  <a:prstClr val="black"/>
                </a:solidFill>
                <a:effectLst/>
                <a:uLnTx/>
                <a:uFillTx/>
                <a:latin typeface="Soho Gothic Pro Light" panose="020B0303030504020204" pitchFamily="34" charset="0"/>
                <a:ea typeface="+mn-ea"/>
                <a:cs typeface="+mn-cs"/>
              </a:rPr>
              <a:pPr marL="0" marR="0" lvl="0" indent="0" algn="r" defTabSz="913790" rtl="0" eaLnBrk="1" fontAlgn="base" latinLnBrk="0" hangingPunct="1">
                <a:lnSpc>
                  <a:spcPct val="100000"/>
                </a:lnSpc>
                <a:spcBef>
                  <a:spcPct val="0"/>
                </a:spcBef>
                <a:spcAft>
                  <a:spcPct val="0"/>
                </a:spcAft>
                <a:buClrTx/>
                <a:buSzTx/>
                <a:buFontTx/>
                <a:buNone/>
                <a:tabLst/>
                <a:defRPr/>
              </a:pPr>
              <a:t>58</a:t>
            </a:fld>
            <a:endParaRPr kumimoji="0" lang="es-ES" altLang="es-CL" sz="1200" b="0" i="0" u="none" strike="noStrike" kern="1200" cap="none" spc="0" normalizeH="0" baseline="0" noProof="0">
              <a:ln>
                <a:noFill/>
              </a:ln>
              <a:solidFill>
                <a:prstClr val="black"/>
              </a:solidFill>
              <a:effectLst/>
              <a:uLnTx/>
              <a:uFillTx/>
              <a:latin typeface="Soho Gothic Pro Light" panose="020B0303030504020204" pitchFamily="34" charset="0"/>
              <a:ea typeface="+mn-ea"/>
              <a:cs typeface="+mn-cs"/>
            </a:endParaRPr>
          </a:p>
        </p:txBody>
      </p:sp>
    </p:spTree>
    <p:extLst>
      <p:ext uri="{BB962C8B-B14F-4D97-AF65-F5344CB8AC3E}">
        <p14:creationId xmlns:p14="http://schemas.microsoft.com/office/powerpoint/2010/main" val="30115258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CL" altLang="es-CL" sz="800">
              <a:solidFill>
                <a:schemeClr val="bg1"/>
              </a:solidFill>
            </a:endParaRPr>
          </a:p>
        </p:txBody>
      </p:sp>
      <p:sp>
        <p:nvSpPr>
          <p:cNvPr id="56324"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13790" rtl="0" eaLnBrk="1" fontAlgn="base" latinLnBrk="0" hangingPunct="1">
              <a:lnSpc>
                <a:spcPct val="100000"/>
              </a:lnSpc>
              <a:spcBef>
                <a:spcPct val="0"/>
              </a:spcBef>
              <a:spcAft>
                <a:spcPct val="0"/>
              </a:spcAft>
              <a:buClrTx/>
              <a:buSzTx/>
              <a:buFontTx/>
              <a:buNone/>
              <a:tabLst/>
              <a:defRPr/>
            </a:pPr>
            <a:fld id="{93008652-3264-47B4-805A-93FCBE19314A}" type="slidenum">
              <a:rPr kumimoji="0" lang="es-ES" altLang="es-CL" sz="1200" b="0" i="0" u="none" strike="noStrike" kern="1200" cap="none" spc="0" normalizeH="0" baseline="0" noProof="0" smtClean="0">
                <a:ln>
                  <a:noFill/>
                </a:ln>
                <a:solidFill>
                  <a:prstClr val="black"/>
                </a:solidFill>
                <a:effectLst/>
                <a:uLnTx/>
                <a:uFillTx/>
                <a:latin typeface="Soho Gothic Pro Light" panose="020B0303030504020204" pitchFamily="34" charset="0"/>
                <a:ea typeface="+mn-ea"/>
                <a:cs typeface="+mn-cs"/>
              </a:rPr>
              <a:pPr marL="0" marR="0" lvl="0" indent="0" algn="r" defTabSz="913790" rtl="0" eaLnBrk="1" fontAlgn="base" latinLnBrk="0" hangingPunct="1">
                <a:lnSpc>
                  <a:spcPct val="100000"/>
                </a:lnSpc>
                <a:spcBef>
                  <a:spcPct val="0"/>
                </a:spcBef>
                <a:spcAft>
                  <a:spcPct val="0"/>
                </a:spcAft>
                <a:buClrTx/>
                <a:buSzTx/>
                <a:buFontTx/>
                <a:buNone/>
                <a:tabLst/>
                <a:defRPr/>
              </a:pPr>
              <a:t>59</a:t>
            </a:fld>
            <a:endParaRPr kumimoji="0" lang="es-ES" altLang="es-CL" sz="1200" b="0" i="0" u="none" strike="noStrike" kern="1200" cap="none" spc="0" normalizeH="0" baseline="0" noProof="0">
              <a:ln>
                <a:noFill/>
              </a:ln>
              <a:solidFill>
                <a:prstClr val="black"/>
              </a:solidFill>
              <a:effectLst/>
              <a:uLnTx/>
              <a:uFillTx/>
              <a:latin typeface="Soho Gothic Pro Light" panose="020B0303030504020204" pitchFamily="34" charset="0"/>
              <a:ea typeface="+mn-ea"/>
              <a:cs typeface="+mn-cs"/>
            </a:endParaRPr>
          </a:p>
        </p:txBody>
      </p:sp>
    </p:spTree>
    <p:extLst>
      <p:ext uri="{BB962C8B-B14F-4D97-AF65-F5344CB8AC3E}">
        <p14:creationId xmlns:p14="http://schemas.microsoft.com/office/powerpoint/2010/main" val="26830301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564A1-4111-71D1-980A-002886ECC2C8}"/>
            </a:ext>
          </a:extLst>
        </p:cNvPr>
        <p:cNvGrpSpPr/>
        <p:nvPr/>
      </p:nvGrpSpPr>
      <p:grpSpPr>
        <a:xfrm>
          <a:off x="0" y="0"/>
          <a:ext cx="0" cy="0"/>
          <a:chOff x="0" y="0"/>
          <a:chExt cx="0" cy="0"/>
        </a:xfrm>
      </p:grpSpPr>
      <p:sp>
        <p:nvSpPr>
          <p:cNvPr id="56322" name="Marcador de imagen de diapositiva 1">
            <a:extLst>
              <a:ext uri="{FF2B5EF4-FFF2-40B4-BE49-F238E27FC236}">
                <a16:creationId xmlns:a16="http://schemas.microsoft.com/office/drawing/2014/main" id="{B61AB591-05A1-9118-D739-0A1A0735DA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Marcador de notas 2">
            <a:extLst>
              <a:ext uri="{FF2B5EF4-FFF2-40B4-BE49-F238E27FC236}">
                <a16:creationId xmlns:a16="http://schemas.microsoft.com/office/drawing/2014/main" id="{F48DA365-9865-6A60-5743-C92628428B9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CL" altLang="es-CL" sz="800">
              <a:solidFill>
                <a:schemeClr val="bg1"/>
              </a:solidFill>
            </a:endParaRPr>
          </a:p>
        </p:txBody>
      </p:sp>
      <p:sp>
        <p:nvSpPr>
          <p:cNvPr id="56324" name="Marcador de número de diapositiva 3">
            <a:extLst>
              <a:ext uri="{FF2B5EF4-FFF2-40B4-BE49-F238E27FC236}">
                <a16:creationId xmlns:a16="http://schemas.microsoft.com/office/drawing/2014/main" id="{CBD7ADFD-8CF3-D756-A447-146D3FA9559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13790" rtl="0" eaLnBrk="1" fontAlgn="base" latinLnBrk="0" hangingPunct="1">
              <a:lnSpc>
                <a:spcPct val="100000"/>
              </a:lnSpc>
              <a:spcBef>
                <a:spcPct val="0"/>
              </a:spcBef>
              <a:spcAft>
                <a:spcPct val="0"/>
              </a:spcAft>
              <a:buClrTx/>
              <a:buSzTx/>
              <a:buFontTx/>
              <a:buNone/>
              <a:tabLst/>
              <a:defRPr/>
            </a:pPr>
            <a:fld id="{93008652-3264-47B4-805A-93FCBE19314A}" type="slidenum">
              <a:rPr kumimoji="0" lang="es-ES" altLang="es-CL" sz="1200" b="0" i="0" u="none" strike="noStrike" kern="1200" cap="none" spc="0" normalizeH="0" baseline="0" noProof="0" smtClean="0">
                <a:ln>
                  <a:noFill/>
                </a:ln>
                <a:solidFill>
                  <a:prstClr val="black"/>
                </a:solidFill>
                <a:effectLst/>
                <a:uLnTx/>
                <a:uFillTx/>
                <a:latin typeface="Soho Gothic Pro Light" panose="020B0303030504020204" pitchFamily="34" charset="0"/>
                <a:ea typeface="+mn-ea"/>
                <a:cs typeface="+mn-cs"/>
              </a:rPr>
              <a:pPr marL="0" marR="0" lvl="0" indent="0" algn="r" defTabSz="913790" rtl="0" eaLnBrk="1" fontAlgn="base" latinLnBrk="0" hangingPunct="1">
                <a:lnSpc>
                  <a:spcPct val="100000"/>
                </a:lnSpc>
                <a:spcBef>
                  <a:spcPct val="0"/>
                </a:spcBef>
                <a:spcAft>
                  <a:spcPct val="0"/>
                </a:spcAft>
                <a:buClrTx/>
                <a:buSzTx/>
                <a:buFontTx/>
                <a:buNone/>
                <a:tabLst/>
                <a:defRPr/>
              </a:pPr>
              <a:t>60</a:t>
            </a:fld>
            <a:endParaRPr kumimoji="0" lang="es-ES" altLang="es-CL" sz="1200" b="0" i="0" u="none" strike="noStrike" kern="1200" cap="none" spc="0" normalizeH="0" baseline="0" noProof="0">
              <a:ln>
                <a:noFill/>
              </a:ln>
              <a:solidFill>
                <a:prstClr val="black"/>
              </a:solidFill>
              <a:effectLst/>
              <a:uLnTx/>
              <a:uFillTx/>
              <a:latin typeface="Soho Gothic Pro Light" panose="020B0303030504020204" pitchFamily="34" charset="0"/>
              <a:ea typeface="+mn-ea"/>
              <a:cs typeface="+mn-cs"/>
            </a:endParaRPr>
          </a:p>
        </p:txBody>
      </p:sp>
    </p:spTree>
    <p:extLst>
      <p:ext uri="{BB962C8B-B14F-4D97-AF65-F5344CB8AC3E}">
        <p14:creationId xmlns:p14="http://schemas.microsoft.com/office/powerpoint/2010/main" val="3062571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a:p>
        </p:txBody>
      </p:sp>
      <p:sp>
        <p:nvSpPr>
          <p:cNvPr id="4" name="3 Marcador de número de diapositiva"/>
          <p:cNvSpPr>
            <a:spLocks noGrp="1"/>
          </p:cNvSpPr>
          <p:nvPr>
            <p:ph type="sldNum" sz="quarter" idx="10"/>
          </p:nvPr>
        </p:nvSpPr>
        <p:spPr/>
        <p:txBody>
          <a:bodyPr/>
          <a:lstStyle/>
          <a:p>
            <a:pPr marL="0" marR="0" lvl="0" indent="0" algn="r" defTabSz="779163" rtl="0" eaLnBrk="1" fontAlgn="auto" latinLnBrk="0" hangingPunct="1">
              <a:lnSpc>
                <a:spcPct val="100000"/>
              </a:lnSpc>
              <a:spcBef>
                <a:spcPts val="0"/>
              </a:spcBef>
              <a:spcAft>
                <a:spcPts val="0"/>
              </a:spcAft>
              <a:buClrTx/>
              <a:buSzTx/>
              <a:buFontTx/>
              <a:buNone/>
              <a:tabLst/>
              <a:defRPr/>
            </a:pPr>
            <a:fld id="{B248A1A4-A39C-4ABB-800D-4BA391F412F9}" type="slidenum">
              <a:rPr kumimoji="0" lang="fr-FR"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779163" rtl="0" eaLnBrk="1" fontAlgn="auto" latinLnBrk="0" hangingPunct="1">
                <a:lnSpc>
                  <a:spcPct val="100000"/>
                </a:lnSpc>
                <a:spcBef>
                  <a:spcPts val="0"/>
                </a:spcBef>
                <a:spcAft>
                  <a:spcPts val="0"/>
                </a:spcAft>
                <a:buClrTx/>
                <a:buSzTx/>
                <a:buFontTx/>
                <a:buNone/>
                <a:tabLst/>
                <a:defRPr/>
              </a:pPr>
              <a:t>61</a:t>
            </a:fld>
            <a:endParaRPr kumimoji="0" lang="fr-FR"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17785222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a:p>
        </p:txBody>
      </p:sp>
      <p:sp>
        <p:nvSpPr>
          <p:cNvPr id="4" name="3 Marcador de número de diapositiva"/>
          <p:cNvSpPr>
            <a:spLocks noGrp="1"/>
          </p:cNvSpPr>
          <p:nvPr>
            <p:ph type="sldNum" sz="quarter" idx="10"/>
          </p:nvPr>
        </p:nvSpPr>
        <p:spPr/>
        <p:txBody>
          <a:bodyPr/>
          <a:lstStyle/>
          <a:p>
            <a:pPr marL="0" marR="0" lvl="0" indent="0" algn="r" defTabSz="779163" rtl="0" eaLnBrk="1" fontAlgn="auto" latinLnBrk="0" hangingPunct="1">
              <a:lnSpc>
                <a:spcPct val="100000"/>
              </a:lnSpc>
              <a:spcBef>
                <a:spcPts val="0"/>
              </a:spcBef>
              <a:spcAft>
                <a:spcPts val="0"/>
              </a:spcAft>
              <a:buClrTx/>
              <a:buSzTx/>
              <a:buFontTx/>
              <a:buNone/>
              <a:tabLst/>
              <a:defRPr/>
            </a:pPr>
            <a:fld id="{B248A1A4-A39C-4ABB-800D-4BA391F412F9}" type="slidenum">
              <a:rPr kumimoji="0" lang="fr-FR"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779163" rtl="0" eaLnBrk="1" fontAlgn="auto" latinLnBrk="0" hangingPunct="1">
                <a:lnSpc>
                  <a:spcPct val="100000"/>
                </a:lnSpc>
                <a:spcBef>
                  <a:spcPts val="0"/>
                </a:spcBef>
                <a:spcAft>
                  <a:spcPts val="0"/>
                </a:spcAft>
                <a:buClrTx/>
                <a:buSzTx/>
                <a:buFontTx/>
                <a:buNone/>
                <a:tabLst/>
                <a:defRPr/>
              </a:pPr>
              <a:t>62</a:t>
            </a:fld>
            <a:endParaRPr kumimoji="0" lang="fr-FR"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7269902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a:p>
        </p:txBody>
      </p:sp>
      <p:sp>
        <p:nvSpPr>
          <p:cNvPr id="4" name="3 Marcador de número de diapositiva"/>
          <p:cNvSpPr>
            <a:spLocks noGrp="1"/>
          </p:cNvSpPr>
          <p:nvPr>
            <p:ph type="sldNum" sz="quarter" idx="10"/>
          </p:nvPr>
        </p:nvSpPr>
        <p:spPr/>
        <p:txBody>
          <a:bodyPr/>
          <a:lstStyle/>
          <a:p>
            <a:pPr marL="0" marR="0" lvl="0" indent="0" algn="r" defTabSz="779163" rtl="0" eaLnBrk="1" fontAlgn="auto" latinLnBrk="0" hangingPunct="1">
              <a:lnSpc>
                <a:spcPct val="100000"/>
              </a:lnSpc>
              <a:spcBef>
                <a:spcPts val="0"/>
              </a:spcBef>
              <a:spcAft>
                <a:spcPts val="0"/>
              </a:spcAft>
              <a:buClrTx/>
              <a:buSzTx/>
              <a:buFontTx/>
              <a:buNone/>
              <a:tabLst/>
              <a:defRPr/>
            </a:pPr>
            <a:fld id="{B248A1A4-A39C-4ABB-800D-4BA391F412F9}" type="slidenum">
              <a:rPr kumimoji="0" lang="fr-FR"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779163" rtl="0" eaLnBrk="1" fontAlgn="auto" latinLnBrk="0" hangingPunct="1">
                <a:lnSpc>
                  <a:spcPct val="100000"/>
                </a:lnSpc>
                <a:spcBef>
                  <a:spcPts val="0"/>
                </a:spcBef>
                <a:spcAft>
                  <a:spcPts val="0"/>
                </a:spcAft>
                <a:buClrTx/>
                <a:buSzTx/>
                <a:buFontTx/>
                <a:buNone/>
                <a:tabLst/>
                <a:defRPr/>
              </a:pPr>
              <a:t>63</a:t>
            </a:fld>
            <a:endParaRPr kumimoji="0" lang="fr-FR"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17785222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A1C97-5893-CC37-4E4F-ADF5F245EBC7}"/>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EC5820E6-E447-E707-324E-40655D162D14}"/>
              </a:ext>
            </a:extLst>
          </p:cNvPr>
          <p:cNvSpPr>
            <a:spLocks noGrp="1" noRot="1" noChangeAspect="1"/>
          </p:cNvSpPr>
          <p:nvPr>
            <p:ph type="sldImg"/>
          </p:nvPr>
        </p:nvSpPr>
        <p:spPr/>
      </p:sp>
      <p:sp>
        <p:nvSpPr>
          <p:cNvPr id="3" name="2 Marcador de notas">
            <a:extLst>
              <a:ext uri="{FF2B5EF4-FFF2-40B4-BE49-F238E27FC236}">
                <a16:creationId xmlns:a16="http://schemas.microsoft.com/office/drawing/2014/main" id="{B5CB7D3A-B0D3-34BA-ACE1-52E27036D1E8}"/>
              </a:ext>
            </a:extLst>
          </p:cNvPr>
          <p:cNvSpPr>
            <a:spLocks noGrp="1"/>
          </p:cNvSpPr>
          <p:nvPr>
            <p:ph type="body" idx="1"/>
          </p:nvPr>
        </p:nvSpPr>
        <p:spPr/>
        <p:txBody>
          <a:bodyPr/>
          <a:lstStyle/>
          <a:p>
            <a:endParaRPr lang="es-ES"/>
          </a:p>
        </p:txBody>
      </p:sp>
      <p:sp>
        <p:nvSpPr>
          <p:cNvPr id="4" name="3 Marcador de número de diapositiva">
            <a:extLst>
              <a:ext uri="{FF2B5EF4-FFF2-40B4-BE49-F238E27FC236}">
                <a16:creationId xmlns:a16="http://schemas.microsoft.com/office/drawing/2014/main" id="{8F02D99A-2486-1DE4-1F72-C27639C60787}"/>
              </a:ext>
            </a:extLst>
          </p:cNvPr>
          <p:cNvSpPr>
            <a:spLocks noGrp="1"/>
          </p:cNvSpPr>
          <p:nvPr>
            <p:ph type="sldNum" sz="quarter" idx="10"/>
          </p:nvPr>
        </p:nvSpPr>
        <p:spPr/>
        <p:txBody>
          <a:bodyPr/>
          <a:lstStyle/>
          <a:p>
            <a:pPr marL="0" marR="0" lvl="0" indent="0" algn="r" defTabSz="779163" rtl="0" eaLnBrk="1" fontAlgn="auto" latinLnBrk="0" hangingPunct="1">
              <a:lnSpc>
                <a:spcPct val="100000"/>
              </a:lnSpc>
              <a:spcBef>
                <a:spcPts val="0"/>
              </a:spcBef>
              <a:spcAft>
                <a:spcPts val="0"/>
              </a:spcAft>
              <a:buClrTx/>
              <a:buSzTx/>
              <a:buFontTx/>
              <a:buNone/>
              <a:tabLst/>
              <a:defRPr/>
            </a:pPr>
            <a:fld id="{B248A1A4-A39C-4ABB-800D-4BA391F412F9}" type="slidenum">
              <a:rPr kumimoji="0" lang="fr-FR"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779163" rtl="0" eaLnBrk="1" fontAlgn="auto" latinLnBrk="0" hangingPunct="1">
                <a:lnSpc>
                  <a:spcPct val="100000"/>
                </a:lnSpc>
                <a:spcBef>
                  <a:spcPts val="0"/>
                </a:spcBef>
                <a:spcAft>
                  <a:spcPts val="0"/>
                </a:spcAft>
                <a:buClrTx/>
                <a:buSzTx/>
                <a:buFontTx/>
                <a:buNone/>
                <a:tabLst/>
                <a:defRPr/>
              </a:pPr>
              <a:t>64</a:t>
            </a:fld>
            <a:endParaRPr kumimoji="0" lang="fr-FR"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1959500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CBE12-2777-B50B-D8C8-C03438C174EF}"/>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76094D54-9865-A35B-430A-BB24987DD606}"/>
              </a:ext>
            </a:extLst>
          </p:cNvPr>
          <p:cNvSpPr>
            <a:spLocks noGrp="1" noRot="1" noChangeAspect="1"/>
          </p:cNvSpPr>
          <p:nvPr>
            <p:ph type="sldImg"/>
          </p:nvPr>
        </p:nvSpPr>
        <p:spPr/>
      </p:sp>
      <p:sp>
        <p:nvSpPr>
          <p:cNvPr id="3" name="2 Marcador de notas">
            <a:extLst>
              <a:ext uri="{FF2B5EF4-FFF2-40B4-BE49-F238E27FC236}">
                <a16:creationId xmlns:a16="http://schemas.microsoft.com/office/drawing/2014/main" id="{940075EA-A1BF-1C0C-26AA-D8F042848683}"/>
              </a:ext>
            </a:extLst>
          </p:cNvPr>
          <p:cNvSpPr>
            <a:spLocks noGrp="1"/>
          </p:cNvSpPr>
          <p:nvPr>
            <p:ph type="body" idx="1"/>
          </p:nvPr>
        </p:nvSpPr>
        <p:spPr/>
        <p:txBody>
          <a:bodyPr/>
          <a:lstStyle/>
          <a:p>
            <a:endParaRPr lang="es-ES"/>
          </a:p>
        </p:txBody>
      </p:sp>
      <p:sp>
        <p:nvSpPr>
          <p:cNvPr id="4" name="3 Marcador de número de diapositiva">
            <a:extLst>
              <a:ext uri="{FF2B5EF4-FFF2-40B4-BE49-F238E27FC236}">
                <a16:creationId xmlns:a16="http://schemas.microsoft.com/office/drawing/2014/main" id="{FA889A8D-9EEA-A2CB-913D-F228A3936AE9}"/>
              </a:ext>
            </a:extLst>
          </p:cNvPr>
          <p:cNvSpPr>
            <a:spLocks noGrp="1"/>
          </p:cNvSpPr>
          <p:nvPr>
            <p:ph type="sldNum" sz="quarter" idx="10"/>
          </p:nvPr>
        </p:nvSpPr>
        <p:spPr/>
        <p:txBody>
          <a:bodyPr/>
          <a:lstStyle/>
          <a:p>
            <a:pPr marL="0" marR="0" lvl="0" indent="0" algn="r" defTabSz="779163" rtl="0" eaLnBrk="1" fontAlgn="auto" latinLnBrk="0" hangingPunct="1">
              <a:lnSpc>
                <a:spcPct val="100000"/>
              </a:lnSpc>
              <a:spcBef>
                <a:spcPts val="0"/>
              </a:spcBef>
              <a:spcAft>
                <a:spcPts val="0"/>
              </a:spcAft>
              <a:buClrTx/>
              <a:buSzTx/>
              <a:buFontTx/>
              <a:buNone/>
              <a:tabLst/>
              <a:defRPr/>
            </a:pPr>
            <a:fld id="{B248A1A4-A39C-4ABB-800D-4BA391F412F9}" type="slidenum">
              <a:rPr kumimoji="0" lang="fr-FR"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779163" rtl="0" eaLnBrk="1" fontAlgn="auto" latinLnBrk="0" hangingPunct="1">
                <a:lnSpc>
                  <a:spcPct val="100000"/>
                </a:lnSpc>
                <a:spcBef>
                  <a:spcPts val="0"/>
                </a:spcBef>
                <a:spcAft>
                  <a:spcPts val="0"/>
                </a:spcAft>
                <a:buClrTx/>
                <a:buSzTx/>
                <a:buFontTx/>
                <a:buNone/>
                <a:tabLst/>
                <a:defRPr/>
              </a:pPr>
              <a:t>65</a:t>
            </a:fld>
            <a:endParaRPr kumimoji="0" lang="fr-FR"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0730865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FAEBD-ABEF-AB1D-4199-5419A7754E80}"/>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BCBA9DEB-EF6C-59E0-DDF9-A00AECDCEE74}"/>
              </a:ext>
            </a:extLst>
          </p:cNvPr>
          <p:cNvSpPr>
            <a:spLocks noGrp="1" noRot="1" noChangeAspect="1"/>
          </p:cNvSpPr>
          <p:nvPr>
            <p:ph type="sldImg"/>
          </p:nvPr>
        </p:nvSpPr>
        <p:spPr/>
      </p:sp>
      <p:sp>
        <p:nvSpPr>
          <p:cNvPr id="3" name="2 Marcador de notas">
            <a:extLst>
              <a:ext uri="{FF2B5EF4-FFF2-40B4-BE49-F238E27FC236}">
                <a16:creationId xmlns:a16="http://schemas.microsoft.com/office/drawing/2014/main" id="{52E85F1C-F407-E217-E44C-14F8A9F9BC2B}"/>
              </a:ext>
            </a:extLst>
          </p:cNvPr>
          <p:cNvSpPr>
            <a:spLocks noGrp="1"/>
          </p:cNvSpPr>
          <p:nvPr>
            <p:ph type="body" idx="1"/>
          </p:nvPr>
        </p:nvSpPr>
        <p:spPr/>
        <p:txBody>
          <a:bodyPr/>
          <a:lstStyle/>
          <a:p>
            <a:endParaRPr lang="es-ES"/>
          </a:p>
        </p:txBody>
      </p:sp>
      <p:sp>
        <p:nvSpPr>
          <p:cNvPr id="4" name="3 Marcador de número de diapositiva">
            <a:extLst>
              <a:ext uri="{FF2B5EF4-FFF2-40B4-BE49-F238E27FC236}">
                <a16:creationId xmlns:a16="http://schemas.microsoft.com/office/drawing/2014/main" id="{1242AA8C-7F01-4FA2-784A-B6AB14A9E405}"/>
              </a:ext>
            </a:extLst>
          </p:cNvPr>
          <p:cNvSpPr>
            <a:spLocks noGrp="1"/>
          </p:cNvSpPr>
          <p:nvPr>
            <p:ph type="sldNum" sz="quarter" idx="10"/>
          </p:nvPr>
        </p:nvSpPr>
        <p:spPr/>
        <p:txBody>
          <a:bodyPr/>
          <a:lstStyle/>
          <a:p>
            <a:pPr marL="0" marR="0" lvl="0" indent="0" algn="r" defTabSz="779163" rtl="0" eaLnBrk="1" fontAlgn="auto" latinLnBrk="0" hangingPunct="1">
              <a:lnSpc>
                <a:spcPct val="100000"/>
              </a:lnSpc>
              <a:spcBef>
                <a:spcPts val="0"/>
              </a:spcBef>
              <a:spcAft>
                <a:spcPts val="0"/>
              </a:spcAft>
              <a:buClrTx/>
              <a:buSzTx/>
              <a:buFontTx/>
              <a:buNone/>
              <a:tabLst/>
              <a:defRPr/>
            </a:pPr>
            <a:fld id="{B248A1A4-A39C-4ABB-800D-4BA391F412F9}" type="slidenum">
              <a:rPr kumimoji="0" lang="fr-FR"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779163" rtl="0" eaLnBrk="1" fontAlgn="auto" latinLnBrk="0" hangingPunct="1">
                <a:lnSpc>
                  <a:spcPct val="100000"/>
                </a:lnSpc>
                <a:spcBef>
                  <a:spcPts val="0"/>
                </a:spcBef>
                <a:spcAft>
                  <a:spcPts val="0"/>
                </a:spcAft>
                <a:buClrTx/>
                <a:buSzTx/>
                <a:buFontTx/>
                <a:buNone/>
                <a:tabLst/>
                <a:defRPr/>
              </a:pPr>
              <a:t>66</a:t>
            </a:fld>
            <a:endParaRPr kumimoji="0" lang="fr-FR"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73375954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6A9D9-8694-E006-4E18-3A12EEC10015}"/>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C722A781-0F4E-C694-2389-5FF075F4AEB1}"/>
              </a:ext>
            </a:extLst>
          </p:cNvPr>
          <p:cNvSpPr>
            <a:spLocks noGrp="1" noRot="1" noChangeAspect="1"/>
          </p:cNvSpPr>
          <p:nvPr>
            <p:ph type="sldImg"/>
          </p:nvPr>
        </p:nvSpPr>
        <p:spPr/>
      </p:sp>
      <p:sp>
        <p:nvSpPr>
          <p:cNvPr id="3" name="2 Marcador de notas">
            <a:extLst>
              <a:ext uri="{FF2B5EF4-FFF2-40B4-BE49-F238E27FC236}">
                <a16:creationId xmlns:a16="http://schemas.microsoft.com/office/drawing/2014/main" id="{3C2196BC-558B-F5C2-67E3-7EB75F6B910C}"/>
              </a:ext>
            </a:extLst>
          </p:cNvPr>
          <p:cNvSpPr>
            <a:spLocks noGrp="1"/>
          </p:cNvSpPr>
          <p:nvPr>
            <p:ph type="body" idx="1"/>
          </p:nvPr>
        </p:nvSpPr>
        <p:spPr/>
        <p:txBody>
          <a:bodyPr/>
          <a:lstStyle/>
          <a:p>
            <a:endParaRPr lang="es-ES"/>
          </a:p>
        </p:txBody>
      </p:sp>
      <p:sp>
        <p:nvSpPr>
          <p:cNvPr id="4" name="3 Marcador de número de diapositiva">
            <a:extLst>
              <a:ext uri="{FF2B5EF4-FFF2-40B4-BE49-F238E27FC236}">
                <a16:creationId xmlns:a16="http://schemas.microsoft.com/office/drawing/2014/main" id="{0A9CBE42-517B-2CD0-D88C-D3BE78E044E4}"/>
              </a:ext>
            </a:extLst>
          </p:cNvPr>
          <p:cNvSpPr>
            <a:spLocks noGrp="1"/>
          </p:cNvSpPr>
          <p:nvPr>
            <p:ph type="sldNum" sz="quarter" idx="10"/>
          </p:nvPr>
        </p:nvSpPr>
        <p:spPr/>
        <p:txBody>
          <a:bodyPr/>
          <a:lstStyle/>
          <a:p>
            <a:pPr marL="0" marR="0" lvl="0" indent="0" algn="r" defTabSz="779163" rtl="0" eaLnBrk="1" fontAlgn="auto" latinLnBrk="0" hangingPunct="1">
              <a:lnSpc>
                <a:spcPct val="100000"/>
              </a:lnSpc>
              <a:spcBef>
                <a:spcPts val="0"/>
              </a:spcBef>
              <a:spcAft>
                <a:spcPts val="0"/>
              </a:spcAft>
              <a:buClrTx/>
              <a:buSzTx/>
              <a:buFontTx/>
              <a:buNone/>
              <a:tabLst/>
              <a:defRPr/>
            </a:pPr>
            <a:fld id="{B248A1A4-A39C-4ABB-800D-4BA391F412F9}" type="slidenum">
              <a:rPr kumimoji="0" lang="fr-FR"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779163" rtl="0" eaLnBrk="1" fontAlgn="auto" latinLnBrk="0" hangingPunct="1">
                <a:lnSpc>
                  <a:spcPct val="100000"/>
                </a:lnSpc>
                <a:spcBef>
                  <a:spcPts val="0"/>
                </a:spcBef>
                <a:spcAft>
                  <a:spcPts val="0"/>
                </a:spcAft>
                <a:buClrTx/>
                <a:buSzTx/>
                <a:buFontTx/>
                <a:buNone/>
                <a:tabLst/>
                <a:defRPr/>
              </a:pPr>
              <a:t>67</a:t>
            </a:fld>
            <a:endParaRPr kumimoji="0" lang="fr-FR"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406728470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6A9D9-8694-E006-4E18-3A12EEC10015}"/>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C722A781-0F4E-C694-2389-5FF075F4AEB1}"/>
              </a:ext>
            </a:extLst>
          </p:cNvPr>
          <p:cNvSpPr>
            <a:spLocks noGrp="1" noRot="1" noChangeAspect="1"/>
          </p:cNvSpPr>
          <p:nvPr>
            <p:ph type="sldImg"/>
          </p:nvPr>
        </p:nvSpPr>
        <p:spPr/>
      </p:sp>
      <p:sp>
        <p:nvSpPr>
          <p:cNvPr id="3" name="2 Marcador de notas">
            <a:extLst>
              <a:ext uri="{FF2B5EF4-FFF2-40B4-BE49-F238E27FC236}">
                <a16:creationId xmlns:a16="http://schemas.microsoft.com/office/drawing/2014/main" id="{3C2196BC-558B-F5C2-67E3-7EB75F6B910C}"/>
              </a:ext>
            </a:extLst>
          </p:cNvPr>
          <p:cNvSpPr>
            <a:spLocks noGrp="1"/>
          </p:cNvSpPr>
          <p:nvPr>
            <p:ph type="body" idx="1"/>
          </p:nvPr>
        </p:nvSpPr>
        <p:spPr/>
        <p:txBody>
          <a:bodyPr/>
          <a:lstStyle/>
          <a:p>
            <a:endParaRPr lang="es-ES"/>
          </a:p>
        </p:txBody>
      </p:sp>
      <p:sp>
        <p:nvSpPr>
          <p:cNvPr id="4" name="3 Marcador de número de diapositiva">
            <a:extLst>
              <a:ext uri="{FF2B5EF4-FFF2-40B4-BE49-F238E27FC236}">
                <a16:creationId xmlns:a16="http://schemas.microsoft.com/office/drawing/2014/main" id="{0A9CBE42-517B-2CD0-D88C-D3BE78E044E4}"/>
              </a:ext>
            </a:extLst>
          </p:cNvPr>
          <p:cNvSpPr>
            <a:spLocks noGrp="1"/>
          </p:cNvSpPr>
          <p:nvPr>
            <p:ph type="sldNum" sz="quarter" idx="10"/>
          </p:nvPr>
        </p:nvSpPr>
        <p:spPr/>
        <p:txBody>
          <a:bodyPr/>
          <a:lstStyle/>
          <a:p>
            <a:pPr marL="0" marR="0" lvl="0" indent="0" algn="r" defTabSz="779163" rtl="0" eaLnBrk="1" fontAlgn="auto" latinLnBrk="0" hangingPunct="1">
              <a:lnSpc>
                <a:spcPct val="100000"/>
              </a:lnSpc>
              <a:spcBef>
                <a:spcPts val="0"/>
              </a:spcBef>
              <a:spcAft>
                <a:spcPts val="0"/>
              </a:spcAft>
              <a:buClrTx/>
              <a:buSzTx/>
              <a:buFontTx/>
              <a:buNone/>
              <a:tabLst/>
              <a:defRPr/>
            </a:pPr>
            <a:fld id="{B248A1A4-A39C-4ABB-800D-4BA391F412F9}" type="slidenum">
              <a:rPr kumimoji="0" lang="fr-FR"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779163" rtl="0" eaLnBrk="1" fontAlgn="auto" latinLnBrk="0" hangingPunct="1">
                <a:lnSpc>
                  <a:spcPct val="100000"/>
                </a:lnSpc>
                <a:spcBef>
                  <a:spcPts val="0"/>
                </a:spcBef>
                <a:spcAft>
                  <a:spcPts val="0"/>
                </a:spcAft>
                <a:buClrTx/>
                <a:buSzTx/>
                <a:buFontTx/>
                <a:buNone/>
                <a:tabLst/>
                <a:defRPr/>
              </a:pPr>
              <a:t>68</a:t>
            </a:fld>
            <a:endParaRPr kumimoji="0" lang="fr-FR"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6511425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2.xml"/><Relationship Id="rId4"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xml"/><Relationship Id="rId1" Type="http://schemas.openxmlformats.org/officeDocument/2006/relationships/tags" Target="../tags/tag13.xml"/><Relationship Id="rId4" Type="http://schemas.openxmlformats.org/officeDocument/2006/relationships/image" Target="../media/image2.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2.xml"/><Relationship Id="rId1" Type="http://schemas.openxmlformats.org/officeDocument/2006/relationships/tags" Target="../tags/tag14.xml"/><Relationship Id="rId4"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xml"/><Relationship Id="rId1" Type="http://schemas.openxmlformats.org/officeDocument/2006/relationships/tags" Target="../tags/tag15.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2.xml"/><Relationship Id="rId1" Type="http://schemas.openxmlformats.org/officeDocument/2006/relationships/tags" Target="../tags/tag16.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19.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4.xml"/><Relationship Id="rId1" Type="http://schemas.openxmlformats.org/officeDocument/2006/relationships/tags" Target="../tags/tag22.xml"/><Relationship Id="rId4" Type="http://schemas.openxmlformats.org/officeDocument/2006/relationships/image" Target="../media/image3.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4.xml"/><Relationship Id="rId1" Type="http://schemas.openxmlformats.org/officeDocument/2006/relationships/tags" Target="../tags/tag23.xml"/><Relationship Id="rId4" Type="http://schemas.openxmlformats.org/officeDocument/2006/relationships/image" Target="../media/image3.e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5.xml"/><Relationship Id="rId1" Type="http://schemas.openxmlformats.org/officeDocument/2006/relationships/tags" Target="../tags/tag25.xml"/><Relationship Id="rId4" Type="http://schemas.openxmlformats.org/officeDocument/2006/relationships/image" Target="../media/image2.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6.xml"/><Relationship Id="rId1" Type="http://schemas.openxmlformats.org/officeDocument/2006/relationships/tags" Target="../tags/tag27.xml"/><Relationship Id="rId4" Type="http://schemas.openxmlformats.org/officeDocument/2006/relationships/image" Target="../media/image2.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7.xml"/><Relationship Id="rId1" Type="http://schemas.openxmlformats.org/officeDocument/2006/relationships/tags" Target="../tags/tag29.xml"/><Relationship Id="rId4" Type="http://schemas.openxmlformats.org/officeDocument/2006/relationships/image" Target="../media/image2.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8.xml"/><Relationship Id="rId1" Type="http://schemas.openxmlformats.org/officeDocument/2006/relationships/tags" Target="../tags/tag31.xml"/><Relationship Id="rId4" Type="http://schemas.openxmlformats.org/officeDocument/2006/relationships/image" Target="../media/image2.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9.xml"/><Relationship Id="rId1" Type="http://schemas.openxmlformats.org/officeDocument/2006/relationships/tags" Target="../tags/tag33.xml"/><Relationship Id="rId4" Type="http://schemas.openxmlformats.org/officeDocument/2006/relationships/image" Target="../media/image5.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10.xml"/><Relationship Id="rId1" Type="http://schemas.openxmlformats.org/officeDocument/2006/relationships/tags" Target="../tags/tag35.xml"/><Relationship Id="rId4" Type="http://schemas.openxmlformats.org/officeDocument/2006/relationships/image" Target="../media/image2.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10.xml"/><Relationship Id="rId1" Type="http://schemas.openxmlformats.org/officeDocument/2006/relationships/tags" Target="../tags/tag36.xml"/><Relationship Id="rId4" Type="http://schemas.openxmlformats.org/officeDocument/2006/relationships/image" Target="../media/image4.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11.xml"/><Relationship Id="rId1" Type="http://schemas.openxmlformats.org/officeDocument/2006/relationships/tags" Target="../tags/tag38.xml"/><Relationship Id="rId4" Type="http://schemas.openxmlformats.org/officeDocument/2006/relationships/image" Target="../media/image2.emf"/></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1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6.emf"/><Relationship Id="rId4" Type="http://schemas.openxmlformats.org/officeDocument/2006/relationships/oleObject" Target="../embeddings/oleObject36.bin"/></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11.xml"/><Relationship Id="rId1" Type="http://schemas.openxmlformats.org/officeDocument/2006/relationships/tags" Target="../tags/tag41.xml"/><Relationship Id="rId4" Type="http://schemas.openxmlformats.org/officeDocument/2006/relationships/image" Target="../media/image7.emf"/></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11.xml"/><Relationship Id="rId2" Type="http://schemas.openxmlformats.org/officeDocument/2006/relationships/tags" Target="../tags/tag43.xml"/><Relationship Id="rId1" Type="http://schemas.openxmlformats.org/officeDocument/2006/relationships/tags" Target="../tags/tag42.xml"/><Relationship Id="rId5" Type="http://schemas.openxmlformats.org/officeDocument/2006/relationships/image" Target="../media/image6.emf"/><Relationship Id="rId4" Type="http://schemas.openxmlformats.org/officeDocument/2006/relationships/oleObject" Target="../embeddings/oleObject38.bin"/></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11.xml"/><Relationship Id="rId1" Type="http://schemas.openxmlformats.org/officeDocument/2006/relationships/tags" Target="../tags/tag44.xml"/><Relationship Id="rId4" Type="http://schemas.openxmlformats.org/officeDocument/2006/relationships/image" Target="../media/image4.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12.xml"/><Relationship Id="rId1" Type="http://schemas.openxmlformats.org/officeDocument/2006/relationships/tags" Target="../tags/tag46.xml"/><Relationship Id="rId4" Type="http://schemas.openxmlformats.org/officeDocument/2006/relationships/image" Target="../media/image2.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13.xml"/><Relationship Id="rId1" Type="http://schemas.openxmlformats.org/officeDocument/2006/relationships/tags" Target="../tags/tag48.xml"/><Relationship Id="rId4"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parata Principal">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050602D-73EF-2B38-017D-1D141A482A3F}"/>
              </a:ext>
            </a:extLst>
          </p:cNvPr>
          <p:cNvGraphicFramePr>
            <a:graphicFrameLocks noChangeAspect="1"/>
          </p:cNvGraphicFramePr>
          <p:nvPr userDrawn="1">
            <p:custDataLst>
              <p:tags r:id="rId1"/>
            </p:custDataLst>
            <p:extLst>
              <p:ext uri="{D42A27DB-BD31-4B8C-83A1-F6EECF244321}">
                <p14:modId xmlns:p14="http://schemas.microsoft.com/office/powerpoint/2010/main" val="35783041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6" name="think-cell data - do not delete" hidden="1">
                        <a:extLst>
                          <a:ext uri="{FF2B5EF4-FFF2-40B4-BE49-F238E27FC236}">
                            <a16:creationId xmlns:a16="http://schemas.microsoft.com/office/drawing/2014/main" id="{5050602D-73EF-2B38-017D-1D141A482A3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7" name="Text Placeholder 15">
            <a:extLst>
              <a:ext uri="{FF2B5EF4-FFF2-40B4-BE49-F238E27FC236}">
                <a16:creationId xmlns:a16="http://schemas.microsoft.com/office/drawing/2014/main" id="{5AC589BE-C7ED-FFDF-45BE-6D021BB1F209}"/>
              </a:ext>
            </a:extLst>
          </p:cNvPr>
          <p:cNvSpPr>
            <a:spLocks noGrp="1"/>
          </p:cNvSpPr>
          <p:nvPr>
            <p:ph type="body" sz="quarter" idx="10" hasCustomPrompt="1"/>
          </p:nvPr>
        </p:nvSpPr>
        <p:spPr>
          <a:xfrm>
            <a:off x="9675710" y="196743"/>
            <a:ext cx="2377147" cy="1706562"/>
          </a:xfrm>
          <a:prstGeom prst="rect">
            <a:avLst/>
          </a:prstGeom>
        </p:spPr>
        <p:txBody>
          <a:bodyPr lIns="0" tIns="0" rIns="0" bIns="0">
            <a:noAutofit/>
          </a:bodyPr>
          <a:lstStyle>
            <a:lvl1pPr marL="0" indent="0">
              <a:buFontTx/>
              <a:buNone/>
              <a:defRPr sz="14200">
                <a:solidFill>
                  <a:schemeClr val="accent1"/>
                </a:solidFill>
                <a:latin typeface="ForFuture Sans" panose="020B0504020203020204" pitchFamily="34" charset="0"/>
                <a:sym typeface="ForFuture Sans" panose="020B0504020203020204" pitchFamily="34" charset="0"/>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00</a:t>
            </a:r>
          </a:p>
        </p:txBody>
      </p:sp>
      <p:cxnSp>
        <p:nvCxnSpPr>
          <p:cNvPr id="14" name="Straight Connector 13">
            <a:extLst>
              <a:ext uri="{FF2B5EF4-FFF2-40B4-BE49-F238E27FC236}">
                <a16:creationId xmlns:a16="http://schemas.microsoft.com/office/drawing/2014/main" id="{1319C3BA-8391-1145-3463-BCF1F39D971C}"/>
              </a:ext>
            </a:extLst>
          </p:cNvPr>
          <p:cNvCxnSpPr>
            <a:cxnSpLocks/>
          </p:cNvCxnSpPr>
          <p:nvPr userDrawn="1"/>
        </p:nvCxnSpPr>
        <p:spPr>
          <a:xfrm flipV="1">
            <a:off x="9536567" y="0"/>
            <a:ext cx="0" cy="6040607"/>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
        <p:nvSpPr>
          <p:cNvPr id="19" name="Text Placeholder 8">
            <a:extLst>
              <a:ext uri="{FF2B5EF4-FFF2-40B4-BE49-F238E27FC236}">
                <a16:creationId xmlns:a16="http://schemas.microsoft.com/office/drawing/2014/main" id="{8671407D-3B9B-FF8A-37EA-30EE0C518BD2}"/>
              </a:ext>
            </a:extLst>
          </p:cNvPr>
          <p:cNvSpPr>
            <a:spLocks noGrp="1"/>
          </p:cNvSpPr>
          <p:nvPr>
            <p:ph type="body" sz="quarter" idx="11" hasCustomPrompt="1"/>
          </p:nvPr>
        </p:nvSpPr>
        <p:spPr>
          <a:xfrm>
            <a:off x="335360" y="368300"/>
            <a:ext cx="8678517" cy="1439713"/>
          </a:xfrm>
          <a:prstGeom prst="rect">
            <a:avLst/>
          </a:prstGeom>
        </p:spPr>
        <p:txBody>
          <a:bodyPr lIns="0" tIns="0" rIns="0" bIns="0">
            <a:noAutofit/>
          </a:bodyPr>
          <a:lstStyle>
            <a:lvl1pPr marL="0" indent="0">
              <a:lnSpc>
                <a:spcPct val="90000"/>
              </a:lnSpc>
              <a:spcBef>
                <a:spcPts val="0"/>
              </a:spcBef>
              <a:buNone/>
              <a:defRPr sz="4800">
                <a:solidFill>
                  <a:schemeClr val="tx1"/>
                </a:solidFill>
                <a:latin typeface="ForFuture Sans" panose="020B0504020203020204" pitchFamily="34" charset="0"/>
                <a:sym typeface="ForFuture Sans" panose="020B0504020203020204" pitchFamily="34" charset="0"/>
              </a:defRPr>
            </a:lvl1pPr>
            <a:lvl2pPr marL="457189" indent="0">
              <a:buNone/>
              <a:defRPr sz="4800">
                <a:solidFill>
                  <a:schemeClr val="tx2"/>
                </a:solidFill>
              </a:defRPr>
            </a:lvl2pPr>
            <a:lvl3pPr marL="914377" indent="0">
              <a:buNone/>
              <a:defRPr sz="4800">
                <a:solidFill>
                  <a:schemeClr val="tx2"/>
                </a:solidFill>
              </a:defRPr>
            </a:lvl3pPr>
            <a:lvl4pPr marL="1371566" indent="0">
              <a:buNone/>
              <a:defRPr sz="4800">
                <a:solidFill>
                  <a:schemeClr val="tx2"/>
                </a:solidFill>
              </a:defRPr>
            </a:lvl4pPr>
            <a:lvl5pPr marL="1828755" indent="0">
              <a:buNone/>
              <a:defRPr sz="4800">
                <a:solidFill>
                  <a:schemeClr val="tx2"/>
                </a:solidFill>
              </a:defRPr>
            </a:lvl5pPr>
          </a:lstStyle>
          <a:p>
            <a:pPr lvl="0"/>
            <a:r>
              <a:rPr lang="en-GB" noProof="1"/>
              <a:t>Título de separata principal</a:t>
            </a:r>
          </a:p>
        </p:txBody>
      </p:sp>
      <p:sp>
        <p:nvSpPr>
          <p:cNvPr id="22" name="Text Placeholder 8">
            <a:extLst>
              <a:ext uri="{FF2B5EF4-FFF2-40B4-BE49-F238E27FC236}">
                <a16:creationId xmlns:a16="http://schemas.microsoft.com/office/drawing/2014/main" id="{8C8A5741-4FF6-86D0-90BB-0EC0EAEF3C95}"/>
              </a:ext>
            </a:extLst>
          </p:cNvPr>
          <p:cNvSpPr>
            <a:spLocks noGrp="1"/>
          </p:cNvSpPr>
          <p:nvPr>
            <p:ph type="body" sz="quarter" idx="12" hasCustomPrompt="1"/>
          </p:nvPr>
        </p:nvSpPr>
        <p:spPr>
          <a:xfrm>
            <a:off x="335360" y="1844824"/>
            <a:ext cx="8678517" cy="515109"/>
          </a:xfrm>
          <a:prstGeom prst="rect">
            <a:avLst/>
          </a:prstGeom>
        </p:spPr>
        <p:txBody>
          <a:bodyPr lIns="7200" tIns="7200" rIns="0" bIns="0">
            <a:noAutofit/>
          </a:bodyPr>
          <a:lstStyle>
            <a:lvl1pPr marL="0" indent="0">
              <a:buNone/>
              <a:defRPr sz="1800">
                <a:solidFill>
                  <a:schemeClr val="tx1"/>
                </a:solidFill>
                <a:latin typeface="ForFuture Sans" panose="020B0504020203020204" pitchFamily="34" charset="0"/>
                <a:sym typeface="ForFuture Sans" panose="020B0504020203020204" pitchFamily="34" charset="0"/>
              </a:defRPr>
            </a:lvl1pPr>
            <a:lvl2pPr marL="457189" indent="0">
              <a:buNone/>
              <a:defRPr sz="4800">
                <a:solidFill>
                  <a:schemeClr val="tx2"/>
                </a:solidFill>
              </a:defRPr>
            </a:lvl2pPr>
            <a:lvl3pPr marL="914377" indent="0">
              <a:buNone/>
              <a:defRPr sz="4800">
                <a:solidFill>
                  <a:schemeClr val="tx2"/>
                </a:solidFill>
              </a:defRPr>
            </a:lvl3pPr>
            <a:lvl4pPr marL="1371566" indent="0">
              <a:buNone/>
              <a:defRPr sz="4800">
                <a:solidFill>
                  <a:schemeClr val="tx2"/>
                </a:solidFill>
              </a:defRPr>
            </a:lvl4pPr>
            <a:lvl5pPr marL="1828755" indent="0">
              <a:buNone/>
              <a:defRPr sz="4800">
                <a:solidFill>
                  <a:schemeClr val="tx2"/>
                </a:solidFill>
              </a:defRPr>
            </a:lvl5pPr>
          </a:lstStyle>
          <a:p>
            <a:pPr lvl="0"/>
            <a:r>
              <a:rPr lang="en-GB" noProof="1"/>
              <a:t>Subtítulo de separata principal</a:t>
            </a:r>
          </a:p>
        </p:txBody>
      </p:sp>
      <p:grpSp>
        <p:nvGrpSpPr>
          <p:cNvPr id="2" name="Group 4">
            <a:extLst>
              <a:ext uri="{FF2B5EF4-FFF2-40B4-BE49-F238E27FC236}">
                <a16:creationId xmlns:a16="http://schemas.microsoft.com/office/drawing/2014/main" id="{1CDFAF28-3BE3-EF12-BFFA-0C292B7FDA35}"/>
              </a:ext>
            </a:extLst>
          </p:cNvPr>
          <p:cNvGrpSpPr>
            <a:grpSpLocks noChangeAspect="1"/>
          </p:cNvGrpSpPr>
          <p:nvPr userDrawn="1"/>
        </p:nvGrpSpPr>
        <p:grpSpPr bwMode="auto">
          <a:xfrm>
            <a:off x="9950892" y="6307630"/>
            <a:ext cx="1905748" cy="181586"/>
            <a:chOff x="680" y="1856"/>
            <a:chExt cx="6318" cy="602"/>
          </a:xfrm>
          <a:solidFill>
            <a:srgbClr val="FFFFFF"/>
          </a:solidFill>
        </p:grpSpPr>
        <p:sp>
          <p:nvSpPr>
            <p:cNvPr id="3" name="Freeform 6">
              <a:extLst>
                <a:ext uri="{FF2B5EF4-FFF2-40B4-BE49-F238E27FC236}">
                  <a16:creationId xmlns:a16="http://schemas.microsoft.com/office/drawing/2014/main" id="{0EC02127-9AC3-A7BA-DB8C-D1274E12B91A}"/>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sp>
          <p:nvSpPr>
            <p:cNvPr id="4" name="Freeform 7">
              <a:extLst>
                <a:ext uri="{FF2B5EF4-FFF2-40B4-BE49-F238E27FC236}">
                  <a16:creationId xmlns:a16="http://schemas.microsoft.com/office/drawing/2014/main" id="{05BFE8A2-ACDF-E117-B810-929FD09A3D39}"/>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sp>
          <p:nvSpPr>
            <p:cNvPr id="5" name="Freeform 8">
              <a:extLst>
                <a:ext uri="{FF2B5EF4-FFF2-40B4-BE49-F238E27FC236}">
                  <a16:creationId xmlns:a16="http://schemas.microsoft.com/office/drawing/2014/main" id="{8808699D-C225-09BB-32CB-45775BF5EC37}"/>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grpSp>
    </p:spTree>
    <p:extLst>
      <p:ext uri="{BB962C8B-B14F-4D97-AF65-F5344CB8AC3E}">
        <p14:creationId xmlns:p14="http://schemas.microsoft.com/office/powerpoint/2010/main" val="137045621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parata Principal + Imagen">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384955F-A635-85D8-2C9D-D2715B0DB42D}"/>
              </a:ext>
            </a:extLst>
          </p:cNvPr>
          <p:cNvGraphicFramePr>
            <a:graphicFrameLocks noChangeAspect="1"/>
          </p:cNvGraphicFramePr>
          <p:nvPr userDrawn="1">
            <p:custDataLst>
              <p:tags r:id="rId1"/>
            </p:custDataLst>
            <p:extLst>
              <p:ext uri="{D42A27DB-BD31-4B8C-83A1-F6EECF244321}">
                <p14:modId xmlns:p14="http://schemas.microsoft.com/office/powerpoint/2010/main" val="2291147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7" name="think-cell data - do not delete" hidden="1">
                        <a:extLst>
                          <a:ext uri="{FF2B5EF4-FFF2-40B4-BE49-F238E27FC236}">
                            <a16:creationId xmlns:a16="http://schemas.microsoft.com/office/drawing/2014/main" id="{4384955F-A635-85D8-2C9D-D2715B0DB42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7" name="Text Placeholder 15">
            <a:extLst>
              <a:ext uri="{FF2B5EF4-FFF2-40B4-BE49-F238E27FC236}">
                <a16:creationId xmlns:a16="http://schemas.microsoft.com/office/drawing/2014/main" id="{5AC589BE-C7ED-FFDF-45BE-6D021BB1F209}"/>
              </a:ext>
            </a:extLst>
          </p:cNvPr>
          <p:cNvSpPr>
            <a:spLocks noGrp="1"/>
          </p:cNvSpPr>
          <p:nvPr>
            <p:ph type="body" sz="quarter" idx="10" hasCustomPrompt="1"/>
          </p:nvPr>
        </p:nvSpPr>
        <p:spPr>
          <a:xfrm>
            <a:off x="9675710" y="196743"/>
            <a:ext cx="2377147" cy="1706562"/>
          </a:xfrm>
          <a:prstGeom prst="rect">
            <a:avLst/>
          </a:prstGeom>
        </p:spPr>
        <p:txBody>
          <a:bodyPr lIns="0" tIns="0" rIns="0" bIns="0">
            <a:noAutofit/>
          </a:bodyPr>
          <a:lstStyle>
            <a:lvl1pPr marL="0" indent="0">
              <a:buFontTx/>
              <a:buNone/>
              <a:defRPr sz="14200">
                <a:solidFill>
                  <a:schemeClr val="accent1"/>
                </a:solidFill>
                <a:latin typeface="ForFuture Sans" panose="020B0504020203020204" pitchFamily="34" charset="0"/>
                <a:sym typeface="ForFuture Sans" panose="020B0504020203020204" pitchFamily="34" charset="0"/>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00</a:t>
            </a:r>
          </a:p>
        </p:txBody>
      </p:sp>
      <p:cxnSp>
        <p:nvCxnSpPr>
          <p:cNvPr id="14" name="Straight Connector 13">
            <a:extLst>
              <a:ext uri="{FF2B5EF4-FFF2-40B4-BE49-F238E27FC236}">
                <a16:creationId xmlns:a16="http://schemas.microsoft.com/office/drawing/2014/main" id="{1319C3BA-8391-1145-3463-BCF1F39D971C}"/>
              </a:ext>
            </a:extLst>
          </p:cNvPr>
          <p:cNvCxnSpPr>
            <a:cxnSpLocks/>
          </p:cNvCxnSpPr>
          <p:nvPr userDrawn="1"/>
        </p:nvCxnSpPr>
        <p:spPr>
          <a:xfrm flipV="1">
            <a:off x="9536567" y="0"/>
            <a:ext cx="0" cy="6040607"/>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
        <p:nvSpPr>
          <p:cNvPr id="19" name="Text Placeholder 8">
            <a:extLst>
              <a:ext uri="{FF2B5EF4-FFF2-40B4-BE49-F238E27FC236}">
                <a16:creationId xmlns:a16="http://schemas.microsoft.com/office/drawing/2014/main" id="{8671407D-3B9B-FF8A-37EA-30EE0C518BD2}"/>
              </a:ext>
            </a:extLst>
          </p:cNvPr>
          <p:cNvSpPr>
            <a:spLocks noGrp="1"/>
          </p:cNvSpPr>
          <p:nvPr>
            <p:ph type="body" sz="quarter" idx="11" hasCustomPrompt="1"/>
          </p:nvPr>
        </p:nvSpPr>
        <p:spPr>
          <a:xfrm>
            <a:off x="335360" y="368300"/>
            <a:ext cx="8678517" cy="1439714"/>
          </a:xfrm>
          <a:prstGeom prst="rect">
            <a:avLst/>
          </a:prstGeom>
        </p:spPr>
        <p:txBody>
          <a:bodyPr lIns="0" tIns="0" rIns="0" bIns="0">
            <a:noAutofit/>
          </a:bodyPr>
          <a:lstStyle>
            <a:lvl1pPr marL="0" indent="0">
              <a:lnSpc>
                <a:spcPct val="90000"/>
              </a:lnSpc>
              <a:spcBef>
                <a:spcPts val="0"/>
              </a:spcBef>
              <a:buNone/>
              <a:defRPr sz="4800">
                <a:solidFill>
                  <a:schemeClr val="tx1"/>
                </a:solidFill>
                <a:latin typeface="ForFuture Sans" panose="020B0504020203020204" pitchFamily="34" charset="0"/>
                <a:sym typeface="ForFuture Sans" panose="020B0504020203020204" pitchFamily="34" charset="0"/>
              </a:defRPr>
            </a:lvl1pPr>
            <a:lvl2pPr marL="457189" indent="0">
              <a:buNone/>
              <a:defRPr sz="4800">
                <a:solidFill>
                  <a:schemeClr val="tx2"/>
                </a:solidFill>
              </a:defRPr>
            </a:lvl2pPr>
            <a:lvl3pPr marL="914377" indent="0">
              <a:buNone/>
              <a:defRPr sz="4800">
                <a:solidFill>
                  <a:schemeClr val="tx2"/>
                </a:solidFill>
              </a:defRPr>
            </a:lvl3pPr>
            <a:lvl4pPr marL="1371566" indent="0">
              <a:buNone/>
              <a:defRPr sz="4800">
                <a:solidFill>
                  <a:schemeClr val="tx2"/>
                </a:solidFill>
              </a:defRPr>
            </a:lvl4pPr>
            <a:lvl5pPr marL="1828755" indent="0">
              <a:buNone/>
              <a:defRPr sz="4800">
                <a:solidFill>
                  <a:schemeClr val="tx2"/>
                </a:solidFill>
              </a:defRPr>
            </a:lvl5pPr>
          </a:lstStyle>
          <a:p>
            <a:pPr lvl="0"/>
            <a:r>
              <a:rPr lang="en-GB" noProof="1"/>
              <a:t>Título de separata principal</a:t>
            </a:r>
          </a:p>
        </p:txBody>
      </p:sp>
      <p:sp>
        <p:nvSpPr>
          <p:cNvPr id="22" name="Text Placeholder 8">
            <a:extLst>
              <a:ext uri="{FF2B5EF4-FFF2-40B4-BE49-F238E27FC236}">
                <a16:creationId xmlns:a16="http://schemas.microsoft.com/office/drawing/2014/main" id="{8C8A5741-4FF6-86D0-90BB-0EC0EAEF3C95}"/>
              </a:ext>
            </a:extLst>
          </p:cNvPr>
          <p:cNvSpPr>
            <a:spLocks noGrp="1"/>
          </p:cNvSpPr>
          <p:nvPr>
            <p:ph type="body" sz="quarter" idx="12" hasCustomPrompt="1"/>
          </p:nvPr>
        </p:nvSpPr>
        <p:spPr>
          <a:xfrm>
            <a:off x="335360" y="1844824"/>
            <a:ext cx="8678517" cy="515109"/>
          </a:xfrm>
          <a:prstGeom prst="rect">
            <a:avLst/>
          </a:prstGeom>
        </p:spPr>
        <p:txBody>
          <a:bodyPr lIns="7200" tIns="7200" rIns="0" bIns="0">
            <a:noAutofit/>
          </a:bodyPr>
          <a:lstStyle>
            <a:lvl1pPr marL="0" indent="0">
              <a:buNone/>
              <a:defRPr sz="1800">
                <a:solidFill>
                  <a:schemeClr val="tx1"/>
                </a:solidFill>
                <a:latin typeface="ForFuture Sans" panose="020B0504020203020204" pitchFamily="34" charset="0"/>
                <a:sym typeface="ForFuture Sans" panose="020B0504020203020204" pitchFamily="34" charset="0"/>
              </a:defRPr>
            </a:lvl1pPr>
            <a:lvl2pPr marL="457189" indent="0">
              <a:buNone/>
              <a:defRPr sz="4800">
                <a:solidFill>
                  <a:schemeClr val="tx2"/>
                </a:solidFill>
              </a:defRPr>
            </a:lvl2pPr>
            <a:lvl3pPr marL="914377" indent="0">
              <a:buNone/>
              <a:defRPr sz="4800">
                <a:solidFill>
                  <a:schemeClr val="tx2"/>
                </a:solidFill>
              </a:defRPr>
            </a:lvl3pPr>
            <a:lvl4pPr marL="1371566" indent="0">
              <a:buNone/>
              <a:defRPr sz="4800">
                <a:solidFill>
                  <a:schemeClr val="tx2"/>
                </a:solidFill>
              </a:defRPr>
            </a:lvl4pPr>
            <a:lvl5pPr marL="1828755" indent="0">
              <a:buNone/>
              <a:defRPr sz="4800">
                <a:solidFill>
                  <a:schemeClr val="tx2"/>
                </a:solidFill>
              </a:defRPr>
            </a:lvl5pPr>
          </a:lstStyle>
          <a:p>
            <a:pPr lvl="0"/>
            <a:r>
              <a:rPr lang="en-GB" noProof="1"/>
              <a:t>Subtítulo de separata principal</a:t>
            </a:r>
          </a:p>
        </p:txBody>
      </p:sp>
      <p:sp>
        <p:nvSpPr>
          <p:cNvPr id="5" name="Picture Placeholder 3">
            <a:extLst>
              <a:ext uri="{FF2B5EF4-FFF2-40B4-BE49-F238E27FC236}">
                <a16:creationId xmlns:a16="http://schemas.microsoft.com/office/drawing/2014/main" id="{02A7F91F-5742-1C06-098D-E174EF39B2C7}"/>
              </a:ext>
            </a:extLst>
          </p:cNvPr>
          <p:cNvSpPr>
            <a:spLocks noGrp="1"/>
          </p:cNvSpPr>
          <p:nvPr>
            <p:ph type="pic" sz="quarter" idx="13" hasCustomPrompt="1"/>
          </p:nvPr>
        </p:nvSpPr>
        <p:spPr>
          <a:xfrm>
            <a:off x="351850" y="2908469"/>
            <a:ext cx="9045575" cy="3132138"/>
          </a:xfrm>
          <a:prstGeom prst="snip2DiagRect">
            <a:avLst>
              <a:gd name="adj1" fmla="val 4866"/>
              <a:gd name="adj2" fmla="val 4341"/>
            </a:avLst>
          </a:prstGeom>
        </p:spPr>
        <p:txBody>
          <a:bodyPr anchor="ctr"/>
          <a:lstStyle>
            <a:lvl1pPr marL="0" indent="0" algn="ctr">
              <a:buNone/>
              <a:defRPr sz="1600">
                <a:latin typeface="ForFuture Sans" panose="020B0504020203020204" pitchFamily="34" charset="0"/>
                <a:sym typeface="ForFuture Sans" panose="020B0504020203020204" pitchFamily="34" charset="0"/>
              </a:defRPr>
            </a:lvl1pPr>
          </a:lstStyle>
          <a:p>
            <a:r>
              <a:rPr lang="en-GB" noProof="1"/>
              <a:t>Haga clic en el icono para agregar una imagens</a:t>
            </a:r>
          </a:p>
        </p:txBody>
      </p:sp>
      <p:grpSp>
        <p:nvGrpSpPr>
          <p:cNvPr id="2" name="Group 4">
            <a:extLst>
              <a:ext uri="{FF2B5EF4-FFF2-40B4-BE49-F238E27FC236}">
                <a16:creationId xmlns:a16="http://schemas.microsoft.com/office/drawing/2014/main" id="{E1C043F9-D725-11A9-3F7D-206D26B8FE3D}"/>
              </a:ext>
            </a:extLst>
          </p:cNvPr>
          <p:cNvGrpSpPr>
            <a:grpSpLocks noChangeAspect="1"/>
          </p:cNvGrpSpPr>
          <p:nvPr userDrawn="1"/>
        </p:nvGrpSpPr>
        <p:grpSpPr bwMode="auto">
          <a:xfrm>
            <a:off x="9950892" y="6307630"/>
            <a:ext cx="1905748" cy="181586"/>
            <a:chOff x="680" y="1856"/>
            <a:chExt cx="6318" cy="602"/>
          </a:xfrm>
          <a:solidFill>
            <a:srgbClr val="FFFFFF"/>
          </a:solidFill>
        </p:grpSpPr>
        <p:sp>
          <p:nvSpPr>
            <p:cNvPr id="3" name="Freeform 6">
              <a:extLst>
                <a:ext uri="{FF2B5EF4-FFF2-40B4-BE49-F238E27FC236}">
                  <a16:creationId xmlns:a16="http://schemas.microsoft.com/office/drawing/2014/main" id="{A328B2D7-B695-EC81-9A93-606945350602}"/>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sp>
          <p:nvSpPr>
            <p:cNvPr id="4" name="Freeform 7">
              <a:extLst>
                <a:ext uri="{FF2B5EF4-FFF2-40B4-BE49-F238E27FC236}">
                  <a16:creationId xmlns:a16="http://schemas.microsoft.com/office/drawing/2014/main" id="{2C5278B2-8F5D-4A6F-D457-20616A4C0EDE}"/>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sp>
          <p:nvSpPr>
            <p:cNvPr id="6" name="Freeform 8">
              <a:extLst>
                <a:ext uri="{FF2B5EF4-FFF2-40B4-BE49-F238E27FC236}">
                  <a16:creationId xmlns:a16="http://schemas.microsoft.com/office/drawing/2014/main" id="{E8F9F731-C728-BD0C-DF28-FEB9F98FC483}"/>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grpSp>
    </p:spTree>
    <p:extLst>
      <p:ext uri="{BB962C8B-B14F-4D97-AF65-F5344CB8AC3E}">
        <p14:creationId xmlns:p14="http://schemas.microsoft.com/office/powerpoint/2010/main" val="193284527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parata Secundaria">
    <p:bg>
      <p:bgPr>
        <a:solidFill>
          <a:schemeClr val="tx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86D5F5B-7619-B900-9371-A768129A4D43}"/>
              </a:ext>
            </a:extLst>
          </p:cNvPr>
          <p:cNvGraphicFramePr>
            <a:graphicFrameLocks noChangeAspect="1"/>
          </p:cNvGraphicFramePr>
          <p:nvPr userDrawn="1">
            <p:custDataLst>
              <p:tags r:id="rId1"/>
            </p:custDataLst>
            <p:extLst>
              <p:ext uri="{D42A27DB-BD31-4B8C-83A1-F6EECF244321}">
                <p14:modId xmlns:p14="http://schemas.microsoft.com/office/powerpoint/2010/main" val="9672416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5" name="think-cell data - do not delete" hidden="1">
                        <a:extLst>
                          <a:ext uri="{FF2B5EF4-FFF2-40B4-BE49-F238E27FC236}">
                            <a16:creationId xmlns:a16="http://schemas.microsoft.com/office/drawing/2014/main" id="{086D5F5B-7619-B900-9371-A768129A4D4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 Placeholder 9">
            <a:extLst>
              <a:ext uri="{FF2B5EF4-FFF2-40B4-BE49-F238E27FC236}">
                <a16:creationId xmlns:a16="http://schemas.microsoft.com/office/drawing/2014/main" id="{C18E7177-0EF6-01A6-8EE2-421A425C3261}"/>
              </a:ext>
            </a:extLst>
          </p:cNvPr>
          <p:cNvSpPr>
            <a:spLocks noGrp="1"/>
          </p:cNvSpPr>
          <p:nvPr>
            <p:ph type="body" sz="quarter" idx="13" hasCustomPrompt="1"/>
          </p:nvPr>
        </p:nvSpPr>
        <p:spPr>
          <a:xfrm>
            <a:off x="9540867" y="202267"/>
            <a:ext cx="2011362" cy="1036637"/>
          </a:xfrm>
          <a:prstGeom prst="rect">
            <a:avLst/>
          </a:prstGeom>
        </p:spPr>
        <p:txBody>
          <a:bodyPr lIns="125999" tIns="0" rIns="0" bIns="0">
            <a:normAutofit/>
          </a:bodyPr>
          <a:lstStyle>
            <a:lvl1pPr marL="0" indent="0">
              <a:buNone/>
              <a:defRPr sz="7200" spc="-400" baseline="0">
                <a:solidFill>
                  <a:schemeClr val="bg1"/>
                </a:solidFill>
                <a:latin typeface="ForFuture Sans" panose="020B0504020203020204" pitchFamily="34" charset="0"/>
                <a:sym typeface="ForFuture Sans" panose="020B0504020203020204" pitchFamily="34" charset="0"/>
              </a:defRPr>
            </a:lvl1pPr>
          </a:lstStyle>
          <a:p>
            <a:pPr lvl="0"/>
            <a:r>
              <a:rPr lang="en-GB" noProof="1"/>
              <a:t>2.1</a:t>
            </a:r>
          </a:p>
        </p:txBody>
      </p:sp>
      <p:sp>
        <p:nvSpPr>
          <p:cNvPr id="16" name="Text Placeholder 8">
            <a:extLst>
              <a:ext uri="{FF2B5EF4-FFF2-40B4-BE49-F238E27FC236}">
                <a16:creationId xmlns:a16="http://schemas.microsoft.com/office/drawing/2014/main" id="{93DC9ABB-61CC-432C-AF08-1578C1259042}"/>
              </a:ext>
            </a:extLst>
          </p:cNvPr>
          <p:cNvSpPr>
            <a:spLocks noGrp="1"/>
          </p:cNvSpPr>
          <p:nvPr>
            <p:ph type="body" sz="quarter" idx="12" hasCustomPrompt="1"/>
          </p:nvPr>
        </p:nvSpPr>
        <p:spPr>
          <a:xfrm>
            <a:off x="335360" y="368300"/>
            <a:ext cx="6729426" cy="1439714"/>
          </a:xfrm>
          <a:prstGeom prst="rect">
            <a:avLst/>
          </a:prstGeom>
        </p:spPr>
        <p:txBody>
          <a:bodyPr lIns="0" tIns="0" rIns="0" bIns="0">
            <a:noAutofit/>
          </a:bodyPr>
          <a:lstStyle>
            <a:lvl1pPr marL="0" indent="0">
              <a:lnSpc>
                <a:spcPct val="90000"/>
              </a:lnSpc>
              <a:spcBef>
                <a:spcPts val="0"/>
              </a:spcBef>
              <a:buNone/>
              <a:defRPr sz="4800">
                <a:solidFill>
                  <a:schemeClr val="bg1"/>
                </a:solidFill>
                <a:latin typeface="ForFuture Sans" panose="020B0504020203020204" pitchFamily="34" charset="0"/>
                <a:sym typeface="ForFuture Sans" panose="020B0504020203020204" pitchFamily="34" charset="0"/>
              </a:defRPr>
            </a:lvl1pPr>
            <a:lvl2pPr marL="457189" indent="0">
              <a:buNone/>
              <a:defRPr sz="4800">
                <a:solidFill>
                  <a:schemeClr val="tx2"/>
                </a:solidFill>
              </a:defRPr>
            </a:lvl2pPr>
            <a:lvl3pPr marL="914377" indent="0">
              <a:buNone/>
              <a:defRPr sz="4800">
                <a:solidFill>
                  <a:schemeClr val="tx2"/>
                </a:solidFill>
              </a:defRPr>
            </a:lvl3pPr>
            <a:lvl4pPr marL="1371566" indent="0">
              <a:buNone/>
              <a:defRPr sz="4800">
                <a:solidFill>
                  <a:schemeClr val="tx2"/>
                </a:solidFill>
              </a:defRPr>
            </a:lvl4pPr>
            <a:lvl5pPr marL="1828755" indent="0">
              <a:buNone/>
              <a:defRPr sz="4800">
                <a:solidFill>
                  <a:schemeClr val="tx2"/>
                </a:solidFill>
              </a:defRPr>
            </a:lvl5pPr>
          </a:lstStyle>
          <a:p>
            <a:pPr lvl="0"/>
            <a:r>
              <a:rPr lang="en-GB" noProof="1"/>
              <a:t>Título de separata secundaria</a:t>
            </a:r>
          </a:p>
        </p:txBody>
      </p:sp>
      <p:cxnSp>
        <p:nvCxnSpPr>
          <p:cNvPr id="8" name="Straight Connector 7">
            <a:extLst>
              <a:ext uri="{FF2B5EF4-FFF2-40B4-BE49-F238E27FC236}">
                <a16:creationId xmlns:a16="http://schemas.microsoft.com/office/drawing/2014/main" id="{941A36E6-6EDD-AD6B-8965-458D2040F332}"/>
              </a:ext>
            </a:extLst>
          </p:cNvPr>
          <p:cNvCxnSpPr>
            <a:cxnSpLocks/>
          </p:cNvCxnSpPr>
          <p:nvPr userDrawn="1"/>
        </p:nvCxnSpPr>
        <p:spPr>
          <a:xfrm flipV="1">
            <a:off x="9536567" y="0"/>
            <a:ext cx="0" cy="5940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Marcador de pie de página 7">
            <a:extLst>
              <a:ext uri="{FF2B5EF4-FFF2-40B4-BE49-F238E27FC236}">
                <a16:creationId xmlns:a16="http://schemas.microsoft.com/office/drawing/2014/main" id="{D020836E-5240-E79E-F678-BC71B69F2325}"/>
              </a:ext>
            </a:extLst>
          </p:cNvPr>
          <p:cNvSpPr>
            <a:spLocks noGrp="1"/>
          </p:cNvSpPr>
          <p:nvPr>
            <p:ph type="ftr" sz="quarter" idx="10"/>
          </p:nvPr>
        </p:nvSpPr>
        <p:spPr>
          <a:xfrm>
            <a:off x="335360" y="6393469"/>
            <a:ext cx="7250933" cy="123111"/>
          </a:xfrm>
          <a:prstGeom prst="rect">
            <a:avLst/>
          </a:prstGeom>
        </p:spPr>
        <p:txBody>
          <a:bodyPr lIns="0" tIns="0" rIns="0" bIns="0" anchor="b">
            <a:spAutoFit/>
          </a:bodyPr>
          <a:lstStyle>
            <a:lvl1pPr>
              <a:defRPr sz="800">
                <a:solidFill>
                  <a:schemeClr val="bg1"/>
                </a:solidFill>
                <a:latin typeface="ForFuture Sans" panose="020B0504020203020204" pitchFamily="34" charset="0"/>
                <a:sym typeface="ForFuture Sans" panose="020B0504020203020204" pitchFamily="34" charset="0"/>
              </a:defRPr>
            </a:lvl1pPr>
          </a:lstStyle>
          <a:p>
            <a:r>
              <a:rPr lang="it-IT"/>
              <a:t>MINSAIT • SERVICIO DE PROGRAM MANAGEMENT OFFICE (PMO)</a:t>
            </a:r>
            <a:endParaRPr lang="es-ES"/>
          </a:p>
        </p:txBody>
      </p:sp>
      <p:sp>
        <p:nvSpPr>
          <p:cNvPr id="11" name="Text Placeholder 8">
            <a:extLst>
              <a:ext uri="{FF2B5EF4-FFF2-40B4-BE49-F238E27FC236}">
                <a16:creationId xmlns:a16="http://schemas.microsoft.com/office/drawing/2014/main" id="{8C8A5741-4FF6-86D0-90BB-0EC0EAEF3C95}"/>
              </a:ext>
            </a:extLst>
          </p:cNvPr>
          <p:cNvSpPr>
            <a:spLocks noGrp="1"/>
          </p:cNvSpPr>
          <p:nvPr>
            <p:ph type="body" sz="quarter" idx="14" hasCustomPrompt="1"/>
          </p:nvPr>
        </p:nvSpPr>
        <p:spPr>
          <a:xfrm>
            <a:off x="335361" y="1844824"/>
            <a:ext cx="6729425" cy="515109"/>
          </a:xfrm>
          <a:prstGeom prst="rect">
            <a:avLst/>
          </a:prstGeom>
        </p:spPr>
        <p:txBody>
          <a:bodyPr lIns="7200" tIns="7200" rIns="0" bIns="0">
            <a:noAutofit/>
          </a:bodyPr>
          <a:lstStyle>
            <a:lvl1pPr marL="0" indent="0">
              <a:buNone/>
              <a:defRPr sz="1800">
                <a:solidFill>
                  <a:schemeClr val="bg1"/>
                </a:solidFill>
                <a:latin typeface="ForFuture Sans" panose="020B0504020203020204" pitchFamily="34" charset="0"/>
                <a:sym typeface="ForFuture Sans" panose="020B0504020203020204" pitchFamily="34" charset="0"/>
              </a:defRPr>
            </a:lvl1pPr>
            <a:lvl2pPr marL="457189" indent="0">
              <a:buNone/>
              <a:defRPr sz="4800">
                <a:solidFill>
                  <a:schemeClr val="tx2"/>
                </a:solidFill>
              </a:defRPr>
            </a:lvl2pPr>
            <a:lvl3pPr marL="914377" indent="0">
              <a:buNone/>
              <a:defRPr sz="4800">
                <a:solidFill>
                  <a:schemeClr val="tx2"/>
                </a:solidFill>
              </a:defRPr>
            </a:lvl3pPr>
            <a:lvl4pPr marL="1371566" indent="0">
              <a:buNone/>
              <a:defRPr sz="4800">
                <a:solidFill>
                  <a:schemeClr val="tx2"/>
                </a:solidFill>
              </a:defRPr>
            </a:lvl4pPr>
            <a:lvl5pPr marL="1828755" indent="0">
              <a:buNone/>
              <a:defRPr sz="4800">
                <a:solidFill>
                  <a:schemeClr val="tx2"/>
                </a:solidFill>
              </a:defRPr>
            </a:lvl5pPr>
          </a:lstStyle>
          <a:p>
            <a:pPr lvl="0"/>
            <a:r>
              <a:rPr lang="en-GB" noProof="1"/>
              <a:t>Subtítulo de separata secundaria</a:t>
            </a:r>
          </a:p>
        </p:txBody>
      </p:sp>
      <p:grpSp>
        <p:nvGrpSpPr>
          <p:cNvPr id="2" name="Group 4">
            <a:extLst>
              <a:ext uri="{FF2B5EF4-FFF2-40B4-BE49-F238E27FC236}">
                <a16:creationId xmlns:a16="http://schemas.microsoft.com/office/drawing/2014/main" id="{392BBC05-A1B6-9A2D-7E29-6A93BEDC2623}"/>
              </a:ext>
            </a:extLst>
          </p:cNvPr>
          <p:cNvGrpSpPr>
            <a:grpSpLocks noChangeAspect="1"/>
          </p:cNvGrpSpPr>
          <p:nvPr userDrawn="1"/>
        </p:nvGrpSpPr>
        <p:grpSpPr bwMode="auto">
          <a:xfrm>
            <a:off x="9950892" y="6307630"/>
            <a:ext cx="1905748" cy="181586"/>
            <a:chOff x="680" y="1856"/>
            <a:chExt cx="6318" cy="602"/>
          </a:xfrm>
          <a:solidFill>
            <a:schemeClr val="bg1"/>
          </a:solidFill>
        </p:grpSpPr>
        <p:sp>
          <p:nvSpPr>
            <p:cNvPr id="3" name="Freeform 6">
              <a:extLst>
                <a:ext uri="{FF2B5EF4-FFF2-40B4-BE49-F238E27FC236}">
                  <a16:creationId xmlns:a16="http://schemas.microsoft.com/office/drawing/2014/main" id="{61C6A4E6-F2E8-32EA-9A79-600F5970D599}"/>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sp>
          <p:nvSpPr>
            <p:cNvPr id="4" name="Freeform 7">
              <a:extLst>
                <a:ext uri="{FF2B5EF4-FFF2-40B4-BE49-F238E27FC236}">
                  <a16:creationId xmlns:a16="http://schemas.microsoft.com/office/drawing/2014/main" id="{C25B622C-814F-0BE1-B8CB-1CF314808E90}"/>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sp>
          <p:nvSpPr>
            <p:cNvPr id="6" name="Freeform 8">
              <a:extLst>
                <a:ext uri="{FF2B5EF4-FFF2-40B4-BE49-F238E27FC236}">
                  <a16:creationId xmlns:a16="http://schemas.microsoft.com/office/drawing/2014/main" id="{CCE0FCD7-277A-5348-6784-A276D105A88E}"/>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grpSp>
    </p:spTree>
    <p:extLst>
      <p:ext uri="{BB962C8B-B14F-4D97-AF65-F5344CB8AC3E}">
        <p14:creationId xmlns:p14="http://schemas.microsoft.com/office/powerpoint/2010/main" val="400255245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parata Secundaria + Imagen">
    <p:bg>
      <p:bgPr>
        <a:solidFill>
          <a:schemeClr val="tx2"/>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41C10F8-4B71-E455-BA98-EFEE2D26FD62}"/>
              </a:ext>
            </a:extLst>
          </p:cNvPr>
          <p:cNvGraphicFramePr>
            <a:graphicFrameLocks noChangeAspect="1"/>
          </p:cNvGraphicFramePr>
          <p:nvPr userDrawn="1">
            <p:custDataLst>
              <p:tags r:id="rId1"/>
            </p:custDataLst>
            <p:extLst>
              <p:ext uri="{D42A27DB-BD31-4B8C-83A1-F6EECF244321}">
                <p14:modId xmlns:p14="http://schemas.microsoft.com/office/powerpoint/2010/main" val="2082171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6" name="think-cell data - do not delete" hidden="1">
                        <a:extLst>
                          <a:ext uri="{FF2B5EF4-FFF2-40B4-BE49-F238E27FC236}">
                            <a16:creationId xmlns:a16="http://schemas.microsoft.com/office/drawing/2014/main" id="{D41C10F8-4B71-E455-BA98-EFEE2D26FD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8">
            <a:extLst>
              <a:ext uri="{FF2B5EF4-FFF2-40B4-BE49-F238E27FC236}">
                <a16:creationId xmlns:a16="http://schemas.microsoft.com/office/drawing/2014/main" id="{8BFD03FE-DE6A-825F-7BAC-81954BA8CACB}"/>
              </a:ext>
            </a:extLst>
          </p:cNvPr>
          <p:cNvSpPr>
            <a:spLocks noGrp="1"/>
          </p:cNvSpPr>
          <p:nvPr>
            <p:ph type="body" sz="quarter" idx="12" hasCustomPrompt="1"/>
          </p:nvPr>
        </p:nvSpPr>
        <p:spPr>
          <a:xfrm>
            <a:off x="335360" y="368300"/>
            <a:ext cx="6729426" cy="1439714"/>
          </a:xfrm>
          <a:prstGeom prst="rect">
            <a:avLst/>
          </a:prstGeom>
        </p:spPr>
        <p:txBody>
          <a:bodyPr lIns="0" tIns="0" rIns="0" bIns="0">
            <a:noAutofit/>
          </a:bodyPr>
          <a:lstStyle>
            <a:lvl1pPr marL="0" indent="0">
              <a:lnSpc>
                <a:spcPct val="90000"/>
              </a:lnSpc>
              <a:spcBef>
                <a:spcPts val="0"/>
              </a:spcBef>
              <a:buNone/>
              <a:defRPr sz="4800">
                <a:solidFill>
                  <a:schemeClr val="bg1"/>
                </a:solidFill>
                <a:latin typeface="ForFuture Sans" panose="020B0504020203020204" pitchFamily="34" charset="0"/>
                <a:sym typeface="ForFuture Sans" panose="020B0504020203020204" pitchFamily="34" charset="0"/>
              </a:defRPr>
            </a:lvl1pPr>
            <a:lvl2pPr marL="457189" indent="0">
              <a:buNone/>
              <a:defRPr sz="4800">
                <a:solidFill>
                  <a:schemeClr val="tx2"/>
                </a:solidFill>
              </a:defRPr>
            </a:lvl2pPr>
            <a:lvl3pPr marL="914377" indent="0">
              <a:buNone/>
              <a:defRPr sz="4800">
                <a:solidFill>
                  <a:schemeClr val="tx2"/>
                </a:solidFill>
              </a:defRPr>
            </a:lvl3pPr>
            <a:lvl4pPr marL="1371566" indent="0">
              <a:buNone/>
              <a:defRPr sz="4800">
                <a:solidFill>
                  <a:schemeClr val="tx2"/>
                </a:solidFill>
              </a:defRPr>
            </a:lvl4pPr>
            <a:lvl5pPr marL="1828755" indent="0">
              <a:buNone/>
              <a:defRPr sz="4800">
                <a:solidFill>
                  <a:schemeClr val="tx2"/>
                </a:solidFill>
              </a:defRPr>
            </a:lvl5pPr>
          </a:lstStyle>
          <a:p>
            <a:pPr lvl="0"/>
            <a:r>
              <a:rPr lang="en-GB" noProof="1"/>
              <a:t>Título de separata secundaria</a:t>
            </a:r>
          </a:p>
        </p:txBody>
      </p:sp>
      <p:sp>
        <p:nvSpPr>
          <p:cNvPr id="12" name="Text Placeholder 9">
            <a:extLst>
              <a:ext uri="{FF2B5EF4-FFF2-40B4-BE49-F238E27FC236}">
                <a16:creationId xmlns:a16="http://schemas.microsoft.com/office/drawing/2014/main" id="{549C87FE-69F3-004F-2135-D78C256F3CE8}"/>
              </a:ext>
            </a:extLst>
          </p:cNvPr>
          <p:cNvSpPr>
            <a:spLocks noGrp="1"/>
          </p:cNvSpPr>
          <p:nvPr>
            <p:ph type="body" sz="quarter" idx="13" hasCustomPrompt="1"/>
          </p:nvPr>
        </p:nvSpPr>
        <p:spPr>
          <a:xfrm>
            <a:off x="9540867" y="202267"/>
            <a:ext cx="2011362" cy="1036637"/>
          </a:xfrm>
          <a:prstGeom prst="rect">
            <a:avLst/>
          </a:prstGeom>
        </p:spPr>
        <p:txBody>
          <a:bodyPr lIns="125999" tIns="0" rIns="0" bIns="0">
            <a:normAutofit/>
          </a:bodyPr>
          <a:lstStyle>
            <a:lvl1pPr marL="0" indent="0">
              <a:buNone/>
              <a:defRPr sz="7200" spc="-400" baseline="0">
                <a:solidFill>
                  <a:schemeClr val="bg1"/>
                </a:solidFill>
                <a:latin typeface="ForFuture Sans" panose="020B0504020203020204" pitchFamily="34" charset="0"/>
                <a:sym typeface="ForFuture Sans" panose="020B0504020203020204" pitchFamily="34" charset="0"/>
              </a:defRPr>
            </a:lvl1pPr>
          </a:lstStyle>
          <a:p>
            <a:pPr lvl="0"/>
            <a:r>
              <a:rPr lang="en-GB" noProof="1"/>
              <a:t>2.1</a:t>
            </a:r>
          </a:p>
        </p:txBody>
      </p:sp>
      <p:sp>
        <p:nvSpPr>
          <p:cNvPr id="17" name="Picture Placeholder 15">
            <a:extLst>
              <a:ext uri="{FF2B5EF4-FFF2-40B4-BE49-F238E27FC236}">
                <a16:creationId xmlns:a16="http://schemas.microsoft.com/office/drawing/2014/main" id="{E88F7C34-C252-2D03-AC4A-891E6EAF3E28}"/>
              </a:ext>
            </a:extLst>
          </p:cNvPr>
          <p:cNvSpPr>
            <a:spLocks noGrp="1"/>
          </p:cNvSpPr>
          <p:nvPr>
            <p:ph type="pic" sz="quarter" idx="14"/>
          </p:nvPr>
        </p:nvSpPr>
        <p:spPr>
          <a:xfrm>
            <a:off x="335360" y="2852936"/>
            <a:ext cx="6734175" cy="3119080"/>
          </a:xfrm>
          <a:prstGeom prst="snip2DiagRect">
            <a:avLst>
              <a:gd name="adj1" fmla="val 3909"/>
              <a:gd name="adj2" fmla="val 3638"/>
            </a:avLst>
          </a:prstGeom>
        </p:spPr>
        <p:txBody>
          <a:bodyPr anchor="ctr"/>
          <a:lstStyle>
            <a:lvl1pPr marL="0" indent="0" algn="ctr">
              <a:buNone/>
              <a:defRPr sz="1600">
                <a:solidFill>
                  <a:schemeClr val="bg1"/>
                </a:solidFill>
                <a:latin typeface="ForFuture Sans" panose="020B0504020203020204" pitchFamily="34" charset="0"/>
                <a:sym typeface="ForFuture Sans" panose="020B0504020203020204" pitchFamily="34" charset="0"/>
              </a:defRPr>
            </a:lvl1pPr>
          </a:lstStyle>
          <a:p>
            <a:r>
              <a:rPr lang="en-GB" noProof="1"/>
              <a:t>Haga clic en el icono para agregar una imagen</a:t>
            </a:r>
          </a:p>
        </p:txBody>
      </p:sp>
      <p:grpSp>
        <p:nvGrpSpPr>
          <p:cNvPr id="7" name="Grupo 6"/>
          <p:cNvGrpSpPr/>
          <p:nvPr userDrawn="1"/>
        </p:nvGrpSpPr>
        <p:grpSpPr>
          <a:xfrm>
            <a:off x="7233728" y="0"/>
            <a:ext cx="2302839" cy="5972016"/>
            <a:chOff x="7233728" y="0"/>
            <a:chExt cx="2302839" cy="5940000"/>
          </a:xfrm>
        </p:grpSpPr>
        <p:cxnSp>
          <p:nvCxnSpPr>
            <p:cNvPr id="3" name="Straight Connector 2">
              <a:extLst>
                <a:ext uri="{FF2B5EF4-FFF2-40B4-BE49-F238E27FC236}">
                  <a16:creationId xmlns:a16="http://schemas.microsoft.com/office/drawing/2014/main" id="{1DCF1FA4-5FC1-C986-40D8-A310FF15647F}"/>
                </a:ext>
              </a:extLst>
            </p:cNvPr>
            <p:cNvCxnSpPr>
              <a:cxnSpLocks/>
            </p:cNvCxnSpPr>
            <p:nvPr userDrawn="1"/>
          </p:nvCxnSpPr>
          <p:spPr>
            <a:xfrm flipV="1">
              <a:off x="7233728" y="0"/>
              <a:ext cx="0" cy="5940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73ED0ED-1F64-F769-39DC-4DD74F3BB9E6}"/>
                </a:ext>
              </a:extLst>
            </p:cNvPr>
            <p:cNvCxnSpPr>
              <a:cxnSpLocks/>
            </p:cNvCxnSpPr>
            <p:nvPr userDrawn="1"/>
          </p:nvCxnSpPr>
          <p:spPr>
            <a:xfrm flipV="1">
              <a:off x="9536567" y="0"/>
              <a:ext cx="0" cy="594000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14" name="Text Placeholder 8">
            <a:extLst>
              <a:ext uri="{FF2B5EF4-FFF2-40B4-BE49-F238E27FC236}">
                <a16:creationId xmlns:a16="http://schemas.microsoft.com/office/drawing/2014/main" id="{8C8A5741-4FF6-86D0-90BB-0EC0EAEF3C95}"/>
              </a:ext>
            </a:extLst>
          </p:cNvPr>
          <p:cNvSpPr>
            <a:spLocks noGrp="1"/>
          </p:cNvSpPr>
          <p:nvPr>
            <p:ph type="body" sz="quarter" idx="15" hasCustomPrompt="1"/>
          </p:nvPr>
        </p:nvSpPr>
        <p:spPr>
          <a:xfrm>
            <a:off x="335361" y="1844824"/>
            <a:ext cx="6729425" cy="515109"/>
          </a:xfrm>
          <a:prstGeom prst="rect">
            <a:avLst/>
          </a:prstGeom>
        </p:spPr>
        <p:txBody>
          <a:bodyPr lIns="7200" tIns="7200" rIns="0" bIns="0">
            <a:noAutofit/>
          </a:bodyPr>
          <a:lstStyle>
            <a:lvl1pPr marL="0" indent="0">
              <a:buNone/>
              <a:defRPr sz="1800">
                <a:solidFill>
                  <a:schemeClr val="bg1"/>
                </a:solidFill>
                <a:latin typeface="ForFuture Sans" panose="020B0504020203020204" pitchFamily="34" charset="0"/>
                <a:sym typeface="ForFuture Sans" panose="020B0504020203020204" pitchFamily="34" charset="0"/>
              </a:defRPr>
            </a:lvl1pPr>
            <a:lvl2pPr marL="457189" indent="0">
              <a:buNone/>
              <a:defRPr sz="4800">
                <a:solidFill>
                  <a:schemeClr val="tx2"/>
                </a:solidFill>
              </a:defRPr>
            </a:lvl2pPr>
            <a:lvl3pPr marL="914377" indent="0">
              <a:buNone/>
              <a:defRPr sz="4800">
                <a:solidFill>
                  <a:schemeClr val="tx2"/>
                </a:solidFill>
              </a:defRPr>
            </a:lvl3pPr>
            <a:lvl4pPr marL="1371566" indent="0">
              <a:buNone/>
              <a:defRPr sz="4800">
                <a:solidFill>
                  <a:schemeClr val="tx2"/>
                </a:solidFill>
              </a:defRPr>
            </a:lvl4pPr>
            <a:lvl5pPr marL="1828755" indent="0">
              <a:buNone/>
              <a:defRPr sz="4800">
                <a:solidFill>
                  <a:schemeClr val="tx2"/>
                </a:solidFill>
              </a:defRPr>
            </a:lvl5pPr>
          </a:lstStyle>
          <a:p>
            <a:pPr lvl="0"/>
            <a:r>
              <a:rPr lang="en-GB" noProof="1"/>
              <a:t>Subtítulo de separata secundaria</a:t>
            </a:r>
          </a:p>
        </p:txBody>
      </p:sp>
      <p:sp>
        <p:nvSpPr>
          <p:cNvPr id="15" name="Marcador de pie de página 7">
            <a:extLst>
              <a:ext uri="{FF2B5EF4-FFF2-40B4-BE49-F238E27FC236}">
                <a16:creationId xmlns:a16="http://schemas.microsoft.com/office/drawing/2014/main" id="{D020836E-5240-E79E-F678-BC71B69F2325}"/>
              </a:ext>
            </a:extLst>
          </p:cNvPr>
          <p:cNvSpPr>
            <a:spLocks noGrp="1"/>
          </p:cNvSpPr>
          <p:nvPr>
            <p:ph type="ftr" sz="quarter" idx="10"/>
          </p:nvPr>
        </p:nvSpPr>
        <p:spPr>
          <a:xfrm>
            <a:off x="335360" y="6393469"/>
            <a:ext cx="7250933" cy="123111"/>
          </a:xfrm>
          <a:prstGeom prst="rect">
            <a:avLst/>
          </a:prstGeom>
        </p:spPr>
        <p:txBody>
          <a:bodyPr lIns="0" tIns="0" rIns="0" bIns="0" anchor="b">
            <a:spAutoFit/>
          </a:bodyPr>
          <a:lstStyle>
            <a:lvl1pPr>
              <a:defRPr sz="800">
                <a:solidFill>
                  <a:schemeClr val="bg1"/>
                </a:solidFill>
                <a:latin typeface="ForFuture Sans" panose="020B0504020203020204" pitchFamily="34" charset="0"/>
                <a:sym typeface="ForFuture Sans" panose="020B0504020203020204" pitchFamily="34" charset="0"/>
              </a:defRPr>
            </a:lvl1pPr>
          </a:lstStyle>
          <a:p>
            <a:r>
              <a:rPr lang="it-IT"/>
              <a:t>MINSAIT • SERVICIO DE PROGRAM MANAGEMENT OFFICE (PMO)</a:t>
            </a:r>
            <a:endParaRPr lang="es-ES"/>
          </a:p>
        </p:txBody>
      </p:sp>
      <p:grpSp>
        <p:nvGrpSpPr>
          <p:cNvPr id="2" name="Group 4">
            <a:extLst>
              <a:ext uri="{FF2B5EF4-FFF2-40B4-BE49-F238E27FC236}">
                <a16:creationId xmlns:a16="http://schemas.microsoft.com/office/drawing/2014/main" id="{564F8C21-8678-F222-7D6A-5670CC2D85CD}"/>
              </a:ext>
            </a:extLst>
          </p:cNvPr>
          <p:cNvGrpSpPr>
            <a:grpSpLocks noChangeAspect="1"/>
          </p:cNvGrpSpPr>
          <p:nvPr userDrawn="1"/>
        </p:nvGrpSpPr>
        <p:grpSpPr bwMode="auto">
          <a:xfrm>
            <a:off x="9950892" y="6307630"/>
            <a:ext cx="1905748" cy="181586"/>
            <a:chOff x="680" y="1856"/>
            <a:chExt cx="6318" cy="602"/>
          </a:xfrm>
          <a:solidFill>
            <a:schemeClr val="bg1"/>
          </a:solidFill>
        </p:grpSpPr>
        <p:sp>
          <p:nvSpPr>
            <p:cNvPr id="4" name="Freeform 6">
              <a:extLst>
                <a:ext uri="{FF2B5EF4-FFF2-40B4-BE49-F238E27FC236}">
                  <a16:creationId xmlns:a16="http://schemas.microsoft.com/office/drawing/2014/main" id="{1D5BCC11-449F-D740-921D-862747A02915}"/>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sp>
          <p:nvSpPr>
            <p:cNvPr id="5" name="Freeform 7">
              <a:extLst>
                <a:ext uri="{FF2B5EF4-FFF2-40B4-BE49-F238E27FC236}">
                  <a16:creationId xmlns:a16="http://schemas.microsoft.com/office/drawing/2014/main" id="{0A348FE8-51E4-BFB7-E8C7-3B2E944232BA}"/>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sp>
          <p:nvSpPr>
            <p:cNvPr id="9" name="Freeform 8">
              <a:extLst>
                <a:ext uri="{FF2B5EF4-FFF2-40B4-BE49-F238E27FC236}">
                  <a16:creationId xmlns:a16="http://schemas.microsoft.com/office/drawing/2014/main" id="{B0C4F2D3-BC12-B59A-D877-7B389EA0F893}"/>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grpSp>
    </p:spTree>
    <p:extLst>
      <p:ext uri="{BB962C8B-B14F-4D97-AF65-F5344CB8AC3E}">
        <p14:creationId xmlns:p14="http://schemas.microsoft.com/office/powerpoint/2010/main" val="180868853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parata - Directivo">
    <p:bg>
      <p:bgRef idx="1001">
        <a:schemeClr val="bg2"/>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084AFE0-8E1C-63DA-C1B2-433C3817F4E5}"/>
              </a:ext>
            </a:extLst>
          </p:cNvPr>
          <p:cNvGraphicFramePr>
            <a:graphicFrameLocks noChangeAspect="1"/>
          </p:cNvGraphicFramePr>
          <p:nvPr userDrawn="1">
            <p:custDataLst>
              <p:tags r:id="rId1"/>
            </p:custDataLst>
            <p:extLst>
              <p:ext uri="{D42A27DB-BD31-4B8C-83A1-F6EECF244321}">
                <p14:modId xmlns:p14="http://schemas.microsoft.com/office/powerpoint/2010/main" val="14495567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2" name="think-cell data - do not delete" hidden="1">
                        <a:extLst>
                          <a:ext uri="{FF2B5EF4-FFF2-40B4-BE49-F238E27FC236}">
                            <a16:creationId xmlns:a16="http://schemas.microsoft.com/office/drawing/2014/main" id="{2084AFE0-8E1C-63DA-C1B2-433C3817F4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3" name="Straight Connector 3">
            <a:extLst>
              <a:ext uri="{FF2B5EF4-FFF2-40B4-BE49-F238E27FC236}">
                <a16:creationId xmlns:a16="http://schemas.microsoft.com/office/drawing/2014/main" id="{35E7DD84-AD9E-783F-DDC3-5F463BCCACA5}"/>
              </a:ext>
            </a:extLst>
          </p:cNvPr>
          <p:cNvCxnSpPr>
            <a:cxnSpLocks/>
          </p:cNvCxnSpPr>
          <p:nvPr userDrawn="1"/>
        </p:nvCxnSpPr>
        <p:spPr>
          <a:xfrm flipH="1">
            <a:off x="1" y="4177259"/>
            <a:ext cx="4464289"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Text Placeholder 8">
            <a:extLst>
              <a:ext uri="{FF2B5EF4-FFF2-40B4-BE49-F238E27FC236}">
                <a16:creationId xmlns:a16="http://schemas.microsoft.com/office/drawing/2014/main" id="{1E40C452-A8CE-162B-ECD0-8C7D474F0288}"/>
              </a:ext>
            </a:extLst>
          </p:cNvPr>
          <p:cNvSpPr>
            <a:spLocks noGrp="1"/>
          </p:cNvSpPr>
          <p:nvPr>
            <p:ph type="body" sz="quarter" idx="10" hasCustomPrompt="1"/>
          </p:nvPr>
        </p:nvSpPr>
        <p:spPr>
          <a:xfrm>
            <a:off x="335360" y="1412776"/>
            <a:ext cx="6983426" cy="1403350"/>
          </a:xfrm>
          <a:prstGeom prst="rect">
            <a:avLst/>
          </a:prstGeom>
        </p:spPr>
        <p:txBody>
          <a:bodyPr lIns="0" tIns="0" rIns="0" bIns="0">
            <a:noAutofit/>
          </a:bodyPr>
          <a:lstStyle>
            <a:lvl1pPr marL="0" indent="0">
              <a:lnSpc>
                <a:spcPct val="90000"/>
              </a:lnSpc>
              <a:spcBef>
                <a:spcPts val="0"/>
              </a:spcBef>
              <a:buNone/>
              <a:defRPr sz="4800">
                <a:solidFill>
                  <a:schemeClr val="tx1"/>
                </a:solidFill>
                <a:latin typeface="ForFuture Sans" panose="020B0504020203020204" pitchFamily="34" charset="0"/>
                <a:sym typeface="ForFuture Sans" panose="020B0504020203020204" pitchFamily="34" charset="0"/>
              </a:defRPr>
            </a:lvl1pPr>
            <a:lvl2pPr marL="457189" indent="0">
              <a:buNone/>
              <a:defRPr sz="4800">
                <a:solidFill>
                  <a:schemeClr val="tx2"/>
                </a:solidFill>
              </a:defRPr>
            </a:lvl2pPr>
            <a:lvl3pPr marL="914377" indent="0">
              <a:buNone/>
              <a:defRPr sz="4800">
                <a:solidFill>
                  <a:schemeClr val="tx2"/>
                </a:solidFill>
              </a:defRPr>
            </a:lvl3pPr>
            <a:lvl4pPr marL="1371566" indent="0">
              <a:buNone/>
              <a:defRPr sz="4800">
                <a:solidFill>
                  <a:schemeClr val="tx2"/>
                </a:solidFill>
              </a:defRPr>
            </a:lvl4pPr>
            <a:lvl5pPr marL="1828755" indent="0">
              <a:buNone/>
              <a:defRPr sz="4800">
                <a:solidFill>
                  <a:schemeClr val="tx2"/>
                </a:solidFill>
              </a:defRPr>
            </a:lvl5pPr>
          </a:lstStyle>
          <a:p>
            <a:pPr lvl="0"/>
            <a:r>
              <a:rPr lang="en-GB" noProof="1"/>
              <a:t>Título de separata con directivo</a:t>
            </a:r>
          </a:p>
        </p:txBody>
      </p:sp>
      <p:sp>
        <p:nvSpPr>
          <p:cNvPr id="5" name="Picture Placeholder 13">
            <a:extLst>
              <a:ext uri="{FF2B5EF4-FFF2-40B4-BE49-F238E27FC236}">
                <a16:creationId xmlns:a16="http://schemas.microsoft.com/office/drawing/2014/main" id="{6D8B5EED-E84C-0EE3-E413-05839AE5AD20}"/>
              </a:ext>
            </a:extLst>
          </p:cNvPr>
          <p:cNvSpPr>
            <a:spLocks noGrp="1"/>
          </p:cNvSpPr>
          <p:nvPr>
            <p:ph type="pic" sz="quarter" idx="12"/>
          </p:nvPr>
        </p:nvSpPr>
        <p:spPr>
          <a:xfrm>
            <a:off x="8018463" y="376238"/>
            <a:ext cx="3797300" cy="5722937"/>
          </a:xfrm>
          <a:prstGeom prst="snip2DiagRect">
            <a:avLst>
              <a:gd name="adj1" fmla="val 3746"/>
              <a:gd name="adj2" fmla="val 3557"/>
            </a:avLst>
          </a:prstGeom>
        </p:spPr>
        <p:txBody>
          <a:bodyPr anchor="ctr"/>
          <a:lstStyle>
            <a:lvl1pPr marL="0" indent="0" algn="ctr">
              <a:buNone/>
              <a:defRPr sz="1600">
                <a:latin typeface="ForFuture Sans" panose="020B0504020203020204" pitchFamily="34" charset="0"/>
                <a:sym typeface="ForFuture Sans" panose="020B0504020203020204" pitchFamily="34" charset="0"/>
              </a:defRPr>
            </a:lvl1pPr>
          </a:lstStyle>
          <a:p>
            <a:r>
              <a:rPr lang="es-ES" noProof="1"/>
              <a:t>Haga clic en el icono para agregar una imagen</a:t>
            </a:r>
            <a:endParaRPr lang="en-GB" noProof="1"/>
          </a:p>
        </p:txBody>
      </p:sp>
      <p:sp>
        <p:nvSpPr>
          <p:cNvPr id="6" name="Text Placeholder 8">
            <a:extLst>
              <a:ext uri="{FF2B5EF4-FFF2-40B4-BE49-F238E27FC236}">
                <a16:creationId xmlns:a16="http://schemas.microsoft.com/office/drawing/2014/main" id="{3A431A96-4F94-1667-4F7E-51C5169852C0}"/>
              </a:ext>
            </a:extLst>
          </p:cNvPr>
          <p:cNvSpPr>
            <a:spLocks noGrp="1"/>
          </p:cNvSpPr>
          <p:nvPr>
            <p:ph type="body" sz="quarter" idx="13" hasCustomPrompt="1"/>
          </p:nvPr>
        </p:nvSpPr>
        <p:spPr>
          <a:xfrm>
            <a:off x="335360" y="2841883"/>
            <a:ext cx="6983426" cy="515109"/>
          </a:xfrm>
          <a:prstGeom prst="rect">
            <a:avLst/>
          </a:prstGeom>
        </p:spPr>
        <p:txBody>
          <a:bodyPr lIns="7200" tIns="7200" rIns="0" bIns="0">
            <a:noAutofit/>
          </a:bodyPr>
          <a:lstStyle>
            <a:lvl1pPr marL="0" indent="0">
              <a:buNone/>
              <a:defRPr sz="1800">
                <a:solidFill>
                  <a:schemeClr val="tx1"/>
                </a:solidFill>
                <a:latin typeface="ForFuture Sans" panose="020B0504020203020204" pitchFamily="34" charset="0"/>
                <a:sym typeface="ForFuture Sans" panose="020B0504020203020204" pitchFamily="34" charset="0"/>
              </a:defRPr>
            </a:lvl1pPr>
            <a:lvl2pPr marL="457189" indent="0">
              <a:buNone/>
              <a:defRPr sz="4800">
                <a:solidFill>
                  <a:schemeClr val="tx2"/>
                </a:solidFill>
              </a:defRPr>
            </a:lvl2pPr>
            <a:lvl3pPr marL="914377" indent="0">
              <a:buNone/>
              <a:defRPr sz="4800">
                <a:solidFill>
                  <a:schemeClr val="tx2"/>
                </a:solidFill>
              </a:defRPr>
            </a:lvl3pPr>
            <a:lvl4pPr marL="1371566" indent="0">
              <a:buNone/>
              <a:defRPr sz="4800">
                <a:solidFill>
                  <a:schemeClr val="tx2"/>
                </a:solidFill>
              </a:defRPr>
            </a:lvl4pPr>
            <a:lvl5pPr marL="1828755" indent="0">
              <a:buNone/>
              <a:defRPr sz="4800">
                <a:solidFill>
                  <a:schemeClr val="tx2"/>
                </a:solidFill>
              </a:defRPr>
            </a:lvl5pPr>
          </a:lstStyle>
          <a:p>
            <a:pPr lvl="0"/>
            <a:r>
              <a:rPr lang="en-GB" noProof="1"/>
              <a:t>Subtítulo de separata</a:t>
            </a:r>
          </a:p>
        </p:txBody>
      </p:sp>
      <p:sp>
        <p:nvSpPr>
          <p:cNvPr id="13"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latin typeface="ForFuture Sans" panose="020B0504020203020204" pitchFamily="34" charset="0"/>
                <a:sym typeface="ForFuture Sans" panose="020B0504020203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latin typeface="ForFuture Sans" panose="020B0504020203020204" pitchFamily="34" charset="0"/>
              <a:sym typeface="ForFuture Sans" panose="020B0504020203020204" pitchFamily="34" charset="0"/>
            </a:endParaRPr>
          </a:p>
        </p:txBody>
      </p:sp>
      <p:sp>
        <p:nvSpPr>
          <p:cNvPr id="17" name="Marcador de texto 16"/>
          <p:cNvSpPr>
            <a:spLocks noGrp="1"/>
          </p:cNvSpPr>
          <p:nvPr>
            <p:ph type="body" sz="quarter" idx="15" hasCustomPrompt="1"/>
          </p:nvPr>
        </p:nvSpPr>
        <p:spPr>
          <a:xfrm>
            <a:off x="334963" y="4551363"/>
            <a:ext cx="5761037" cy="994376"/>
          </a:xfrm>
          <a:prstGeom prst="rect">
            <a:avLst/>
          </a:prstGeom>
        </p:spPr>
        <p:txBody>
          <a:bodyPr lIns="0" tIns="0" rIns="0" bIns="0">
            <a:normAutofit/>
          </a:bodyPr>
          <a:lstStyle>
            <a:lvl1pPr marL="0" indent="0">
              <a:lnSpc>
                <a:spcPct val="100000"/>
              </a:lnSpc>
              <a:spcBef>
                <a:spcPts val="0"/>
              </a:spcBef>
              <a:buNone/>
              <a:defRPr sz="2000">
                <a:latin typeface="ForFuture Sans" panose="020B0504020203020204" pitchFamily="34" charset="0"/>
                <a:sym typeface="ForFuture Sans" panose="020B0504020203020204" pitchFamily="34" charset="0"/>
              </a:defRPr>
            </a:lvl1pPr>
            <a:lvl2pPr marL="354013" indent="0">
              <a:buNone/>
              <a:defRPr/>
            </a:lvl2pPr>
            <a:lvl3pPr marL="719137" indent="0">
              <a:buNone/>
              <a:defRPr/>
            </a:lvl3pPr>
            <a:lvl4pPr marL="1073150" indent="0">
              <a:buNone/>
              <a:defRPr/>
            </a:lvl4pPr>
            <a:lvl5pPr marL="1436688" indent="0">
              <a:buNone/>
              <a:defRPr/>
            </a:lvl5pPr>
          </a:lstStyle>
          <a:p>
            <a:pPr lvl="0"/>
            <a:r>
              <a:rPr lang="es-ES"/>
              <a:t>Nombre y Apellidos </a:t>
            </a:r>
            <a:br>
              <a:rPr lang="es-ES"/>
            </a:br>
            <a:r>
              <a:rPr lang="es-ES"/>
              <a:t>Posición</a:t>
            </a:r>
          </a:p>
        </p:txBody>
      </p:sp>
      <p:sp>
        <p:nvSpPr>
          <p:cNvPr id="14" name="Marcador de pie de página 7">
            <a:extLst>
              <a:ext uri="{FF2B5EF4-FFF2-40B4-BE49-F238E27FC236}">
                <a16:creationId xmlns:a16="http://schemas.microsoft.com/office/drawing/2014/main" id="{D020836E-5240-E79E-F678-BC71B69F2325}"/>
              </a:ext>
            </a:extLst>
          </p:cNvPr>
          <p:cNvSpPr>
            <a:spLocks noGrp="1"/>
          </p:cNvSpPr>
          <p:nvPr>
            <p:ph type="ftr" sz="quarter" idx="16"/>
          </p:nvPr>
        </p:nvSpPr>
        <p:spPr>
          <a:xfrm>
            <a:off x="335360" y="6393469"/>
            <a:ext cx="7250933" cy="123111"/>
          </a:xfrm>
          <a:prstGeom prst="rect">
            <a:avLst/>
          </a:prstGeom>
        </p:spPr>
        <p:txBody>
          <a:bodyPr lIns="0" tIns="0" rIns="0" bIns="0" anchor="b">
            <a:spAutoFit/>
          </a:bodyPr>
          <a:lstStyle>
            <a:lvl1pPr>
              <a:defRPr sz="800">
                <a:solidFill>
                  <a:schemeClr val="tx1"/>
                </a:solidFill>
                <a:latin typeface="ForFuture Sans" panose="020B0504020203020204" pitchFamily="34" charset="0"/>
                <a:sym typeface="ForFuture Sans" panose="020B0504020203020204" pitchFamily="34" charset="0"/>
              </a:defRPr>
            </a:lvl1pPr>
          </a:lstStyle>
          <a:p>
            <a:r>
              <a:rPr lang="it-IT"/>
              <a:t>MINSAIT • SERVICIO DE PROGRAM MANAGEMENT OFFICE (PMO)</a:t>
            </a:r>
            <a:endParaRPr lang="es-ES"/>
          </a:p>
        </p:txBody>
      </p:sp>
      <p:grpSp>
        <p:nvGrpSpPr>
          <p:cNvPr id="7" name="Group 4">
            <a:extLst>
              <a:ext uri="{FF2B5EF4-FFF2-40B4-BE49-F238E27FC236}">
                <a16:creationId xmlns:a16="http://schemas.microsoft.com/office/drawing/2014/main" id="{9EBABC2C-3AAC-D01F-73C7-05D84DA2EA01}"/>
              </a:ext>
            </a:extLst>
          </p:cNvPr>
          <p:cNvGrpSpPr>
            <a:grpSpLocks noChangeAspect="1"/>
          </p:cNvGrpSpPr>
          <p:nvPr userDrawn="1"/>
        </p:nvGrpSpPr>
        <p:grpSpPr bwMode="auto">
          <a:xfrm>
            <a:off x="336858" y="372592"/>
            <a:ext cx="1905748" cy="181586"/>
            <a:chOff x="680" y="1856"/>
            <a:chExt cx="6318" cy="602"/>
          </a:xfrm>
          <a:solidFill>
            <a:srgbClr val="4F062A"/>
          </a:solidFill>
        </p:grpSpPr>
        <p:sp>
          <p:nvSpPr>
            <p:cNvPr id="8" name="Freeform 6">
              <a:extLst>
                <a:ext uri="{FF2B5EF4-FFF2-40B4-BE49-F238E27FC236}">
                  <a16:creationId xmlns:a16="http://schemas.microsoft.com/office/drawing/2014/main" id="{34A0302C-9836-CA43-D23E-9CBCAE89B661}"/>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sp>
          <p:nvSpPr>
            <p:cNvPr id="9" name="Freeform 7">
              <a:extLst>
                <a:ext uri="{FF2B5EF4-FFF2-40B4-BE49-F238E27FC236}">
                  <a16:creationId xmlns:a16="http://schemas.microsoft.com/office/drawing/2014/main" id="{B4CD0810-7D09-991A-4276-CCE31B33EA93}"/>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sp>
          <p:nvSpPr>
            <p:cNvPr id="10" name="Freeform 8">
              <a:extLst>
                <a:ext uri="{FF2B5EF4-FFF2-40B4-BE49-F238E27FC236}">
                  <a16:creationId xmlns:a16="http://schemas.microsoft.com/office/drawing/2014/main" id="{97BE90ED-9ED8-C118-E463-2219442D775D}"/>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grpSp>
    </p:spTree>
    <p:extLst>
      <p:ext uri="{BB962C8B-B14F-4D97-AF65-F5344CB8AC3E}">
        <p14:creationId xmlns:p14="http://schemas.microsoft.com/office/powerpoint/2010/main" val="3068487743"/>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Base - Gris Cerámica">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76CA051-2092-0871-3CCC-777918DEFA04}"/>
              </a:ext>
            </a:extLst>
          </p:cNvPr>
          <p:cNvGraphicFramePr>
            <a:graphicFrameLocks noChangeAspect="1"/>
          </p:cNvGraphicFramePr>
          <p:nvPr>
            <p:custDataLst>
              <p:tags r:id="rId1"/>
            </p:custDataLst>
            <p:extLst>
              <p:ext uri="{D42A27DB-BD31-4B8C-83A1-F6EECF244321}">
                <p14:modId xmlns:p14="http://schemas.microsoft.com/office/powerpoint/2010/main" val="10115524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5" name="think-cell data - do not delete" hidden="1">
                        <a:extLst>
                          <a:ext uri="{FF2B5EF4-FFF2-40B4-BE49-F238E27FC236}">
                            <a16:creationId xmlns:a16="http://schemas.microsoft.com/office/drawing/2014/main" id="{276CA051-2092-0871-3CCC-777918DEFA0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p:cNvSpPr>
            <a:spLocks noGrp="1"/>
          </p:cNvSpPr>
          <p:nvPr>
            <p:ph type="title" hasCustomPrompt="1"/>
          </p:nvPr>
        </p:nvSpPr>
        <p:spPr>
          <a:xfrm>
            <a:off x="335360" y="548680"/>
            <a:ext cx="11521678" cy="873124"/>
          </a:xfrm>
        </p:spPr>
        <p:txBody>
          <a:bodyPr vert="horz"/>
          <a:lstStyle>
            <a:lvl1pPr>
              <a:defRPr sz="2400">
                <a:latin typeface="ForFuture Sans" panose="020B0504020203020204" pitchFamily="34" charset="0"/>
                <a:sym typeface="ForFuture Sans" panose="020B0504020203020204" pitchFamily="34" charset="0"/>
              </a:defRPr>
            </a:lvl1pPr>
          </a:lstStyle>
          <a:p>
            <a:r>
              <a:rPr lang="es-ES"/>
              <a:t>Título estándar para diapositiva base</a:t>
            </a:r>
          </a:p>
        </p:txBody>
      </p:sp>
      <p:sp>
        <p:nvSpPr>
          <p:cNvPr id="3" name="Marcador de pie de página 2"/>
          <p:cNvSpPr>
            <a:spLocks noGrp="1"/>
          </p:cNvSpPr>
          <p:nvPr>
            <p:ph type="ftr" sz="quarter" idx="10"/>
          </p:nvPr>
        </p:nvSpPr>
        <p:spPr/>
        <p:txBody>
          <a:bodyPr/>
          <a:lstStyle>
            <a:lvl1pPr>
              <a:defRPr>
                <a:latin typeface="ForFuture Sans" panose="020B0504020203020204" pitchFamily="34" charset="0"/>
                <a:sym typeface="ForFuture Sans" panose="020B0504020203020204" pitchFamily="34" charset="0"/>
              </a:defRPr>
            </a:lvl1pPr>
          </a:lstStyle>
          <a:p>
            <a:r>
              <a:rPr lang="fr-FR"/>
              <a:t>MINSAIT • SERVICIO DE PROGRAM MANAGEMENT OFFICE (PMO)</a:t>
            </a:r>
            <a:endParaRPr lang="es-ES"/>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59018"/>
          </a:xfrm>
          <a:prstGeom prst="rect">
            <a:avLst/>
          </a:prstGeom>
        </p:spPr>
        <p:txBody>
          <a:bodyPr lIns="0" tIns="0" rIns="0" bIns="0">
            <a:spAutoFit/>
          </a:bodyPr>
          <a:lstStyle>
            <a:lvl1pPr marL="0" indent="0">
              <a:buNone/>
              <a:defRPr sz="1000" cap="all" baseline="0">
                <a:solidFill>
                  <a:schemeClr val="tx1"/>
                </a:solidFill>
                <a:latin typeface="ForFuture Sans" panose="020B0504020203020204" pitchFamily="34" charset="0"/>
                <a:sym typeface="ForFuture Sans" panose="020B0504020203020204" pitchFamily="34" charset="0"/>
              </a:defRPr>
            </a:lvl1pPr>
          </a:lstStyle>
          <a:p>
            <a:pPr lvl="0"/>
            <a:r>
              <a:rPr lang="en-GB" noProof="1"/>
              <a:t>ANTETÍTULO DE DIAPOSITIVA</a:t>
            </a:r>
          </a:p>
        </p:txBody>
      </p:sp>
      <p:sp>
        <p:nvSpPr>
          <p:cNvPr id="10" name="2 Marcador de número de diapositiva">
            <a:extLst>
              <a:ext uri="{FF2B5EF4-FFF2-40B4-BE49-F238E27FC236}">
                <a16:creationId xmlns:a16="http://schemas.microsoft.com/office/drawing/2014/main" id="{DC0E35EF-F626-C338-B5AD-392DB1A015B6}"/>
              </a:ext>
            </a:extLst>
          </p:cNvPr>
          <p:cNvSpPr txBox="1">
            <a:spLocks/>
          </p:cNvSpPr>
          <p:nvPr/>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latin typeface="ForFuture Sans" panose="020B0504020203020204" pitchFamily="34" charset="0"/>
                <a:sym typeface="ForFuture Sans" panose="020B0504020203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latin typeface="ForFuture Sans" panose="020B0504020203020204" pitchFamily="34" charset="0"/>
              <a:sym typeface="ForFuture Sans" panose="020B0504020203020204" pitchFamily="34" charset="0"/>
            </a:endParaRPr>
          </a:p>
        </p:txBody>
      </p:sp>
    </p:spTree>
    <p:extLst>
      <p:ext uri="{BB962C8B-B14F-4D97-AF65-F5344CB8AC3E}">
        <p14:creationId xmlns:p14="http://schemas.microsoft.com/office/powerpoint/2010/main" val="3793502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ris Cerámica + Subtítulo Superior">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A39F23B-F4A6-D651-4236-9E4A55BC77AF}"/>
              </a:ext>
            </a:extLst>
          </p:cNvPr>
          <p:cNvGraphicFramePr>
            <a:graphicFrameLocks noChangeAspect="1"/>
          </p:cNvGraphicFramePr>
          <p:nvPr>
            <p:custDataLst>
              <p:tags r:id="rId1"/>
            </p:custDataLst>
            <p:extLst>
              <p:ext uri="{D42A27DB-BD31-4B8C-83A1-F6EECF244321}">
                <p14:modId xmlns:p14="http://schemas.microsoft.com/office/powerpoint/2010/main" val="23251812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5" name="think-cell data - do not delete" hidden="1">
                        <a:extLst>
                          <a:ext uri="{FF2B5EF4-FFF2-40B4-BE49-F238E27FC236}">
                            <a16:creationId xmlns:a16="http://schemas.microsoft.com/office/drawing/2014/main" id="{3A39F23B-F4A6-D651-4236-9E4A55BC77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p:cNvSpPr>
            <a:spLocks noGrp="1"/>
          </p:cNvSpPr>
          <p:nvPr>
            <p:ph type="title" hasCustomPrompt="1"/>
          </p:nvPr>
        </p:nvSpPr>
        <p:spPr>
          <a:xfrm>
            <a:off x="335360" y="549276"/>
            <a:ext cx="5501237" cy="730884"/>
          </a:xfrm>
        </p:spPr>
        <p:txBody>
          <a:bodyPr vert="horz"/>
          <a:lstStyle>
            <a:lvl1pPr>
              <a:defRPr sz="2400">
                <a:latin typeface="ForFuture Sans" panose="020B0504020203020204" pitchFamily="34" charset="0"/>
                <a:sym typeface="ForFuture Sans" panose="020B0504020203020204" pitchFamily="34" charset="0"/>
              </a:defRPr>
            </a:lvl1pPr>
          </a:lstStyle>
          <a:p>
            <a:r>
              <a:rPr lang="es-ES"/>
              <a:t>Título estándar para diapositiva base</a:t>
            </a:r>
          </a:p>
        </p:txBody>
      </p:sp>
      <p:sp>
        <p:nvSpPr>
          <p:cNvPr id="3" name="Marcador de pie de página 2"/>
          <p:cNvSpPr>
            <a:spLocks noGrp="1"/>
          </p:cNvSpPr>
          <p:nvPr>
            <p:ph type="ftr" sz="quarter" idx="10"/>
          </p:nvPr>
        </p:nvSpPr>
        <p:spPr>
          <a:xfrm>
            <a:off x="335360" y="6401514"/>
            <a:ext cx="7250933" cy="123111"/>
          </a:xfrm>
          <a:prstGeom prst="rect">
            <a:avLst/>
          </a:prstGeom>
        </p:spPr>
        <p:txBody>
          <a:bodyPr/>
          <a:lstStyle>
            <a:lvl1pPr>
              <a:defRPr>
                <a:latin typeface="ForFuture Sans" panose="020B0504020203020204" pitchFamily="34" charset="0"/>
                <a:sym typeface="ForFuture Sans" panose="020B0504020203020204" pitchFamily="34" charset="0"/>
              </a:defRPr>
            </a:lvl1pPr>
          </a:lstStyle>
          <a:p>
            <a:r>
              <a:rPr lang="fr-FR"/>
              <a:t>MINSAIT • SERVICIO DE PROGRAM MANAGEMENT OFFICE (PMO)</a:t>
            </a:r>
            <a:endParaRPr lang="es-ES"/>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5501237" cy="159018"/>
          </a:xfrm>
          <a:prstGeom prst="rect">
            <a:avLst/>
          </a:prstGeom>
        </p:spPr>
        <p:txBody>
          <a:bodyPr lIns="0" tIns="0" rIns="0" bIns="0">
            <a:spAutoFit/>
          </a:bodyPr>
          <a:lstStyle>
            <a:lvl1pPr marL="0" indent="0">
              <a:buNone/>
              <a:defRPr sz="1000" cap="all" baseline="0">
                <a:solidFill>
                  <a:schemeClr val="tx1"/>
                </a:solidFill>
                <a:latin typeface="ForFuture Sans" panose="020B0504020203020204" pitchFamily="34" charset="0"/>
                <a:sym typeface="ForFuture Sans" panose="020B0504020203020204" pitchFamily="34" charset="0"/>
              </a:defRPr>
            </a:lvl1pPr>
          </a:lstStyle>
          <a:p>
            <a:pPr lvl="0"/>
            <a:r>
              <a:rPr lang="en-GB" noProof="1"/>
              <a:t>ANTETÍTULO DE DIAPOSITIVA</a:t>
            </a:r>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7" hasCustomPrompt="1"/>
          </p:nvPr>
        </p:nvSpPr>
        <p:spPr>
          <a:xfrm>
            <a:off x="6207600" y="549274"/>
            <a:ext cx="5649040" cy="730885"/>
          </a:xfrm>
          <a:prstGeom prst="rect">
            <a:avLst/>
          </a:prstGeom>
        </p:spPr>
        <p:txBody>
          <a:bodyPr lIns="0" tIns="0" rIns="0" bIns="0" anchor="b">
            <a:noAutofit/>
          </a:bodyPr>
          <a:lstStyle>
            <a:lvl1pPr marL="0" indent="0">
              <a:buNone/>
              <a:defRPr sz="1600">
                <a:solidFill>
                  <a:schemeClr val="tx1"/>
                </a:solidFill>
                <a:latin typeface="ForFuture Sans" panose="020B0504020203020204" pitchFamily="34" charset="0"/>
                <a:sym typeface="ForFuture Sans" panose="020B0504020203020204" pitchFamily="34" charset="0"/>
              </a:defRPr>
            </a:lvl1pPr>
          </a:lstStyle>
          <a:p>
            <a:pPr lvl="0"/>
            <a:r>
              <a:rPr lang="en-GB" noProof="1"/>
              <a:t>Subtítulo de diapositiva</a:t>
            </a:r>
          </a:p>
        </p:txBody>
      </p:sp>
      <p:cxnSp>
        <p:nvCxnSpPr>
          <p:cNvPr id="10" name="Conector recto 9">
            <a:extLst>
              <a:ext uri="{FF2B5EF4-FFF2-40B4-BE49-F238E27FC236}">
                <a16:creationId xmlns:a16="http://schemas.microsoft.com/office/drawing/2014/main" id="{95416989-4658-652B-A6F7-145BFB90D09B}"/>
              </a:ext>
            </a:extLst>
          </p:cNvPr>
          <p:cNvCxnSpPr/>
          <p:nvPr/>
        </p:nvCxnSpPr>
        <p:spPr>
          <a:xfrm>
            <a:off x="6096000" y="0"/>
            <a:ext cx="0" cy="128016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2 Marcador de número de diapositiva">
            <a:extLst>
              <a:ext uri="{FF2B5EF4-FFF2-40B4-BE49-F238E27FC236}">
                <a16:creationId xmlns:a16="http://schemas.microsoft.com/office/drawing/2014/main" id="{DC0E35EF-F626-C338-B5AD-392DB1A015B6}"/>
              </a:ext>
            </a:extLst>
          </p:cNvPr>
          <p:cNvSpPr txBox="1">
            <a:spLocks/>
          </p:cNvSpPr>
          <p:nvPr/>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latin typeface="ForFuture Sans" panose="020B0504020203020204" pitchFamily="34" charset="0"/>
                <a:sym typeface="ForFuture Sans" panose="020B0504020203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latin typeface="ForFuture Sans" panose="020B0504020203020204" pitchFamily="34" charset="0"/>
              <a:sym typeface="ForFuture Sans" panose="020B0504020203020204" pitchFamily="34" charset="0"/>
            </a:endParaRPr>
          </a:p>
        </p:txBody>
      </p:sp>
    </p:spTree>
    <p:extLst>
      <p:ext uri="{BB962C8B-B14F-4D97-AF65-F5344CB8AC3E}">
        <p14:creationId xmlns:p14="http://schemas.microsoft.com/office/powerpoint/2010/main" val="2495684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Base - Pruno">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5BC949B-BFE6-DC76-CFA7-FAFE71107C42}"/>
              </a:ext>
            </a:extLst>
          </p:cNvPr>
          <p:cNvGraphicFramePr>
            <a:graphicFrameLocks noChangeAspect="1"/>
          </p:cNvGraphicFramePr>
          <p:nvPr>
            <p:custDataLst>
              <p:tags r:id="rId1"/>
            </p:custDataLst>
            <p:extLst>
              <p:ext uri="{D42A27DB-BD31-4B8C-83A1-F6EECF244321}">
                <p14:modId xmlns:p14="http://schemas.microsoft.com/office/powerpoint/2010/main" val="130034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5" name="think-cell data - do not delete" hidden="1">
                        <a:extLst>
                          <a:ext uri="{FF2B5EF4-FFF2-40B4-BE49-F238E27FC236}">
                            <a16:creationId xmlns:a16="http://schemas.microsoft.com/office/drawing/2014/main" id="{B5BC949B-BFE6-DC76-CFA7-FAFE71107C4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p:cNvSpPr>
            <a:spLocks noGrp="1"/>
          </p:cNvSpPr>
          <p:nvPr>
            <p:ph type="title" hasCustomPrompt="1"/>
          </p:nvPr>
        </p:nvSpPr>
        <p:spPr>
          <a:xfrm>
            <a:off x="335360" y="549274"/>
            <a:ext cx="11521678" cy="675163"/>
          </a:xfrm>
        </p:spPr>
        <p:txBody>
          <a:bodyPr vert="horz"/>
          <a:lstStyle>
            <a:lvl1pPr>
              <a:defRPr sz="2400">
                <a:latin typeface="ForFuture Sans" panose="020B0504020203020204" pitchFamily="34" charset="0"/>
                <a:sym typeface="ForFuture Sans" panose="020B0504020203020204" pitchFamily="34" charset="0"/>
              </a:defRPr>
            </a:lvl1pPr>
          </a:lstStyle>
          <a:p>
            <a:r>
              <a:rPr lang="es-ES"/>
              <a:t>Título estándar para diapositiva base</a:t>
            </a:r>
          </a:p>
        </p:txBody>
      </p:sp>
      <p:sp>
        <p:nvSpPr>
          <p:cNvPr id="3" name="Marcador de pie de página 2"/>
          <p:cNvSpPr>
            <a:spLocks noGrp="1"/>
          </p:cNvSpPr>
          <p:nvPr>
            <p:ph type="ftr" sz="quarter" idx="10"/>
          </p:nvPr>
        </p:nvSpPr>
        <p:spPr>
          <a:xfrm>
            <a:off x="335360" y="6401514"/>
            <a:ext cx="7250933" cy="123111"/>
          </a:xfrm>
          <a:prstGeom prst="rect">
            <a:avLst/>
          </a:prstGeom>
        </p:spPr>
        <p:txBody>
          <a:bodyPr/>
          <a:lstStyle>
            <a:lvl1pPr>
              <a:defRPr>
                <a:latin typeface="ForFuture Sans" panose="020B0504020203020204" pitchFamily="34" charset="0"/>
                <a:sym typeface="ForFuture Sans" panose="020B0504020203020204" pitchFamily="34" charset="0"/>
              </a:defRPr>
            </a:lvl1pPr>
          </a:lstStyle>
          <a:p>
            <a:r>
              <a:rPr lang="fr-FR"/>
              <a:t>MINSAIT • SERVICIO DE PROGRAM MANAGEMENT OFFICE (PMO)</a:t>
            </a:r>
            <a:endParaRPr lang="es-ES"/>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59018"/>
          </a:xfrm>
          <a:prstGeom prst="rect">
            <a:avLst/>
          </a:prstGeom>
        </p:spPr>
        <p:txBody>
          <a:bodyPr lIns="0" tIns="0" rIns="0" bIns="0">
            <a:spAutoFit/>
          </a:bodyPr>
          <a:lstStyle>
            <a:lvl1pPr marL="0" indent="0">
              <a:buNone/>
              <a:defRPr sz="1000" cap="all" baseline="0">
                <a:solidFill>
                  <a:schemeClr val="tx1"/>
                </a:solidFill>
                <a:latin typeface="ForFuture Sans" panose="020B0504020203020204" pitchFamily="34" charset="0"/>
                <a:sym typeface="ForFuture Sans" panose="020B0504020203020204" pitchFamily="34" charset="0"/>
              </a:defRPr>
            </a:lvl1pPr>
          </a:lstStyle>
          <a:p>
            <a:pPr lvl="0"/>
            <a:r>
              <a:rPr lang="en-GB" noProof="1"/>
              <a:t>ANTETÍTULO DE DIAPOSITIVA</a:t>
            </a:r>
          </a:p>
        </p:txBody>
      </p:sp>
      <p:sp>
        <p:nvSpPr>
          <p:cNvPr id="12" name="2 Marcador de número de diapositiva">
            <a:extLst>
              <a:ext uri="{FF2B5EF4-FFF2-40B4-BE49-F238E27FC236}">
                <a16:creationId xmlns:a16="http://schemas.microsoft.com/office/drawing/2014/main" id="{DC0E35EF-F626-C338-B5AD-392DB1A015B6}"/>
              </a:ext>
            </a:extLst>
          </p:cNvPr>
          <p:cNvSpPr txBox="1">
            <a:spLocks/>
          </p:cNvSpPr>
          <p:nvPr/>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latin typeface="ForFuture Sans" panose="020B0504020203020204" pitchFamily="34" charset="0"/>
                <a:sym typeface="ForFuture Sans" panose="020B0504020203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latin typeface="ForFuture Sans" panose="020B0504020203020204" pitchFamily="34" charset="0"/>
              <a:sym typeface="ForFuture Sans" panose="020B0504020203020204" pitchFamily="34" charset="0"/>
            </a:endParaRPr>
          </a:p>
        </p:txBody>
      </p:sp>
    </p:spTree>
    <p:extLst>
      <p:ext uri="{BB962C8B-B14F-4D97-AF65-F5344CB8AC3E}">
        <p14:creationId xmlns:p14="http://schemas.microsoft.com/office/powerpoint/2010/main" val="2626599155"/>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runo + Subtítulo Superior">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900810E-0A80-16B6-704B-005B62F80776}"/>
              </a:ext>
            </a:extLst>
          </p:cNvPr>
          <p:cNvGraphicFramePr>
            <a:graphicFrameLocks noChangeAspect="1"/>
          </p:cNvGraphicFramePr>
          <p:nvPr>
            <p:custDataLst>
              <p:tags r:id="rId1"/>
            </p:custDataLst>
            <p:extLst>
              <p:ext uri="{D42A27DB-BD31-4B8C-83A1-F6EECF244321}">
                <p14:modId xmlns:p14="http://schemas.microsoft.com/office/powerpoint/2010/main" val="466171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5" name="think-cell data - do not delete" hidden="1">
                        <a:extLst>
                          <a:ext uri="{FF2B5EF4-FFF2-40B4-BE49-F238E27FC236}">
                            <a16:creationId xmlns:a16="http://schemas.microsoft.com/office/drawing/2014/main" id="{5900810E-0A80-16B6-704B-005B62F807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p:cNvSpPr>
            <a:spLocks noGrp="1"/>
          </p:cNvSpPr>
          <p:nvPr>
            <p:ph type="title" hasCustomPrompt="1"/>
          </p:nvPr>
        </p:nvSpPr>
        <p:spPr>
          <a:xfrm>
            <a:off x="335360" y="549276"/>
            <a:ext cx="5501237" cy="732323"/>
          </a:xfrm>
        </p:spPr>
        <p:txBody>
          <a:bodyPr vert="horz"/>
          <a:lstStyle>
            <a:lvl1pPr>
              <a:defRPr sz="2400">
                <a:latin typeface="ForFuture Sans" panose="020B0504020203020204" pitchFamily="34" charset="0"/>
                <a:sym typeface="ForFuture Sans" panose="020B0504020203020204" pitchFamily="34" charset="0"/>
              </a:defRPr>
            </a:lvl1pPr>
          </a:lstStyle>
          <a:p>
            <a:r>
              <a:rPr lang="es-ES"/>
              <a:t>Título estándar para diapositiva base</a:t>
            </a:r>
          </a:p>
        </p:txBody>
      </p:sp>
      <p:sp>
        <p:nvSpPr>
          <p:cNvPr id="3" name="Marcador de pie de página 2"/>
          <p:cNvSpPr>
            <a:spLocks noGrp="1"/>
          </p:cNvSpPr>
          <p:nvPr>
            <p:ph type="ftr" sz="quarter" idx="10"/>
          </p:nvPr>
        </p:nvSpPr>
        <p:spPr>
          <a:xfrm>
            <a:off x="335360" y="6401514"/>
            <a:ext cx="7250933" cy="123111"/>
          </a:xfrm>
          <a:prstGeom prst="rect">
            <a:avLst/>
          </a:prstGeom>
        </p:spPr>
        <p:txBody>
          <a:bodyPr/>
          <a:lstStyle>
            <a:lvl1pPr>
              <a:defRPr>
                <a:latin typeface="ForFuture Sans" panose="020B0504020203020204" pitchFamily="34" charset="0"/>
                <a:sym typeface="ForFuture Sans" panose="020B0504020203020204" pitchFamily="34" charset="0"/>
              </a:defRPr>
            </a:lvl1pPr>
          </a:lstStyle>
          <a:p>
            <a:r>
              <a:rPr lang="fr-FR"/>
              <a:t>MINSAIT • SERVICIO DE PROGRAM MANAGEMENT OFFICE (PMO)</a:t>
            </a:r>
            <a:endParaRPr lang="es-ES"/>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5501237" cy="159018"/>
          </a:xfrm>
          <a:prstGeom prst="rect">
            <a:avLst/>
          </a:prstGeom>
        </p:spPr>
        <p:txBody>
          <a:bodyPr lIns="0" tIns="0" rIns="0" bIns="0">
            <a:spAutoFit/>
          </a:bodyPr>
          <a:lstStyle>
            <a:lvl1pPr marL="0" indent="0">
              <a:buNone/>
              <a:defRPr sz="1000" cap="all" baseline="0">
                <a:solidFill>
                  <a:schemeClr val="tx1"/>
                </a:solidFill>
                <a:latin typeface="ForFuture Sans" panose="020B0504020203020204" pitchFamily="34" charset="0"/>
                <a:sym typeface="ForFuture Sans" panose="020B0504020203020204" pitchFamily="34" charset="0"/>
              </a:defRPr>
            </a:lvl1pPr>
          </a:lstStyle>
          <a:p>
            <a:pPr lvl="0"/>
            <a:r>
              <a:rPr lang="en-GB" noProof="1"/>
              <a:t>ANTETÍTULO DE DIAPOSITIVA</a:t>
            </a:r>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7" hasCustomPrompt="1"/>
          </p:nvPr>
        </p:nvSpPr>
        <p:spPr>
          <a:xfrm>
            <a:off x="6207600" y="549275"/>
            <a:ext cx="5649040" cy="732324"/>
          </a:xfrm>
          <a:prstGeom prst="rect">
            <a:avLst/>
          </a:prstGeom>
        </p:spPr>
        <p:txBody>
          <a:bodyPr lIns="0" tIns="0" rIns="0" bIns="0" anchor="b">
            <a:noAutofit/>
          </a:bodyPr>
          <a:lstStyle>
            <a:lvl1pPr marL="0" indent="0">
              <a:buNone/>
              <a:defRPr sz="1600">
                <a:solidFill>
                  <a:schemeClr val="tx1"/>
                </a:solidFill>
                <a:latin typeface="ForFuture Sans" panose="020B0504020203020204" pitchFamily="34" charset="0"/>
                <a:sym typeface="ForFuture Sans" panose="020B0504020203020204" pitchFamily="34" charset="0"/>
              </a:defRPr>
            </a:lvl1pPr>
          </a:lstStyle>
          <a:p>
            <a:pPr lvl="0"/>
            <a:r>
              <a:rPr lang="en-GB" noProof="1"/>
              <a:t>Subtítulo de diapositiva</a:t>
            </a:r>
          </a:p>
        </p:txBody>
      </p:sp>
      <p:cxnSp>
        <p:nvCxnSpPr>
          <p:cNvPr id="10" name="Conector recto 9">
            <a:extLst>
              <a:ext uri="{FF2B5EF4-FFF2-40B4-BE49-F238E27FC236}">
                <a16:creationId xmlns:a16="http://schemas.microsoft.com/office/drawing/2014/main" id="{95416989-4658-652B-A6F7-145BFB90D09B}"/>
              </a:ext>
            </a:extLst>
          </p:cNvPr>
          <p:cNvCxnSpPr/>
          <p:nvPr/>
        </p:nvCxnSpPr>
        <p:spPr>
          <a:xfrm>
            <a:off x="6096000" y="-1"/>
            <a:ext cx="0" cy="128160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2 Marcador de número de diapositiva">
            <a:extLst>
              <a:ext uri="{FF2B5EF4-FFF2-40B4-BE49-F238E27FC236}">
                <a16:creationId xmlns:a16="http://schemas.microsoft.com/office/drawing/2014/main" id="{DC0E35EF-F626-C338-B5AD-392DB1A015B6}"/>
              </a:ext>
            </a:extLst>
          </p:cNvPr>
          <p:cNvSpPr txBox="1">
            <a:spLocks/>
          </p:cNvSpPr>
          <p:nvPr/>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latin typeface="ForFuture Sans" panose="020B0504020203020204" pitchFamily="34" charset="0"/>
                <a:sym typeface="ForFuture Sans" panose="020B0504020203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latin typeface="ForFuture Sans" panose="020B0504020203020204" pitchFamily="34" charset="0"/>
              <a:sym typeface="ForFuture Sans" panose="020B0504020203020204" pitchFamily="34" charset="0"/>
            </a:endParaRPr>
          </a:p>
        </p:txBody>
      </p:sp>
    </p:spTree>
    <p:extLst>
      <p:ext uri="{BB962C8B-B14F-4D97-AF65-F5344CB8AC3E}">
        <p14:creationId xmlns:p14="http://schemas.microsoft.com/office/powerpoint/2010/main" val="258509120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Base - Pruno Oscuro">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E48B102-A25E-179D-06D7-67ECFF117D2F}"/>
              </a:ext>
            </a:extLst>
          </p:cNvPr>
          <p:cNvGraphicFramePr>
            <a:graphicFrameLocks noChangeAspect="1"/>
          </p:cNvGraphicFramePr>
          <p:nvPr>
            <p:custDataLst>
              <p:tags r:id="rId1"/>
            </p:custDataLst>
            <p:extLst>
              <p:ext uri="{D42A27DB-BD31-4B8C-83A1-F6EECF244321}">
                <p14:modId xmlns:p14="http://schemas.microsoft.com/office/powerpoint/2010/main" val="23671302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5" name="think-cell data - do not delete" hidden="1">
                        <a:extLst>
                          <a:ext uri="{FF2B5EF4-FFF2-40B4-BE49-F238E27FC236}">
                            <a16:creationId xmlns:a16="http://schemas.microsoft.com/office/drawing/2014/main" id="{9E48B102-A25E-179D-06D7-67ECFF117D2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p:cNvSpPr>
            <a:spLocks noGrp="1"/>
          </p:cNvSpPr>
          <p:nvPr>
            <p:ph type="title" hasCustomPrompt="1"/>
          </p:nvPr>
        </p:nvSpPr>
        <p:spPr>
          <a:xfrm>
            <a:off x="335360" y="549274"/>
            <a:ext cx="11521678" cy="675163"/>
          </a:xfrm>
        </p:spPr>
        <p:txBody>
          <a:bodyPr vert="horz"/>
          <a:lstStyle>
            <a:lvl1pPr>
              <a:defRPr sz="2400">
                <a:latin typeface="ForFuture Sans" panose="020B0504020203020204" pitchFamily="34" charset="0"/>
                <a:sym typeface="ForFuture Sans" panose="020B0504020203020204" pitchFamily="34" charset="0"/>
              </a:defRPr>
            </a:lvl1pPr>
          </a:lstStyle>
          <a:p>
            <a:r>
              <a:rPr lang="es-ES"/>
              <a:t>Título estándar para diapositiva base</a:t>
            </a:r>
          </a:p>
        </p:txBody>
      </p:sp>
      <p:sp>
        <p:nvSpPr>
          <p:cNvPr id="3" name="Marcador de pie de página 2"/>
          <p:cNvSpPr>
            <a:spLocks noGrp="1"/>
          </p:cNvSpPr>
          <p:nvPr>
            <p:ph type="ftr" sz="quarter" idx="10"/>
          </p:nvPr>
        </p:nvSpPr>
        <p:spPr>
          <a:xfrm>
            <a:off x="335360" y="6401514"/>
            <a:ext cx="7250933" cy="123111"/>
          </a:xfrm>
          <a:prstGeom prst="rect">
            <a:avLst/>
          </a:prstGeom>
        </p:spPr>
        <p:txBody>
          <a:bodyPr/>
          <a:lstStyle>
            <a:lvl1pPr>
              <a:defRPr>
                <a:latin typeface="ForFuture Sans" panose="020B0504020203020204" pitchFamily="34" charset="0"/>
                <a:sym typeface="ForFuture Sans" panose="020B0504020203020204" pitchFamily="34" charset="0"/>
              </a:defRPr>
            </a:lvl1pPr>
          </a:lstStyle>
          <a:p>
            <a:r>
              <a:rPr lang="fr-FR"/>
              <a:t>MINSAIT • SERVICIO DE PROGRAM MANAGEMENT OFFICE (PMO)</a:t>
            </a:r>
            <a:endParaRPr lang="es-ES"/>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59018"/>
          </a:xfrm>
          <a:prstGeom prst="rect">
            <a:avLst/>
          </a:prstGeom>
        </p:spPr>
        <p:txBody>
          <a:bodyPr lIns="0" tIns="0" rIns="0" bIns="0">
            <a:spAutoFit/>
          </a:bodyPr>
          <a:lstStyle>
            <a:lvl1pPr marL="0" indent="0">
              <a:buNone/>
              <a:defRPr sz="1000" cap="all" baseline="0">
                <a:solidFill>
                  <a:schemeClr val="tx1"/>
                </a:solidFill>
                <a:latin typeface="ForFuture Sans" panose="020B0504020203020204" pitchFamily="34" charset="0"/>
                <a:sym typeface="ForFuture Sans" panose="020B0504020203020204" pitchFamily="34" charset="0"/>
              </a:defRPr>
            </a:lvl1pPr>
          </a:lstStyle>
          <a:p>
            <a:pPr lvl="0"/>
            <a:r>
              <a:rPr lang="en-GB" noProof="1"/>
              <a:t>ANTETÍTULO DE DIAPOSITIVA</a:t>
            </a:r>
          </a:p>
        </p:txBody>
      </p:sp>
      <p:sp>
        <p:nvSpPr>
          <p:cNvPr id="12" name="2 Marcador de número de diapositiva">
            <a:extLst>
              <a:ext uri="{FF2B5EF4-FFF2-40B4-BE49-F238E27FC236}">
                <a16:creationId xmlns:a16="http://schemas.microsoft.com/office/drawing/2014/main" id="{DC0E35EF-F626-C338-B5AD-392DB1A015B6}"/>
              </a:ext>
            </a:extLst>
          </p:cNvPr>
          <p:cNvSpPr txBox="1">
            <a:spLocks/>
          </p:cNvSpPr>
          <p:nvPr/>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latin typeface="ForFuture Sans" panose="020B0504020203020204" pitchFamily="34" charset="0"/>
                <a:sym typeface="ForFuture Sans" panose="020B0504020203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latin typeface="ForFuture Sans" panose="020B0504020203020204" pitchFamily="34" charset="0"/>
              <a:sym typeface="ForFuture Sans" panose="020B0504020203020204" pitchFamily="34" charset="0"/>
            </a:endParaRPr>
          </a:p>
        </p:txBody>
      </p:sp>
    </p:spTree>
    <p:extLst>
      <p:ext uri="{BB962C8B-B14F-4D97-AF65-F5344CB8AC3E}">
        <p14:creationId xmlns:p14="http://schemas.microsoft.com/office/powerpoint/2010/main" val="2387813290"/>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runo Oscuro + Subtítulo Superior">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5ED353A-BB32-7BBA-C8A9-CC73CDB3B239}"/>
              </a:ext>
            </a:extLst>
          </p:cNvPr>
          <p:cNvGraphicFramePr>
            <a:graphicFrameLocks noChangeAspect="1"/>
          </p:cNvGraphicFramePr>
          <p:nvPr>
            <p:custDataLst>
              <p:tags r:id="rId1"/>
            </p:custDataLst>
            <p:extLst>
              <p:ext uri="{D42A27DB-BD31-4B8C-83A1-F6EECF244321}">
                <p14:modId xmlns:p14="http://schemas.microsoft.com/office/powerpoint/2010/main" val="997985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5" name="think-cell data - do not delete" hidden="1">
                        <a:extLst>
                          <a:ext uri="{FF2B5EF4-FFF2-40B4-BE49-F238E27FC236}">
                            <a16:creationId xmlns:a16="http://schemas.microsoft.com/office/drawing/2014/main" id="{65ED353A-BB32-7BBA-C8A9-CC73CDB3B2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p:cNvSpPr>
            <a:spLocks noGrp="1"/>
          </p:cNvSpPr>
          <p:nvPr>
            <p:ph type="title" hasCustomPrompt="1"/>
          </p:nvPr>
        </p:nvSpPr>
        <p:spPr>
          <a:xfrm>
            <a:off x="335360" y="549276"/>
            <a:ext cx="5501237" cy="732323"/>
          </a:xfrm>
        </p:spPr>
        <p:txBody>
          <a:bodyPr vert="horz"/>
          <a:lstStyle>
            <a:lvl1pPr>
              <a:defRPr sz="2400">
                <a:latin typeface="ForFuture Sans" panose="020B0504020203020204" pitchFamily="34" charset="0"/>
                <a:sym typeface="ForFuture Sans" panose="020B0504020203020204" pitchFamily="34" charset="0"/>
              </a:defRPr>
            </a:lvl1pPr>
          </a:lstStyle>
          <a:p>
            <a:r>
              <a:rPr lang="es-ES"/>
              <a:t>Título estándar para diapositiva base</a:t>
            </a:r>
          </a:p>
        </p:txBody>
      </p:sp>
      <p:sp>
        <p:nvSpPr>
          <p:cNvPr id="3" name="Marcador de pie de página 2"/>
          <p:cNvSpPr>
            <a:spLocks noGrp="1"/>
          </p:cNvSpPr>
          <p:nvPr>
            <p:ph type="ftr" sz="quarter" idx="10"/>
          </p:nvPr>
        </p:nvSpPr>
        <p:spPr>
          <a:xfrm>
            <a:off x="335360" y="6401514"/>
            <a:ext cx="7250933" cy="123111"/>
          </a:xfrm>
          <a:prstGeom prst="rect">
            <a:avLst/>
          </a:prstGeom>
        </p:spPr>
        <p:txBody>
          <a:bodyPr/>
          <a:lstStyle>
            <a:lvl1pPr>
              <a:defRPr>
                <a:latin typeface="ForFuture Sans" panose="020B0504020203020204" pitchFamily="34" charset="0"/>
                <a:sym typeface="ForFuture Sans" panose="020B0504020203020204" pitchFamily="34" charset="0"/>
              </a:defRPr>
            </a:lvl1pPr>
          </a:lstStyle>
          <a:p>
            <a:r>
              <a:rPr lang="fr-FR"/>
              <a:t>MINSAIT • SERVICIO DE PROGRAM MANAGEMENT OFFICE (PMO)</a:t>
            </a:r>
            <a:endParaRPr lang="es-ES"/>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5501237" cy="159018"/>
          </a:xfrm>
          <a:prstGeom prst="rect">
            <a:avLst/>
          </a:prstGeom>
        </p:spPr>
        <p:txBody>
          <a:bodyPr lIns="0" tIns="0" rIns="0" bIns="0">
            <a:spAutoFit/>
          </a:bodyPr>
          <a:lstStyle>
            <a:lvl1pPr marL="0" indent="0">
              <a:buNone/>
              <a:defRPr sz="1000" cap="all" baseline="0">
                <a:solidFill>
                  <a:schemeClr val="tx1"/>
                </a:solidFill>
                <a:latin typeface="ForFuture Sans" panose="020B0504020203020204" pitchFamily="34" charset="0"/>
                <a:sym typeface="ForFuture Sans" panose="020B0504020203020204" pitchFamily="34" charset="0"/>
              </a:defRPr>
            </a:lvl1pPr>
          </a:lstStyle>
          <a:p>
            <a:pPr lvl="0"/>
            <a:r>
              <a:rPr lang="en-GB" noProof="1"/>
              <a:t>ANTETÍTULO DE DIAPOSITIVA</a:t>
            </a:r>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7" hasCustomPrompt="1"/>
          </p:nvPr>
        </p:nvSpPr>
        <p:spPr>
          <a:xfrm>
            <a:off x="6207600" y="549275"/>
            <a:ext cx="5649040" cy="732324"/>
          </a:xfrm>
          <a:prstGeom prst="rect">
            <a:avLst/>
          </a:prstGeom>
        </p:spPr>
        <p:txBody>
          <a:bodyPr lIns="0" tIns="0" rIns="0" bIns="0" anchor="b">
            <a:noAutofit/>
          </a:bodyPr>
          <a:lstStyle>
            <a:lvl1pPr marL="0" indent="0">
              <a:buNone/>
              <a:defRPr sz="1600">
                <a:solidFill>
                  <a:schemeClr val="tx1"/>
                </a:solidFill>
                <a:latin typeface="ForFuture Sans" panose="020B0504020203020204" pitchFamily="34" charset="0"/>
                <a:sym typeface="ForFuture Sans" panose="020B0504020203020204" pitchFamily="34" charset="0"/>
              </a:defRPr>
            </a:lvl1pPr>
          </a:lstStyle>
          <a:p>
            <a:pPr lvl="0"/>
            <a:r>
              <a:rPr lang="en-GB" noProof="1"/>
              <a:t>Subtítulo de diapositiva</a:t>
            </a:r>
          </a:p>
        </p:txBody>
      </p:sp>
      <p:cxnSp>
        <p:nvCxnSpPr>
          <p:cNvPr id="10" name="Conector recto 9">
            <a:extLst>
              <a:ext uri="{FF2B5EF4-FFF2-40B4-BE49-F238E27FC236}">
                <a16:creationId xmlns:a16="http://schemas.microsoft.com/office/drawing/2014/main" id="{95416989-4658-652B-A6F7-145BFB90D09B}"/>
              </a:ext>
            </a:extLst>
          </p:cNvPr>
          <p:cNvCxnSpPr/>
          <p:nvPr/>
        </p:nvCxnSpPr>
        <p:spPr>
          <a:xfrm>
            <a:off x="6096000" y="-1"/>
            <a:ext cx="0" cy="128160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2 Marcador de número de diapositiva">
            <a:extLst>
              <a:ext uri="{FF2B5EF4-FFF2-40B4-BE49-F238E27FC236}">
                <a16:creationId xmlns:a16="http://schemas.microsoft.com/office/drawing/2014/main" id="{DC0E35EF-F626-C338-B5AD-392DB1A015B6}"/>
              </a:ext>
            </a:extLst>
          </p:cNvPr>
          <p:cNvSpPr txBox="1">
            <a:spLocks/>
          </p:cNvSpPr>
          <p:nvPr/>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latin typeface="ForFuture Sans" panose="020B0504020203020204" pitchFamily="34" charset="0"/>
                <a:sym typeface="ForFuture Sans" panose="020B0504020203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latin typeface="ForFuture Sans" panose="020B0504020203020204" pitchFamily="34" charset="0"/>
              <a:sym typeface="ForFuture Sans" panose="020B0504020203020204" pitchFamily="34" charset="0"/>
            </a:endParaRPr>
          </a:p>
        </p:txBody>
      </p:sp>
    </p:spTree>
    <p:extLst>
      <p:ext uri="{BB962C8B-B14F-4D97-AF65-F5344CB8AC3E}">
        <p14:creationId xmlns:p14="http://schemas.microsoft.com/office/powerpoint/2010/main" val="1183782310"/>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runo + Full Imagen">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21A9EE3D-B4AD-8855-3152-4DC56FBFF4F2}"/>
              </a:ext>
            </a:extLst>
          </p:cNvPr>
          <p:cNvGraphicFramePr>
            <a:graphicFrameLocks noChangeAspect="1"/>
          </p:cNvGraphicFramePr>
          <p:nvPr>
            <p:custDataLst>
              <p:tags r:id="rId1"/>
            </p:custDataLst>
            <p:extLst>
              <p:ext uri="{D42A27DB-BD31-4B8C-83A1-F6EECF244321}">
                <p14:modId xmlns:p14="http://schemas.microsoft.com/office/powerpoint/2010/main" val="25025129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6" progId="TCLayout.ActiveDocument.1">
                  <p:embed/>
                </p:oleObj>
              </mc:Choice>
              <mc:Fallback>
                <p:oleObj name="Diapositiva de think-cell" r:id="rId3" imgW="425" imgH="426" progId="TCLayout.ActiveDocument.1">
                  <p:embed/>
                  <p:pic>
                    <p:nvPicPr>
                      <p:cNvPr id="7" name="think-cell data - do not delete" hidden="1">
                        <a:extLst>
                          <a:ext uri="{FF2B5EF4-FFF2-40B4-BE49-F238E27FC236}">
                            <a16:creationId xmlns:a16="http://schemas.microsoft.com/office/drawing/2014/main" id="{21A9EE3D-B4AD-8855-3152-4DC56FBFF4F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2" name="Group 4">
            <a:extLst>
              <a:ext uri="{FF2B5EF4-FFF2-40B4-BE49-F238E27FC236}">
                <a16:creationId xmlns:a16="http://schemas.microsoft.com/office/drawing/2014/main" id="{862C30EB-A8A5-ADC7-EAE0-6E3C27C4CF2F}"/>
              </a:ext>
            </a:extLst>
          </p:cNvPr>
          <p:cNvGrpSpPr>
            <a:grpSpLocks noChangeAspect="1"/>
          </p:cNvGrpSpPr>
          <p:nvPr/>
        </p:nvGrpSpPr>
        <p:grpSpPr bwMode="auto">
          <a:xfrm>
            <a:off x="9950892" y="6307630"/>
            <a:ext cx="1905748" cy="181586"/>
            <a:chOff x="680" y="1856"/>
            <a:chExt cx="6318" cy="602"/>
          </a:xfrm>
          <a:solidFill>
            <a:srgbClr val="FFFFFF"/>
          </a:solidFill>
        </p:grpSpPr>
        <p:sp>
          <p:nvSpPr>
            <p:cNvPr id="4" name="Freeform 6">
              <a:extLst>
                <a:ext uri="{FF2B5EF4-FFF2-40B4-BE49-F238E27FC236}">
                  <a16:creationId xmlns:a16="http://schemas.microsoft.com/office/drawing/2014/main" id="{53E28BB8-EFBC-52F9-B7FB-3904A5B46B01}"/>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sp>
          <p:nvSpPr>
            <p:cNvPr id="5" name="Freeform 7">
              <a:extLst>
                <a:ext uri="{FF2B5EF4-FFF2-40B4-BE49-F238E27FC236}">
                  <a16:creationId xmlns:a16="http://schemas.microsoft.com/office/drawing/2014/main" id="{7DA0257D-61DE-5AD4-72B6-82A1E3FA03B0}"/>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sp>
          <p:nvSpPr>
            <p:cNvPr id="6" name="Freeform 8">
              <a:extLst>
                <a:ext uri="{FF2B5EF4-FFF2-40B4-BE49-F238E27FC236}">
                  <a16:creationId xmlns:a16="http://schemas.microsoft.com/office/drawing/2014/main" id="{C6541784-BE2F-DB99-E8DE-42C957AC0C16}"/>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grpSp>
      <p:sp>
        <p:nvSpPr>
          <p:cNvPr id="3" name="Picture Placeholder 4">
            <a:extLst>
              <a:ext uri="{FF2B5EF4-FFF2-40B4-BE49-F238E27FC236}">
                <a16:creationId xmlns:a16="http://schemas.microsoft.com/office/drawing/2014/main" id="{EA8945F7-44C2-5054-86AD-347769EFB520}"/>
              </a:ext>
            </a:extLst>
          </p:cNvPr>
          <p:cNvSpPr>
            <a:spLocks noGrp="1"/>
          </p:cNvSpPr>
          <p:nvPr>
            <p:ph type="pic" sz="quarter" idx="10"/>
          </p:nvPr>
        </p:nvSpPr>
        <p:spPr>
          <a:xfrm>
            <a:off x="335360" y="346274"/>
            <a:ext cx="11521678" cy="5760840"/>
          </a:xfrm>
          <a:prstGeom prst="snip2DiagRect">
            <a:avLst>
              <a:gd name="adj1" fmla="val 2160"/>
              <a:gd name="adj2" fmla="val 2121"/>
            </a:avLst>
          </a:prstGeom>
        </p:spPr>
        <p:txBody>
          <a:bodyPr anchor="ctr"/>
          <a:lstStyle>
            <a:lvl1pPr marL="0" indent="0" algn="ctr">
              <a:buNone/>
              <a:defRPr sz="1600">
                <a:latin typeface="ForFuture Sans" panose="020B0504020203020204" pitchFamily="34" charset="0"/>
                <a:sym typeface="ForFuture Sans" panose="020B0504020203020204" pitchFamily="34" charset="0"/>
              </a:defRPr>
            </a:lvl1pPr>
          </a:lstStyle>
          <a:p>
            <a:r>
              <a:rPr lang="en-GB" noProof="1"/>
              <a:t>Haga clic en el icono para agregar una imagen</a:t>
            </a:r>
          </a:p>
        </p:txBody>
      </p:sp>
      <p:sp>
        <p:nvSpPr>
          <p:cNvPr id="8" name="Marcador de pie de página 2"/>
          <p:cNvSpPr>
            <a:spLocks noGrp="1"/>
          </p:cNvSpPr>
          <p:nvPr>
            <p:ph type="ftr" sz="quarter" idx="11"/>
          </p:nvPr>
        </p:nvSpPr>
        <p:spPr>
          <a:xfrm>
            <a:off x="335360" y="6401514"/>
            <a:ext cx="7250933" cy="123111"/>
          </a:xfrm>
          <a:prstGeom prst="rect">
            <a:avLst/>
          </a:prstGeom>
        </p:spPr>
        <p:txBody>
          <a:bodyPr>
            <a:spAutoFit/>
          </a:bodyPr>
          <a:lstStyle>
            <a:lvl1pPr>
              <a:defRPr>
                <a:latin typeface="ForFuture Sans" panose="020B0504020203020204" pitchFamily="34" charset="0"/>
                <a:sym typeface="ForFuture Sans" panose="020B0504020203020204" pitchFamily="34" charset="0"/>
              </a:defRPr>
            </a:lvl1pPr>
          </a:lstStyle>
          <a:p>
            <a:r>
              <a:rPr lang="fr-FR"/>
              <a:t>MINSAIT • SERVICIO DE PROGRAM MANAGEMENT OFFICE (PMO)</a:t>
            </a:r>
            <a:endParaRPr lang="es-ES"/>
          </a:p>
        </p:txBody>
      </p:sp>
    </p:spTree>
    <p:extLst>
      <p:ext uri="{BB962C8B-B14F-4D97-AF65-F5344CB8AC3E}">
        <p14:creationId xmlns:p14="http://schemas.microsoft.com/office/powerpoint/2010/main" val="2881748990"/>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Gris Cerámica + Full Image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7D6E8E78-C3CA-7998-A02A-FCE5AF19F3C7}"/>
              </a:ext>
            </a:extLst>
          </p:cNvPr>
          <p:cNvGraphicFramePr>
            <a:graphicFrameLocks noChangeAspect="1"/>
          </p:cNvGraphicFramePr>
          <p:nvPr>
            <p:custDataLst>
              <p:tags r:id="rId1"/>
            </p:custDataLst>
            <p:extLst>
              <p:ext uri="{D42A27DB-BD31-4B8C-83A1-F6EECF244321}">
                <p14:modId xmlns:p14="http://schemas.microsoft.com/office/powerpoint/2010/main" val="1028641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6" progId="TCLayout.ActiveDocument.1">
                  <p:embed/>
                </p:oleObj>
              </mc:Choice>
              <mc:Fallback>
                <p:oleObj name="Diapositiva de think-cell" r:id="rId3" imgW="425" imgH="426" progId="TCLayout.ActiveDocument.1">
                  <p:embed/>
                  <p:pic>
                    <p:nvPicPr>
                      <p:cNvPr id="10" name="think-cell data - do not delete" hidden="1">
                        <a:extLst>
                          <a:ext uri="{FF2B5EF4-FFF2-40B4-BE49-F238E27FC236}">
                            <a16:creationId xmlns:a16="http://schemas.microsoft.com/office/drawing/2014/main" id="{7D6E8E78-C3CA-7998-A02A-FCE5AF19F3C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Picture Placeholder 4">
            <a:extLst>
              <a:ext uri="{FF2B5EF4-FFF2-40B4-BE49-F238E27FC236}">
                <a16:creationId xmlns:a16="http://schemas.microsoft.com/office/drawing/2014/main" id="{EA8945F7-44C2-5054-86AD-347769EFB520}"/>
              </a:ext>
            </a:extLst>
          </p:cNvPr>
          <p:cNvSpPr>
            <a:spLocks noGrp="1"/>
          </p:cNvSpPr>
          <p:nvPr>
            <p:ph type="pic" sz="quarter" idx="10"/>
          </p:nvPr>
        </p:nvSpPr>
        <p:spPr>
          <a:xfrm>
            <a:off x="335360" y="346274"/>
            <a:ext cx="11521678" cy="5760840"/>
          </a:xfrm>
          <a:prstGeom prst="snip2DiagRect">
            <a:avLst>
              <a:gd name="adj1" fmla="val 2160"/>
              <a:gd name="adj2" fmla="val 2121"/>
            </a:avLst>
          </a:prstGeom>
        </p:spPr>
        <p:txBody>
          <a:bodyPr anchor="ctr"/>
          <a:lstStyle>
            <a:lvl1pPr marL="0" indent="0" algn="ctr">
              <a:buNone/>
              <a:defRPr sz="1600">
                <a:latin typeface="ForFuture Sans" panose="020B0504020203020204" pitchFamily="34" charset="0"/>
                <a:sym typeface="ForFuture Sans" panose="020B0504020203020204" pitchFamily="34" charset="0"/>
              </a:defRPr>
            </a:lvl1pPr>
          </a:lstStyle>
          <a:p>
            <a:r>
              <a:rPr lang="en-GB" noProof="1"/>
              <a:t>Haga clic en el icono para agregar una imagen</a:t>
            </a:r>
          </a:p>
        </p:txBody>
      </p:sp>
      <p:sp>
        <p:nvSpPr>
          <p:cNvPr id="8" name="Marcador de pie de página 2"/>
          <p:cNvSpPr>
            <a:spLocks noGrp="1"/>
          </p:cNvSpPr>
          <p:nvPr>
            <p:ph type="ftr" sz="quarter" idx="11"/>
          </p:nvPr>
        </p:nvSpPr>
        <p:spPr>
          <a:xfrm>
            <a:off x="335360" y="6401514"/>
            <a:ext cx="7250933" cy="123111"/>
          </a:xfrm>
          <a:prstGeom prst="rect">
            <a:avLst/>
          </a:prstGeom>
        </p:spPr>
        <p:txBody>
          <a:bodyPr>
            <a:spAutoFit/>
          </a:bodyPr>
          <a:lstStyle>
            <a:lvl1pPr>
              <a:defRPr>
                <a:latin typeface="ForFuture Sans" panose="020B0504020203020204" pitchFamily="34" charset="0"/>
                <a:sym typeface="ForFuture Sans" panose="020B0504020203020204" pitchFamily="34" charset="0"/>
              </a:defRPr>
            </a:lvl1pPr>
          </a:lstStyle>
          <a:p>
            <a:r>
              <a:rPr lang="fr-FR"/>
              <a:t>MINSAIT • SERVICIO DE PROGRAM MANAGEMENT OFFICE (PMO)</a:t>
            </a:r>
            <a:endParaRPr lang="es-ES"/>
          </a:p>
        </p:txBody>
      </p:sp>
      <p:grpSp>
        <p:nvGrpSpPr>
          <p:cNvPr id="2" name="Group 4">
            <a:extLst>
              <a:ext uri="{FF2B5EF4-FFF2-40B4-BE49-F238E27FC236}">
                <a16:creationId xmlns:a16="http://schemas.microsoft.com/office/drawing/2014/main" id="{A1A089FD-E00A-F388-7AE9-A468F894F7EC}"/>
              </a:ext>
            </a:extLst>
          </p:cNvPr>
          <p:cNvGrpSpPr>
            <a:grpSpLocks noChangeAspect="1"/>
          </p:cNvGrpSpPr>
          <p:nvPr/>
        </p:nvGrpSpPr>
        <p:grpSpPr bwMode="auto">
          <a:xfrm>
            <a:off x="9950892" y="6307630"/>
            <a:ext cx="1905748" cy="181586"/>
            <a:chOff x="680" y="1856"/>
            <a:chExt cx="6318" cy="602"/>
          </a:xfrm>
          <a:solidFill>
            <a:srgbClr val="4F062A"/>
          </a:solidFill>
        </p:grpSpPr>
        <p:sp>
          <p:nvSpPr>
            <p:cNvPr id="4" name="Freeform 6">
              <a:extLst>
                <a:ext uri="{FF2B5EF4-FFF2-40B4-BE49-F238E27FC236}">
                  <a16:creationId xmlns:a16="http://schemas.microsoft.com/office/drawing/2014/main" id="{8473D308-E059-A9EE-4D01-C9615B91EA96}"/>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sp>
          <p:nvSpPr>
            <p:cNvPr id="5" name="Freeform 7">
              <a:extLst>
                <a:ext uri="{FF2B5EF4-FFF2-40B4-BE49-F238E27FC236}">
                  <a16:creationId xmlns:a16="http://schemas.microsoft.com/office/drawing/2014/main" id="{2585270A-17FB-64B2-247F-FA6D394954B8}"/>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sp>
          <p:nvSpPr>
            <p:cNvPr id="6" name="Freeform 8">
              <a:extLst>
                <a:ext uri="{FF2B5EF4-FFF2-40B4-BE49-F238E27FC236}">
                  <a16:creationId xmlns:a16="http://schemas.microsoft.com/office/drawing/2014/main" id="{DD7B5994-B1B2-7562-2AB4-760726B85AE8}"/>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sym typeface="ForFuture Sans" panose="020B0504020203020204" pitchFamily="34" charset="0"/>
              </a:endParaRPr>
            </a:p>
          </p:txBody>
        </p:sp>
      </p:grpSp>
    </p:spTree>
    <p:extLst>
      <p:ext uri="{BB962C8B-B14F-4D97-AF65-F5344CB8AC3E}">
        <p14:creationId xmlns:p14="http://schemas.microsoft.com/office/powerpoint/2010/main" val="210584699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Imagen Full-Size">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3B598A52-B107-301F-12FC-09F9BDB2CBDC}"/>
              </a:ext>
            </a:extLst>
          </p:cNvPr>
          <p:cNvGraphicFramePr>
            <a:graphicFrameLocks noChangeAspect="1"/>
          </p:cNvGraphicFramePr>
          <p:nvPr>
            <p:custDataLst>
              <p:tags r:id="rId1"/>
            </p:custDataLst>
            <p:extLst>
              <p:ext uri="{D42A27DB-BD31-4B8C-83A1-F6EECF244321}">
                <p14:modId xmlns:p14="http://schemas.microsoft.com/office/powerpoint/2010/main" val="7775718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2" name="think-cell data - do not delete" hidden="1">
                        <a:extLst>
                          <a:ext uri="{FF2B5EF4-FFF2-40B4-BE49-F238E27FC236}">
                            <a16:creationId xmlns:a16="http://schemas.microsoft.com/office/drawing/2014/main" id="{3B598A52-B107-301F-12FC-09F9BDB2CBD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13534483-BFEA-6F98-4C59-C1E0C000331F}"/>
              </a:ext>
            </a:extLst>
          </p:cNvPr>
          <p:cNvSpPr>
            <a:spLocks noGrp="1"/>
          </p:cNvSpPr>
          <p:nvPr>
            <p:ph type="pic" sz="quarter" idx="10"/>
          </p:nvPr>
        </p:nvSpPr>
        <p:spPr>
          <a:xfrm>
            <a:off x="0" y="0"/>
            <a:ext cx="12192000" cy="6858000"/>
          </a:xfrm>
          <a:prstGeom prst="rect">
            <a:avLst/>
          </a:prstGeom>
          <a:ln>
            <a:noFill/>
          </a:ln>
        </p:spPr>
        <p:txBody>
          <a:bodyPr anchor="ctr"/>
          <a:lstStyle>
            <a:lvl1pPr marL="0" indent="0" algn="ctr">
              <a:buNone/>
              <a:defRPr sz="1600">
                <a:latin typeface="ForFuture Sans" panose="020B0504020203020204" pitchFamily="34" charset="0"/>
                <a:sym typeface="ForFuture Sans" panose="020B0504020203020204" pitchFamily="34" charset="0"/>
              </a:defRPr>
            </a:lvl1pPr>
          </a:lstStyle>
          <a:p>
            <a:r>
              <a:rPr lang="en-GB" noProof="1"/>
              <a:t>Haga clic en el icono para agregar una imagen</a:t>
            </a:r>
          </a:p>
        </p:txBody>
      </p:sp>
      <p:sp>
        <p:nvSpPr>
          <p:cNvPr id="3" name="Marcador de pie de página 2">
            <a:extLst>
              <a:ext uri="{FF2B5EF4-FFF2-40B4-BE49-F238E27FC236}">
                <a16:creationId xmlns:a16="http://schemas.microsoft.com/office/drawing/2014/main" id="{BEC4A452-E1E1-0A97-D33D-DFD97CAED38B}"/>
              </a:ext>
            </a:extLst>
          </p:cNvPr>
          <p:cNvSpPr>
            <a:spLocks noGrp="1"/>
          </p:cNvSpPr>
          <p:nvPr>
            <p:ph type="ftr" sz="quarter" idx="11"/>
          </p:nvPr>
        </p:nvSpPr>
        <p:spPr>
          <a:xfrm>
            <a:off x="335360" y="6401514"/>
            <a:ext cx="7250933" cy="123111"/>
          </a:xfrm>
          <a:prstGeom prst="rect">
            <a:avLst/>
          </a:prstGeom>
        </p:spPr>
        <p:txBody>
          <a:bodyPr>
            <a:spAutoFit/>
          </a:bodyPr>
          <a:lstStyle>
            <a:lvl1pPr>
              <a:defRPr>
                <a:latin typeface="ForFuture Sans" panose="020B0504020203020204" pitchFamily="34" charset="0"/>
                <a:sym typeface="ForFuture Sans" panose="020B0504020203020204" pitchFamily="34" charset="0"/>
              </a:defRPr>
            </a:lvl1pPr>
          </a:lstStyle>
          <a:p>
            <a:r>
              <a:rPr lang="it-IT"/>
              <a:t>MINSAIT • SERVICIO DE PROGRAM MANAGEMENT OFFICE (PMO)</a:t>
            </a:r>
            <a:endParaRPr lang="es-ES"/>
          </a:p>
        </p:txBody>
      </p:sp>
      <p:sp>
        <p:nvSpPr>
          <p:cNvPr id="6" name="2 Marcador de número de diapositiva">
            <a:extLst>
              <a:ext uri="{FF2B5EF4-FFF2-40B4-BE49-F238E27FC236}">
                <a16:creationId xmlns:a16="http://schemas.microsoft.com/office/drawing/2014/main" id="{DC0E35EF-F626-C338-B5AD-392DB1A015B6}"/>
              </a:ext>
            </a:extLst>
          </p:cNvPr>
          <p:cNvSpPr txBox="1">
            <a:spLocks/>
          </p:cNvSpPr>
          <p:nvPr/>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latin typeface="ForFuture Sans" panose="020B0504020203020204" pitchFamily="34" charset="0"/>
                <a:sym typeface="ForFuture Sans" panose="020B0504020203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latin typeface="ForFuture Sans" panose="020B0504020203020204" pitchFamily="34" charset="0"/>
              <a:sym typeface="ForFuture Sans" panose="020B0504020203020204" pitchFamily="34" charset="0"/>
            </a:endParaRPr>
          </a:p>
        </p:txBody>
      </p:sp>
    </p:spTree>
    <p:extLst>
      <p:ext uri="{BB962C8B-B14F-4D97-AF65-F5344CB8AC3E}">
        <p14:creationId xmlns:p14="http://schemas.microsoft.com/office/powerpoint/2010/main" val="3966537950"/>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Pruno + Tech for impact">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119CE37-922A-C3BF-F16F-F955CFDE1716}"/>
              </a:ext>
            </a:extLst>
          </p:cNvPr>
          <p:cNvCxnSpPr>
            <a:cxnSpLocks/>
          </p:cNvCxnSpPr>
          <p:nvPr userDrawn="1"/>
        </p:nvCxnSpPr>
        <p:spPr>
          <a:xfrm>
            <a:off x="9527177" y="1"/>
            <a:ext cx="0" cy="3585028"/>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
        <p:nvSpPr>
          <p:cNvPr id="4" name="object 4">
            <a:extLst>
              <a:ext uri="{FF2B5EF4-FFF2-40B4-BE49-F238E27FC236}">
                <a16:creationId xmlns:a16="http://schemas.microsoft.com/office/drawing/2014/main" id="{EF055571-D78F-7BC9-B1B1-F4593A978263}"/>
              </a:ext>
            </a:extLst>
          </p:cNvPr>
          <p:cNvSpPr txBox="1"/>
          <p:nvPr userDrawn="1"/>
        </p:nvSpPr>
        <p:spPr>
          <a:xfrm>
            <a:off x="9728154" y="3290388"/>
            <a:ext cx="2128883" cy="335615"/>
          </a:xfrm>
          <a:prstGeom prst="rect">
            <a:avLst/>
          </a:prstGeom>
        </p:spPr>
        <p:txBody>
          <a:bodyPr vert="horz" wrap="square" lIns="0" tIns="7312" rIns="0" bIns="0" rtlCol="0">
            <a:spAutoFit/>
          </a:bodyPr>
          <a:lstStyle/>
          <a:p>
            <a:pPr marL="7696">
              <a:spcBef>
                <a:spcPts val="57"/>
              </a:spcBef>
            </a:pPr>
            <a:r>
              <a:rPr lang="en-GB" sz="2133" noProof="1">
                <a:solidFill>
                  <a:srgbClr val="FFFFFF"/>
                </a:solidFill>
                <a:cs typeface="Trebuchet MS"/>
              </a:rPr>
              <a:t>Tech</a:t>
            </a:r>
            <a:r>
              <a:rPr lang="en-GB" sz="2133" noProof="1">
                <a:solidFill>
                  <a:schemeClr val="tx1"/>
                </a:solidFill>
                <a:cs typeface="Trebuchet MS"/>
              </a:rPr>
              <a:t> for </a:t>
            </a:r>
            <a:r>
              <a:rPr lang="en-GB" sz="2133" noProof="1">
                <a:solidFill>
                  <a:schemeClr val="accent1"/>
                </a:solidFill>
                <a:cs typeface="Trebuchet MS"/>
              </a:rPr>
              <a:t>impact</a:t>
            </a:r>
          </a:p>
        </p:txBody>
      </p:sp>
      <p:grpSp>
        <p:nvGrpSpPr>
          <p:cNvPr id="9" name="Group 4">
            <a:extLst>
              <a:ext uri="{FF2B5EF4-FFF2-40B4-BE49-F238E27FC236}">
                <a16:creationId xmlns:a16="http://schemas.microsoft.com/office/drawing/2014/main" id="{41EBE665-403F-CE3F-85B3-B175E4866E95}"/>
              </a:ext>
            </a:extLst>
          </p:cNvPr>
          <p:cNvGrpSpPr>
            <a:grpSpLocks noChangeAspect="1"/>
          </p:cNvGrpSpPr>
          <p:nvPr userDrawn="1"/>
        </p:nvGrpSpPr>
        <p:grpSpPr bwMode="auto">
          <a:xfrm>
            <a:off x="339612" y="3322967"/>
            <a:ext cx="1905748" cy="181586"/>
            <a:chOff x="680" y="1856"/>
            <a:chExt cx="6318" cy="602"/>
          </a:xfrm>
          <a:solidFill>
            <a:srgbClr val="FFFFFF"/>
          </a:solidFill>
        </p:grpSpPr>
        <p:sp>
          <p:nvSpPr>
            <p:cNvPr id="10" name="Freeform 6">
              <a:extLst>
                <a:ext uri="{FF2B5EF4-FFF2-40B4-BE49-F238E27FC236}">
                  <a16:creationId xmlns:a16="http://schemas.microsoft.com/office/drawing/2014/main" id="{52BFAD6A-3944-CAA0-EB65-239ABE585316}"/>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1" name="Freeform 7">
              <a:extLst>
                <a:ext uri="{FF2B5EF4-FFF2-40B4-BE49-F238E27FC236}">
                  <a16:creationId xmlns:a16="http://schemas.microsoft.com/office/drawing/2014/main" id="{16619BCE-9BDF-7DD5-D38B-E2B3900F8D40}"/>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2" name="Freeform 8">
              <a:extLst>
                <a:ext uri="{FF2B5EF4-FFF2-40B4-BE49-F238E27FC236}">
                  <a16:creationId xmlns:a16="http://schemas.microsoft.com/office/drawing/2014/main" id="{2F3B3E87-1825-3155-FA09-DD3672054C73}"/>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Tree>
    <p:extLst>
      <p:ext uri="{BB962C8B-B14F-4D97-AF65-F5344CB8AC3E}">
        <p14:creationId xmlns:p14="http://schemas.microsoft.com/office/powerpoint/2010/main" val="252499422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Gris + Tech for impact">
    <p:bg>
      <p:bgPr>
        <a:solidFill>
          <a:schemeClr val="bg2"/>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FDAB9582-73F4-D876-374E-0949015C873D}"/>
              </a:ext>
            </a:extLst>
          </p:cNvPr>
          <p:cNvCxnSpPr>
            <a:cxnSpLocks/>
          </p:cNvCxnSpPr>
          <p:nvPr userDrawn="1"/>
        </p:nvCxnSpPr>
        <p:spPr>
          <a:xfrm>
            <a:off x="9527177" y="1"/>
            <a:ext cx="0" cy="3585028"/>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object 4">
            <a:extLst>
              <a:ext uri="{FF2B5EF4-FFF2-40B4-BE49-F238E27FC236}">
                <a16:creationId xmlns:a16="http://schemas.microsoft.com/office/drawing/2014/main" id="{3CDC95FF-C803-F7B8-7105-2B6E7C6AD8C9}"/>
              </a:ext>
            </a:extLst>
          </p:cNvPr>
          <p:cNvSpPr txBox="1"/>
          <p:nvPr userDrawn="1"/>
        </p:nvSpPr>
        <p:spPr>
          <a:xfrm>
            <a:off x="9728155" y="3290388"/>
            <a:ext cx="2128883" cy="335615"/>
          </a:xfrm>
          <a:prstGeom prst="rect">
            <a:avLst/>
          </a:prstGeom>
        </p:spPr>
        <p:txBody>
          <a:bodyPr vert="horz" wrap="square" lIns="0" tIns="7312" rIns="0" bIns="0" rtlCol="0">
            <a:spAutoFit/>
          </a:bodyPr>
          <a:lstStyle/>
          <a:p>
            <a:pPr marL="7696">
              <a:spcBef>
                <a:spcPts val="57"/>
              </a:spcBef>
            </a:pPr>
            <a:r>
              <a:rPr lang="en-GB" sz="2133" noProof="1">
                <a:cs typeface="Trebuchet MS"/>
              </a:rPr>
              <a:t>Tech</a:t>
            </a:r>
            <a:r>
              <a:rPr lang="en-GB" sz="2133" noProof="1">
                <a:solidFill>
                  <a:srgbClr val="FFFFFF"/>
                </a:solidFill>
                <a:cs typeface="Trebuchet MS"/>
              </a:rPr>
              <a:t> </a:t>
            </a:r>
            <a:r>
              <a:rPr lang="en-GB" sz="2133" noProof="1">
                <a:solidFill>
                  <a:schemeClr val="tx1"/>
                </a:solidFill>
                <a:cs typeface="Trebuchet MS"/>
              </a:rPr>
              <a:t>for</a:t>
            </a:r>
            <a:r>
              <a:rPr lang="en-GB" sz="2133" noProof="1">
                <a:solidFill>
                  <a:schemeClr val="accent1"/>
                </a:solidFill>
                <a:cs typeface="Trebuchet MS"/>
              </a:rPr>
              <a:t> impact</a:t>
            </a:r>
          </a:p>
        </p:txBody>
      </p:sp>
      <p:grpSp>
        <p:nvGrpSpPr>
          <p:cNvPr id="4" name="Group 4">
            <a:extLst>
              <a:ext uri="{FF2B5EF4-FFF2-40B4-BE49-F238E27FC236}">
                <a16:creationId xmlns:a16="http://schemas.microsoft.com/office/drawing/2014/main" id="{29FD58D2-FE8A-2891-4407-BD5B3FFCB059}"/>
              </a:ext>
            </a:extLst>
          </p:cNvPr>
          <p:cNvGrpSpPr>
            <a:grpSpLocks noChangeAspect="1"/>
          </p:cNvGrpSpPr>
          <p:nvPr userDrawn="1"/>
        </p:nvGrpSpPr>
        <p:grpSpPr bwMode="auto">
          <a:xfrm>
            <a:off x="339612" y="3322967"/>
            <a:ext cx="1905748" cy="181586"/>
            <a:chOff x="680" y="1856"/>
            <a:chExt cx="6318" cy="602"/>
          </a:xfrm>
          <a:solidFill>
            <a:srgbClr val="4F062A"/>
          </a:solidFill>
        </p:grpSpPr>
        <p:sp>
          <p:nvSpPr>
            <p:cNvPr id="5" name="Freeform 6">
              <a:extLst>
                <a:ext uri="{FF2B5EF4-FFF2-40B4-BE49-F238E27FC236}">
                  <a16:creationId xmlns:a16="http://schemas.microsoft.com/office/drawing/2014/main" id="{AE544B52-4CBE-D924-ECED-CB07B49A7364}"/>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6" name="Freeform 7">
              <a:extLst>
                <a:ext uri="{FF2B5EF4-FFF2-40B4-BE49-F238E27FC236}">
                  <a16:creationId xmlns:a16="http://schemas.microsoft.com/office/drawing/2014/main" id="{9D3CF329-CF11-7E39-5B3E-C5E7716440E3}"/>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7" name="Freeform 8">
              <a:extLst>
                <a:ext uri="{FF2B5EF4-FFF2-40B4-BE49-F238E27FC236}">
                  <a16:creationId xmlns:a16="http://schemas.microsoft.com/office/drawing/2014/main" id="{60822DDC-0F61-05B4-9668-DAB1DA24D2C7}"/>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Tree>
    <p:extLst>
      <p:ext uri="{BB962C8B-B14F-4D97-AF65-F5344CB8AC3E}">
        <p14:creationId xmlns:p14="http://schemas.microsoft.com/office/powerpoint/2010/main" val="4194599895"/>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uno + Datos">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D851F32-B6E8-F8C3-2CC6-1C884F2B566A}"/>
              </a:ext>
            </a:extLst>
          </p:cNvPr>
          <p:cNvGraphicFramePr>
            <a:graphicFrameLocks noChangeAspect="1"/>
          </p:cNvGraphicFramePr>
          <p:nvPr userDrawn="1">
            <p:custDataLst>
              <p:tags r:id="rId1"/>
            </p:custDataLst>
            <p:extLst>
              <p:ext uri="{D42A27DB-BD31-4B8C-83A1-F6EECF244321}">
                <p14:modId xmlns:p14="http://schemas.microsoft.com/office/powerpoint/2010/main" val="18988044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6" progId="TCLayout.ActiveDocument.1">
                  <p:embed/>
                </p:oleObj>
              </mc:Choice>
              <mc:Fallback>
                <p:oleObj name="Diapositiva de think-cell" r:id="rId3" imgW="425" imgH="426" progId="TCLayout.ActiveDocument.1">
                  <p:embed/>
                  <p:pic>
                    <p:nvPicPr>
                      <p:cNvPr id="10" name="think-cell data - do not delete" hidden="1">
                        <a:extLst>
                          <a:ext uri="{FF2B5EF4-FFF2-40B4-BE49-F238E27FC236}">
                            <a16:creationId xmlns:a16="http://schemas.microsoft.com/office/drawing/2014/main" id="{5D851F32-B6E8-F8C3-2CC6-1C884F2B56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4" name="Group 4">
            <a:extLst>
              <a:ext uri="{FF2B5EF4-FFF2-40B4-BE49-F238E27FC236}">
                <a16:creationId xmlns:a16="http://schemas.microsoft.com/office/drawing/2014/main" id="{16263522-478F-7C25-828C-CC99F56F7A89}"/>
              </a:ext>
            </a:extLst>
          </p:cNvPr>
          <p:cNvGrpSpPr>
            <a:grpSpLocks noChangeAspect="1"/>
          </p:cNvGrpSpPr>
          <p:nvPr userDrawn="1"/>
        </p:nvGrpSpPr>
        <p:grpSpPr bwMode="auto">
          <a:xfrm>
            <a:off x="336858" y="372592"/>
            <a:ext cx="1905748" cy="181586"/>
            <a:chOff x="680" y="1856"/>
            <a:chExt cx="6318" cy="602"/>
          </a:xfrm>
          <a:solidFill>
            <a:srgbClr val="FFFFFF"/>
          </a:solidFill>
        </p:grpSpPr>
        <p:sp>
          <p:nvSpPr>
            <p:cNvPr id="5" name="Freeform 6">
              <a:extLst>
                <a:ext uri="{FF2B5EF4-FFF2-40B4-BE49-F238E27FC236}">
                  <a16:creationId xmlns:a16="http://schemas.microsoft.com/office/drawing/2014/main" id="{F9D0EDBF-1780-2DFD-CC32-3E15988E23A7}"/>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6" name="Freeform 7">
              <a:extLst>
                <a:ext uri="{FF2B5EF4-FFF2-40B4-BE49-F238E27FC236}">
                  <a16:creationId xmlns:a16="http://schemas.microsoft.com/office/drawing/2014/main" id="{5CBA5479-BD5B-F198-862F-B896E29F1A10}"/>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9" name="Freeform 8">
              <a:extLst>
                <a:ext uri="{FF2B5EF4-FFF2-40B4-BE49-F238E27FC236}">
                  <a16:creationId xmlns:a16="http://schemas.microsoft.com/office/drawing/2014/main" id="{5D5EBFDC-1E0B-59C6-D025-C9C3C593091D}"/>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cxnSp>
        <p:nvCxnSpPr>
          <p:cNvPr id="2" name="Straight Connector 1">
            <a:extLst>
              <a:ext uri="{FF2B5EF4-FFF2-40B4-BE49-F238E27FC236}">
                <a16:creationId xmlns:a16="http://schemas.microsoft.com/office/drawing/2014/main" id="{89B7506F-46D5-C304-66CE-61FD02D10452}"/>
              </a:ext>
            </a:extLst>
          </p:cNvPr>
          <p:cNvCxnSpPr>
            <a:cxnSpLocks/>
          </p:cNvCxnSpPr>
          <p:nvPr userDrawn="1"/>
        </p:nvCxnSpPr>
        <p:spPr>
          <a:xfrm>
            <a:off x="1" y="4185919"/>
            <a:ext cx="3039292" cy="0"/>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object 4">
            <a:extLst>
              <a:ext uri="{FF2B5EF4-FFF2-40B4-BE49-F238E27FC236}">
                <a16:creationId xmlns:a16="http://schemas.microsoft.com/office/drawing/2014/main" id="{4FCD913D-7E0F-FAAF-DCD0-1B8C19829161}"/>
              </a:ext>
            </a:extLst>
          </p:cNvPr>
          <p:cNvSpPr txBox="1"/>
          <p:nvPr userDrawn="1"/>
        </p:nvSpPr>
        <p:spPr>
          <a:xfrm>
            <a:off x="335360" y="3525433"/>
            <a:ext cx="2357964" cy="335615"/>
          </a:xfrm>
          <a:prstGeom prst="rect">
            <a:avLst/>
          </a:prstGeom>
        </p:spPr>
        <p:txBody>
          <a:bodyPr vert="horz" wrap="square" lIns="0" tIns="7312" rIns="0" bIns="0" rtlCol="0">
            <a:spAutoFit/>
          </a:bodyPr>
          <a:lstStyle/>
          <a:p>
            <a:pPr marL="7696">
              <a:spcBef>
                <a:spcPts val="57"/>
              </a:spcBef>
            </a:pPr>
            <a:r>
              <a:rPr lang="en-GB" sz="2133" noProof="1">
                <a:solidFill>
                  <a:srgbClr val="FFFFFF"/>
                </a:solidFill>
                <a:cs typeface="Trebuchet MS"/>
              </a:rPr>
              <a:t>Tech</a:t>
            </a:r>
            <a:r>
              <a:rPr lang="en-GB" sz="2133" noProof="1">
                <a:solidFill>
                  <a:schemeClr val="tx1"/>
                </a:solidFill>
                <a:cs typeface="Trebuchet MS"/>
              </a:rPr>
              <a:t> for </a:t>
            </a:r>
            <a:r>
              <a:rPr lang="en-GB" sz="2133" noProof="1">
                <a:solidFill>
                  <a:schemeClr val="accent1"/>
                </a:solidFill>
                <a:cs typeface="Trebuchet MS"/>
              </a:rPr>
              <a:t>impact</a:t>
            </a:r>
          </a:p>
        </p:txBody>
      </p:sp>
      <p:sp>
        <p:nvSpPr>
          <p:cNvPr id="8" name="Text Placeholder 5">
            <a:extLst>
              <a:ext uri="{FF2B5EF4-FFF2-40B4-BE49-F238E27FC236}">
                <a16:creationId xmlns:a16="http://schemas.microsoft.com/office/drawing/2014/main" id="{51155AE7-7CBC-B161-F9AF-C0009BD121C0}"/>
              </a:ext>
            </a:extLst>
          </p:cNvPr>
          <p:cNvSpPr>
            <a:spLocks noGrp="1"/>
          </p:cNvSpPr>
          <p:nvPr>
            <p:ph type="body" sz="quarter" idx="10" hasCustomPrompt="1"/>
          </p:nvPr>
        </p:nvSpPr>
        <p:spPr>
          <a:xfrm>
            <a:off x="344668" y="4405409"/>
            <a:ext cx="2694625" cy="914400"/>
          </a:xfrm>
          <a:prstGeom prst="rect">
            <a:avLst/>
          </a:prstGeom>
        </p:spPr>
        <p:txBody>
          <a:bodyPr lIns="0" tIns="0" rIns="0" bIns="0">
            <a:noAutofit/>
          </a:bodyPr>
          <a:lstStyle>
            <a:lvl1pPr marL="0" indent="0">
              <a:lnSpc>
                <a:spcPct val="110000"/>
              </a:lnSpc>
              <a:spcBef>
                <a:spcPts val="1500"/>
              </a:spcBef>
              <a:buNone/>
              <a:defRPr sz="1100"/>
            </a:lvl1pPr>
            <a:lvl2pPr marL="457189" indent="0">
              <a:buNone/>
              <a:defRPr sz="1100"/>
            </a:lvl2pPr>
            <a:lvl3pPr marL="914377" indent="0">
              <a:buNone/>
              <a:defRPr sz="1100"/>
            </a:lvl3pPr>
            <a:lvl4pPr marL="1371566" indent="0">
              <a:buNone/>
              <a:defRPr sz="1100"/>
            </a:lvl4pPr>
            <a:lvl5pPr marL="1828755" indent="0">
              <a:buNone/>
              <a:defRPr sz="1100"/>
            </a:lvl5pPr>
          </a:lstStyle>
          <a:p>
            <a:pPr lvl="0"/>
            <a:r>
              <a:rPr lang="en-GB" noProof="1"/>
              <a:t>Avenida De Bruselas, 35, Alcobendas, Madrid, 28108 </a:t>
            </a:r>
          </a:p>
          <a:p>
            <a:pPr lvl="0"/>
            <a:r>
              <a:rPr lang="en-GB" noProof="1"/>
              <a:t>T. (+34) 914 805 002 </a:t>
            </a:r>
            <a:br>
              <a:rPr lang="en-GB" noProof="1"/>
            </a:br>
            <a:r>
              <a:rPr lang="en-GB" noProof="1"/>
              <a:t>F. (+34) 914 805 080</a:t>
            </a:r>
          </a:p>
        </p:txBody>
      </p:sp>
    </p:spTree>
    <p:extLst>
      <p:ext uri="{BB962C8B-B14F-4D97-AF65-F5344CB8AC3E}">
        <p14:creationId xmlns:p14="http://schemas.microsoft.com/office/powerpoint/2010/main" val="808326696"/>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ris + Datos">
    <p:bg>
      <p:bgPr>
        <a:solidFill>
          <a:schemeClr val="tx2"/>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89B7506F-46D5-C304-66CE-61FD02D10452}"/>
              </a:ext>
            </a:extLst>
          </p:cNvPr>
          <p:cNvCxnSpPr>
            <a:cxnSpLocks/>
          </p:cNvCxnSpPr>
          <p:nvPr userDrawn="1"/>
        </p:nvCxnSpPr>
        <p:spPr>
          <a:xfrm>
            <a:off x="1" y="4185919"/>
            <a:ext cx="303929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3" name="object 4">
            <a:extLst>
              <a:ext uri="{FF2B5EF4-FFF2-40B4-BE49-F238E27FC236}">
                <a16:creationId xmlns:a16="http://schemas.microsoft.com/office/drawing/2014/main" id="{4FCD913D-7E0F-FAAF-DCD0-1B8C19829161}"/>
              </a:ext>
            </a:extLst>
          </p:cNvPr>
          <p:cNvSpPr txBox="1"/>
          <p:nvPr userDrawn="1"/>
        </p:nvSpPr>
        <p:spPr>
          <a:xfrm>
            <a:off x="335360" y="3525433"/>
            <a:ext cx="2108582" cy="335615"/>
          </a:xfrm>
          <a:prstGeom prst="rect">
            <a:avLst/>
          </a:prstGeom>
        </p:spPr>
        <p:txBody>
          <a:bodyPr vert="horz" wrap="square" lIns="0" tIns="7312" rIns="0" bIns="0" rtlCol="0">
            <a:spAutoFit/>
          </a:bodyPr>
          <a:lstStyle/>
          <a:p>
            <a:pPr marL="7696">
              <a:spcBef>
                <a:spcPts val="57"/>
              </a:spcBef>
            </a:pPr>
            <a:r>
              <a:rPr lang="en-GB" sz="2133" noProof="1">
                <a:solidFill>
                  <a:schemeClr val="bg1"/>
                </a:solidFill>
                <a:cs typeface="Trebuchet MS"/>
              </a:rPr>
              <a:t>Tech for</a:t>
            </a:r>
            <a:r>
              <a:rPr lang="en-GB" sz="2133" noProof="1">
                <a:solidFill>
                  <a:schemeClr val="accent1"/>
                </a:solidFill>
                <a:cs typeface="Trebuchet MS"/>
              </a:rPr>
              <a:t> impact</a:t>
            </a:r>
          </a:p>
        </p:txBody>
      </p:sp>
      <p:sp>
        <p:nvSpPr>
          <p:cNvPr id="8" name="Text Placeholder 5">
            <a:extLst>
              <a:ext uri="{FF2B5EF4-FFF2-40B4-BE49-F238E27FC236}">
                <a16:creationId xmlns:a16="http://schemas.microsoft.com/office/drawing/2014/main" id="{51155AE7-7CBC-B161-F9AF-C0009BD121C0}"/>
              </a:ext>
            </a:extLst>
          </p:cNvPr>
          <p:cNvSpPr>
            <a:spLocks noGrp="1"/>
          </p:cNvSpPr>
          <p:nvPr>
            <p:ph type="body" sz="quarter" idx="10" hasCustomPrompt="1"/>
          </p:nvPr>
        </p:nvSpPr>
        <p:spPr>
          <a:xfrm>
            <a:off x="344668" y="4405409"/>
            <a:ext cx="2694625" cy="914400"/>
          </a:xfrm>
          <a:prstGeom prst="rect">
            <a:avLst/>
          </a:prstGeom>
        </p:spPr>
        <p:txBody>
          <a:bodyPr lIns="0" tIns="0" rIns="0" bIns="0">
            <a:noAutofit/>
          </a:bodyPr>
          <a:lstStyle>
            <a:lvl1pPr marL="0" indent="0">
              <a:lnSpc>
                <a:spcPct val="110000"/>
              </a:lnSpc>
              <a:spcBef>
                <a:spcPts val="1500"/>
              </a:spcBef>
              <a:buNone/>
              <a:defRPr sz="1100">
                <a:solidFill>
                  <a:schemeClr val="bg1"/>
                </a:solidFill>
              </a:defRPr>
            </a:lvl1pPr>
            <a:lvl2pPr marL="457189" indent="0">
              <a:buNone/>
              <a:defRPr sz="1100"/>
            </a:lvl2pPr>
            <a:lvl3pPr marL="914377" indent="0">
              <a:buNone/>
              <a:defRPr sz="1100"/>
            </a:lvl3pPr>
            <a:lvl4pPr marL="1371566" indent="0">
              <a:buNone/>
              <a:defRPr sz="1100"/>
            </a:lvl4pPr>
            <a:lvl5pPr marL="1828755" indent="0">
              <a:buNone/>
              <a:defRPr sz="1100"/>
            </a:lvl5pPr>
          </a:lstStyle>
          <a:p>
            <a:pPr lvl="0"/>
            <a:r>
              <a:rPr lang="en-GB" noProof="1"/>
              <a:t>Avenida De Bruselas, 35, Alcobendas, Madrid, 28108 </a:t>
            </a:r>
          </a:p>
          <a:p>
            <a:pPr lvl="0"/>
            <a:r>
              <a:rPr lang="en-GB" noProof="1"/>
              <a:t>T. (+34) 914 805 002 </a:t>
            </a:r>
            <a:br>
              <a:rPr lang="en-GB" noProof="1"/>
            </a:br>
            <a:r>
              <a:rPr lang="en-GB" noProof="1"/>
              <a:t>F. (+34) 914 805 080</a:t>
            </a:r>
          </a:p>
        </p:txBody>
      </p:sp>
      <p:grpSp>
        <p:nvGrpSpPr>
          <p:cNvPr id="5" name="Group 4">
            <a:extLst>
              <a:ext uri="{FF2B5EF4-FFF2-40B4-BE49-F238E27FC236}">
                <a16:creationId xmlns:a16="http://schemas.microsoft.com/office/drawing/2014/main" id="{CFD4B19D-DD0D-9DCF-4570-FCE14B5B99EE}"/>
              </a:ext>
            </a:extLst>
          </p:cNvPr>
          <p:cNvGrpSpPr>
            <a:grpSpLocks noChangeAspect="1"/>
          </p:cNvGrpSpPr>
          <p:nvPr userDrawn="1"/>
        </p:nvGrpSpPr>
        <p:grpSpPr bwMode="auto">
          <a:xfrm>
            <a:off x="336858" y="372592"/>
            <a:ext cx="1905748" cy="181586"/>
            <a:chOff x="680" y="1856"/>
            <a:chExt cx="6318" cy="602"/>
          </a:xfrm>
          <a:solidFill>
            <a:srgbClr val="4F062A"/>
          </a:solidFill>
        </p:grpSpPr>
        <p:sp>
          <p:nvSpPr>
            <p:cNvPr id="6" name="Freeform 6">
              <a:extLst>
                <a:ext uri="{FF2B5EF4-FFF2-40B4-BE49-F238E27FC236}">
                  <a16:creationId xmlns:a16="http://schemas.microsoft.com/office/drawing/2014/main" id="{BCF60405-4E5E-14DF-EF6D-FEE035150C79}"/>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7" name="Freeform 7">
              <a:extLst>
                <a:ext uri="{FF2B5EF4-FFF2-40B4-BE49-F238E27FC236}">
                  <a16:creationId xmlns:a16="http://schemas.microsoft.com/office/drawing/2014/main" id="{1D9F4560-5737-4A0B-DAB1-65B51DC38E0C}"/>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9" name="Freeform 8">
              <a:extLst>
                <a:ext uri="{FF2B5EF4-FFF2-40B4-BE49-F238E27FC236}">
                  <a16:creationId xmlns:a16="http://schemas.microsoft.com/office/drawing/2014/main" id="{EE696563-7790-14EA-0F7F-236427332715}"/>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Tree>
    <p:extLst>
      <p:ext uri="{BB962C8B-B14F-4D97-AF65-F5344CB8AC3E}">
        <p14:creationId xmlns:p14="http://schemas.microsoft.com/office/powerpoint/2010/main" val="3457343875"/>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Pruno -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BC4F57C-C3B2-8856-DCBF-70626E5BE6D4}"/>
              </a:ext>
            </a:extLst>
          </p:cNvPr>
          <p:cNvGraphicFramePr>
            <a:graphicFrameLocks noChangeAspect="1"/>
          </p:cNvGraphicFramePr>
          <p:nvPr userDrawn="1">
            <p:custDataLst>
              <p:tags r:id="rId1"/>
            </p:custDataLst>
            <p:extLst>
              <p:ext uri="{D42A27DB-BD31-4B8C-83A1-F6EECF244321}">
                <p14:modId xmlns:p14="http://schemas.microsoft.com/office/powerpoint/2010/main" val="5308813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6" progId="TCLayout.ActiveDocument.1">
                  <p:embed/>
                </p:oleObj>
              </mc:Choice>
              <mc:Fallback>
                <p:oleObj name="Diapositiva de think-cell" r:id="rId3" imgW="425" imgH="426" progId="TCLayout.ActiveDocument.1">
                  <p:embed/>
                  <p:pic>
                    <p:nvPicPr>
                      <p:cNvPr id="8" name="think-cell data - do not delete" hidden="1">
                        <a:extLst>
                          <a:ext uri="{FF2B5EF4-FFF2-40B4-BE49-F238E27FC236}">
                            <a16:creationId xmlns:a16="http://schemas.microsoft.com/office/drawing/2014/main" id="{9BC4F57C-C3B2-8856-DCBF-70626E5BE6D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4" name="Group 4">
            <a:extLst>
              <a:ext uri="{FF2B5EF4-FFF2-40B4-BE49-F238E27FC236}">
                <a16:creationId xmlns:a16="http://schemas.microsoft.com/office/drawing/2014/main" id="{A4B71E07-4EAE-A8CA-E274-DBB05B686808}"/>
              </a:ext>
            </a:extLst>
          </p:cNvPr>
          <p:cNvGrpSpPr>
            <a:grpSpLocks noChangeAspect="1"/>
          </p:cNvGrpSpPr>
          <p:nvPr userDrawn="1"/>
        </p:nvGrpSpPr>
        <p:grpSpPr bwMode="auto">
          <a:xfrm>
            <a:off x="4648786" y="3291734"/>
            <a:ext cx="2881218" cy="274532"/>
            <a:chOff x="680" y="1856"/>
            <a:chExt cx="6318" cy="602"/>
          </a:xfrm>
          <a:solidFill>
            <a:srgbClr val="FFFFFF"/>
          </a:solidFill>
        </p:grpSpPr>
        <p:sp>
          <p:nvSpPr>
            <p:cNvPr id="5" name="Freeform 6">
              <a:extLst>
                <a:ext uri="{FF2B5EF4-FFF2-40B4-BE49-F238E27FC236}">
                  <a16:creationId xmlns:a16="http://schemas.microsoft.com/office/drawing/2014/main" id="{1A83CF97-6947-7D0C-429B-BE64BA6410B3}"/>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6" name="Freeform 7">
              <a:extLst>
                <a:ext uri="{FF2B5EF4-FFF2-40B4-BE49-F238E27FC236}">
                  <a16:creationId xmlns:a16="http://schemas.microsoft.com/office/drawing/2014/main" id="{969D8490-50CA-66DB-7BBC-9951359F031B}"/>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7" name="Freeform 8">
              <a:extLst>
                <a:ext uri="{FF2B5EF4-FFF2-40B4-BE49-F238E27FC236}">
                  <a16:creationId xmlns:a16="http://schemas.microsoft.com/office/drawing/2014/main" id="{091DC011-863F-6C21-0E09-A994C0662EB1}"/>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3" name="Rectángulo 2">
            <a:extLst>
              <a:ext uri="{FF2B5EF4-FFF2-40B4-BE49-F238E27FC236}">
                <a16:creationId xmlns:a16="http://schemas.microsoft.com/office/drawing/2014/main" id="{4278D4A9-BBB4-D604-0FE2-75E13402D617}"/>
              </a:ext>
            </a:extLst>
          </p:cNvPr>
          <p:cNvSpPr/>
          <p:nvPr userDrawn="1"/>
        </p:nvSpPr>
        <p:spPr>
          <a:xfrm>
            <a:off x="11496602" y="6312509"/>
            <a:ext cx="310651" cy="176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1"/>
          </a:p>
        </p:txBody>
      </p:sp>
    </p:spTree>
    <p:extLst>
      <p:ext uri="{BB962C8B-B14F-4D97-AF65-F5344CB8AC3E}">
        <p14:creationId xmlns:p14="http://schemas.microsoft.com/office/powerpoint/2010/main" val="2372995389"/>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Gris - Logo">
    <p:bg>
      <p:bgPr>
        <a:solidFill>
          <a:schemeClr val="bg2"/>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4FD4F0DB-3ACD-75F5-E3CC-7C09BCDF0E5E}"/>
              </a:ext>
            </a:extLst>
          </p:cNvPr>
          <p:cNvGrpSpPr>
            <a:grpSpLocks noChangeAspect="1"/>
          </p:cNvGrpSpPr>
          <p:nvPr userDrawn="1"/>
        </p:nvGrpSpPr>
        <p:grpSpPr bwMode="auto">
          <a:xfrm>
            <a:off x="4648786" y="3291734"/>
            <a:ext cx="2881218" cy="274532"/>
            <a:chOff x="680" y="1856"/>
            <a:chExt cx="6318" cy="602"/>
          </a:xfrm>
          <a:solidFill>
            <a:srgbClr val="4F062A"/>
          </a:solidFill>
        </p:grpSpPr>
        <p:sp>
          <p:nvSpPr>
            <p:cNvPr id="3" name="Freeform 6">
              <a:extLst>
                <a:ext uri="{FF2B5EF4-FFF2-40B4-BE49-F238E27FC236}">
                  <a16:creationId xmlns:a16="http://schemas.microsoft.com/office/drawing/2014/main" id="{BF682DDA-D113-ED0D-0DFE-C2696F674616}"/>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4" name="Freeform 7">
              <a:extLst>
                <a:ext uri="{FF2B5EF4-FFF2-40B4-BE49-F238E27FC236}">
                  <a16:creationId xmlns:a16="http://schemas.microsoft.com/office/drawing/2014/main" id="{A86DD041-7DA8-C86C-6841-DE95AD01379B}"/>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5" name="Freeform 8">
              <a:extLst>
                <a:ext uri="{FF2B5EF4-FFF2-40B4-BE49-F238E27FC236}">
                  <a16:creationId xmlns:a16="http://schemas.microsoft.com/office/drawing/2014/main" id="{D4171B39-46B1-07D2-A0DE-966B6AA75FF3}"/>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Tree>
    <p:extLst>
      <p:ext uri="{BB962C8B-B14F-4D97-AF65-F5344CB8AC3E}">
        <p14:creationId xmlns:p14="http://schemas.microsoft.com/office/powerpoint/2010/main" val="378842846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lide Base - Gris Cerámica">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8680"/>
            <a:ext cx="11521678" cy="873124"/>
          </a:xfrm>
        </p:spPr>
        <p:txBody>
          <a:bodyPr/>
          <a:lstStyle>
            <a:lvl1pPr>
              <a:defRPr sz="2400"/>
            </a:lvl1pPr>
          </a:lstStyle>
          <a:p>
            <a:r>
              <a:rPr lang="es-ES"/>
              <a:t>Título estándar para diapositiva base</a:t>
            </a:r>
          </a:p>
        </p:txBody>
      </p:sp>
      <p:sp>
        <p:nvSpPr>
          <p:cNvPr id="3" name="Marcador de pie de página 2"/>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72659"/>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10"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18771066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is Cerámica + Subtítulo Superior">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9276"/>
            <a:ext cx="5501237" cy="730884"/>
          </a:xfrm>
        </p:spPr>
        <p:txBody>
          <a:bodyPr/>
          <a:lstStyle>
            <a:lvl1pPr>
              <a:defRPr sz="2400"/>
            </a:lvl1pPr>
          </a:lstStyle>
          <a:p>
            <a:r>
              <a:rPr lang="es-ES"/>
              <a:t>Título estándar para diapositiva base</a:t>
            </a:r>
          </a:p>
        </p:txBody>
      </p:sp>
      <p:sp>
        <p:nvSpPr>
          <p:cNvPr id="3" name="Marcador de pie de página 2"/>
          <p:cNvSpPr>
            <a:spLocks noGrp="1"/>
          </p:cNvSpPr>
          <p:nvPr>
            <p:ph type="ftr" sz="quarter" idx="10"/>
          </p:nvPr>
        </p:nvSpPr>
        <p:spPr/>
        <p:txBody>
          <a:bodyPr/>
          <a:lstStyle/>
          <a:p>
            <a:r>
              <a:rPr lang="it-IT"/>
              <a:t>MINSAIT • SERVICIO DE PROGRAM MANAGEMENT OFFICE (PMO)</a:t>
            </a:r>
            <a:endParaRPr lang="es-ES"/>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5501237" cy="169277"/>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7" hasCustomPrompt="1"/>
          </p:nvPr>
        </p:nvSpPr>
        <p:spPr>
          <a:xfrm>
            <a:off x="6207600" y="549274"/>
            <a:ext cx="5649040" cy="730885"/>
          </a:xfrm>
          <a:prstGeom prst="rect">
            <a:avLst/>
          </a:prstGeom>
        </p:spPr>
        <p:txBody>
          <a:bodyPr lIns="0" tIns="0" rIns="0" bIns="0" anchor="b">
            <a:noAutofit/>
          </a:bodyPr>
          <a:lstStyle>
            <a:lvl1pPr marL="0" indent="0">
              <a:buNone/>
              <a:defRPr sz="1600">
                <a:solidFill>
                  <a:schemeClr val="tx1"/>
                </a:solidFill>
              </a:defRPr>
            </a:lvl1pPr>
          </a:lstStyle>
          <a:p>
            <a:pPr lvl="0"/>
            <a:r>
              <a:rPr lang="en-GB" noProof="1"/>
              <a:t>Subtítulo de diapositiva</a:t>
            </a:r>
          </a:p>
        </p:txBody>
      </p:sp>
      <p:cxnSp>
        <p:nvCxnSpPr>
          <p:cNvPr id="10" name="Conector recto 9">
            <a:extLst>
              <a:ext uri="{FF2B5EF4-FFF2-40B4-BE49-F238E27FC236}">
                <a16:creationId xmlns:a16="http://schemas.microsoft.com/office/drawing/2014/main" id="{95416989-4658-652B-A6F7-145BFB90D09B}"/>
              </a:ext>
            </a:extLst>
          </p:cNvPr>
          <p:cNvCxnSpPr/>
          <p:nvPr userDrawn="1"/>
        </p:nvCxnSpPr>
        <p:spPr>
          <a:xfrm>
            <a:off x="6096000" y="0"/>
            <a:ext cx="0" cy="128016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4863855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lide Base - Pruno">
    <p:bg>
      <p:bgRef idx="1001">
        <a:schemeClr val="bg1"/>
      </p:bgRef>
    </p:bg>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9274"/>
            <a:ext cx="11521678" cy="675163"/>
          </a:xfrm>
        </p:spPr>
        <p:txBody>
          <a:bodyPr/>
          <a:lstStyle>
            <a:lvl1pPr>
              <a:defRPr sz="2400"/>
            </a:lvl1pPr>
          </a:lstStyle>
          <a:p>
            <a:r>
              <a:rPr lang="es-ES"/>
              <a:t>Título estándar para diapositiva base</a:t>
            </a:r>
          </a:p>
        </p:txBody>
      </p:sp>
      <p:sp>
        <p:nvSpPr>
          <p:cNvPr id="3" name="Marcador de pie de página 2"/>
          <p:cNvSpPr>
            <a:spLocks noGrp="1"/>
          </p:cNvSpPr>
          <p:nvPr>
            <p:ph type="ftr" sz="quarter" idx="10"/>
          </p:nvPr>
        </p:nvSpPr>
        <p:spPr/>
        <p:txBody>
          <a:bodyPr/>
          <a:lstStyle/>
          <a:p>
            <a:r>
              <a:rPr lang="it-IT"/>
              <a:t>MINSAIT • SERVICIO DE PROGRAM MANAGEMENT OFFICE (PMO)</a:t>
            </a:r>
            <a:endParaRPr lang="es-ES"/>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72659"/>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12"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918623008"/>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uno + Subtítulo Superior">
    <p:bg>
      <p:bgRef idx="1001">
        <a:schemeClr val="bg1"/>
      </p:bgRef>
    </p:bg>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9276"/>
            <a:ext cx="5501237" cy="732323"/>
          </a:xfrm>
        </p:spPr>
        <p:txBody>
          <a:bodyPr/>
          <a:lstStyle>
            <a:lvl1pPr>
              <a:defRPr sz="2400"/>
            </a:lvl1pPr>
          </a:lstStyle>
          <a:p>
            <a:r>
              <a:rPr lang="es-ES"/>
              <a:t>Título estándar para diapositiva base</a:t>
            </a:r>
          </a:p>
        </p:txBody>
      </p:sp>
      <p:sp>
        <p:nvSpPr>
          <p:cNvPr id="3" name="Marcador de pie de página 2"/>
          <p:cNvSpPr>
            <a:spLocks noGrp="1"/>
          </p:cNvSpPr>
          <p:nvPr>
            <p:ph type="ftr" sz="quarter" idx="10"/>
          </p:nvPr>
        </p:nvSpPr>
        <p:spPr/>
        <p:txBody>
          <a:bodyPr/>
          <a:lstStyle/>
          <a:p>
            <a:r>
              <a:rPr lang="it-IT"/>
              <a:t>MINSAIT • SERVICIO DE PROGRAM MANAGEMENT OFFICE (PMO)</a:t>
            </a:r>
            <a:endParaRPr lang="es-ES"/>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5501237" cy="169277"/>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7" hasCustomPrompt="1"/>
          </p:nvPr>
        </p:nvSpPr>
        <p:spPr>
          <a:xfrm>
            <a:off x="6207600" y="549275"/>
            <a:ext cx="5649040" cy="732324"/>
          </a:xfrm>
          <a:prstGeom prst="rect">
            <a:avLst/>
          </a:prstGeom>
        </p:spPr>
        <p:txBody>
          <a:bodyPr lIns="0" tIns="0" rIns="0" bIns="0" anchor="b">
            <a:noAutofit/>
          </a:bodyPr>
          <a:lstStyle>
            <a:lvl1pPr marL="0" indent="0">
              <a:buNone/>
              <a:defRPr sz="1600">
                <a:solidFill>
                  <a:schemeClr val="tx1"/>
                </a:solidFill>
              </a:defRPr>
            </a:lvl1pPr>
          </a:lstStyle>
          <a:p>
            <a:pPr lvl="0"/>
            <a:r>
              <a:rPr lang="en-GB" noProof="1"/>
              <a:t>Subtítulo de diapositiva</a:t>
            </a:r>
          </a:p>
        </p:txBody>
      </p:sp>
      <p:cxnSp>
        <p:nvCxnSpPr>
          <p:cNvPr id="10" name="Conector recto 9">
            <a:extLst>
              <a:ext uri="{FF2B5EF4-FFF2-40B4-BE49-F238E27FC236}">
                <a16:creationId xmlns:a16="http://schemas.microsoft.com/office/drawing/2014/main" id="{95416989-4658-652B-A6F7-145BFB90D09B}"/>
              </a:ext>
            </a:extLst>
          </p:cNvPr>
          <p:cNvCxnSpPr/>
          <p:nvPr userDrawn="1"/>
        </p:nvCxnSpPr>
        <p:spPr>
          <a:xfrm>
            <a:off x="6096000" y="-1"/>
            <a:ext cx="0" cy="128160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2063185349"/>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lide Base - Pruno Oscuro">
    <p:bg>
      <p:bgRef idx="1001">
        <a:schemeClr val="bg2"/>
      </p:bgRef>
    </p:bg>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9274"/>
            <a:ext cx="11521678" cy="675163"/>
          </a:xfrm>
        </p:spPr>
        <p:txBody>
          <a:bodyPr/>
          <a:lstStyle>
            <a:lvl1pPr>
              <a:defRPr sz="2400"/>
            </a:lvl1pPr>
          </a:lstStyle>
          <a:p>
            <a:r>
              <a:rPr lang="es-ES"/>
              <a:t>Título estándar para diapositiva base</a:t>
            </a:r>
          </a:p>
        </p:txBody>
      </p:sp>
      <p:sp>
        <p:nvSpPr>
          <p:cNvPr id="3" name="Marcador de pie de página 2"/>
          <p:cNvSpPr>
            <a:spLocks noGrp="1"/>
          </p:cNvSpPr>
          <p:nvPr>
            <p:ph type="ftr" sz="quarter" idx="10"/>
          </p:nvPr>
        </p:nvSpPr>
        <p:spPr/>
        <p:txBody>
          <a:bodyPr/>
          <a:lstStyle/>
          <a:p>
            <a:r>
              <a:rPr lang="it-IT"/>
              <a:t>MINSAIT • SERVICIO DE PROGRAM MANAGEMENT OFFICE (PMO)</a:t>
            </a:r>
            <a:endParaRPr lang="es-ES"/>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72659"/>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12"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3808499445"/>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runo Oscuro + Subtítulo Superior">
    <p:bg>
      <p:bgRef idx="1001">
        <a:schemeClr val="bg2"/>
      </p:bgRef>
    </p:bg>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35360" y="549276"/>
            <a:ext cx="5501237" cy="732323"/>
          </a:xfrm>
        </p:spPr>
        <p:txBody>
          <a:bodyPr/>
          <a:lstStyle>
            <a:lvl1pPr>
              <a:defRPr sz="2400"/>
            </a:lvl1pPr>
          </a:lstStyle>
          <a:p>
            <a:r>
              <a:rPr lang="es-ES"/>
              <a:t>Título estándar para diapositiva base</a:t>
            </a:r>
          </a:p>
        </p:txBody>
      </p:sp>
      <p:sp>
        <p:nvSpPr>
          <p:cNvPr id="3" name="Marcador de pie de página 2"/>
          <p:cNvSpPr>
            <a:spLocks noGrp="1"/>
          </p:cNvSpPr>
          <p:nvPr>
            <p:ph type="ftr" sz="quarter" idx="10"/>
          </p:nvPr>
        </p:nvSpPr>
        <p:spPr/>
        <p:txBody>
          <a:bodyPr/>
          <a:lstStyle/>
          <a:p>
            <a:r>
              <a:rPr lang="it-IT"/>
              <a:t>MINSAIT • SERVICIO DE PROGRAM MANAGEMENT OFFICE (PMO)</a:t>
            </a:r>
            <a:endParaRPr lang="es-ES"/>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5501237" cy="169277"/>
          </a:xfrm>
          <a:prstGeom prst="rect">
            <a:avLst/>
          </a:prstGeom>
        </p:spPr>
        <p:txBody>
          <a:bodyPr lIns="0" tIns="0" rIns="0" bIns="0">
            <a:spAutoFit/>
          </a:bodyPr>
          <a:lstStyle>
            <a:lvl1pPr marL="0" indent="0">
              <a:buNone/>
              <a:defRPr sz="1000" cap="all" baseline="0">
                <a:solidFill>
                  <a:schemeClr val="tx1"/>
                </a:solidFill>
              </a:defRPr>
            </a:lvl1pPr>
          </a:lstStyle>
          <a:p>
            <a:pPr lvl="0"/>
            <a:r>
              <a:rPr lang="en-GB" noProof="1"/>
              <a:t>ANTETÍTULO DE DIAPOSITIVA</a:t>
            </a:r>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7" hasCustomPrompt="1"/>
          </p:nvPr>
        </p:nvSpPr>
        <p:spPr>
          <a:xfrm>
            <a:off x="6207600" y="549275"/>
            <a:ext cx="5649040" cy="732324"/>
          </a:xfrm>
          <a:prstGeom prst="rect">
            <a:avLst/>
          </a:prstGeom>
        </p:spPr>
        <p:txBody>
          <a:bodyPr lIns="0" tIns="0" rIns="0" bIns="0" anchor="b">
            <a:noAutofit/>
          </a:bodyPr>
          <a:lstStyle>
            <a:lvl1pPr marL="0" indent="0">
              <a:buNone/>
              <a:defRPr sz="1600">
                <a:solidFill>
                  <a:schemeClr val="tx1"/>
                </a:solidFill>
              </a:defRPr>
            </a:lvl1pPr>
          </a:lstStyle>
          <a:p>
            <a:pPr lvl="0"/>
            <a:r>
              <a:rPr lang="en-GB" noProof="1"/>
              <a:t>Subtítulo de diapositiva</a:t>
            </a:r>
          </a:p>
        </p:txBody>
      </p:sp>
      <p:cxnSp>
        <p:nvCxnSpPr>
          <p:cNvPr id="10" name="Conector recto 9">
            <a:extLst>
              <a:ext uri="{FF2B5EF4-FFF2-40B4-BE49-F238E27FC236}">
                <a16:creationId xmlns:a16="http://schemas.microsoft.com/office/drawing/2014/main" id="{95416989-4658-652B-A6F7-145BFB90D09B}"/>
              </a:ext>
            </a:extLst>
          </p:cNvPr>
          <p:cNvCxnSpPr/>
          <p:nvPr userDrawn="1"/>
        </p:nvCxnSpPr>
        <p:spPr>
          <a:xfrm>
            <a:off x="6096000" y="-1"/>
            <a:ext cx="0" cy="128160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1311780811"/>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runo + Full Imagen">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21A9EE3D-B4AD-8855-3152-4DC56FBFF4F2}"/>
              </a:ext>
            </a:extLst>
          </p:cNvPr>
          <p:cNvGraphicFramePr>
            <a:graphicFrameLocks noChangeAspect="1"/>
          </p:cNvGraphicFramePr>
          <p:nvPr userDrawn="1">
            <p:custDataLst>
              <p:tags r:id="rId1"/>
            </p:custDataLst>
            <p:extLst>
              <p:ext uri="{D42A27DB-BD31-4B8C-83A1-F6EECF244321}">
                <p14:modId xmlns:p14="http://schemas.microsoft.com/office/powerpoint/2010/main" val="21856437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6" progId="TCLayout.ActiveDocument.1">
                  <p:embed/>
                </p:oleObj>
              </mc:Choice>
              <mc:Fallback>
                <p:oleObj name="Diapositiva de think-cell" r:id="rId3" imgW="425" imgH="426" progId="TCLayout.ActiveDocument.1">
                  <p:embed/>
                  <p:pic>
                    <p:nvPicPr>
                      <p:cNvPr id="7" name="think-cell data - do not delete" hidden="1">
                        <a:extLst>
                          <a:ext uri="{FF2B5EF4-FFF2-40B4-BE49-F238E27FC236}">
                            <a16:creationId xmlns:a16="http://schemas.microsoft.com/office/drawing/2014/main" id="{21A9EE3D-B4AD-8855-3152-4DC56FBFF4F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2" name="Group 4">
            <a:extLst>
              <a:ext uri="{FF2B5EF4-FFF2-40B4-BE49-F238E27FC236}">
                <a16:creationId xmlns:a16="http://schemas.microsoft.com/office/drawing/2014/main" id="{862C30EB-A8A5-ADC7-EAE0-6E3C27C4CF2F}"/>
              </a:ext>
            </a:extLst>
          </p:cNvPr>
          <p:cNvGrpSpPr>
            <a:grpSpLocks noChangeAspect="1"/>
          </p:cNvGrpSpPr>
          <p:nvPr userDrawn="1"/>
        </p:nvGrpSpPr>
        <p:grpSpPr bwMode="auto">
          <a:xfrm>
            <a:off x="9950892" y="6307630"/>
            <a:ext cx="1905748" cy="181586"/>
            <a:chOff x="680" y="1856"/>
            <a:chExt cx="6318" cy="602"/>
          </a:xfrm>
          <a:solidFill>
            <a:srgbClr val="FFFFFF"/>
          </a:solidFill>
        </p:grpSpPr>
        <p:sp>
          <p:nvSpPr>
            <p:cNvPr id="4" name="Freeform 6">
              <a:extLst>
                <a:ext uri="{FF2B5EF4-FFF2-40B4-BE49-F238E27FC236}">
                  <a16:creationId xmlns:a16="http://schemas.microsoft.com/office/drawing/2014/main" id="{53E28BB8-EFBC-52F9-B7FB-3904A5B46B01}"/>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5" name="Freeform 7">
              <a:extLst>
                <a:ext uri="{FF2B5EF4-FFF2-40B4-BE49-F238E27FC236}">
                  <a16:creationId xmlns:a16="http://schemas.microsoft.com/office/drawing/2014/main" id="{7DA0257D-61DE-5AD4-72B6-82A1E3FA03B0}"/>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6" name="Freeform 8">
              <a:extLst>
                <a:ext uri="{FF2B5EF4-FFF2-40B4-BE49-F238E27FC236}">
                  <a16:creationId xmlns:a16="http://schemas.microsoft.com/office/drawing/2014/main" id="{C6541784-BE2F-DB99-E8DE-42C957AC0C16}"/>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3" name="Picture Placeholder 4">
            <a:extLst>
              <a:ext uri="{FF2B5EF4-FFF2-40B4-BE49-F238E27FC236}">
                <a16:creationId xmlns:a16="http://schemas.microsoft.com/office/drawing/2014/main" id="{EA8945F7-44C2-5054-86AD-347769EFB520}"/>
              </a:ext>
            </a:extLst>
          </p:cNvPr>
          <p:cNvSpPr>
            <a:spLocks noGrp="1"/>
          </p:cNvSpPr>
          <p:nvPr>
            <p:ph type="pic" sz="quarter" idx="10"/>
          </p:nvPr>
        </p:nvSpPr>
        <p:spPr>
          <a:xfrm>
            <a:off x="335360" y="346274"/>
            <a:ext cx="11521678" cy="5760840"/>
          </a:xfrm>
          <a:prstGeom prst="snip2DiagRect">
            <a:avLst>
              <a:gd name="adj1" fmla="val 2160"/>
              <a:gd name="adj2" fmla="val 2121"/>
            </a:avLst>
          </a:prstGeom>
        </p:spPr>
        <p:txBody>
          <a:bodyPr anchor="ctr"/>
          <a:lstStyle>
            <a:lvl1pPr marL="0" indent="0" algn="ctr">
              <a:buNone/>
              <a:defRPr sz="1600"/>
            </a:lvl1pPr>
          </a:lstStyle>
          <a:p>
            <a:r>
              <a:rPr lang="en-GB" noProof="1"/>
              <a:t>Haga clic en el icono para agregar una imagen</a:t>
            </a:r>
          </a:p>
        </p:txBody>
      </p:sp>
      <p:sp>
        <p:nvSpPr>
          <p:cNvPr id="8" name="Marcador de pie de página 2"/>
          <p:cNvSpPr>
            <a:spLocks noGrp="1"/>
          </p:cNvSpPr>
          <p:nvPr>
            <p:ph type="ftr" sz="quarter" idx="11"/>
          </p:nvPr>
        </p:nvSpPr>
        <p:spPr>
          <a:xfrm>
            <a:off x="335360" y="6401514"/>
            <a:ext cx="7250933" cy="123111"/>
          </a:xfrm>
        </p:spPr>
        <p:txBody>
          <a:bodyPr>
            <a:spAutoFit/>
          </a:bodyPr>
          <a:lstStyle/>
          <a:p>
            <a:r>
              <a:rPr lang="it-IT"/>
              <a:t>MINSAIT • SERVICIO DE PROGRAM MANAGEMENT OFFICE (PMO)</a:t>
            </a:r>
            <a:endParaRPr lang="es-ES"/>
          </a:p>
        </p:txBody>
      </p:sp>
    </p:spTree>
    <p:extLst>
      <p:ext uri="{BB962C8B-B14F-4D97-AF65-F5344CB8AC3E}">
        <p14:creationId xmlns:p14="http://schemas.microsoft.com/office/powerpoint/2010/main" val="1204501975"/>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Gris Cerámica + Full Image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7D6E8E78-C3CA-7998-A02A-FCE5AF19F3C7}"/>
              </a:ext>
            </a:extLst>
          </p:cNvPr>
          <p:cNvGraphicFramePr>
            <a:graphicFrameLocks noChangeAspect="1"/>
          </p:cNvGraphicFramePr>
          <p:nvPr userDrawn="1">
            <p:custDataLst>
              <p:tags r:id="rId1"/>
            </p:custDataLst>
            <p:extLst>
              <p:ext uri="{D42A27DB-BD31-4B8C-83A1-F6EECF244321}">
                <p14:modId xmlns:p14="http://schemas.microsoft.com/office/powerpoint/2010/main" val="30435056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6" progId="TCLayout.ActiveDocument.1">
                  <p:embed/>
                </p:oleObj>
              </mc:Choice>
              <mc:Fallback>
                <p:oleObj name="Diapositiva de think-cell" r:id="rId3" imgW="425" imgH="426" progId="TCLayout.ActiveDocument.1">
                  <p:embed/>
                  <p:pic>
                    <p:nvPicPr>
                      <p:cNvPr id="10" name="think-cell data - do not delete" hidden="1">
                        <a:extLst>
                          <a:ext uri="{FF2B5EF4-FFF2-40B4-BE49-F238E27FC236}">
                            <a16:creationId xmlns:a16="http://schemas.microsoft.com/office/drawing/2014/main" id="{7D6E8E78-C3CA-7998-A02A-FCE5AF19F3C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Picture Placeholder 4">
            <a:extLst>
              <a:ext uri="{FF2B5EF4-FFF2-40B4-BE49-F238E27FC236}">
                <a16:creationId xmlns:a16="http://schemas.microsoft.com/office/drawing/2014/main" id="{EA8945F7-44C2-5054-86AD-347769EFB520}"/>
              </a:ext>
            </a:extLst>
          </p:cNvPr>
          <p:cNvSpPr>
            <a:spLocks noGrp="1"/>
          </p:cNvSpPr>
          <p:nvPr>
            <p:ph type="pic" sz="quarter" idx="10"/>
          </p:nvPr>
        </p:nvSpPr>
        <p:spPr>
          <a:xfrm>
            <a:off x="335360" y="346274"/>
            <a:ext cx="11521678" cy="5760840"/>
          </a:xfrm>
          <a:prstGeom prst="snip2DiagRect">
            <a:avLst>
              <a:gd name="adj1" fmla="val 2160"/>
              <a:gd name="adj2" fmla="val 2121"/>
            </a:avLst>
          </a:prstGeom>
        </p:spPr>
        <p:txBody>
          <a:bodyPr anchor="ctr"/>
          <a:lstStyle>
            <a:lvl1pPr marL="0" indent="0" algn="ctr">
              <a:buNone/>
              <a:defRPr sz="1600"/>
            </a:lvl1pPr>
          </a:lstStyle>
          <a:p>
            <a:r>
              <a:rPr lang="en-GB" noProof="1"/>
              <a:t>Haga clic en el icono para agregar una imagen</a:t>
            </a:r>
          </a:p>
        </p:txBody>
      </p:sp>
      <p:sp>
        <p:nvSpPr>
          <p:cNvPr id="8" name="Marcador de pie de página 2"/>
          <p:cNvSpPr>
            <a:spLocks noGrp="1"/>
          </p:cNvSpPr>
          <p:nvPr>
            <p:ph type="ftr" sz="quarter" idx="11"/>
          </p:nvPr>
        </p:nvSpPr>
        <p:spPr>
          <a:xfrm>
            <a:off x="335360" y="6401514"/>
            <a:ext cx="7250933" cy="123111"/>
          </a:xfrm>
        </p:spPr>
        <p:txBody>
          <a:bodyPr>
            <a:spAutoFit/>
          </a:bodyPr>
          <a:lstStyle/>
          <a:p>
            <a:r>
              <a:rPr lang="it-IT"/>
              <a:t>MINSAIT • SERVICIO DE PROGRAM MANAGEMENT OFFICE (PMO)</a:t>
            </a:r>
            <a:endParaRPr lang="es-ES"/>
          </a:p>
        </p:txBody>
      </p:sp>
      <p:grpSp>
        <p:nvGrpSpPr>
          <p:cNvPr id="2" name="Group 4">
            <a:extLst>
              <a:ext uri="{FF2B5EF4-FFF2-40B4-BE49-F238E27FC236}">
                <a16:creationId xmlns:a16="http://schemas.microsoft.com/office/drawing/2014/main" id="{A1A089FD-E00A-F388-7AE9-A468F894F7EC}"/>
              </a:ext>
            </a:extLst>
          </p:cNvPr>
          <p:cNvGrpSpPr>
            <a:grpSpLocks noChangeAspect="1"/>
          </p:cNvGrpSpPr>
          <p:nvPr userDrawn="1"/>
        </p:nvGrpSpPr>
        <p:grpSpPr bwMode="auto">
          <a:xfrm>
            <a:off x="9950892" y="6307630"/>
            <a:ext cx="1905748" cy="181586"/>
            <a:chOff x="680" y="1856"/>
            <a:chExt cx="6318" cy="602"/>
          </a:xfrm>
          <a:solidFill>
            <a:srgbClr val="4F062A"/>
          </a:solidFill>
        </p:grpSpPr>
        <p:sp>
          <p:nvSpPr>
            <p:cNvPr id="4" name="Freeform 6">
              <a:extLst>
                <a:ext uri="{FF2B5EF4-FFF2-40B4-BE49-F238E27FC236}">
                  <a16:creationId xmlns:a16="http://schemas.microsoft.com/office/drawing/2014/main" id="{8473D308-E059-A9EE-4D01-C9615B91EA96}"/>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5" name="Freeform 7">
              <a:extLst>
                <a:ext uri="{FF2B5EF4-FFF2-40B4-BE49-F238E27FC236}">
                  <a16:creationId xmlns:a16="http://schemas.microsoft.com/office/drawing/2014/main" id="{2585270A-17FB-64B2-247F-FA6D394954B8}"/>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6" name="Freeform 8">
              <a:extLst>
                <a:ext uri="{FF2B5EF4-FFF2-40B4-BE49-F238E27FC236}">
                  <a16:creationId xmlns:a16="http://schemas.microsoft.com/office/drawing/2014/main" id="{DD7B5994-B1B2-7562-2AB4-760726B85AE8}"/>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Tree>
    <p:extLst>
      <p:ext uri="{BB962C8B-B14F-4D97-AF65-F5344CB8AC3E}">
        <p14:creationId xmlns:p14="http://schemas.microsoft.com/office/powerpoint/2010/main" val="4012493968"/>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n Full-Size">
    <p:bg>
      <p:bgRef idx="1001">
        <a:schemeClr val="bg1"/>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3534483-BFEA-6F98-4C59-C1E0C000331F}"/>
              </a:ext>
            </a:extLst>
          </p:cNvPr>
          <p:cNvSpPr>
            <a:spLocks noGrp="1"/>
          </p:cNvSpPr>
          <p:nvPr>
            <p:ph type="pic" sz="quarter" idx="10"/>
          </p:nvPr>
        </p:nvSpPr>
        <p:spPr>
          <a:xfrm>
            <a:off x="0" y="0"/>
            <a:ext cx="12192000" cy="6858000"/>
          </a:xfrm>
          <a:prstGeom prst="rect">
            <a:avLst/>
          </a:prstGeom>
          <a:ln>
            <a:noFill/>
          </a:ln>
        </p:spPr>
        <p:txBody>
          <a:bodyPr anchor="ctr"/>
          <a:lstStyle>
            <a:lvl1pPr marL="0" indent="0" algn="ctr">
              <a:buNone/>
              <a:defRPr sz="1600"/>
            </a:lvl1pPr>
          </a:lstStyle>
          <a:p>
            <a:r>
              <a:rPr lang="en-GB" noProof="1"/>
              <a:t>Haga clic en el icono para agregar una imagen</a:t>
            </a:r>
          </a:p>
        </p:txBody>
      </p:sp>
      <p:sp>
        <p:nvSpPr>
          <p:cNvPr id="3" name="Marcador de pie de página 2">
            <a:extLst>
              <a:ext uri="{FF2B5EF4-FFF2-40B4-BE49-F238E27FC236}">
                <a16:creationId xmlns:a16="http://schemas.microsoft.com/office/drawing/2014/main" id="{BEC4A452-E1E1-0A97-D33D-DFD97CAED38B}"/>
              </a:ext>
            </a:extLst>
          </p:cNvPr>
          <p:cNvSpPr>
            <a:spLocks noGrp="1"/>
          </p:cNvSpPr>
          <p:nvPr>
            <p:ph type="ftr" sz="quarter" idx="11"/>
          </p:nvPr>
        </p:nvSpPr>
        <p:spPr>
          <a:xfrm>
            <a:off x="335360" y="6401514"/>
            <a:ext cx="7250933" cy="123111"/>
          </a:xfrm>
          <a:prstGeom prst="rect">
            <a:avLst/>
          </a:prstGeom>
        </p:spPr>
        <p:txBody>
          <a:bodyPr>
            <a:spAutoFit/>
          </a:bodyPr>
          <a:lstStyle/>
          <a:p>
            <a:r>
              <a:rPr lang="it-IT"/>
              <a:t>MINSAIT • SERVICIO DE PROGRAM MANAGEMENT OFFICE (PMO)</a:t>
            </a:r>
            <a:endParaRPr lang="es-ES"/>
          </a:p>
        </p:txBody>
      </p:sp>
      <p:sp>
        <p:nvSpPr>
          <p:cNvPr id="6"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613724976"/>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Vacía">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10803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ORTADA - H - Blanco">
    <p:bg>
      <p:bgPr>
        <a:solidFill>
          <a:schemeClr val="tx1"/>
        </a:solidFill>
        <a:effectLst/>
      </p:bgPr>
    </p:bg>
    <p:spTree>
      <p:nvGrpSpPr>
        <p:cNvPr id="1" name=""/>
        <p:cNvGrpSpPr/>
        <p:nvPr/>
      </p:nvGrpSpPr>
      <p:grpSpPr>
        <a:xfrm>
          <a:off x="0" y="0"/>
          <a:ext cx="0" cy="0"/>
          <a:chOff x="0" y="0"/>
          <a:chExt cx="0" cy="0"/>
        </a:xfrm>
      </p:grpSpPr>
      <p:sp>
        <p:nvSpPr>
          <p:cNvPr id="3" name="Subtítulo 2"/>
          <p:cNvSpPr>
            <a:spLocks noGrp="1"/>
          </p:cNvSpPr>
          <p:nvPr>
            <p:ph type="subTitle" idx="1" hasCustomPrompt="1"/>
          </p:nvPr>
        </p:nvSpPr>
        <p:spPr>
          <a:xfrm>
            <a:off x="336550" y="2708993"/>
            <a:ext cx="8639482" cy="360003"/>
          </a:xfrm>
          <a:prstGeom prst="rect">
            <a:avLst/>
          </a:prstGeom>
        </p:spPr>
        <p:txBody>
          <a:bodyPr lIns="0" tIns="0" rIns="0" bIns="0">
            <a:noAutofit/>
          </a:bodyPr>
          <a:lstStyle>
            <a:lvl1pPr marL="0" indent="0" algn="l">
              <a:lnSpc>
                <a:spcPct val="100000"/>
              </a:lnSpc>
              <a:spcBef>
                <a:spcPts val="0"/>
              </a:spcBef>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Escribe aquí el subtítulo de la presentación</a:t>
            </a:r>
          </a:p>
        </p:txBody>
      </p:sp>
      <p:cxnSp>
        <p:nvCxnSpPr>
          <p:cNvPr id="20" name="Straight Connector 1">
            <a:extLst>
              <a:ext uri="{FF2B5EF4-FFF2-40B4-BE49-F238E27FC236}">
                <a16:creationId xmlns:a16="http://schemas.microsoft.com/office/drawing/2014/main" id="{2614D5A6-CCD6-5B77-B55E-0710DBBE919E}"/>
              </a:ext>
            </a:extLst>
          </p:cNvPr>
          <p:cNvCxnSpPr>
            <a:cxnSpLocks/>
          </p:cNvCxnSpPr>
          <p:nvPr userDrawn="1"/>
        </p:nvCxnSpPr>
        <p:spPr>
          <a:xfrm rot="5400000" flipH="1">
            <a:off x="7935637" y="1490400"/>
            <a:ext cx="2980800" cy="0"/>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Título 1"/>
          <p:cNvSpPr>
            <a:spLocks noGrp="1"/>
          </p:cNvSpPr>
          <p:nvPr>
            <p:ph type="title" hasCustomPrompt="1"/>
          </p:nvPr>
        </p:nvSpPr>
        <p:spPr>
          <a:xfrm>
            <a:off x="336550" y="1268976"/>
            <a:ext cx="8639482" cy="1350015"/>
          </a:xfrm>
        </p:spPr>
        <p:txBody>
          <a:bodyPr/>
          <a:lstStyle>
            <a:lvl1pPr>
              <a:lnSpc>
                <a:spcPct val="85000"/>
              </a:lnSpc>
              <a:defRPr sz="4800">
                <a:solidFill>
                  <a:schemeClr val="bg1"/>
                </a:solidFill>
              </a:defRPr>
            </a:lvl1pPr>
          </a:lstStyle>
          <a:p>
            <a:r>
              <a:rPr lang="es-ES"/>
              <a:t>Escribe aquí el título de la presentación</a:t>
            </a:r>
          </a:p>
        </p:txBody>
      </p:sp>
      <p:sp>
        <p:nvSpPr>
          <p:cNvPr id="5" name="Marcador de texto 4"/>
          <p:cNvSpPr>
            <a:spLocks noGrp="1"/>
          </p:cNvSpPr>
          <p:nvPr>
            <p:ph type="body" sz="quarter" idx="14" hasCustomPrompt="1"/>
          </p:nvPr>
        </p:nvSpPr>
        <p:spPr>
          <a:xfrm>
            <a:off x="9606038" y="2660125"/>
            <a:ext cx="2249412" cy="320675"/>
          </a:xfrm>
          <a:prstGeom prst="rect">
            <a:avLst/>
          </a:prstGeom>
        </p:spPr>
        <p:txBody>
          <a:bodyPr wrap="square" lIns="0" tIns="0" rIns="0" bIns="0" anchor="b" anchorCtr="0">
            <a:noAutofit/>
          </a:bodyPr>
          <a:lstStyle>
            <a:lvl1pPr marL="0" indent="0">
              <a:lnSpc>
                <a:spcPct val="100000"/>
              </a:lnSpc>
              <a:spcBef>
                <a:spcPts val="0"/>
              </a:spcBef>
              <a:buNone/>
              <a:defRPr sz="140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a:t>Fecha de la presentación</a:t>
            </a:r>
          </a:p>
        </p:txBody>
      </p:sp>
      <p:sp>
        <p:nvSpPr>
          <p:cNvPr id="49" name="Marcador de posición de imagen 48"/>
          <p:cNvSpPr>
            <a:spLocks noGrp="1"/>
          </p:cNvSpPr>
          <p:nvPr>
            <p:ph type="pic" sz="quarter" idx="15" hasCustomPrompt="1"/>
          </p:nvPr>
        </p:nvSpPr>
        <p:spPr>
          <a:xfrm>
            <a:off x="336554" y="3429001"/>
            <a:ext cx="11518897" cy="3094037"/>
          </a:xfrm>
          <a:custGeom>
            <a:avLst/>
            <a:gdLst>
              <a:gd name="connsiteX0" fmla="*/ 144000 w 11518897"/>
              <a:gd name="connsiteY0" fmla="*/ 0 h 3094037"/>
              <a:gd name="connsiteX1" fmla="*/ 11376018 w 11518897"/>
              <a:gd name="connsiteY1" fmla="*/ 0 h 3094037"/>
              <a:gd name="connsiteX2" fmla="*/ 11518897 w 11518897"/>
              <a:gd name="connsiteY2" fmla="*/ 142879 h 3094037"/>
              <a:gd name="connsiteX3" fmla="*/ 11518897 w 11518897"/>
              <a:gd name="connsiteY3" fmla="*/ 2951158 h 3094037"/>
              <a:gd name="connsiteX4" fmla="*/ 11376018 w 11518897"/>
              <a:gd name="connsiteY4" fmla="*/ 3094037 h 3094037"/>
              <a:gd name="connsiteX5" fmla="*/ 144000 w 11518897"/>
              <a:gd name="connsiteY5" fmla="*/ 3094037 h 3094037"/>
              <a:gd name="connsiteX6" fmla="*/ 0 w 11518897"/>
              <a:gd name="connsiteY6" fmla="*/ 2950037 h 3094037"/>
              <a:gd name="connsiteX7" fmla="*/ 0 w 11518897"/>
              <a:gd name="connsiteY7" fmla="*/ 144000 h 3094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18897" h="3094037">
                <a:moveTo>
                  <a:pt x="144000" y="0"/>
                </a:moveTo>
                <a:lnTo>
                  <a:pt x="11376018" y="0"/>
                </a:lnTo>
                <a:lnTo>
                  <a:pt x="11518897" y="142879"/>
                </a:lnTo>
                <a:lnTo>
                  <a:pt x="11518897" y="2951158"/>
                </a:lnTo>
                <a:lnTo>
                  <a:pt x="11376018" y="3094037"/>
                </a:lnTo>
                <a:lnTo>
                  <a:pt x="144000" y="3094037"/>
                </a:lnTo>
                <a:lnTo>
                  <a:pt x="0" y="2950037"/>
                </a:lnTo>
                <a:lnTo>
                  <a:pt x="0" y="144000"/>
                </a:lnTo>
                <a:close/>
              </a:path>
            </a:pathLst>
          </a:custGeom>
          <a:ln>
            <a:noFill/>
          </a:ln>
        </p:spPr>
        <p:txBody>
          <a:bodyPr wrap="square" anchor="ctr">
            <a:noAutofit/>
          </a:bodyPr>
          <a:lstStyle>
            <a:lvl1pPr marL="0" indent="0" algn="ctr">
              <a:lnSpc>
                <a:spcPct val="100000"/>
              </a:lnSpc>
              <a:spcBef>
                <a:spcPts val="0"/>
              </a:spcBef>
              <a:buNone/>
              <a:defRPr sz="1400"/>
            </a:lvl1pPr>
          </a:lstStyle>
          <a:p>
            <a:r>
              <a:rPr lang="es-ES"/>
              <a:t>Haga clic en el icono </a:t>
            </a:r>
            <a:br>
              <a:rPr lang="es-ES"/>
            </a:br>
            <a:r>
              <a:rPr lang="es-ES"/>
              <a:t>para agregar una imagen</a:t>
            </a:r>
          </a:p>
        </p:txBody>
      </p:sp>
      <p:grpSp>
        <p:nvGrpSpPr>
          <p:cNvPr id="11" name="Group 4">
            <a:extLst>
              <a:ext uri="{FF2B5EF4-FFF2-40B4-BE49-F238E27FC236}">
                <a16:creationId xmlns:a16="http://schemas.microsoft.com/office/drawing/2014/main" id="{07DC0D3C-122E-75C2-2E15-2045BAE53BE7}"/>
              </a:ext>
            </a:extLst>
          </p:cNvPr>
          <p:cNvGrpSpPr>
            <a:grpSpLocks noChangeAspect="1"/>
          </p:cNvGrpSpPr>
          <p:nvPr userDrawn="1"/>
        </p:nvGrpSpPr>
        <p:grpSpPr bwMode="auto">
          <a:xfrm>
            <a:off x="336550" y="334963"/>
            <a:ext cx="2229141" cy="212400"/>
            <a:chOff x="680" y="1856"/>
            <a:chExt cx="6318" cy="602"/>
          </a:xfrm>
          <a:solidFill>
            <a:schemeClr val="bg1"/>
          </a:solidFill>
        </p:grpSpPr>
        <p:sp>
          <p:nvSpPr>
            <p:cNvPr id="16" name="Freeform 6">
              <a:extLst>
                <a:ext uri="{FF2B5EF4-FFF2-40B4-BE49-F238E27FC236}">
                  <a16:creationId xmlns:a16="http://schemas.microsoft.com/office/drawing/2014/main" id="{38986C46-3601-64EC-29FF-F19F1C2EFC01}"/>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7" name="Freeform 7">
              <a:extLst>
                <a:ext uri="{FF2B5EF4-FFF2-40B4-BE49-F238E27FC236}">
                  <a16:creationId xmlns:a16="http://schemas.microsoft.com/office/drawing/2014/main" id="{3F47427C-B3F2-B109-7971-D570140169F7}"/>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8" name="Freeform 8">
              <a:extLst>
                <a:ext uri="{FF2B5EF4-FFF2-40B4-BE49-F238E27FC236}">
                  <a16:creationId xmlns:a16="http://schemas.microsoft.com/office/drawing/2014/main" id="{906C6FD1-F167-27F8-4C1B-B41D9CE38A88}"/>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Tree>
    <p:extLst>
      <p:ext uri="{BB962C8B-B14F-4D97-AF65-F5344CB8AC3E}">
        <p14:creationId xmlns:p14="http://schemas.microsoft.com/office/powerpoint/2010/main" val="849992374"/>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Pruno + Contenedor">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5A7DB2B-454A-CF8C-9B62-8728AA71531D}"/>
              </a:ext>
            </a:extLst>
          </p:cNvPr>
          <p:cNvGraphicFramePr>
            <a:graphicFrameLocks noChangeAspect="1"/>
          </p:cNvGraphicFramePr>
          <p:nvPr userDrawn="1">
            <p:custDataLst>
              <p:tags r:id="rId1"/>
            </p:custDataLst>
            <p:extLst>
              <p:ext uri="{D42A27DB-BD31-4B8C-83A1-F6EECF244321}">
                <p14:modId xmlns:p14="http://schemas.microsoft.com/office/powerpoint/2010/main" val="21290996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2" name="think-cell data - do not delete" hidden="1">
                        <a:extLst>
                          <a:ext uri="{FF2B5EF4-FFF2-40B4-BE49-F238E27FC236}">
                            <a16:creationId xmlns:a16="http://schemas.microsoft.com/office/drawing/2014/main" id="{D5A7DB2B-454A-CF8C-9B62-8728AA71531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ext Placeholder 6">
            <a:extLst>
              <a:ext uri="{FF2B5EF4-FFF2-40B4-BE49-F238E27FC236}">
                <a16:creationId xmlns:a16="http://schemas.microsoft.com/office/drawing/2014/main" id="{654308BF-7878-A30B-509C-5722AB36E389}"/>
              </a:ext>
            </a:extLst>
          </p:cNvPr>
          <p:cNvSpPr>
            <a:spLocks noGrp="1"/>
          </p:cNvSpPr>
          <p:nvPr>
            <p:ph type="body" sz="quarter" idx="13" hasCustomPrompt="1"/>
          </p:nvPr>
        </p:nvSpPr>
        <p:spPr>
          <a:xfrm>
            <a:off x="1909666" y="2524743"/>
            <a:ext cx="8372668" cy="1398854"/>
          </a:xfrm>
          <a:prstGeom prst="rect">
            <a:avLst/>
          </a:prstGeom>
        </p:spPr>
        <p:txBody>
          <a:bodyPr lIns="0" tIns="0" rIns="0" bIns="0" anchor="ctr" anchorCtr="0">
            <a:noAutofit/>
          </a:bodyPr>
          <a:lstStyle>
            <a:lvl1pPr marL="0" indent="0" algn="l">
              <a:lnSpc>
                <a:spcPct val="90000"/>
              </a:lnSpc>
              <a:spcBef>
                <a:spcPts val="0"/>
              </a:spcBef>
              <a:buNone/>
              <a:defRPr sz="3600">
                <a:solidFill>
                  <a:schemeClr val="tx1"/>
                </a:solidFill>
                <a:latin typeface="+mn-lt"/>
                <a:ea typeface="+mn-ea"/>
                <a:cs typeface="+mn-cs"/>
              </a:defRPr>
            </a:lvl1pPr>
          </a:lstStyle>
          <a:p>
            <a:pPr lvl="0"/>
            <a:r>
              <a:rPr lang="es-ES" noProof="1"/>
              <a:t>Haga clic para añadir un texto destacado o una idea principal</a:t>
            </a:r>
          </a:p>
        </p:txBody>
      </p:sp>
      <p:sp>
        <p:nvSpPr>
          <p:cNvPr id="4" name="Marcador de pie de página 7">
            <a:extLst>
              <a:ext uri="{FF2B5EF4-FFF2-40B4-BE49-F238E27FC236}">
                <a16:creationId xmlns:a16="http://schemas.microsoft.com/office/drawing/2014/main" id="{D020836E-5240-E79E-F678-BC71B69F2325}"/>
              </a:ext>
            </a:extLst>
          </p:cNvPr>
          <p:cNvSpPr>
            <a:spLocks noGrp="1"/>
          </p:cNvSpPr>
          <p:nvPr>
            <p:ph type="ftr" sz="quarter" idx="10"/>
          </p:nvPr>
        </p:nvSpPr>
        <p:spPr>
          <a:xfrm>
            <a:off x="335360" y="6401514"/>
            <a:ext cx="7250933" cy="123111"/>
          </a:xfrm>
        </p:spPr>
        <p:txBody>
          <a:bodyPr>
            <a:spAutoFit/>
          </a:bodyPr>
          <a:lstStyle>
            <a:lvl1pPr>
              <a:defRPr>
                <a:solidFill>
                  <a:schemeClr val="tx1"/>
                </a:solidFill>
                <a:latin typeface="+mn-lt"/>
                <a:ea typeface="+mn-ea"/>
                <a:cs typeface="+mn-cs"/>
              </a:defRPr>
            </a:lvl1pPr>
          </a:lstStyle>
          <a:p>
            <a:r>
              <a:rPr lang="it-IT"/>
              <a:t>MINSAIT • SERVICIO DE PROGRAM MANAGEMENT OFFICE (PMO)</a:t>
            </a:r>
            <a:endParaRPr lang="es-ES"/>
          </a:p>
        </p:txBody>
      </p:sp>
      <p:sp>
        <p:nvSpPr>
          <p:cNvPr id="6"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latin typeface="+mn-lt"/>
                <a:ea typeface="+mn-ea"/>
                <a:cs typeface="+mn-cs"/>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2403046749"/>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Índice - Largo">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3C462A29-0958-C15C-773E-E7FA89AA4059}"/>
              </a:ext>
            </a:extLst>
          </p:cNvPr>
          <p:cNvGraphicFramePr>
            <a:graphicFrameLocks noChangeAspect="1"/>
          </p:cNvGraphicFramePr>
          <p:nvPr userDrawn="1">
            <p:custDataLst>
              <p:tags r:id="rId1"/>
            </p:custDataLst>
            <p:extLst>
              <p:ext uri="{D42A27DB-BD31-4B8C-83A1-F6EECF244321}">
                <p14:modId xmlns:p14="http://schemas.microsoft.com/office/powerpoint/2010/main" val="21930803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2" name="think-cell data - do not delete" hidden="1">
                        <a:extLst>
                          <a:ext uri="{FF2B5EF4-FFF2-40B4-BE49-F238E27FC236}">
                            <a16:creationId xmlns:a16="http://schemas.microsoft.com/office/drawing/2014/main" id="{3C462A29-0958-C15C-773E-E7FA89AA405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28" name="Straight Connector 27">
            <a:extLst>
              <a:ext uri="{FF2B5EF4-FFF2-40B4-BE49-F238E27FC236}">
                <a16:creationId xmlns:a16="http://schemas.microsoft.com/office/drawing/2014/main" id="{44C574F8-EB51-6C1D-992A-D100DB6400D2}"/>
              </a:ext>
            </a:extLst>
          </p:cNvPr>
          <p:cNvCxnSpPr>
            <a:cxnSpLocks/>
          </p:cNvCxnSpPr>
          <p:nvPr userDrawn="1"/>
        </p:nvCxnSpPr>
        <p:spPr>
          <a:xfrm flipV="1">
            <a:off x="335360" y="0"/>
            <a:ext cx="0" cy="594000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82330D61-7406-FD4B-8387-5FFD5F53DB4B}"/>
              </a:ext>
            </a:extLst>
          </p:cNvPr>
          <p:cNvCxnSpPr>
            <a:cxnSpLocks/>
          </p:cNvCxnSpPr>
          <p:nvPr userDrawn="1"/>
        </p:nvCxnSpPr>
        <p:spPr>
          <a:xfrm flipV="1">
            <a:off x="4223792" y="0"/>
            <a:ext cx="0" cy="594000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4804DA53-ABCE-8B3F-8A78-C75EFB417890}"/>
              </a:ext>
            </a:extLst>
          </p:cNvPr>
          <p:cNvCxnSpPr>
            <a:cxnSpLocks/>
          </p:cNvCxnSpPr>
          <p:nvPr userDrawn="1"/>
        </p:nvCxnSpPr>
        <p:spPr>
          <a:xfrm flipV="1">
            <a:off x="7896200" y="0"/>
            <a:ext cx="0" cy="594000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43" name="Text Placeholder 15">
            <a:extLst>
              <a:ext uri="{FF2B5EF4-FFF2-40B4-BE49-F238E27FC236}">
                <a16:creationId xmlns:a16="http://schemas.microsoft.com/office/drawing/2014/main" id="{C3F26EEC-0020-0C86-2DF5-24EC7311C6BB}"/>
              </a:ext>
            </a:extLst>
          </p:cNvPr>
          <p:cNvSpPr>
            <a:spLocks noGrp="1"/>
          </p:cNvSpPr>
          <p:nvPr>
            <p:ph type="body" sz="quarter" idx="10" hasCustomPrompt="1"/>
          </p:nvPr>
        </p:nvSpPr>
        <p:spPr>
          <a:xfrm>
            <a:off x="479376" y="796874"/>
            <a:ext cx="1060873" cy="819591"/>
          </a:xfrm>
          <a:prstGeom prst="rect">
            <a:avLst/>
          </a:prstGeom>
        </p:spPr>
        <p:txBody>
          <a:bodyPr lIns="0" tIns="0" rIns="0" bIns="0">
            <a:noAutofit/>
          </a:bodyPr>
          <a:lstStyle>
            <a:lvl1pPr marL="0" indent="0">
              <a:buFontTx/>
              <a:buNone/>
              <a:defRPr sz="6400" spc="-200" baseline="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01</a:t>
            </a:r>
          </a:p>
        </p:txBody>
      </p:sp>
      <p:sp>
        <p:nvSpPr>
          <p:cNvPr id="44" name="Text Placeholder 15">
            <a:extLst>
              <a:ext uri="{FF2B5EF4-FFF2-40B4-BE49-F238E27FC236}">
                <a16:creationId xmlns:a16="http://schemas.microsoft.com/office/drawing/2014/main" id="{1DB0F80E-8162-FAD4-EBDF-AEF08722CE37}"/>
              </a:ext>
            </a:extLst>
          </p:cNvPr>
          <p:cNvSpPr>
            <a:spLocks noGrp="1"/>
          </p:cNvSpPr>
          <p:nvPr>
            <p:ph type="body" sz="quarter" idx="11" hasCustomPrompt="1"/>
          </p:nvPr>
        </p:nvSpPr>
        <p:spPr>
          <a:xfrm>
            <a:off x="479376" y="2024312"/>
            <a:ext cx="1060873" cy="819591"/>
          </a:xfrm>
          <a:prstGeom prst="rect">
            <a:avLst/>
          </a:prstGeom>
        </p:spPr>
        <p:txBody>
          <a:bodyPr lIns="0" tIns="0" rIns="0" bIns="0">
            <a:noAutofit/>
          </a:bodyPr>
          <a:lstStyle>
            <a:lvl1pPr marL="0" indent="0">
              <a:buFontTx/>
              <a:buNone/>
              <a:defRPr sz="6400" spc="-200" baseline="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02</a:t>
            </a:r>
          </a:p>
        </p:txBody>
      </p:sp>
      <p:sp>
        <p:nvSpPr>
          <p:cNvPr id="45" name="Text Placeholder 15">
            <a:extLst>
              <a:ext uri="{FF2B5EF4-FFF2-40B4-BE49-F238E27FC236}">
                <a16:creationId xmlns:a16="http://schemas.microsoft.com/office/drawing/2014/main" id="{40C11C35-38FB-AD08-6300-1DABA045F15F}"/>
              </a:ext>
            </a:extLst>
          </p:cNvPr>
          <p:cNvSpPr>
            <a:spLocks noGrp="1"/>
          </p:cNvSpPr>
          <p:nvPr>
            <p:ph type="body" sz="quarter" idx="12" hasCustomPrompt="1"/>
          </p:nvPr>
        </p:nvSpPr>
        <p:spPr>
          <a:xfrm>
            <a:off x="479376" y="3227036"/>
            <a:ext cx="1060873" cy="819591"/>
          </a:xfrm>
          <a:prstGeom prst="rect">
            <a:avLst/>
          </a:prstGeom>
        </p:spPr>
        <p:txBody>
          <a:bodyPr lIns="0" tIns="0" rIns="0" bIns="0">
            <a:noAutofit/>
          </a:bodyPr>
          <a:lstStyle>
            <a:lvl1pPr marL="0" indent="0">
              <a:buFontTx/>
              <a:buNone/>
              <a:defRPr sz="6400" spc="-200" baseline="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03</a:t>
            </a:r>
          </a:p>
        </p:txBody>
      </p:sp>
      <p:sp>
        <p:nvSpPr>
          <p:cNvPr id="46" name="Text Placeholder 15">
            <a:extLst>
              <a:ext uri="{FF2B5EF4-FFF2-40B4-BE49-F238E27FC236}">
                <a16:creationId xmlns:a16="http://schemas.microsoft.com/office/drawing/2014/main" id="{2A0B644C-DE96-3324-906B-1D86FAD3D4B9}"/>
              </a:ext>
            </a:extLst>
          </p:cNvPr>
          <p:cNvSpPr>
            <a:spLocks noGrp="1"/>
          </p:cNvSpPr>
          <p:nvPr>
            <p:ph type="body" sz="quarter" idx="13" hasCustomPrompt="1"/>
          </p:nvPr>
        </p:nvSpPr>
        <p:spPr>
          <a:xfrm>
            <a:off x="479376" y="4462712"/>
            <a:ext cx="1060873" cy="819591"/>
          </a:xfrm>
          <a:prstGeom prst="rect">
            <a:avLst/>
          </a:prstGeom>
        </p:spPr>
        <p:txBody>
          <a:bodyPr lIns="0" tIns="0" rIns="0" bIns="0">
            <a:noAutofit/>
          </a:bodyPr>
          <a:lstStyle>
            <a:lvl1pPr marL="0" indent="0">
              <a:buFontTx/>
              <a:buNone/>
              <a:defRPr sz="6400" spc="-200" baseline="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04</a:t>
            </a:r>
          </a:p>
        </p:txBody>
      </p:sp>
      <p:sp>
        <p:nvSpPr>
          <p:cNvPr id="47" name="Text Placeholder 15">
            <a:extLst>
              <a:ext uri="{FF2B5EF4-FFF2-40B4-BE49-F238E27FC236}">
                <a16:creationId xmlns:a16="http://schemas.microsoft.com/office/drawing/2014/main" id="{7CFDB9CC-EEDA-1464-D070-38298816DAC1}"/>
              </a:ext>
            </a:extLst>
          </p:cNvPr>
          <p:cNvSpPr>
            <a:spLocks noGrp="1"/>
          </p:cNvSpPr>
          <p:nvPr>
            <p:ph type="body" sz="quarter" idx="14" hasCustomPrompt="1"/>
          </p:nvPr>
        </p:nvSpPr>
        <p:spPr>
          <a:xfrm>
            <a:off x="4367808" y="796874"/>
            <a:ext cx="1060873" cy="819591"/>
          </a:xfrm>
          <a:prstGeom prst="rect">
            <a:avLst/>
          </a:prstGeom>
        </p:spPr>
        <p:txBody>
          <a:bodyPr lIns="0" tIns="0" rIns="0" bIns="0">
            <a:noAutofit/>
          </a:bodyPr>
          <a:lstStyle>
            <a:lvl1pPr marL="0" indent="0">
              <a:buFontTx/>
              <a:buNone/>
              <a:defRPr sz="6400" spc="-200" baseline="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05</a:t>
            </a:r>
          </a:p>
        </p:txBody>
      </p:sp>
      <p:sp>
        <p:nvSpPr>
          <p:cNvPr id="48" name="Text Placeholder 15">
            <a:extLst>
              <a:ext uri="{FF2B5EF4-FFF2-40B4-BE49-F238E27FC236}">
                <a16:creationId xmlns:a16="http://schemas.microsoft.com/office/drawing/2014/main" id="{3E6BDC40-8B07-44FA-94FA-BE03063BD785}"/>
              </a:ext>
            </a:extLst>
          </p:cNvPr>
          <p:cNvSpPr>
            <a:spLocks noGrp="1"/>
          </p:cNvSpPr>
          <p:nvPr>
            <p:ph type="body" sz="quarter" idx="15" hasCustomPrompt="1"/>
          </p:nvPr>
        </p:nvSpPr>
        <p:spPr>
          <a:xfrm>
            <a:off x="4367808" y="2024312"/>
            <a:ext cx="1060873" cy="819591"/>
          </a:xfrm>
          <a:prstGeom prst="rect">
            <a:avLst/>
          </a:prstGeom>
        </p:spPr>
        <p:txBody>
          <a:bodyPr lIns="0" tIns="0" rIns="0" bIns="0">
            <a:noAutofit/>
          </a:bodyPr>
          <a:lstStyle>
            <a:lvl1pPr marL="0" indent="0">
              <a:buFontTx/>
              <a:buNone/>
              <a:defRPr sz="6400" spc="-200" baseline="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06</a:t>
            </a:r>
          </a:p>
        </p:txBody>
      </p:sp>
      <p:sp>
        <p:nvSpPr>
          <p:cNvPr id="49" name="Text Placeholder 15">
            <a:extLst>
              <a:ext uri="{FF2B5EF4-FFF2-40B4-BE49-F238E27FC236}">
                <a16:creationId xmlns:a16="http://schemas.microsoft.com/office/drawing/2014/main" id="{DAE16205-E178-5D19-7A9E-D5D1C0C2DAC0}"/>
              </a:ext>
            </a:extLst>
          </p:cNvPr>
          <p:cNvSpPr>
            <a:spLocks noGrp="1"/>
          </p:cNvSpPr>
          <p:nvPr>
            <p:ph type="body" sz="quarter" idx="16" hasCustomPrompt="1"/>
          </p:nvPr>
        </p:nvSpPr>
        <p:spPr>
          <a:xfrm>
            <a:off x="4367808" y="3227036"/>
            <a:ext cx="1060873" cy="819591"/>
          </a:xfrm>
          <a:prstGeom prst="rect">
            <a:avLst/>
          </a:prstGeom>
        </p:spPr>
        <p:txBody>
          <a:bodyPr lIns="0" tIns="0" rIns="0" bIns="0">
            <a:noAutofit/>
          </a:bodyPr>
          <a:lstStyle>
            <a:lvl1pPr marL="0" indent="0">
              <a:buFontTx/>
              <a:buNone/>
              <a:defRPr sz="6400" spc="-200" baseline="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07</a:t>
            </a:r>
          </a:p>
        </p:txBody>
      </p:sp>
      <p:sp>
        <p:nvSpPr>
          <p:cNvPr id="50" name="Text Placeholder 15">
            <a:extLst>
              <a:ext uri="{FF2B5EF4-FFF2-40B4-BE49-F238E27FC236}">
                <a16:creationId xmlns:a16="http://schemas.microsoft.com/office/drawing/2014/main" id="{2ECF5A5E-2767-C8CC-7F70-69FF83596A9E}"/>
              </a:ext>
            </a:extLst>
          </p:cNvPr>
          <p:cNvSpPr>
            <a:spLocks noGrp="1"/>
          </p:cNvSpPr>
          <p:nvPr>
            <p:ph type="body" sz="quarter" idx="17" hasCustomPrompt="1"/>
          </p:nvPr>
        </p:nvSpPr>
        <p:spPr>
          <a:xfrm>
            <a:off x="4367808" y="4462712"/>
            <a:ext cx="1060873" cy="819591"/>
          </a:xfrm>
          <a:prstGeom prst="rect">
            <a:avLst/>
          </a:prstGeom>
        </p:spPr>
        <p:txBody>
          <a:bodyPr lIns="0" tIns="0" rIns="0" bIns="0">
            <a:noAutofit/>
          </a:bodyPr>
          <a:lstStyle>
            <a:lvl1pPr marL="0" indent="0">
              <a:buFontTx/>
              <a:buNone/>
              <a:defRPr sz="6400" spc="-200" baseline="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08</a:t>
            </a:r>
          </a:p>
        </p:txBody>
      </p:sp>
      <p:sp>
        <p:nvSpPr>
          <p:cNvPr id="51" name="Text Placeholder 15">
            <a:extLst>
              <a:ext uri="{FF2B5EF4-FFF2-40B4-BE49-F238E27FC236}">
                <a16:creationId xmlns:a16="http://schemas.microsoft.com/office/drawing/2014/main" id="{C8E863FA-111C-8652-3E8D-5FA8973B2610}"/>
              </a:ext>
            </a:extLst>
          </p:cNvPr>
          <p:cNvSpPr>
            <a:spLocks noGrp="1"/>
          </p:cNvSpPr>
          <p:nvPr>
            <p:ph type="body" sz="quarter" idx="18" hasCustomPrompt="1"/>
          </p:nvPr>
        </p:nvSpPr>
        <p:spPr>
          <a:xfrm>
            <a:off x="8059463" y="796874"/>
            <a:ext cx="1060873" cy="819591"/>
          </a:xfrm>
          <a:prstGeom prst="rect">
            <a:avLst/>
          </a:prstGeom>
        </p:spPr>
        <p:txBody>
          <a:bodyPr lIns="0" tIns="0" rIns="0" bIns="0">
            <a:noAutofit/>
          </a:bodyPr>
          <a:lstStyle>
            <a:lvl1pPr marL="0" indent="0">
              <a:buFontTx/>
              <a:buNone/>
              <a:defRPr sz="6400" spc="-200" baseline="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09</a:t>
            </a:r>
          </a:p>
        </p:txBody>
      </p:sp>
      <p:sp>
        <p:nvSpPr>
          <p:cNvPr id="52" name="Text Placeholder 15">
            <a:extLst>
              <a:ext uri="{FF2B5EF4-FFF2-40B4-BE49-F238E27FC236}">
                <a16:creationId xmlns:a16="http://schemas.microsoft.com/office/drawing/2014/main" id="{E252F4E7-C057-8265-2AFF-DD9E6402EB9C}"/>
              </a:ext>
            </a:extLst>
          </p:cNvPr>
          <p:cNvSpPr>
            <a:spLocks noGrp="1"/>
          </p:cNvSpPr>
          <p:nvPr>
            <p:ph type="body" sz="quarter" idx="19" hasCustomPrompt="1"/>
          </p:nvPr>
        </p:nvSpPr>
        <p:spPr>
          <a:xfrm>
            <a:off x="8059463" y="2024312"/>
            <a:ext cx="1060873" cy="819591"/>
          </a:xfrm>
          <a:prstGeom prst="rect">
            <a:avLst/>
          </a:prstGeom>
        </p:spPr>
        <p:txBody>
          <a:bodyPr lIns="0" tIns="0" rIns="0" bIns="0">
            <a:noAutofit/>
          </a:bodyPr>
          <a:lstStyle>
            <a:lvl1pPr marL="0" indent="0">
              <a:buFontTx/>
              <a:buNone/>
              <a:defRPr sz="6400" spc="0" baseline="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10</a:t>
            </a:r>
          </a:p>
        </p:txBody>
      </p:sp>
      <p:sp>
        <p:nvSpPr>
          <p:cNvPr id="53" name="Text Placeholder 15">
            <a:extLst>
              <a:ext uri="{FF2B5EF4-FFF2-40B4-BE49-F238E27FC236}">
                <a16:creationId xmlns:a16="http://schemas.microsoft.com/office/drawing/2014/main" id="{1C071B54-C34C-81FC-8886-0AB96E569EAD}"/>
              </a:ext>
            </a:extLst>
          </p:cNvPr>
          <p:cNvSpPr>
            <a:spLocks noGrp="1"/>
          </p:cNvSpPr>
          <p:nvPr>
            <p:ph type="body" sz="quarter" idx="20" hasCustomPrompt="1"/>
          </p:nvPr>
        </p:nvSpPr>
        <p:spPr>
          <a:xfrm>
            <a:off x="8059463" y="3227036"/>
            <a:ext cx="1060873" cy="819591"/>
          </a:xfrm>
          <a:prstGeom prst="rect">
            <a:avLst/>
          </a:prstGeom>
        </p:spPr>
        <p:txBody>
          <a:bodyPr lIns="0" tIns="0" rIns="0" bIns="0">
            <a:noAutofit/>
          </a:bodyPr>
          <a:lstStyle>
            <a:lvl1pPr marL="0" indent="0">
              <a:buFontTx/>
              <a:buNone/>
              <a:defRPr sz="6400" spc="0" baseline="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11</a:t>
            </a:r>
          </a:p>
        </p:txBody>
      </p:sp>
      <p:sp>
        <p:nvSpPr>
          <p:cNvPr id="54" name="Text Placeholder 15">
            <a:extLst>
              <a:ext uri="{FF2B5EF4-FFF2-40B4-BE49-F238E27FC236}">
                <a16:creationId xmlns:a16="http://schemas.microsoft.com/office/drawing/2014/main" id="{89441B5A-C5B0-3CF8-4A72-32AED17D689D}"/>
              </a:ext>
            </a:extLst>
          </p:cNvPr>
          <p:cNvSpPr>
            <a:spLocks noGrp="1"/>
          </p:cNvSpPr>
          <p:nvPr>
            <p:ph type="body" sz="quarter" idx="21" hasCustomPrompt="1"/>
          </p:nvPr>
        </p:nvSpPr>
        <p:spPr>
          <a:xfrm>
            <a:off x="8059463" y="4462712"/>
            <a:ext cx="1060873" cy="819591"/>
          </a:xfrm>
          <a:prstGeom prst="rect">
            <a:avLst/>
          </a:prstGeom>
        </p:spPr>
        <p:txBody>
          <a:bodyPr lIns="0" tIns="0" rIns="0" bIns="0">
            <a:noAutofit/>
          </a:bodyPr>
          <a:lstStyle>
            <a:lvl1pPr marL="0" indent="0">
              <a:buFontTx/>
              <a:buNone/>
              <a:defRPr sz="6400" spc="0" baseline="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12</a:t>
            </a:r>
          </a:p>
        </p:txBody>
      </p:sp>
      <p:sp>
        <p:nvSpPr>
          <p:cNvPr id="56" name="Text Placeholder 29">
            <a:extLst>
              <a:ext uri="{FF2B5EF4-FFF2-40B4-BE49-F238E27FC236}">
                <a16:creationId xmlns:a16="http://schemas.microsoft.com/office/drawing/2014/main" id="{A8D8D8B9-84E4-A5EF-F781-F6C079126149}"/>
              </a:ext>
            </a:extLst>
          </p:cNvPr>
          <p:cNvSpPr>
            <a:spLocks noGrp="1"/>
          </p:cNvSpPr>
          <p:nvPr>
            <p:ph type="body" sz="quarter" idx="22" hasCustomPrompt="1"/>
          </p:nvPr>
        </p:nvSpPr>
        <p:spPr>
          <a:xfrm>
            <a:off x="1703512" y="974571"/>
            <a:ext cx="1786694" cy="893762"/>
          </a:xfrm>
          <a:prstGeom prst="rect">
            <a:avLst/>
          </a:prstGeom>
        </p:spPr>
        <p:txBody>
          <a:bodyPr lIns="0" tIns="0" rIns="0" bIns="0">
            <a:noAutofit/>
          </a:bodyPr>
          <a:lstStyle>
            <a:lvl1pPr marL="0" indent="0">
              <a:buNone/>
              <a:defRPr sz="80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a:t>EDITAR LOS ESTILOS DE TEXTO DEL PATRÓN</a:t>
            </a:r>
          </a:p>
        </p:txBody>
      </p:sp>
      <p:sp>
        <p:nvSpPr>
          <p:cNvPr id="58" name="Text Placeholder 29">
            <a:extLst>
              <a:ext uri="{FF2B5EF4-FFF2-40B4-BE49-F238E27FC236}">
                <a16:creationId xmlns:a16="http://schemas.microsoft.com/office/drawing/2014/main" id="{C13947E4-99B4-7AAC-D4E2-44B058ADA544}"/>
              </a:ext>
            </a:extLst>
          </p:cNvPr>
          <p:cNvSpPr>
            <a:spLocks noGrp="1"/>
          </p:cNvSpPr>
          <p:nvPr>
            <p:ph type="body" sz="quarter" idx="23" hasCustomPrompt="1"/>
          </p:nvPr>
        </p:nvSpPr>
        <p:spPr>
          <a:xfrm>
            <a:off x="5591944" y="974571"/>
            <a:ext cx="1786694" cy="893762"/>
          </a:xfrm>
          <a:prstGeom prst="rect">
            <a:avLst/>
          </a:prstGeom>
        </p:spPr>
        <p:txBody>
          <a:bodyPr lIns="0" tIns="0" rIns="0" bIns="0">
            <a:noAutofit/>
          </a:bodyPr>
          <a:lstStyle>
            <a:lvl1pPr marL="0" indent="0">
              <a:buNone/>
              <a:defRPr sz="80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a:t>EDITAR LOS ESTILOS DE TEXTO DEL PATRÓN</a:t>
            </a:r>
          </a:p>
        </p:txBody>
      </p:sp>
      <p:sp>
        <p:nvSpPr>
          <p:cNvPr id="61" name="Text Placeholder 29">
            <a:extLst>
              <a:ext uri="{FF2B5EF4-FFF2-40B4-BE49-F238E27FC236}">
                <a16:creationId xmlns:a16="http://schemas.microsoft.com/office/drawing/2014/main" id="{BDE6CC3C-373A-B999-5D79-FFCFAFEB7F14}"/>
              </a:ext>
            </a:extLst>
          </p:cNvPr>
          <p:cNvSpPr>
            <a:spLocks noGrp="1"/>
          </p:cNvSpPr>
          <p:nvPr>
            <p:ph type="body" sz="quarter" idx="24" hasCustomPrompt="1"/>
          </p:nvPr>
        </p:nvSpPr>
        <p:spPr>
          <a:xfrm>
            <a:off x="9300771" y="974571"/>
            <a:ext cx="1786694" cy="893762"/>
          </a:xfrm>
          <a:prstGeom prst="rect">
            <a:avLst/>
          </a:prstGeom>
        </p:spPr>
        <p:txBody>
          <a:bodyPr lIns="0" tIns="0" rIns="0" bIns="0">
            <a:noAutofit/>
          </a:bodyPr>
          <a:lstStyle>
            <a:lvl1pPr marL="0" indent="0">
              <a:buNone/>
              <a:defRPr sz="80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a:t>EDITAR LOS ESTILOS DE TEXTO DEL PATRÓN</a:t>
            </a:r>
          </a:p>
        </p:txBody>
      </p:sp>
      <p:sp>
        <p:nvSpPr>
          <p:cNvPr id="62" name="Text Placeholder 29">
            <a:extLst>
              <a:ext uri="{FF2B5EF4-FFF2-40B4-BE49-F238E27FC236}">
                <a16:creationId xmlns:a16="http://schemas.microsoft.com/office/drawing/2014/main" id="{6DB00DA2-69CE-BC0C-DDEC-418E42272E30}"/>
              </a:ext>
            </a:extLst>
          </p:cNvPr>
          <p:cNvSpPr>
            <a:spLocks noGrp="1"/>
          </p:cNvSpPr>
          <p:nvPr>
            <p:ph type="body" sz="quarter" idx="25" hasCustomPrompt="1"/>
          </p:nvPr>
        </p:nvSpPr>
        <p:spPr>
          <a:xfrm>
            <a:off x="1703512" y="2191035"/>
            <a:ext cx="1786694" cy="893762"/>
          </a:xfrm>
          <a:prstGeom prst="rect">
            <a:avLst/>
          </a:prstGeom>
        </p:spPr>
        <p:txBody>
          <a:bodyPr lIns="0" tIns="0" rIns="0" bIns="0">
            <a:noAutofit/>
          </a:bodyPr>
          <a:lstStyle>
            <a:lvl1pPr marL="0" indent="0">
              <a:buNone/>
              <a:defRPr sz="80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a:t>EDITAR LOS ESTILOS DE TEXTO DEL PATRÓN</a:t>
            </a:r>
          </a:p>
        </p:txBody>
      </p:sp>
      <p:sp>
        <p:nvSpPr>
          <p:cNvPr id="63" name="Text Placeholder 29">
            <a:extLst>
              <a:ext uri="{FF2B5EF4-FFF2-40B4-BE49-F238E27FC236}">
                <a16:creationId xmlns:a16="http://schemas.microsoft.com/office/drawing/2014/main" id="{D703D0F6-7A49-B8AD-09E8-BCA907FA3034}"/>
              </a:ext>
            </a:extLst>
          </p:cNvPr>
          <p:cNvSpPr>
            <a:spLocks noGrp="1"/>
          </p:cNvSpPr>
          <p:nvPr>
            <p:ph type="body" sz="quarter" idx="26" hasCustomPrompt="1"/>
          </p:nvPr>
        </p:nvSpPr>
        <p:spPr>
          <a:xfrm>
            <a:off x="5591944" y="2191035"/>
            <a:ext cx="1786694" cy="893762"/>
          </a:xfrm>
          <a:prstGeom prst="rect">
            <a:avLst/>
          </a:prstGeom>
        </p:spPr>
        <p:txBody>
          <a:bodyPr lIns="0" tIns="0" rIns="0" bIns="0">
            <a:noAutofit/>
          </a:bodyPr>
          <a:lstStyle>
            <a:lvl1pPr marL="0" indent="0">
              <a:buNone/>
              <a:defRPr sz="80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a:t>EDITAR LOS ESTILOS DE TEXTO DEL PATRÓN</a:t>
            </a:r>
          </a:p>
        </p:txBody>
      </p:sp>
      <p:sp>
        <p:nvSpPr>
          <p:cNvPr id="64" name="Text Placeholder 29">
            <a:extLst>
              <a:ext uri="{FF2B5EF4-FFF2-40B4-BE49-F238E27FC236}">
                <a16:creationId xmlns:a16="http://schemas.microsoft.com/office/drawing/2014/main" id="{83C73E6B-5B9D-5213-4965-03CBE1E10B8A}"/>
              </a:ext>
            </a:extLst>
          </p:cNvPr>
          <p:cNvSpPr>
            <a:spLocks noGrp="1"/>
          </p:cNvSpPr>
          <p:nvPr>
            <p:ph type="body" sz="quarter" idx="27" hasCustomPrompt="1"/>
          </p:nvPr>
        </p:nvSpPr>
        <p:spPr>
          <a:xfrm>
            <a:off x="9300771" y="2191035"/>
            <a:ext cx="1786694" cy="893762"/>
          </a:xfrm>
          <a:prstGeom prst="rect">
            <a:avLst/>
          </a:prstGeom>
        </p:spPr>
        <p:txBody>
          <a:bodyPr lIns="0" tIns="0" rIns="0" bIns="0">
            <a:noAutofit/>
          </a:bodyPr>
          <a:lstStyle>
            <a:lvl1pPr marL="0" indent="0">
              <a:buNone/>
              <a:defRPr sz="80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a:t>EDITAR LOS ESTILOS DE TEXTO DEL PATRÓN</a:t>
            </a:r>
          </a:p>
        </p:txBody>
      </p:sp>
      <p:sp>
        <p:nvSpPr>
          <p:cNvPr id="65" name="Text Placeholder 29">
            <a:extLst>
              <a:ext uri="{FF2B5EF4-FFF2-40B4-BE49-F238E27FC236}">
                <a16:creationId xmlns:a16="http://schemas.microsoft.com/office/drawing/2014/main" id="{19298D4F-2241-442E-E7CB-91F491880442}"/>
              </a:ext>
            </a:extLst>
          </p:cNvPr>
          <p:cNvSpPr>
            <a:spLocks noGrp="1"/>
          </p:cNvSpPr>
          <p:nvPr>
            <p:ph type="body" sz="quarter" idx="28" hasCustomPrompt="1"/>
          </p:nvPr>
        </p:nvSpPr>
        <p:spPr>
          <a:xfrm>
            <a:off x="1703512" y="3407499"/>
            <a:ext cx="1786694" cy="893762"/>
          </a:xfrm>
          <a:prstGeom prst="rect">
            <a:avLst/>
          </a:prstGeom>
        </p:spPr>
        <p:txBody>
          <a:bodyPr lIns="0" tIns="0" rIns="0" bIns="0">
            <a:noAutofit/>
          </a:bodyPr>
          <a:lstStyle>
            <a:lvl1pPr marL="0" indent="0">
              <a:buNone/>
              <a:defRPr sz="80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a:t>EDITAR LOS ESTILOS DE TEXTO DEL PATRÓN</a:t>
            </a:r>
          </a:p>
        </p:txBody>
      </p:sp>
      <p:sp>
        <p:nvSpPr>
          <p:cNvPr id="66" name="Text Placeholder 29">
            <a:extLst>
              <a:ext uri="{FF2B5EF4-FFF2-40B4-BE49-F238E27FC236}">
                <a16:creationId xmlns:a16="http://schemas.microsoft.com/office/drawing/2014/main" id="{4C527113-8DC6-9092-73E3-D528F18FE195}"/>
              </a:ext>
            </a:extLst>
          </p:cNvPr>
          <p:cNvSpPr>
            <a:spLocks noGrp="1"/>
          </p:cNvSpPr>
          <p:nvPr>
            <p:ph type="body" sz="quarter" idx="29" hasCustomPrompt="1"/>
          </p:nvPr>
        </p:nvSpPr>
        <p:spPr>
          <a:xfrm>
            <a:off x="5591944" y="3407499"/>
            <a:ext cx="1786694" cy="893762"/>
          </a:xfrm>
          <a:prstGeom prst="rect">
            <a:avLst/>
          </a:prstGeom>
        </p:spPr>
        <p:txBody>
          <a:bodyPr lIns="0" tIns="0" rIns="0" bIns="0">
            <a:noAutofit/>
          </a:bodyPr>
          <a:lstStyle>
            <a:lvl1pPr marL="0" indent="0">
              <a:buNone/>
              <a:defRPr sz="80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a:t>EDITAR LOS ESTILOS DE TEXTO DEL PATRÓN</a:t>
            </a:r>
          </a:p>
        </p:txBody>
      </p:sp>
      <p:sp>
        <p:nvSpPr>
          <p:cNvPr id="67" name="Text Placeholder 29">
            <a:extLst>
              <a:ext uri="{FF2B5EF4-FFF2-40B4-BE49-F238E27FC236}">
                <a16:creationId xmlns:a16="http://schemas.microsoft.com/office/drawing/2014/main" id="{B25D650E-E87E-D127-E5BD-1E0387F71E52}"/>
              </a:ext>
            </a:extLst>
          </p:cNvPr>
          <p:cNvSpPr>
            <a:spLocks noGrp="1"/>
          </p:cNvSpPr>
          <p:nvPr>
            <p:ph type="body" sz="quarter" idx="30" hasCustomPrompt="1"/>
          </p:nvPr>
        </p:nvSpPr>
        <p:spPr>
          <a:xfrm>
            <a:off x="9300771" y="3407499"/>
            <a:ext cx="1786694" cy="893762"/>
          </a:xfrm>
          <a:prstGeom prst="rect">
            <a:avLst/>
          </a:prstGeom>
        </p:spPr>
        <p:txBody>
          <a:bodyPr lIns="0" tIns="0" rIns="0" bIns="0">
            <a:noAutofit/>
          </a:bodyPr>
          <a:lstStyle>
            <a:lvl1pPr marL="0" indent="0">
              <a:buNone/>
              <a:defRPr sz="80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a:t>EDITAR LOS ESTILOS DE TEXTO DEL PATRÓN</a:t>
            </a:r>
          </a:p>
        </p:txBody>
      </p:sp>
      <p:sp>
        <p:nvSpPr>
          <p:cNvPr id="68" name="Text Placeholder 29">
            <a:extLst>
              <a:ext uri="{FF2B5EF4-FFF2-40B4-BE49-F238E27FC236}">
                <a16:creationId xmlns:a16="http://schemas.microsoft.com/office/drawing/2014/main" id="{C847FB7D-9A35-446B-1889-B65B833601C3}"/>
              </a:ext>
            </a:extLst>
          </p:cNvPr>
          <p:cNvSpPr>
            <a:spLocks noGrp="1"/>
          </p:cNvSpPr>
          <p:nvPr>
            <p:ph type="body" sz="quarter" idx="31" hasCustomPrompt="1"/>
          </p:nvPr>
        </p:nvSpPr>
        <p:spPr>
          <a:xfrm>
            <a:off x="1703512" y="4623964"/>
            <a:ext cx="1786694" cy="893762"/>
          </a:xfrm>
          <a:prstGeom prst="rect">
            <a:avLst/>
          </a:prstGeom>
        </p:spPr>
        <p:txBody>
          <a:bodyPr lIns="0" tIns="0" rIns="0" bIns="0">
            <a:noAutofit/>
          </a:bodyPr>
          <a:lstStyle>
            <a:lvl1pPr marL="0" indent="0">
              <a:buNone/>
              <a:defRPr sz="80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a:t>EDITAR LOS ESTILOS DE TEXTO DEL PATRÓN</a:t>
            </a:r>
          </a:p>
        </p:txBody>
      </p:sp>
      <p:sp>
        <p:nvSpPr>
          <p:cNvPr id="69" name="Text Placeholder 29">
            <a:extLst>
              <a:ext uri="{FF2B5EF4-FFF2-40B4-BE49-F238E27FC236}">
                <a16:creationId xmlns:a16="http://schemas.microsoft.com/office/drawing/2014/main" id="{8F3BF73A-DEC0-5BB6-527D-9A16E2C35EA9}"/>
              </a:ext>
            </a:extLst>
          </p:cNvPr>
          <p:cNvSpPr>
            <a:spLocks noGrp="1"/>
          </p:cNvSpPr>
          <p:nvPr>
            <p:ph type="body" sz="quarter" idx="32" hasCustomPrompt="1"/>
          </p:nvPr>
        </p:nvSpPr>
        <p:spPr>
          <a:xfrm>
            <a:off x="5591944" y="4623964"/>
            <a:ext cx="1786694" cy="893762"/>
          </a:xfrm>
          <a:prstGeom prst="rect">
            <a:avLst/>
          </a:prstGeom>
        </p:spPr>
        <p:txBody>
          <a:bodyPr lIns="0" tIns="0" rIns="0" bIns="0">
            <a:noAutofit/>
          </a:bodyPr>
          <a:lstStyle>
            <a:lvl1pPr marL="0" indent="0">
              <a:buNone/>
              <a:defRPr sz="80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a:t>EDITAR LOS ESTILOS DE TEXTO DEL PATRÓN</a:t>
            </a:r>
          </a:p>
        </p:txBody>
      </p:sp>
      <p:sp>
        <p:nvSpPr>
          <p:cNvPr id="70" name="Text Placeholder 29">
            <a:extLst>
              <a:ext uri="{FF2B5EF4-FFF2-40B4-BE49-F238E27FC236}">
                <a16:creationId xmlns:a16="http://schemas.microsoft.com/office/drawing/2014/main" id="{6135C823-B0CF-87E9-1E61-97A2FA3D88B9}"/>
              </a:ext>
            </a:extLst>
          </p:cNvPr>
          <p:cNvSpPr>
            <a:spLocks noGrp="1"/>
          </p:cNvSpPr>
          <p:nvPr>
            <p:ph type="body" sz="quarter" idx="33" hasCustomPrompt="1"/>
          </p:nvPr>
        </p:nvSpPr>
        <p:spPr>
          <a:xfrm>
            <a:off x="9300771" y="4623964"/>
            <a:ext cx="1786694" cy="893762"/>
          </a:xfrm>
          <a:prstGeom prst="rect">
            <a:avLst/>
          </a:prstGeom>
        </p:spPr>
        <p:txBody>
          <a:bodyPr lIns="0" tIns="0" rIns="0" bIns="0">
            <a:noAutofit/>
          </a:bodyPr>
          <a:lstStyle>
            <a:lvl1pPr marL="7696" marR="0" indent="0" algn="l" defTabSz="914377" rtl="0" eaLnBrk="1" fontAlgn="auto" latinLnBrk="0" hangingPunct="1">
              <a:lnSpc>
                <a:spcPct val="100000"/>
              </a:lnSpc>
              <a:spcBef>
                <a:spcPts val="69"/>
              </a:spcBef>
              <a:spcAft>
                <a:spcPts val="0"/>
              </a:spcAft>
              <a:buClrTx/>
              <a:buSzTx/>
              <a:buFont typeface="Arial" panose="020B0604020202020204" pitchFamily="34" charset="0"/>
              <a:buNone/>
              <a:tabLst/>
              <a:defRPr sz="80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None/>
              <a:defRPr sz="800"/>
            </a:lvl2pPr>
            <a:lvl3pPr marL="914377" indent="0">
              <a:buNone/>
              <a:defRPr sz="800"/>
            </a:lvl3pPr>
            <a:lvl4pPr marL="1371566" indent="0">
              <a:buNone/>
              <a:defRPr sz="800"/>
            </a:lvl4pPr>
            <a:lvl5pPr marL="1828755" indent="0">
              <a:buNone/>
              <a:defRPr sz="800"/>
            </a:lvl5pPr>
          </a:lstStyle>
          <a:p>
            <a:r>
              <a:rPr lang="es-ES"/>
              <a:t>EDITAR LOS ESTILOS DE TEXTO DEL PATRÓN</a:t>
            </a:r>
          </a:p>
        </p:txBody>
      </p:sp>
      <p:sp>
        <p:nvSpPr>
          <p:cNvPr id="41" name="Marcador de pie de página 7">
            <a:extLst>
              <a:ext uri="{FF2B5EF4-FFF2-40B4-BE49-F238E27FC236}">
                <a16:creationId xmlns:a16="http://schemas.microsoft.com/office/drawing/2014/main" id="{D020836E-5240-E79E-F678-BC71B69F2325}"/>
              </a:ext>
            </a:extLst>
          </p:cNvPr>
          <p:cNvSpPr>
            <a:spLocks noGrp="1"/>
          </p:cNvSpPr>
          <p:nvPr>
            <p:ph type="ftr" sz="quarter" idx="34"/>
          </p:nvPr>
        </p:nvSpPr>
        <p:spPr>
          <a:xfrm>
            <a:off x="335360" y="6401514"/>
            <a:ext cx="7250933" cy="123111"/>
          </a:xfrm>
          <a:prstGeom prst="rect">
            <a:avLst/>
          </a:prstGeom>
        </p:spPr>
        <p:txBody>
          <a:bodyPr lIns="0" tIns="0" rIns="0" bIns="0" anchor="b">
            <a:spAutoFit/>
          </a:bodyPr>
          <a:lstStyle>
            <a:lvl1pPr>
              <a:defRPr sz="800">
                <a:solidFill>
                  <a:schemeClr val="tx1"/>
                </a:solidFill>
                <a:latin typeface="ForFuture Sans" panose="020B0504020203020204" pitchFamily="34" charset="0"/>
                <a:ea typeface="+mn-ea"/>
                <a:cs typeface="+mn-cs"/>
                <a:sym typeface="ForFuture Sans" panose="020B0504020203020204" pitchFamily="34" charset="0"/>
              </a:defRPr>
            </a:lvl1pPr>
          </a:lstStyle>
          <a:p>
            <a:r>
              <a:rPr lang="it-IT"/>
              <a:t>MINSAIT • SERVICIO DE PROGRAM MANAGEMENT OFFICE (PMO)</a:t>
            </a:r>
            <a:endParaRPr lang="es-ES"/>
          </a:p>
        </p:txBody>
      </p:sp>
    </p:spTree>
    <p:extLst>
      <p:ext uri="{BB962C8B-B14F-4D97-AF65-F5344CB8AC3E}">
        <p14:creationId xmlns:p14="http://schemas.microsoft.com/office/powerpoint/2010/main" val="379459279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parata Principal">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7E09724-4969-2C99-E325-DD0C5EF6372D}"/>
              </a:ext>
            </a:extLst>
          </p:cNvPr>
          <p:cNvGraphicFramePr>
            <a:graphicFrameLocks noChangeAspect="1"/>
          </p:cNvGraphicFramePr>
          <p:nvPr userDrawn="1">
            <p:custDataLst>
              <p:tags r:id="rId1"/>
            </p:custDataLst>
            <p:extLst>
              <p:ext uri="{D42A27DB-BD31-4B8C-83A1-F6EECF244321}">
                <p14:modId xmlns:p14="http://schemas.microsoft.com/office/powerpoint/2010/main" val="17986956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6" name="think-cell data - do not delete" hidden="1">
                        <a:extLst>
                          <a:ext uri="{FF2B5EF4-FFF2-40B4-BE49-F238E27FC236}">
                            <a16:creationId xmlns:a16="http://schemas.microsoft.com/office/drawing/2014/main" id="{27E09724-4969-2C99-E325-DD0C5EF6372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7" name="Text Placeholder 15">
            <a:extLst>
              <a:ext uri="{FF2B5EF4-FFF2-40B4-BE49-F238E27FC236}">
                <a16:creationId xmlns:a16="http://schemas.microsoft.com/office/drawing/2014/main" id="{5AC589BE-C7ED-FFDF-45BE-6D021BB1F209}"/>
              </a:ext>
            </a:extLst>
          </p:cNvPr>
          <p:cNvSpPr>
            <a:spLocks noGrp="1"/>
          </p:cNvSpPr>
          <p:nvPr>
            <p:ph type="body" sz="quarter" idx="10" hasCustomPrompt="1"/>
          </p:nvPr>
        </p:nvSpPr>
        <p:spPr>
          <a:xfrm>
            <a:off x="9675710" y="196743"/>
            <a:ext cx="2377147" cy="1706562"/>
          </a:xfrm>
          <a:prstGeom prst="rect">
            <a:avLst/>
          </a:prstGeom>
        </p:spPr>
        <p:txBody>
          <a:bodyPr lIns="0" tIns="0" rIns="0" bIns="0">
            <a:noAutofit/>
          </a:bodyPr>
          <a:lstStyle>
            <a:lvl1pPr marL="0" indent="0">
              <a:buFontTx/>
              <a:buNone/>
              <a:defRPr sz="14200">
                <a:solidFill>
                  <a:schemeClr val="accent1"/>
                </a:solidFill>
                <a:latin typeface="ForFuture Sans" panose="020B0504020203020204" pitchFamily="34" charset="0"/>
                <a:ea typeface="+mn-ea"/>
                <a:cs typeface="+mn-cs"/>
                <a:sym typeface="ForFuture Sans" panose="020B0504020203020204" pitchFamily="34" charset="0"/>
              </a:defRPr>
            </a:lvl1pPr>
            <a:lvl2pPr marL="457189" indent="0">
              <a:buFontTx/>
              <a:buNone/>
              <a:defRPr/>
            </a:lvl2pPr>
            <a:lvl3pPr marL="914377" indent="0">
              <a:buFontTx/>
              <a:buNone/>
              <a:defRPr/>
            </a:lvl3pPr>
            <a:lvl4pPr marL="1371566" indent="0">
              <a:buFontTx/>
              <a:buNone/>
              <a:defRPr/>
            </a:lvl4pPr>
            <a:lvl5pPr marL="1828755" indent="0">
              <a:buFontTx/>
              <a:buNone/>
              <a:defRPr/>
            </a:lvl5pPr>
          </a:lstStyle>
          <a:p>
            <a:pPr lvl="0"/>
            <a:r>
              <a:rPr lang="en-GB" noProof="1"/>
              <a:t>00</a:t>
            </a:r>
          </a:p>
        </p:txBody>
      </p:sp>
      <p:cxnSp>
        <p:nvCxnSpPr>
          <p:cNvPr id="14" name="Straight Connector 13">
            <a:extLst>
              <a:ext uri="{FF2B5EF4-FFF2-40B4-BE49-F238E27FC236}">
                <a16:creationId xmlns:a16="http://schemas.microsoft.com/office/drawing/2014/main" id="{1319C3BA-8391-1145-3463-BCF1F39D971C}"/>
              </a:ext>
            </a:extLst>
          </p:cNvPr>
          <p:cNvCxnSpPr>
            <a:cxnSpLocks/>
          </p:cNvCxnSpPr>
          <p:nvPr userDrawn="1"/>
        </p:nvCxnSpPr>
        <p:spPr>
          <a:xfrm flipV="1">
            <a:off x="9536567" y="0"/>
            <a:ext cx="0" cy="6040607"/>
          </a:xfrm>
          <a:prstGeom prst="line">
            <a:avLst/>
          </a:prstGeom>
          <a:ln w="6350">
            <a:solidFill>
              <a:schemeClr val="accent1"/>
            </a:solidFill>
          </a:ln>
        </p:spPr>
        <p:style>
          <a:lnRef idx="2">
            <a:schemeClr val="accent1"/>
          </a:lnRef>
          <a:fillRef idx="0">
            <a:schemeClr val="accent1"/>
          </a:fillRef>
          <a:effectRef idx="1">
            <a:schemeClr val="accent1"/>
          </a:effectRef>
          <a:fontRef idx="minor">
            <a:schemeClr val="tx1"/>
          </a:fontRef>
        </p:style>
      </p:cxnSp>
      <p:sp>
        <p:nvSpPr>
          <p:cNvPr id="19" name="Text Placeholder 8">
            <a:extLst>
              <a:ext uri="{FF2B5EF4-FFF2-40B4-BE49-F238E27FC236}">
                <a16:creationId xmlns:a16="http://schemas.microsoft.com/office/drawing/2014/main" id="{8671407D-3B9B-FF8A-37EA-30EE0C518BD2}"/>
              </a:ext>
            </a:extLst>
          </p:cNvPr>
          <p:cNvSpPr>
            <a:spLocks noGrp="1"/>
          </p:cNvSpPr>
          <p:nvPr>
            <p:ph type="body" sz="quarter" idx="11" hasCustomPrompt="1"/>
          </p:nvPr>
        </p:nvSpPr>
        <p:spPr>
          <a:xfrm>
            <a:off x="335360" y="368300"/>
            <a:ext cx="8678517" cy="1439713"/>
          </a:xfrm>
          <a:prstGeom prst="rect">
            <a:avLst/>
          </a:prstGeom>
        </p:spPr>
        <p:txBody>
          <a:bodyPr lIns="0" tIns="0" rIns="0" bIns="0">
            <a:noAutofit/>
          </a:bodyPr>
          <a:lstStyle>
            <a:lvl1pPr marL="0" indent="0">
              <a:lnSpc>
                <a:spcPct val="90000"/>
              </a:lnSpc>
              <a:spcBef>
                <a:spcPts val="0"/>
              </a:spcBef>
              <a:buNone/>
              <a:defRPr sz="480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None/>
              <a:defRPr sz="4800">
                <a:solidFill>
                  <a:schemeClr val="tx2"/>
                </a:solidFill>
              </a:defRPr>
            </a:lvl2pPr>
            <a:lvl3pPr marL="914377" indent="0">
              <a:buNone/>
              <a:defRPr sz="4800">
                <a:solidFill>
                  <a:schemeClr val="tx2"/>
                </a:solidFill>
              </a:defRPr>
            </a:lvl3pPr>
            <a:lvl4pPr marL="1371566" indent="0">
              <a:buNone/>
              <a:defRPr sz="4800">
                <a:solidFill>
                  <a:schemeClr val="tx2"/>
                </a:solidFill>
              </a:defRPr>
            </a:lvl4pPr>
            <a:lvl5pPr marL="1828755" indent="0">
              <a:buNone/>
              <a:defRPr sz="4800">
                <a:solidFill>
                  <a:schemeClr val="tx2"/>
                </a:solidFill>
              </a:defRPr>
            </a:lvl5pPr>
          </a:lstStyle>
          <a:p>
            <a:pPr lvl="0"/>
            <a:r>
              <a:rPr lang="en-GB" noProof="1"/>
              <a:t>Título de separata principal</a:t>
            </a:r>
          </a:p>
        </p:txBody>
      </p:sp>
      <p:sp>
        <p:nvSpPr>
          <p:cNvPr id="22" name="Text Placeholder 8">
            <a:extLst>
              <a:ext uri="{FF2B5EF4-FFF2-40B4-BE49-F238E27FC236}">
                <a16:creationId xmlns:a16="http://schemas.microsoft.com/office/drawing/2014/main" id="{8C8A5741-4FF6-86D0-90BB-0EC0EAEF3C95}"/>
              </a:ext>
            </a:extLst>
          </p:cNvPr>
          <p:cNvSpPr>
            <a:spLocks noGrp="1"/>
          </p:cNvSpPr>
          <p:nvPr>
            <p:ph type="body" sz="quarter" idx="12" hasCustomPrompt="1"/>
          </p:nvPr>
        </p:nvSpPr>
        <p:spPr>
          <a:xfrm>
            <a:off x="335360" y="1844824"/>
            <a:ext cx="8678517" cy="515109"/>
          </a:xfrm>
          <a:prstGeom prst="rect">
            <a:avLst/>
          </a:prstGeom>
        </p:spPr>
        <p:txBody>
          <a:bodyPr lIns="7200" tIns="7200" rIns="0" bIns="0">
            <a:noAutofit/>
          </a:bodyPr>
          <a:lstStyle>
            <a:lvl1pPr marL="0" indent="0">
              <a:buNone/>
              <a:defRPr sz="1800">
                <a:solidFill>
                  <a:schemeClr val="tx1"/>
                </a:solidFill>
                <a:latin typeface="ForFuture Sans" panose="020B0504020203020204" pitchFamily="34" charset="0"/>
                <a:ea typeface="+mn-ea"/>
                <a:cs typeface="+mn-cs"/>
                <a:sym typeface="ForFuture Sans" panose="020B0504020203020204" pitchFamily="34" charset="0"/>
              </a:defRPr>
            </a:lvl1pPr>
            <a:lvl2pPr marL="457189" indent="0">
              <a:buNone/>
              <a:defRPr sz="4800">
                <a:solidFill>
                  <a:schemeClr val="tx2"/>
                </a:solidFill>
              </a:defRPr>
            </a:lvl2pPr>
            <a:lvl3pPr marL="914377" indent="0">
              <a:buNone/>
              <a:defRPr sz="4800">
                <a:solidFill>
                  <a:schemeClr val="tx2"/>
                </a:solidFill>
              </a:defRPr>
            </a:lvl3pPr>
            <a:lvl4pPr marL="1371566" indent="0">
              <a:buNone/>
              <a:defRPr sz="4800">
                <a:solidFill>
                  <a:schemeClr val="tx2"/>
                </a:solidFill>
              </a:defRPr>
            </a:lvl4pPr>
            <a:lvl5pPr marL="1828755" indent="0">
              <a:buNone/>
              <a:defRPr sz="4800">
                <a:solidFill>
                  <a:schemeClr val="tx2"/>
                </a:solidFill>
              </a:defRPr>
            </a:lvl5pPr>
          </a:lstStyle>
          <a:p>
            <a:pPr lvl="0"/>
            <a:r>
              <a:rPr lang="en-GB" noProof="1"/>
              <a:t>Subtítulo de separata principal</a:t>
            </a:r>
          </a:p>
        </p:txBody>
      </p:sp>
      <p:grpSp>
        <p:nvGrpSpPr>
          <p:cNvPr id="2" name="Group 4">
            <a:extLst>
              <a:ext uri="{FF2B5EF4-FFF2-40B4-BE49-F238E27FC236}">
                <a16:creationId xmlns:a16="http://schemas.microsoft.com/office/drawing/2014/main" id="{1CDFAF28-3BE3-EF12-BFFA-0C292B7FDA35}"/>
              </a:ext>
            </a:extLst>
          </p:cNvPr>
          <p:cNvGrpSpPr>
            <a:grpSpLocks noChangeAspect="1"/>
          </p:cNvGrpSpPr>
          <p:nvPr userDrawn="1"/>
        </p:nvGrpSpPr>
        <p:grpSpPr bwMode="auto">
          <a:xfrm>
            <a:off x="9950892" y="6307630"/>
            <a:ext cx="1905748" cy="181586"/>
            <a:chOff x="680" y="1856"/>
            <a:chExt cx="6318" cy="602"/>
          </a:xfrm>
          <a:solidFill>
            <a:srgbClr val="FFFFFF"/>
          </a:solidFill>
        </p:grpSpPr>
        <p:sp>
          <p:nvSpPr>
            <p:cNvPr id="3" name="Freeform 6">
              <a:extLst>
                <a:ext uri="{FF2B5EF4-FFF2-40B4-BE49-F238E27FC236}">
                  <a16:creationId xmlns:a16="http://schemas.microsoft.com/office/drawing/2014/main" id="{0EC02127-9AC3-A7BA-DB8C-D1274E12B91A}"/>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ea typeface="+mn-ea"/>
                <a:cs typeface="+mn-cs"/>
                <a:sym typeface="ForFuture Sans" panose="020B0504020203020204" pitchFamily="34" charset="0"/>
              </a:endParaRPr>
            </a:p>
          </p:txBody>
        </p:sp>
        <p:sp>
          <p:nvSpPr>
            <p:cNvPr id="4" name="Freeform 7">
              <a:extLst>
                <a:ext uri="{FF2B5EF4-FFF2-40B4-BE49-F238E27FC236}">
                  <a16:creationId xmlns:a16="http://schemas.microsoft.com/office/drawing/2014/main" id="{05BFE8A2-ACDF-E117-B810-929FD09A3D39}"/>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ea typeface="+mn-ea"/>
                <a:cs typeface="+mn-cs"/>
                <a:sym typeface="ForFuture Sans" panose="020B0504020203020204" pitchFamily="34" charset="0"/>
              </a:endParaRPr>
            </a:p>
          </p:txBody>
        </p:sp>
        <p:sp>
          <p:nvSpPr>
            <p:cNvPr id="5" name="Freeform 8">
              <a:extLst>
                <a:ext uri="{FF2B5EF4-FFF2-40B4-BE49-F238E27FC236}">
                  <a16:creationId xmlns:a16="http://schemas.microsoft.com/office/drawing/2014/main" id="{8808699D-C225-09BB-32CB-45775BF5EC37}"/>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ea typeface="+mn-ea"/>
                <a:cs typeface="+mn-cs"/>
                <a:sym typeface="ForFuture Sans" panose="020B0504020203020204" pitchFamily="34" charset="0"/>
              </a:endParaRPr>
            </a:p>
          </p:txBody>
        </p:sp>
      </p:grpSp>
    </p:spTree>
    <p:extLst>
      <p:ext uri="{BB962C8B-B14F-4D97-AF65-F5344CB8AC3E}">
        <p14:creationId xmlns:p14="http://schemas.microsoft.com/office/powerpoint/2010/main" val="3433922674"/>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lide Base - Gris Cerámica">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0256968-072D-C882-7694-19372AE051A9}"/>
              </a:ext>
            </a:extLst>
          </p:cNvPr>
          <p:cNvGraphicFramePr>
            <a:graphicFrameLocks noChangeAspect="1"/>
          </p:cNvGraphicFramePr>
          <p:nvPr userDrawn="1">
            <p:custDataLst>
              <p:tags r:id="rId1"/>
            </p:custDataLst>
            <p:extLst>
              <p:ext uri="{D42A27DB-BD31-4B8C-83A1-F6EECF244321}">
                <p14:modId xmlns:p14="http://schemas.microsoft.com/office/powerpoint/2010/main" val="38315161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5" name="think-cell data - do not delete" hidden="1">
                        <a:extLst>
                          <a:ext uri="{FF2B5EF4-FFF2-40B4-BE49-F238E27FC236}">
                            <a16:creationId xmlns:a16="http://schemas.microsoft.com/office/drawing/2014/main" id="{50256968-072D-C882-7694-19372AE051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p:cNvSpPr>
            <a:spLocks noGrp="1"/>
          </p:cNvSpPr>
          <p:nvPr>
            <p:ph type="title" hasCustomPrompt="1"/>
          </p:nvPr>
        </p:nvSpPr>
        <p:spPr>
          <a:xfrm>
            <a:off x="335360" y="548680"/>
            <a:ext cx="11521678" cy="873124"/>
          </a:xfrm>
        </p:spPr>
        <p:txBody>
          <a:bodyPr vert="horz"/>
          <a:lstStyle>
            <a:lvl1pPr>
              <a:defRPr sz="2400">
                <a:latin typeface="ForFuture Sans" panose="020B0504020203020204" pitchFamily="34" charset="0"/>
                <a:sym typeface="ForFuture Sans" panose="020B0504020203020204" pitchFamily="34" charset="0"/>
              </a:defRPr>
            </a:lvl1pPr>
          </a:lstStyle>
          <a:p>
            <a:r>
              <a:rPr lang="es-ES"/>
              <a:t>Título estándar para diapositiva base</a:t>
            </a:r>
          </a:p>
        </p:txBody>
      </p:sp>
      <p:sp>
        <p:nvSpPr>
          <p:cNvPr id="3" name="Marcador de pie de página 2"/>
          <p:cNvSpPr>
            <a:spLocks noGrp="1"/>
          </p:cNvSpPr>
          <p:nvPr>
            <p:ph type="ftr" sz="quarter" idx="10"/>
          </p:nvPr>
        </p:nvSpPr>
        <p:spPr/>
        <p:txBody>
          <a:bodyPr/>
          <a:lstStyle>
            <a:lvl1pPr>
              <a:defRPr>
                <a:latin typeface="ForFuture Sans" panose="020B0504020203020204" pitchFamily="34" charset="0"/>
                <a:sym typeface="ForFuture Sans" panose="020B0504020203020204" pitchFamily="34" charset="0"/>
              </a:defRPr>
            </a:lvl1pPr>
          </a:lstStyle>
          <a:p>
            <a:r>
              <a:rPr lang="it-IT"/>
              <a:t>MINSAIT • SERVICIO DE PROGRAM MANAGEMENT OFFICE (PMO)</a:t>
            </a:r>
            <a:endParaRPr lang="es-ES"/>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59018"/>
          </a:xfrm>
          <a:prstGeom prst="rect">
            <a:avLst/>
          </a:prstGeom>
        </p:spPr>
        <p:txBody>
          <a:bodyPr lIns="0" tIns="0" rIns="0" bIns="0">
            <a:spAutoFit/>
          </a:bodyPr>
          <a:lstStyle>
            <a:lvl1pPr marL="0" indent="0">
              <a:buNone/>
              <a:defRPr sz="1000" cap="all" baseline="0">
                <a:solidFill>
                  <a:schemeClr val="tx1"/>
                </a:solidFill>
                <a:latin typeface="ForFuture Sans" panose="020B0504020203020204" pitchFamily="34" charset="0"/>
                <a:sym typeface="ForFuture Sans" panose="020B0504020203020204" pitchFamily="34" charset="0"/>
              </a:defRPr>
            </a:lvl1pPr>
          </a:lstStyle>
          <a:p>
            <a:pPr lvl="0"/>
            <a:r>
              <a:rPr lang="en-GB" noProof="1"/>
              <a:t>ANTETÍTULO DE DIAPOSITIVA</a:t>
            </a:r>
          </a:p>
        </p:txBody>
      </p:sp>
      <p:sp>
        <p:nvSpPr>
          <p:cNvPr id="10"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latin typeface="ForFuture Sans" panose="020B0504020203020204" pitchFamily="34" charset="0"/>
                <a:sym typeface="ForFuture Sans" panose="020B0504020203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latin typeface="ForFuture Sans" panose="020B0504020203020204" pitchFamily="34" charset="0"/>
              <a:sym typeface="ForFuture Sans" panose="020B0504020203020204" pitchFamily="34" charset="0"/>
            </a:endParaRPr>
          </a:p>
        </p:txBody>
      </p:sp>
    </p:spTree>
    <p:extLst>
      <p:ext uri="{BB962C8B-B14F-4D97-AF65-F5344CB8AC3E}">
        <p14:creationId xmlns:p14="http://schemas.microsoft.com/office/powerpoint/2010/main" val="34896686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lide Base - Gris Cerámica">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26C1A76-2410-A6AC-545F-392E60B3DC25}"/>
              </a:ext>
            </a:extLst>
          </p:cNvPr>
          <p:cNvGraphicFramePr>
            <a:graphicFrameLocks noChangeAspect="1"/>
          </p:cNvGraphicFramePr>
          <p:nvPr userDrawn="1">
            <p:custDataLst>
              <p:tags r:id="rId1"/>
            </p:custDataLst>
            <p:extLst>
              <p:ext uri="{D42A27DB-BD31-4B8C-83A1-F6EECF244321}">
                <p14:modId xmlns:p14="http://schemas.microsoft.com/office/powerpoint/2010/main" val="169301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592" imgH="591" progId="TCLayout.ActiveDocument.1">
                  <p:embed/>
                </p:oleObj>
              </mc:Choice>
              <mc:Fallback>
                <p:oleObj name="Diapositiva de think-cell" r:id="rId3" imgW="592" imgH="591" progId="TCLayout.ActiveDocument.1">
                  <p:embed/>
                  <p:pic>
                    <p:nvPicPr>
                      <p:cNvPr id="5" name="think-cell data - do not delete" hidden="1">
                        <a:extLst>
                          <a:ext uri="{FF2B5EF4-FFF2-40B4-BE49-F238E27FC236}">
                            <a16:creationId xmlns:a16="http://schemas.microsoft.com/office/drawing/2014/main" id="{C26C1A76-2410-A6AC-545F-392E60B3DC2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p:cNvSpPr>
            <a:spLocks noGrp="1"/>
          </p:cNvSpPr>
          <p:nvPr>
            <p:ph type="title" hasCustomPrompt="1"/>
          </p:nvPr>
        </p:nvSpPr>
        <p:spPr>
          <a:xfrm>
            <a:off x="335360" y="548680"/>
            <a:ext cx="11521678" cy="873124"/>
          </a:xfrm>
        </p:spPr>
        <p:txBody>
          <a:bodyPr vert="horz"/>
          <a:lstStyle>
            <a:lvl1pPr>
              <a:defRPr sz="2400">
                <a:latin typeface="+mj-lt"/>
                <a:ea typeface="+mj-ea"/>
                <a:cs typeface="+mj-cs"/>
              </a:defRPr>
            </a:lvl1pPr>
          </a:lstStyle>
          <a:p>
            <a:r>
              <a:rPr lang="es-ES"/>
              <a:t>Título estándar para diapositiva base</a:t>
            </a:r>
          </a:p>
        </p:txBody>
      </p:sp>
      <p:sp>
        <p:nvSpPr>
          <p:cNvPr id="3" name="Marcador de pie de página 2"/>
          <p:cNvSpPr>
            <a:spLocks noGrp="1"/>
          </p:cNvSpPr>
          <p:nvPr>
            <p:ph type="ftr" sz="quarter" idx="10"/>
          </p:nvPr>
        </p:nvSpPr>
        <p:spPr/>
        <p:txBody>
          <a:bodyPr/>
          <a:lstStyle>
            <a:lvl1pPr>
              <a:defRPr>
                <a:latin typeface="+mn-lt"/>
                <a:ea typeface="+mn-ea"/>
                <a:cs typeface="+mn-cs"/>
              </a:defRPr>
            </a:lvl1pPr>
          </a:lstStyle>
          <a:p>
            <a:r>
              <a:rPr lang="it-IT"/>
              <a:t>MINSAIT • SERVICIO DE PROGRAM MANAGEMENT OFFICE (PMO)</a:t>
            </a:r>
            <a:endParaRPr lang="es-ES"/>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59018"/>
          </a:xfrm>
          <a:prstGeom prst="rect">
            <a:avLst/>
          </a:prstGeom>
        </p:spPr>
        <p:txBody>
          <a:bodyPr lIns="0" tIns="0" rIns="0" bIns="0">
            <a:spAutoFit/>
          </a:bodyPr>
          <a:lstStyle>
            <a:lvl1pPr marL="0" indent="0">
              <a:buNone/>
              <a:defRPr sz="1000" cap="all" baseline="0">
                <a:solidFill>
                  <a:schemeClr val="tx1"/>
                </a:solidFill>
                <a:latin typeface="+mn-lt"/>
                <a:ea typeface="+mn-ea"/>
                <a:cs typeface="+mn-cs"/>
              </a:defRPr>
            </a:lvl1pPr>
          </a:lstStyle>
          <a:p>
            <a:pPr lvl="0"/>
            <a:r>
              <a:rPr lang="en-GB" noProof="1"/>
              <a:t>ANTETÍTULO DE DIAPOSITIVA</a:t>
            </a:r>
          </a:p>
        </p:txBody>
      </p:sp>
      <p:sp>
        <p:nvSpPr>
          <p:cNvPr id="10"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latin typeface="+mn-lt"/>
                <a:ea typeface="+mn-ea"/>
                <a:cs typeface="+mn-cs"/>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6211995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CONTENIDO - Texto - Sin antetitulo_Ceramico">
    <p:bg>
      <p:bgPr>
        <a:solidFill>
          <a:schemeClr val="tx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648A564-9877-68C8-6C6F-3B0D8CE71196}"/>
              </a:ext>
            </a:extLst>
          </p:cNvPr>
          <p:cNvGraphicFramePr>
            <a:graphicFrameLocks noChangeAspect="1"/>
          </p:cNvGraphicFramePr>
          <p:nvPr userDrawn="1">
            <p:custDataLst>
              <p:tags r:id="rId1"/>
            </p:custDataLst>
            <p:extLst>
              <p:ext uri="{D42A27DB-BD31-4B8C-83A1-F6EECF244321}">
                <p14:modId xmlns:p14="http://schemas.microsoft.com/office/powerpoint/2010/main" val="3224031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5" name="think-cell data - do not delete" hidden="1">
                        <a:extLst>
                          <a:ext uri="{FF2B5EF4-FFF2-40B4-BE49-F238E27FC236}">
                            <a16:creationId xmlns:a16="http://schemas.microsoft.com/office/drawing/2014/main" id="{D648A564-9877-68C8-6C6F-3B0D8CE7119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p:cNvSpPr>
            <a:spLocks noGrp="1"/>
          </p:cNvSpPr>
          <p:nvPr>
            <p:ph type="title" hasCustomPrompt="1"/>
          </p:nvPr>
        </p:nvSpPr>
        <p:spPr>
          <a:xfrm>
            <a:off x="335360" y="340273"/>
            <a:ext cx="11521678" cy="675163"/>
          </a:xfrm>
        </p:spPr>
        <p:txBody>
          <a:bodyPr vert="horz"/>
          <a:lstStyle>
            <a:lvl1pPr>
              <a:defRPr>
                <a:solidFill>
                  <a:schemeClr val="bg1"/>
                </a:solidFill>
                <a:latin typeface="+mj-lt"/>
                <a:ea typeface="+mj-ea"/>
                <a:cs typeface="+mj-cs"/>
              </a:defRPr>
            </a:lvl1pPr>
          </a:lstStyle>
          <a:p>
            <a:r>
              <a:rPr lang="es-ES"/>
              <a:t>Título estándar para diapositiva base</a:t>
            </a:r>
          </a:p>
        </p:txBody>
      </p:sp>
      <p:sp>
        <p:nvSpPr>
          <p:cNvPr id="7" name="Text Placeholder 12">
            <a:extLst>
              <a:ext uri="{FF2B5EF4-FFF2-40B4-BE49-F238E27FC236}">
                <a16:creationId xmlns:a16="http://schemas.microsoft.com/office/drawing/2014/main" id="{760FFBBE-ADBD-0E1A-7872-BCD0D7AE3CF7}"/>
              </a:ext>
            </a:extLst>
          </p:cNvPr>
          <p:cNvSpPr>
            <a:spLocks noGrp="1"/>
          </p:cNvSpPr>
          <p:nvPr>
            <p:ph type="body" sz="quarter" idx="14" hasCustomPrompt="1"/>
          </p:nvPr>
        </p:nvSpPr>
        <p:spPr>
          <a:xfrm>
            <a:off x="335360" y="1287512"/>
            <a:ext cx="11521678" cy="519785"/>
          </a:xfrm>
          <a:prstGeom prst="rect">
            <a:avLst/>
          </a:prstGeom>
        </p:spPr>
        <p:txBody>
          <a:bodyPr lIns="0" tIns="0" rIns="0" bIns="0">
            <a:noAutofit/>
          </a:bodyPr>
          <a:lstStyle>
            <a:lvl1pPr marL="0" indent="0">
              <a:buNone/>
              <a:defRPr sz="1600">
                <a:solidFill>
                  <a:schemeClr val="bg1"/>
                </a:solidFill>
                <a:latin typeface="+mn-lt"/>
                <a:ea typeface="+mn-ea"/>
                <a:cs typeface="+mn-cs"/>
              </a:defRPr>
            </a:lvl1pPr>
          </a:lstStyle>
          <a:p>
            <a:pPr lvl="0"/>
            <a:r>
              <a:rPr lang="en-GB" noProof="1"/>
              <a:t>Subtítulo de diapositiva</a:t>
            </a:r>
          </a:p>
        </p:txBody>
      </p:sp>
      <p:sp>
        <p:nvSpPr>
          <p:cNvPr id="11" name="Marcador de texto 10"/>
          <p:cNvSpPr>
            <a:spLocks noGrp="1"/>
          </p:cNvSpPr>
          <p:nvPr>
            <p:ph type="body" sz="quarter" idx="15"/>
          </p:nvPr>
        </p:nvSpPr>
        <p:spPr>
          <a:xfrm>
            <a:off x="334962" y="2041331"/>
            <a:ext cx="11522075" cy="3586588"/>
          </a:xfrm>
        </p:spPr>
        <p:txBody>
          <a:bodyPr/>
          <a:lstStyle>
            <a:lvl1pPr>
              <a:defRPr sz="1300">
                <a:solidFill>
                  <a:schemeClr val="bg1"/>
                </a:solidFill>
                <a:latin typeface="+mn-lt"/>
                <a:ea typeface="+mn-ea"/>
                <a:cs typeface="+mn-cs"/>
              </a:defRPr>
            </a:lvl1pPr>
            <a:lvl2pPr>
              <a:defRPr sz="1300">
                <a:solidFill>
                  <a:schemeClr val="bg1"/>
                </a:solidFill>
                <a:latin typeface="+mn-lt"/>
                <a:ea typeface="+mn-ea"/>
                <a:cs typeface="+mn-cs"/>
              </a:defRPr>
            </a:lvl2pPr>
            <a:lvl3pPr>
              <a:defRPr sz="1300">
                <a:solidFill>
                  <a:schemeClr val="bg1"/>
                </a:solidFill>
                <a:latin typeface="+mn-lt"/>
                <a:ea typeface="+mn-ea"/>
                <a:cs typeface="+mn-cs"/>
              </a:defRPr>
            </a:lvl3pPr>
            <a:lvl4pPr>
              <a:defRPr sz="1300">
                <a:solidFill>
                  <a:schemeClr val="bg1"/>
                </a:solidFill>
                <a:latin typeface="+mn-lt"/>
                <a:ea typeface="+mn-ea"/>
                <a:cs typeface="+mn-cs"/>
              </a:defRPr>
            </a:lvl4pPr>
            <a:lvl5pPr>
              <a:defRPr sz="1300">
                <a:solidFill>
                  <a:schemeClr val="bg1"/>
                </a:solidFill>
                <a:latin typeface="+mn-lt"/>
                <a:ea typeface="+mn-ea"/>
                <a:cs typeface="+mn-cs"/>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s-ES"/>
          </a:p>
        </p:txBody>
      </p:sp>
      <p:sp>
        <p:nvSpPr>
          <p:cNvPr id="4" name="2 Marcador de número de diapositiva">
            <a:extLst>
              <a:ext uri="{FF2B5EF4-FFF2-40B4-BE49-F238E27FC236}">
                <a16:creationId xmlns:a16="http://schemas.microsoft.com/office/drawing/2014/main" id="{4B97B414-377D-780E-5B48-FEDED8DC79C3}"/>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rgbClr val="4F062A"/>
                </a:solidFill>
                <a:effectLst/>
                <a:uLnTx/>
                <a:uFillTx/>
                <a:latin typeface="+mn-lt"/>
                <a:ea typeface="+mn-ea"/>
                <a:cs typeface="+mn-cs"/>
                <a:sym typeface="ForFuture Sans" panose="020B0504020203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rgbClr val="4F062A"/>
              </a:solidFill>
              <a:effectLst/>
              <a:uLnTx/>
              <a:uFillTx/>
              <a:latin typeface="+mn-lt"/>
              <a:ea typeface="+mn-ea"/>
              <a:cs typeface="+mn-cs"/>
              <a:sym typeface="ForFuture Sans" panose="020B0504020203020204" pitchFamily="34" charset="0"/>
            </a:endParaRPr>
          </a:p>
        </p:txBody>
      </p:sp>
    </p:spTree>
    <p:extLst>
      <p:ext uri="{BB962C8B-B14F-4D97-AF65-F5344CB8AC3E}">
        <p14:creationId xmlns:p14="http://schemas.microsoft.com/office/powerpoint/2010/main" val="301299287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CONTENIDO - Texto - Blanco">
    <p:bg>
      <p:bgPr>
        <a:solidFill>
          <a:schemeClr val="tx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3350FDA-AE9B-DC70-2E51-21F8367B745A}"/>
              </a:ext>
            </a:extLst>
          </p:cNvPr>
          <p:cNvGraphicFramePr>
            <a:graphicFrameLocks noChangeAspect="1"/>
          </p:cNvGraphicFramePr>
          <p:nvPr userDrawn="1">
            <p:custDataLst>
              <p:tags r:id="rId1"/>
            </p:custDataLst>
            <p:extLst>
              <p:ext uri="{D42A27DB-BD31-4B8C-83A1-F6EECF244321}">
                <p14:modId xmlns:p14="http://schemas.microsoft.com/office/powerpoint/2010/main" val="3410232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4" name="think-cell data - do not delete" hidden="1">
                        <a:extLst>
                          <a:ext uri="{FF2B5EF4-FFF2-40B4-BE49-F238E27FC236}">
                            <a16:creationId xmlns:a16="http://schemas.microsoft.com/office/drawing/2014/main" id="{A3350FDA-AE9B-DC70-2E51-21F8367B745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p:cNvSpPr>
            <a:spLocks noGrp="1"/>
          </p:cNvSpPr>
          <p:nvPr>
            <p:ph type="title" hasCustomPrompt="1"/>
          </p:nvPr>
        </p:nvSpPr>
        <p:spPr>
          <a:xfrm>
            <a:off x="335360" y="549274"/>
            <a:ext cx="11521678" cy="675163"/>
          </a:xfrm>
        </p:spPr>
        <p:txBody>
          <a:bodyPr vert="horz"/>
          <a:lstStyle>
            <a:lvl1pPr rtl="0">
              <a:defRPr sz="2400">
                <a:solidFill>
                  <a:schemeClr val="bg1"/>
                </a:solidFill>
              </a:defRPr>
            </a:lvl1pPr>
          </a:lstStyle>
          <a:p>
            <a:r>
              <a:rPr lang="es-ES"/>
              <a:t>Título estándar para diapositiva base</a:t>
            </a:r>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53888"/>
          </a:xfrm>
          <a:prstGeom prst="rect">
            <a:avLst/>
          </a:prstGeom>
        </p:spPr>
        <p:txBody>
          <a:bodyPr lIns="0" tIns="0" rIns="0" bIns="0">
            <a:spAutoFit/>
          </a:bodyPr>
          <a:lstStyle>
            <a:lvl1pPr marL="0" indent="0" rtl="0">
              <a:buNone/>
              <a:defRPr sz="1000" cap="all" baseline="0">
                <a:solidFill>
                  <a:schemeClr val="bg1"/>
                </a:solidFill>
              </a:defRPr>
            </a:lvl1pPr>
          </a:lstStyle>
          <a:p>
            <a:pPr lvl="0"/>
            <a:r>
              <a:rPr lang="es-ES" noProof="1"/>
              <a:t>ANTETÍTULO DE DIAPOSITIVA</a:t>
            </a:r>
          </a:p>
        </p:txBody>
      </p:sp>
      <p:sp>
        <p:nvSpPr>
          <p:cNvPr id="5" name="Marcador de pie de página 4">
            <a:extLst>
              <a:ext uri="{FF2B5EF4-FFF2-40B4-BE49-F238E27FC236}">
                <a16:creationId xmlns:a16="http://schemas.microsoft.com/office/drawing/2014/main" id="{87E3C682-20E6-E793-4BAF-D71FEF6BE09A}"/>
              </a:ext>
            </a:extLst>
          </p:cNvPr>
          <p:cNvSpPr>
            <a:spLocks noGrp="1"/>
          </p:cNvSpPr>
          <p:nvPr>
            <p:ph type="ftr" sz="quarter" idx="17"/>
          </p:nvPr>
        </p:nvSpPr>
        <p:spPr>
          <a:xfrm>
            <a:off x="334962" y="6523038"/>
            <a:ext cx="5051425" cy="123111"/>
          </a:xfrm>
        </p:spPr>
        <p:txBody>
          <a:bodyPr/>
          <a:lstStyle>
            <a:lvl1pPr rtl="0">
              <a:defRPr>
                <a:solidFill>
                  <a:schemeClr val="bg1"/>
                </a:solidFill>
              </a:defRPr>
            </a:lvl1pPr>
          </a:lstStyle>
          <a:p>
            <a:r>
              <a:rPr lang="it-IT"/>
              <a:t>MINSAIT • SERVICIO DE PROGRAM MANAGEMENT OFFICE (PMO)</a:t>
            </a:r>
            <a:endParaRPr lang="es-ES"/>
          </a:p>
        </p:txBody>
      </p:sp>
      <p:sp>
        <p:nvSpPr>
          <p:cNvPr id="6" name="Marcador de número de diapositiva 5">
            <a:extLst>
              <a:ext uri="{FF2B5EF4-FFF2-40B4-BE49-F238E27FC236}">
                <a16:creationId xmlns:a16="http://schemas.microsoft.com/office/drawing/2014/main" id="{83130E81-8022-B08B-2574-CDF53A874991}"/>
              </a:ext>
            </a:extLst>
          </p:cNvPr>
          <p:cNvSpPr>
            <a:spLocks noGrp="1"/>
          </p:cNvSpPr>
          <p:nvPr>
            <p:ph type="sldNum" sz="quarter" idx="18"/>
          </p:nvPr>
        </p:nvSpPr>
        <p:spPr/>
        <p:txBody>
          <a:bodyPr/>
          <a:lstStyle>
            <a:lvl1pPr rtl="0">
              <a:defRPr>
                <a:solidFill>
                  <a:schemeClr val="bg1"/>
                </a:solidFill>
              </a:defRPr>
            </a:lvl1pPr>
          </a:lstStyle>
          <a:p>
            <a:fld id="{62BDF71B-C47C-4195-98C2-A4F5335C27F9}" type="slidenum">
              <a:rPr lang="es-ES" smtClean="0"/>
              <a:pPr/>
              <a:t>‹Nº›</a:t>
            </a:fld>
            <a:endParaRPr lang="es-ES"/>
          </a:p>
        </p:txBody>
      </p:sp>
    </p:spTree>
    <p:extLst>
      <p:ext uri="{BB962C8B-B14F-4D97-AF65-F5344CB8AC3E}">
        <p14:creationId xmlns:p14="http://schemas.microsoft.com/office/powerpoint/2010/main" val="162428026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lide Base - Gris Cerámica">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B673037-0B46-9738-4B95-BC01BDB66F5E}"/>
              </a:ext>
            </a:extLst>
          </p:cNvPr>
          <p:cNvGraphicFramePr>
            <a:graphicFrameLocks noChangeAspect="1"/>
          </p:cNvGraphicFramePr>
          <p:nvPr userDrawn="1">
            <p:custDataLst>
              <p:tags r:id="rId1"/>
            </p:custDataLst>
            <p:extLst>
              <p:ext uri="{D42A27DB-BD31-4B8C-83A1-F6EECF244321}">
                <p14:modId xmlns:p14="http://schemas.microsoft.com/office/powerpoint/2010/main" val="5833822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5" name="think-cell data - do not delete" hidden="1">
                        <a:extLst>
                          <a:ext uri="{FF2B5EF4-FFF2-40B4-BE49-F238E27FC236}">
                            <a16:creationId xmlns:a16="http://schemas.microsoft.com/office/drawing/2014/main" id="{8B673037-0B46-9738-4B95-BC01BDB66F5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p:cNvSpPr>
            <a:spLocks noGrp="1"/>
          </p:cNvSpPr>
          <p:nvPr>
            <p:ph type="title" hasCustomPrompt="1"/>
          </p:nvPr>
        </p:nvSpPr>
        <p:spPr>
          <a:xfrm>
            <a:off x="335360" y="548680"/>
            <a:ext cx="11521678" cy="873124"/>
          </a:xfrm>
        </p:spPr>
        <p:txBody>
          <a:bodyPr vert="horz"/>
          <a:lstStyle>
            <a:lvl1pPr>
              <a:defRPr sz="2400">
                <a:latin typeface="+mj-lt"/>
                <a:ea typeface="+mj-ea"/>
                <a:cs typeface="+mj-cs"/>
              </a:defRPr>
            </a:lvl1pPr>
          </a:lstStyle>
          <a:p>
            <a:r>
              <a:rPr lang="es-ES"/>
              <a:t>Título estándar para diapositiva base</a:t>
            </a:r>
          </a:p>
        </p:txBody>
      </p:sp>
      <p:sp>
        <p:nvSpPr>
          <p:cNvPr id="3" name="Marcador de pie de página 2"/>
          <p:cNvSpPr>
            <a:spLocks noGrp="1"/>
          </p:cNvSpPr>
          <p:nvPr>
            <p:ph type="ftr" sz="quarter" idx="10"/>
          </p:nvPr>
        </p:nvSpPr>
        <p:spPr/>
        <p:txBody>
          <a:bodyPr/>
          <a:lstStyle>
            <a:lvl1pPr>
              <a:defRPr>
                <a:latin typeface="+mn-lt"/>
                <a:ea typeface="+mn-ea"/>
                <a:cs typeface="+mn-cs"/>
              </a:defRPr>
            </a:lvl1pPr>
          </a:lstStyle>
          <a:p>
            <a:r>
              <a:rPr lang="it-IT"/>
              <a:t>MINSAIT • SERVICIO DE PROGRAM MANAGEMENT OFFICE (PMO)</a:t>
            </a:r>
            <a:endParaRPr lang="es-ES"/>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59018"/>
          </a:xfrm>
          <a:prstGeom prst="rect">
            <a:avLst/>
          </a:prstGeom>
        </p:spPr>
        <p:txBody>
          <a:bodyPr lIns="0" tIns="0" rIns="0" bIns="0">
            <a:spAutoFit/>
          </a:bodyPr>
          <a:lstStyle>
            <a:lvl1pPr marL="0" indent="0">
              <a:buNone/>
              <a:defRPr sz="1000" cap="all" baseline="0">
                <a:solidFill>
                  <a:schemeClr val="tx1"/>
                </a:solidFill>
                <a:latin typeface="+mn-lt"/>
                <a:ea typeface="+mn-ea"/>
                <a:cs typeface="+mn-cs"/>
              </a:defRPr>
            </a:lvl1pPr>
          </a:lstStyle>
          <a:p>
            <a:pPr lvl="0"/>
            <a:r>
              <a:rPr lang="en-GB" noProof="1"/>
              <a:t>ANTETÍTULO DE DIAPOSITIVA</a:t>
            </a:r>
          </a:p>
        </p:txBody>
      </p:sp>
      <p:sp>
        <p:nvSpPr>
          <p:cNvPr id="10"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latin typeface="+mn-lt"/>
                <a:ea typeface="+mn-ea"/>
                <a:cs typeface="+mn-cs"/>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28368726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Verde endoso">
    <p:spTree>
      <p:nvGrpSpPr>
        <p:cNvPr id="1" name=""/>
        <p:cNvGrpSpPr/>
        <p:nvPr/>
      </p:nvGrpSpPr>
      <p:grpSpPr>
        <a:xfrm>
          <a:off x="0" y="0"/>
          <a:ext cx="0" cy="0"/>
          <a:chOff x="0" y="0"/>
          <a:chExt cx="0" cy="0"/>
        </a:xfrm>
      </p:grpSpPr>
      <p:graphicFrame>
        <p:nvGraphicFramePr>
          <p:cNvPr id="3" name="Objeto 2" hidden="1"/>
          <p:cNvGraphicFramePr>
            <a:graphicFrameLocks noChangeAspect="1"/>
          </p:cNvGraphicFramePr>
          <p:nvPr userDrawn="1">
            <p:custDataLst>
              <p:tags r:id="rId1"/>
            </p:custDataLst>
          </p:nvPr>
        </p:nvGraphicFramePr>
        <p:xfrm>
          <a:off x="2117" y="2121"/>
          <a:ext cx="2117" cy="211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3" name="Objeto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7" y="2121"/>
                        <a:ext cx="2117" cy="21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ángulo 1" hidden="1"/>
          <p:cNvSpPr/>
          <p:nvPr userDrawn="1">
            <p:custDataLst>
              <p:tags r:id="rId2"/>
            </p:custDataLst>
          </p:nvPr>
        </p:nvSpPr>
        <p:spPr>
          <a:xfrm>
            <a:off x="0" y="2"/>
            <a:ext cx="211666"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s-ES" sz="2665" b="0" i="0" baseline="0">
              <a:latin typeface="Playfair Display" panose="00000500000000000000" pitchFamily="2" charset="0"/>
              <a:ea typeface="+mj-ea"/>
              <a:cs typeface="+mj-cs"/>
              <a:sym typeface="Playfair Display" panose="00000500000000000000" pitchFamily="2" charset="0"/>
            </a:endParaRPr>
          </a:p>
        </p:txBody>
      </p:sp>
      <p:sp>
        <p:nvSpPr>
          <p:cNvPr id="8" name="Title Placeholder 1">
            <a:extLst>
              <a:ext uri="{FF2B5EF4-FFF2-40B4-BE49-F238E27FC236}">
                <a16:creationId xmlns:a16="http://schemas.microsoft.com/office/drawing/2014/main" id="{7EA230A8-2396-C04E-BA7D-6A765043E110}"/>
              </a:ext>
            </a:extLst>
          </p:cNvPr>
          <p:cNvSpPr>
            <a:spLocks noGrp="1"/>
          </p:cNvSpPr>
          <p:nvPr>
            <p:ph type="title" hasCustomPrompt="1"/>
          </p:nvPr>
        </p:nvSpPr>
        <p:spPr>
          <a:xfrm>
            <a:off x="336000" y="649095"/>
            <a:ext cx="11519451" cy="919343"/>
          </a:xfrm>
          <a:prstGeom prst="rect">
            <a:avLst/>
          </a:prstGeom>
        </p:spPr>
        <p:txBody>
          <a:bodyPr vert="horz" lIns="0" tIns="0" rIns="0" bIns="0" rtlCol="0" anchor="t">
            <a:noAutofit/>
          </a:bodyPr>
          <a:lstStyle>
            <a:lvl1pPr>
              <a:defRPr sz="2400"/>
            </a:lvl1pPr>
          </a:lstStyle>
          <a:p>
            <a:r>
              <a:rPr lang="es-ES"/>
              <a:t>Haga clic para modificar el título de esta página, cuentas con dos líneas para títulos extensos</a:t>
            </a:r>
            <a:endParaRPr lang="en-US"/>
          </a:p>
        </p:txBody>
      </p:sp>
      <p:sp>
        <p:nvSpPr>
          <p:cNvPr id="9" name="12 Marcador de texto"/>
          <p:cNvSpPr>
            <a:spLocks noGrp="1"/>
          </p:cNvSpPr>
          <p:nvPr>
            <p:ph type="body" sz="quarter" idx="13"/>
          </p:nvPr>
        </p:nvSpPr>
        <p:spPr>
          <a:xfrm>
            <a:off x="336000" y="357000"/>
            <a:ext cx="11519451" cy="251520"/>
          </a:xfrm>
          <a:prstGeom prst="rect">
            <a:avLst/>
          </a:prstGeom>
        </p:spPr>
        <p:txBody>
          <a:bodyPr lIns="0" anchor="t" anchorCtr="0">
            <a:noAutofit/>
          </a:bodyPr>
          <a:lstStyle>
            <a:lvl1pPr marL="0" indent="0">
              <a:buNone/>
              <a:defRPr kumimoji="0" lang="es-ES" sz="1000" b="0" i="0" u="none" strike="noStrike" kern="1200" cap="none" spc="0" normalizeH="0" baseline="0" dirty="0" smtClean="0">
                <a:ln>
                  <a:noFill/>
                </a:ln>
                <a:solidFill>
                  <a:srgbClr val="1A3B47"/>
                </a:solidFill>
                <a:effectLst/>
                <a:uLnTx/>
                <a:uFillTx/>
                <a:latin typeface="Soho Gothic Pro Light" panose="020B0303030504020204" pitchFamily="34" charset="0"/>
                <a:ea typeface="+mn-ea"/>
                <a:cs typeface="Soho Gothic Pro Light" panose="020B0303030504020204" pitchFamily="34" charset="0"/>
              </a:defRPr>
            </a:lvl1pPr>
            <a:lvl2pPr>
              <a:buNone/>
              <a:defRPr/>
            </a:lvl2pPr>
            <a:lvl3pPr>
              <a:buNone/>
              <a:defRPr/>
            </a:lvl3pPr>
            <a:lvl4pPr>
              <a:buNone/>
              <a:defRPr/>
            </a:lvl4pPr>
            <a:lvl5pPr>
              <a:buNone/>
              <a:defRPr/>
            </a:lvl5pPr>
          </a:lstStyle>
          <a:p>
            <a:pPr marL="0" marR="0" lvl="0" indent="0" algn="just" defTabSz="1124825" rtl="0" eaLnBrk="1" fontAlgn="auto" latinLnBrk="0" hangingPunct="1">
              <a:lnSpc>
                <a:spcPct val="100000"/>
              </a:lnSpc>
              <a:spcBef>
                <a:spcPct val="20000"/>
              </a:spcBef>
              <a:spcAft>
                <a:spcPts val="0"/>
              </a:spcAft>
              <a:buClr>
                <a:srgbClr val="3D3935">
                  <a:lumMod val="75000"/>
                </a:srgbClr>
              </a:buClr>
              <a:buSzTx/>
              <a:buFont typeface="Arial" pitchFamily="34" charset="0"/>
              <a:buNone/>
              <a:tabLst/>
              <a:defRPr/>
            </a:pPr>
            <a:r>
              <a:rPr lang="es-ES"/>
              <a:t>Editar el estilo de texto del patrón</a:t>
            </a:r>
          </a:p>
        </p:txBody>
      </p:sp>
    </p:spTree>
    <p:extLst>
      <p:ext uri="{BB962C8B-B14F-4D97-AF65-F5344CB8AC3E}">
        <p14:creationId xmlns:p14="http://schemas.microsoft.com/office/powerpoint/2010/main" val="207443575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Separa n2_Azul">
    <p:spTree>
      <p:nvGrpSpPr>
        <p:cNvPr id="1" name=""/>
        <p:cNvGrpSpPr/>
        <p:nvPr/>
      </p:nvGrpSpPr>
      <p:grpSpPr>
        <a:xfrm>
          <a:off x="0" y="0"/>
          <a:ext cx="0" cy="0"/>
          <a:chOff x="0" y="0"/>
          <a:chExt cx="0" cy="0"/>
        </a:xfrm>
      </p:grpSpPr>
      <p:sp>
        <p:nvSpPr>
          <p:cNvPr id="18" name="Forma libre 17">
            <a:extLst>
              <a:ext uri="{FF2B5EF4-FFF2-40B4-BE49-F238E27FC236}">
                <a16:creationId xmlns:a16="http://schemas.microsoft.com/office/drawing/2014/main" id="{1BF3B1A8-7345-7848-A2AD-5D61E8195936}"/>
              </a:ext>
            </a:extLst>
          </p:cNvPr>
          <p:cNvSpPr/>
          <p:nvPr userDrawn="1"/>
        </p:nvSpPr>
        <p:spPr>
          <a:xfrm>
            <a:off x="8633460" y="3190461"/>
            <a:ext cx="3839167" cy="3980157"/>
          </a:xfrm>
          <a:custGeom>
            <a:avLst/>
            <a:gdLst>
              <a:gd name="connsiteX0" fmla="*/ 15240 w 3589020"/>
              <a:gd name="connsiteY0" fmla="*/ 5090160 h 5151120"/>
              <a:gd name="connsiteX1" fmla="*/ 15240 w 3589020"/>
              <a:gd name="connsiteY1" fmla="*/ 1021080 h 5151120"/>
              <a:gd name="connsiteX2" fmla="*/ 3589020 w 3589020"/>
              <a:gd name="connsiteY2" fmla="*/ 0 h 5151120"/>
              <a:gd name="connsiteX3" fmla="*/ 3589020 w 3589020"/>
              <a:gd name="connsiteY3" fmla="*/ 5151120 h 5151120"/>
              <a:gd name="connsiteX4" fmla="*/ 0 w 3589020"/>
              <a:gd name="connsiteY4" fmla="*/ 5151120 h 5151120"/>
              <a:gd name="connsiteX5" fmla="*/ 15240 w 3589020"/>
              <a:gd name="connsiteY5" fmla="*/ 5090160 h 5151120"/>
              <a:gd name="connsiteX0" fmla="*/ 15240 w 3589020"/>
              <a:gd name="connsiteY0" fmla="*/ 2372360 h 5151120"/>
              <a:gd name="connsiteX1" fmla="*/ 15240 w 3589020"/>
              <a:gd name="connsiteY1" fmla="*/ 1021080 h 5151120"/>
              <a:gd name="connsiteX2" fmla="*/ 3589020 w 3589020"/>
              <a:gd name="connsiteY2" fmla="*/ 0 h 5151120"/>
              <a:gd name="connsiteX3" fmla="*/ 3589020 w 3589020"/>
              <a:gd name="connsiteY3" fmla="*/ 5151120 h 5151120"/>
              <a:gd name="connsiteX4" fmla="*/ 0 w 3589020"/>
              <a:gd name="connsiteY4" fmla="*/ 5151120 h 5151120"/>
              <a:gd name="connsiteX5" fmla="*/ 15240 w 3589020"/>
              <a:gd name="connsiteY5" fmla="*/ 2372360 h 5151120"/>
              <a:gd name="connsiteX0" fmla="*/ 0 w 3573780"/>
              <a:gd name="connsiteY0" fmla="*/ 2372360 h 5151120"/>
              <a:gd name="connsiteX1" fmla="*/ 0 w 3573780"/>
              <a:gd name="connsiteY1" fmla="*/ 1021080 h 5151120"/>
              <a:gd name="connsiteX2" fmla="*/ 3573780 w 3573780"/>
              <a:gd name="connsiteY2" fmla="*/ 0 h 5151120"/>
              <a:gd name="connsiteX3" fmla="*/ 3573780 w 3573780"/>
              <a:gd name="connsiteY3" fmla="*/ 5151120 h 5151120"/>
              <a:gd name="connsiteX4" fmla="*/ 0 w 3573780"/>
              <a:gd name="connsiteY4" fmla="*/ 2418080 h 5151120"/>
              <a:gd name="connsiteX5" fmla="*/ 0 w 3573780"/>
              <a:gd name="connsiteY5" fmla="*/ 2372360 h 5151120"/>
              <a:gd name="connsiteX0" fmla="*/ 0 w 3573780"/>
              <a:gd name="connsiteY0" fmla="*/ 2372360 h 2418080"/>
              <a:gd name="connsiteX1" fmla="*/ 0 w 3573780"/>
              <a:gd name="connsiteY1" fmla="*/ 1021080 h 2418080"/>
              <a:gd name="connsiteX2" fmla="*/ 3573780 w 3573780"/>
              <a:gd name="connsiteY2" fmla="*/ 0 h 2418080"/>
              <a:gd name="connsiteX3" fmla="*/ 3568700 w 3573780"/>
              <a:gd name="connsiteY3" fmla="*/ 2392680 h 2418080"/>
              <a:gd name="connsiteX4" fmla="*/ 0 w 3573780"/>
              <a:gd name="connsiteY4" fmla="*/ 2418080 h 2418080"/>
              <a:gd name="connsiteX5" fmla="*/ 0 w 3573780"/>
              <a:gd name="connsiteY5" fmla="*/ 2372360 h 2418080"/>
              <a:gd name="connsiteX0" fmla="*/ 0 w 3568703"/>
              <a:gd name="connsiteY0" fmla="*/ 2169160 h 2214880"/>
              <a:gd name="connsiteX1" fmla="*/ 0 w 3568703"/>
              <a:gd name="connsiteY1" fmla="*/ 817880 h 2214880"/>
              <a:gd name="connsiteX2" fmla="*/ 2877820 w 3568703"/>
              <a:gd name="connsiteY2" fmla="*/ 0 h 2214880"/>
              <a:gd name="connsiteX3" fmla="*/ 3568700 w 3568703"/>
              <a:gd name="connsiteY3" fmla="*/ 2189480 h 2214880"/>
              <a:gd name="connsiteX4" fmla="*/ 0 w 3568703"/>
              <a:gd name="connsiteY4" fmla="*/ 2214880 h 2214880"/>
              <a:gd name="connsiteX5" fmla="*/ 0 w 3568703"/>
              <a:gd name="connsiteY5" fmla="*/ 2169160 h 2214880"/>
              <a:gd name="connsiteX0" fmla="*/ 0 w 2893168"/>
              <a:gd name="connsiteY0" fmla="*/ 2169160 h 2214880"/>
              <a:gd name="connsiteX1" fmla="*/ 0 w 2893168"/>
              <a:gd name="connsiteY1" fmla="*/ 817880 h 2214880"/>
              <a:gd name="connsiteX2" fmla="*/ 2877820 w 2893168"/>
              <a:gd name="connsiteY2" fmla="*/ 0 h 2214880"/>
              <a:gd name="connsiteX3" fmla="*/ 2893060 w 2893168"/>
              <a:gd name="connsiteY3" fmla="*/ 2194560 h 2214880"/>
              <a:gd name="connsiteX4" fmla="*/ 0 w 2893168"/>
              <a:gd name="connsiteY4" fmla="*/ 2214880 h 2214880"/>
              <a:gd name="connsiteX5" fmla="*/ 0 w 2893168"/>
              <a:gd name="connsiteY5" fmla="*/ 2169160 h 2214880"/>
              <a:gd name="connsiteX0" fmla="*/ 0 w 2879375"/>
              <a:gd name="connsiteY0" fmla="*/ 2169160 h 2757268"/>
              <a:gd name="connsiteX1" fmla="*/ 0 w 2879375"/>
              <a:gd name="connsiteY1" fmla="*/ 817880 h 2757268"/>
              <a:gd name="connsiteX2" fmla="*/ 2877820 w 2879375"/>
              <a:gd name="connsiteY2" fmla="*/ 0 h 2757268"/>
              <a:gd name="connsiteX3" fmla="*/ 2878992 w 2879375"/>
              <a:gd name="connsiteY3" fmla="*/ 2757268 h 2757268"/>
              <a:gd name="connsiteX4" fmla="*/ 0 w 2879375"/>
              <a:gd name="connsiteY4" fmla="*/ 2214880 h 2757268"/>
              <a:gd name="connsiteX5" fmla="*/ 0 w 2879375"/>
              <a:gd name="connsiteY5" fmla="*/ 2169160 h 2757268"/>
              <a:gd name="connsiteX0" fmla="*/ 24713 w 2904088"/>
              <a:gd name="connsiteY0" fmla="*/ 2169160 h 2770934"/>
              <a:gd name="connsiteX1" fmla="*/ 24713 w 2904088"/>
              <a:gd name="connsiteY1" fmla="*/ 817880 h 2770934"/>
              <a:gd name="connsiteX2" fmla="*/ 2902533 w 2904088"/>
              <a:gd name="connsiteY2" fmla="*/ 0 h 2770934"/>
              <a:gd name="connsiteX3" fmla="*/ 2903705 w 2904088"/>
              <a:gd name="connsiteY3" fmla="*/ 2757268 h 2770934"/>
              <a:gd name="connsiteX4" fmla="*/ 0 w 2904088"/>
              <a:gd name="connsiteY4" fmla="*/ 2770934 h 2770934"/>
              <a:gd name="connsiteX5" fmla="*/ 24713 w 2904088"/>
              <a:gd name="connsiteY5" fmla="*/ 2169160 h 2770934"/>
              <a:gd name="connsiteX0" fmla="*/ 0 w 2879375"/>
              <a:gd name="connsiteY0" fmla="*/ 2169160 h 2985118"/>
              <a:gd name="connsiteX1" fmla="*/ 0 w 2879375"/>
              <a:gd name="connsiteY1" fmla="*/ 817880 h 2985118"/>
              <a:gd name="connsiteX2" fmla="*/ 2877820 w 2879375"/>
              <a:gd name="connsiteY2" fmla="*/ 0 h 2985118"/>
              <a:gd name="connsiteX3" fmla="*/ 2878992 w 2879375"/>
              <a:gd name="connsiteY3" fmla="*/ 2757268 h 2985118"/>
              <a:gd name="connsiteX4" fmla="*/ 8239 w 2879375"/>
              <a:gd name="connsiteY4" fmla="*/ 2985118 h 2985118"/>
              <a:gd name="connsiteX5" fmla="*/ 0 w 2879375"/>
              <a:gd name="connsiteY5" fmla="*/ 2169160 h 2985118"/>
              <a:gd name="connsiteX0" fmla="*/ 0 w 2879375"/>
              <a:gd name="connsiteY0" fmla="*/ 2169160 h 2985118"/>
              <a:gd name="connsiteX1" fmla="*/ 0 w 2879375"/>
              <a:gd name="connsiteY1" fmla="*/ 817880 h 2985118"/>
              <a:gd name="connsiteX2" fmla="*/ 2877820 w 2879375"/>
              <a:gd name="connsiteY2" fmla="*/ 0 h 2985118"/>
              <a:gd name="connsiteX3" fmla="*/ 2878992 w 2879375"/>
              <a:gd name="connsiteY3" fmla="*/ 2959095 h 2985118"/>
              <a:gd name="connsiteX4" fmla="*/ 8239 w 2879375"/>
              <a:gd name="connsiteY4" fmla="*/ 2985118 h 2985118"/>
              <a:gd name="connsiteX5" fmla="*/ 0 w 2879375"/>
              <a:gd name="connsiteY5" fmla="*/ 2169160 h 298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79375" h="2985118">
                <a:moveTo>
                  <a:pt x="0" y="2169160"/>
                </a:moveTo>
                <a:lnTo>
                  <a:pt x="0" y="817880"/>
                </a:lnTo>
                <a:lnTo>
                  <a:pt x="2877820" y="0"/>
                </a:lnTo>
                <a:cubicBezTo>
                  <a:pt x="2876127" y="797560"/>
                  <a:pt x="2880685" y="2161535"/>
                  <a:pt x="2878992" y="2959095"/>
                </a:cubicBezTo>
                <a:lnTo>
                  <a:pt x="8239" y="2985118"/>
                </a:lnTo>
                <a:cubicBezTo>
                  <a:pt x="5493" y="2713132"/>
                  <a:pt x="2746" y="2441146"/>
                  <a:pt x="0" y="2169160"/>
                </a:cubicBezTo>
                <a:close/>
              </a:path>
            </a:pathLst>
          </a:custGeom>
          <a:solidFill>
            <a:srgbClr val="FFC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397"/>
          </a:p>
        </p:txBody>
      </p:sp>
      <p:sp>
        <p:nvSpPr>
          <p:cNvPr id="17" name="Forma libre 16">
            <a:extLst>
              <a:ext uri="{FF2B5EF4-FFF2-40B4-BE49-F238E27FC236}">
                <a16:creationId xmlns:a16="http://schemas.microsoft.com/office/drawing/2014/main" id="{4610843F-8FF6-844B-B9EE-71F1C7B08FAC}"/>
              </a:ext>
            </a:extLst>
          </p:cNvPr>
          <p:cNvSpPr/>
          <p:nvPr userDrawn="1"/>
        </p:nvSpPr>
        <p:spPr>
          <a:xfrm>
            <a:off x="6154656" y="3533835"/>
            <a:ext cx="6451367" cy="3440631"/>
          </a:xfrm>
          <a:custGeom>
            <a:avLst/>
            <a:gdLst>
              <a:gd name="connsiteX0" fmla="*/ 15240 w 3589020"/>
              <a:gd name="connsiteY0" fmla="*/ 5090160 h 5151120"/>
              <a:gd name="connsiteX1" fmla="*/ 15240 w 3589020"/>
              <a:gd name="connsiteY1" fmla="*/ 1021080 h 5151120"/>
              <a:gd name="connsiteX2" fmla="*/ 3589020 w 3589020"/>
              <a:gd name="connsiteY2" fmla="*/ 0 h 5151120"/>
              <a:gd name="connsiteX3" fmla="*/ 3589020 w 3589020"/>
              <a:gd name="connsiteY3" fmla="*/ 5151120 h 5151120"/>
              <a:gd name="connsiteX4" fmla="*/ 0 w 3589020"/>
              <a:gd name="connsiteY4" fmla="*/ 5151120 h 5151120"/>
              <a:gd name="connsiteX5" fmla="*/ 15240 w 3589020"/>
              <a:gd name="connsiteY5" fmla="*/ 5090160 h 5151120"/>
              <a:gd name="connsiteX0" fmla="*/ 15240 w 3589020"/>
              <a:gd name="connsiteY0" fmla="*/ 2033254 h 5151120"/>
              <a:gd name="connsiteX1" fmla="*/ 15240 w 3589020"/>
              <a:gd name="connsiteY1" fmla="*/ 1021080 h 5151120"/>
              <a:gd name="connsiteX2" fmla="*/ 3589020 w 3589020"/>
              <a:gd name="connsiteY2" fmla="*/ 0 h 5151120"/>
              <a:gd name="connsiteX3" fmla="*/ 3589020 w 3589020"/>
              <a:gd name="connsiteY3" fmla="*/ 5151120 h 5151120"/>
              <a:gd name="connsiteX4" fmla="*/ 0 w 3589020"/>
              <a:gd name="connsiteY4" fmla="*/ 5151120 h 5151120"/>
              <a:gd name="connsiteX5" fmla="*/ 15240 w 3589020"/>
              <a:gd name="connsiteY5" fmla="*/ 2033254 h 5151120"/>
              <a:gd name="connsiteX0" fmla="*/ 26520 w 3600300"/>
              <a:gd name="connsiteY0" fmla="*/ 2033254 h 5151120"/>
              <a:gd name="connsiteX1" fmla="*/ 26520 w 3600300"/>
              <a:gd name="connsiteY1" fmla="*/ 1021080 h 5151120"/>
              <a:gd name="connsiteX2" fmla="*/ 3600300 w 3600300"/>
              <a:gd name="connsiteY2" fmla="*/ 0 h 5151120"/>
              <a:gd name="connsiteX3" fmla="*/ 3600300 w 3600300"/>
              <a:gd name="connsiteY3" fmla="*/ 5151120 h 5151120"/>
              <a:gd name="connsiteX4" fmla="*/ 0 w 3600300"/>
              <a:gd name="connsiteY4" fmla="*/ 1902452 h 5151120"/>
              <a:gd name="connsiteX5" fmla="*/ 26520 w 3600300"/>
              <a:gd name="connsiteY5" fmla="*/ 2033254 h 5151120"/>
              <a:gd name="connsiteX0" fmla="*/ 26520 w 3600300"/>
              <a:gd name="connsiteY0" fmla="*/ 2033254 h 2033254"/>
              <a:gd name="connsiteX1" fmla="*/ 26520 w 3600300"/>
              <a:gd name="connsiteY1" fmla="*/ 1021080 h 2033254"/>
              <a:gd name="connsiteX2" fmla="*/ 3600300 w 3600300"/>
              <a:gd name="connsiteY2" fmla="*/ 0 h 2033254"/>
              <a:gd name="connsiteX3" fmla="*/ 3555180 w 3600300"/>
              <a:gd name="connsiteY3" fmla="*/ 1902452 h 2033254"/>
              <a:gd name="connsiteX4" fmla="*/ 0 w 3600300"/>
              <a:gd name="connsiteY4" fmla="*/ 1902452 h 2033254"/>
              <a:gd name="connsiteX5" fmla="*/ 26520 w 3600300"/>
              <a:gd name="connsiteY5" fmla="*/ 2033254 h 2033254"/>
              <a:gd name="connsiteX0" fmla="*/ 26520 w 3607821"/>
              <a:gd name="connsiteY0" fmla="*/ 2033254 h 2033254"/>
              <a:gd name="connsiteX1" fmla="*/ 26520 w 3607821"/>
              <a:gd name="connsiteY1" fmla="*/ 1021080 h 2033254"/>
              <a:gd name="connsiteX2" fmla="*/ 3600300 w 3607821"/>
              <a:gd name="connsiteY2" fmla="*/ 0 h 2033254"/>
              <a:gd name="connsiteX3" fmla="*/ 3607821 w 3607821"/>
              <a:gd name="connsiteY3" fmla="*/ 1906212 h 2033254"/>
              <a:gd name="connsiteX4" fmla="*/ 0 w 3607821"/>
              <a:gd name="connsiteY4" fmla="*/ 1902452 h 2033254"/>
              <a:gd name="connsiteX5" fmla="*/ 26520 w 3607821"/>
              <a:gd name="connsiteY5" fmla="*/ 2033254 h 2033254"/>
              <a:gd name="connsiteX0" fmla="*/ 30280 w 3607821"/>
              <a:gd name="connsiteY0" fmla="*/ 1860293 h 1906212"/>
              <a:gd name="connsiteX1" fmla="*/ 26520 w 3607821"/>
              <a:gd name="connsiteY1" fmla="*/ 1021080 h 1906212"/>
              <a:gd name="connsiteX2" fmla="*/ 3600300 w 3607821"/>
              <a:gd name="connsiteY2" fmla="*/ 0 h 1906212"/>
              <a:gd name="connsiteX3" fmla="*/ 3607821 w 3607821"/>
              <a:gd name="connsiteY3" fmla="*/ 1906212 h 1906212"/>
              <a:gd name="connsiteX4" fmla="*/ 0 w 3607821"/>
              <a:gd name="connsiteY4" fmla="*/ 1902452 h 1906212"/>
              <a:gd name="connsiteX5" fmla="*/ 30280 w 3607821"/>
              <a:gd name="connsiteY5" fmla="*/ 1860293 h 1906212"/>
              <a:gd name="connsiteX0" fmla="*/ 3760 w 3581301"/>
              <a:gd name="connsiteY0" fmla="*/ 1860293 h 1909972"/>
              <a:gd name="connsiteX1" fmla="*/ 0 w 3581301"/>
              <a:gd name="connsiteY1" fmla="*/ 1021080 h 1909972"/>
              <a:gd name="connsiteX2" fmla="*/ 3573780 w 3581301"/>
              <a:gd name="connsiteY2" fmla="*/ 0 h 1909972"/>
              <a:gd name="connsiteX3" fmla="*/ 3581301 w 3581301"/>
              <a:gd name="connsiteY3" fmla="*/ 1906212 h 1909972"/>
              <a:gd name="connsiteX4" fmla="*/ 11080 w 3581301"/>
              <a:gd name="connsiteY4" fmla="*/ 1909972 h 1909972"/>
              <a:gd name="connsiteX5" fmla="*/ 3760 w 3581301"/>
              <a:gd name="connsiteY5" fmla="*/ 1860293 h 1909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1301" h="1909972">
                <a:moveTo>
                  <a:pt x="3760" y="1860293"/>
                </a:moveTo>
                <a:cubicBezTo>
                  <a:pt x="2507" y="1580555"/>
                  <a:pt x="1253" y="1300818"/>
                  <a:pt x="0" y="1021080"/>
                </a:cubicBezTo>
                <a:lnTo>
                  <a:pt x="3573780" y="0"/>
                </a:lnTo>
                <a:lnTo>
                  <a:pt x="3581301" y="1906212"/>
                </a:lnTo>
                <a:lnTo>
                  <a:pt x="11080" y="1909972"/>
                </a:lnTo>
                <a:lnTo>
                  <a:pt x="3760" y="186029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397"/>
          </a:p>
        </p:txBody>
      </p:sp>
      <p:sp>
        <p:nvSpPr>
          <p:cNvPr id="5" name="Forma libre 4">
            <a:extLst>
              <a:ext uri="{FF2B5EF4-FFF2-40B4-BE49-F238E27FC236}">
                <a16:creationId xmlns:a16="http://schemas.microsoft.com/office/drawing/2014/main" id="{93EB5CC0-893F-7E43-ABEC-FF257A4D7B5E}"/>
              </a:ext>
            </a:extLst>
          </p:cNvPr>
          <p:cNvSpPr/>
          <p:nvPr userDrawn="1"/>
        </p:nvSpPr>
        <p:spPr>
          <a:xfrm>
            <a:off x="7647938" y="3750358"/>
            <a:ext cx="4765040" cy="3224107"/>
          </a:xfrm>
          <a:custGeom>
            <a:avLst/>
            <a:gdLst>
              <a:gd name="connsiteX0" fmla="*/ 15240 w 3589020"/>
              <a:gd name="connsiteY0" fmla="*/ 5090160 h 5151120"/>
              <a:gd name="connsiteX1" fmla="*/ 15240 w 3589020"/>
              <a:gd name="connsiteY1" fmla="*/ 1021080 h 5151120"/>
              <a:gd name="connsiteX2" fmla="*/ 3589020 w 3589020"/>
              <a:gd name="connsiteY2" fmla="*/ 0 h 5151120"/>
              <a:gd name="connsiteX3" fmla="*/ 3589020 w 3589020"/>
              <a:gd name="connsiteY3" fmla="*/ 5151120 h 5151120"/>
              <a:gd name="connsiteX4" fmla="*/ 0 w 3589020"/>
              <a:gd name="connsiteY4" fmla="*/ 5151120 h 5151120"/>
              <a:gd name="connsiteX5" fmla="*/ 15240 w 3589020"/>
              <a:gd name="connsiteY5" fmla="*/ 5090160 h 5151120"/>
              <a:gd name="connsiteX0" fmla="*/ 15240 w 3589020"/>
              <a:gd name="connsiteY0" fmla="*/ 2372360 h 5151120"/>
              <a:gd name="connsiteX1" fmla="*/ 15240 w 3589020"/>
              <a:gd name="connsiteY1" fmla="*/ 1021080 h 5151120"/>
              <a:gd name="connsiteX2" fmla="*/ 3589020 w 3589020"/>
              <a:gd name="connsiteY2" fmla="*/ 0 h 5151120"/>
              <a:gd name="connsiteX3" fmla="*/ 3589020 w 3589020"/>
              <a:gd name="connsiteY3" fmla="*/ 5151120 h 5151120"/>
              <a:gd name="connsiteX4" fmla="*/ 0 w 3589020"/>
              <a:gd name="connsiteY4" fmla="*/ 5151120 h 5151120"/>
              <a:gd name="connsiteX5" fmla="*/ 15240 w 3589020"/>
              <a:gd name="connsiteY5" fmla="*/ 2372360 h 5151120"/>
              <a:gd name="connsiteX0" fmla="*/ 0 w 3573780"/>
              <a:gd name="connsiteY0" fmla="*/ 2372360 h 5151120"/>
              <a:gd name="connsiteX1" fmla="*/ 0 w 3573780"/>
              <a:gd name="connsiteY1" fmla="*/ 1021080 h 5151120"/>
              <a:gd name="connsiteX2" fmla="*/ 3573780 w 3573780"/>
              <a:gd name="connsiteY2" fmla="*/ 0 h 5151120"/>
              <a:gd name="connsiteX3" fmla="*/ 3573780 w 3573780"/>
              <a:gd name="connsiteY3" fmla="*/ 5151120 h 5151120"/>
              <a:gd name="connsiteX4" fmla="*/ 0 w 3573780"/>
              <a:gd name="connsiteY4" fmla="*/ 2418080 h 5151120"/>
              <a:gd name="connsiteX5" fmla="*/ 0 w 3573780"/>
              <a:gd name="connsiteY5" fmla="*/ 2372360 h 5151120"/>
              <a:gd name="connsiteX0" fmla="*/ 0 w 3573780"/>
              <a:gd name="connsiteY0" fmla="*/ 2372360 h 2418080"/>
              <a:gd name="connsiteX1" fmla="*/ 0 w 3573780"/>
              <a:gd name="connsiteY1" fmla="*/ 1021080 h 2418080"/>
              <a:gd name="connsiteX2" fmla="*/ 3573780 w 3573780"/>
              <a:gd name="connsiteY2" fmla="*/ 0 h 2418080"/>
              <a:gd name="connsiteX3" fmla="*/ 3568700 w 3573780"/>
              <a:gd name="connsiteY3" fmla="*/ 2392680 h 2418080"/>
              <a:gd name="connsiteX4" fmla="*/ 0 w 3573780"/>
              <a:gd name="connsiteY4" fmla="*/ 2418080 h 2418080"/>
              <a:gd name="connsiteX5" fmla="*/ 0 w 3573780"/>
              <a:gd name="connsiteY5" fmla="*/ 2372360 h 2418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3780" h="2418080">
                <a:moveTo>
                  <a:pt x="0" y="2372360"/>
                </a:moveTo>
                <a:lnTo>
                  <a:pt x="0" y="1021080"/>
                </a:lnTo>
                <a:lnTo>
                  <a:pt x="3573780" y="0"/>
                </a:lnTo>
                <a:cubicBezTo>
                  <a:pt x="3572087" y="797560"/>
                  <a:pt x="3570393" y="1595120"/>
                  <a:pt x="3568700" y="2392680"/>
                </a:cubicBezTo>
                <a:lnTo>
                  <a:pt x="0" y="2418080"/>
                </a:lnTo>
                <a:lnTo>
                  <a:pt x="0" y="2372360"/>
                </a:lnTo>
                <a:close/>
              </a:path>
            </a:pathLst>
          </a:custGeom>
          <a:solidFill>
            <a:srgbClr val="770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397"/>
          </a:p>
        </p:txBody>
      </p:sp>
      <p:sp>
        <p:nvSpPr>
          <p:cNvPr id="8" name="Title Placeholder 1">
            <a:extLst>
              <a:ext uri="{FF2B5EF4-FFF2-40B4-BE49-F238E27FC236}">
                <a16:creationId xmlns:a16="http://schemas.microsoft.com/office/drawing/2014/main" id="{7EA230A8-2396-C04E-BA7D-6A765043E110}"/>
              </a:ext>
            </a:extLst>
          </p:cNvPr>
          <p:cNvSpPr>
            <a:spLocks noGrp="1"/>
          </p:cNvSpPr>
          <p:nvPr>
            <p:ph type="title" hasCustomPrompt="1"/>
          </p:nvPr>
        </p:nvSpPr>
        <p:spPr>
          <a:xfrm>
            <a:off x="336004" y="1592921"/>
            <a:ext cx="7553833" cy="1648341"/>
          </a:xfrm>
          <a:prstGeom prst="rect">
            <a:avLst/>
          </a:prstGeom>
        </p:spPr>
        <p:txBody>
          <a:bodyPr vert="horz" lIns="0" tIns="0" rIns="0" bIns="0" rtlCol="0" anchor="t">
            <a:noAutofit/>
          </a:bodyPr>
          <a:lstStyle>
            <a:lvl1pPr>
              <a:defRPr sz="4000">
                <a:solidFill>
                  <a:schemeClr val="tx1"/>
                </a:solidFill>
              </a:defRPr>
            </a:lvl1pPr>
          </a:lstStyle>
          <a:p>
            <a:r>
              <a:rPr lang="es-ES"/>
              <a:t>Haga clic para título separata de nivel 2</a:t>
            </a:r>
            <a:endParaRPr lang="en-US"/>
          </a:p>
        </p:txBody>
      </p:sp>
      <p:sp>
        <p:nvSpPr>
          <p:cNvPr id="12" name="Slide Number Placeholder 5">
            <a:extLst>
              <a:ext uri="{FF2B5EF4-FFF2-40B4-BE49-F238E27FC236}">
                <a16:creationId xmlns:a16="http://schemas.microsoft.com/office/drawing/2014/main" id="{010F3A02-B7CA-9E42-855B-3F51A0093AEE}"/>
              </a:ext>
            </a:extLst>
          </p:cNvPr>
          <p:cNvSpPr txBox="1">
            <a:spLocks/>
          </p:cNvSpPr>
          <p:nvPr userDrawn="1"/>
        </p:nvSpPr>
        <p:spPr>
          <a:xfrm>
            <a:off x="11472598" y="6501346"/>
            <a:ext cx="382853" cy="323687"/>
          </a:xfrm>
          <a:prstGeom prst="rect">
            <a:avLst/>
          </a:prstGeom>
        </p:spPr>
        <p:txBody>
          <a:bodyPr vert="horz" lIns="0" tIns="0" rIns="0" bIns="0" rtlCol="0" anchor="ctr"/>
          <a:lstStyle>
            <a:defPPr>
              <a:defRPr lang="es-ES"/>
            </a:defPPr>
            <a:lvl1pPr marL="0" algn="l" defTabSz="685800" rtl="0" eaLnBrk="1" latinLnBrk="0" hangingPunct="1">
              <a:defRPr sz="800" kern="1200">
                <a:solidFill>
                  <a:schemeClr val="bg1"/>
                </a:solidFill>
                <a:latin typeface="Soho Gothic Pro" panose="020B0503030504020204" pitchFamily="34" charset="77"/>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fld id="{A5078871-D93F-4D40-B540-DC74CFDF655C}" type="slidenum">
              <a:rPr lang="es-ES" sz="1066" smtClean="0">
                <a:solidFill>
                  <a:schemeClr val="bg1"/>
                </a:solidFill>
              </a:rPr>
              <a:pPr algn="r"/>
              <a:t>‹Nº›</a:t>
            </a:fld>
            <a:endParaRPr lang="es-ES" sz="1066">
              <a:solidFill>
                <a:schemeClr val="bg1"/>
              </a:solidFill>
            </a:endParaRPr>
          </a:p>
        </p:txBody>
      </p:sp>
      <p:sp>
        <p:nvSpPr>
          <p:cNvPr id="11" name="Marcador de texto 2"/>
          <p:cNvSpPr>
            <a:spLocks noGrp="1"/>
          </p:cNvSpPr>
          <p:nvPr>
            <p:ph type="body" sz="quarter" idx="12" hasCustomPrompt="1"/>
          </p:nvPr>
        </p:nvSpPr>
        <p:spPr>
          <a:xfrm>
            <a:off x="336000" y="3770676"/>
            <a:ext cx="5760000" cy="2634888"/>
          </a:xfrm>
          <a:prstGeom prst="rect">
            <a:avLst/>
          </a:prstGeom>
        </p:spPr>
        <p:txBody>
          <a:bodyPr lIns="0" tIns="0" rIns="0" bIns="0"/>
          <a:lstStyle>
            <a:lvl1pPr marL="0" indent="0">
              <a:lnSpc>
                <a:spcPct val="100000"/>
              </a:lnSpc>
              <a:spcBef>
                <a:spcPts val="800"/>
              </a:spcBef>
              <a:buNone/>
              <a:defRPr sz="1600"/>
            </a:lvl1pPr>
            <a:lvl2pPr marL="456949" indent="0">
              <a:buNone/>
              <a:defRPr/>
            </a:lvl2pPr>
            <a:lvl3pPr marL="913897" indent="0">
              <a:buNone/>
              <a:defRPr/>
            </a:lvl3pPr>
            <a:lvl4pPr marL="1370846" indent="0">
              <a:buNone/>
              <a:defRPr/>
            </a:lvl4pPr>
            <a:lvl5pPr marL="1827794" indent="0">
              <a:buNone/>
              <a:defRPr/>
            </a:lvl5pPr>
          </a:lstStyle>
          <a:p>
            <a:pPr lvl="0"/>
            <a:r>
              <a:rPr lang="es-ES"/>
              <a:t>Editar el subtitulo</a:t>
            </a:r>
          </a:p>
          <a:p>
            <a:pPr lvl="0"/>
            <a:endParaRPr lang="es-ES"/>
          </a:p>
          <a:p>
            <a:pPr lvl="0"/>
            <a:endParaRPr lang="es-ES"/>
          </a:p>
        </p:txBody>
      </p:sp>
    </p:spTree>
    <p:extLst>
      <p:ext uri="{BB962C8B-B14F-4D97-AF65-F5344CB8AC3E}">
        <p14:creationId xmlns:p14="http://schemas.microsoft.com/office/powerpoint/2010/main" val="3026966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Limpia">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1"/>
            </p:custData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de think-cell" r:id="rId3" imgW="360" imgH="360" progId="TCLayout.ActiveDocument.1">
                  <p:embed/>
                </p:oleObj>
              </mc:Choice>
              <mc:Fallback>
                <p:oleObj name="Diapositiva de think-cell" r:id="rId3" imgW="360" imgH="360" progId="TCLayout.ActiveDocument.1">
                  <p:embed/>
                  <p:pic>
                    <p:nvPicPr>
                      <p:cNvPr id="2" name="Objeto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2 Marcador de número de diapositiva">
            <a:extLst>
              <a:ext uri="{FF2B5EF4-FFF2-40B4-BE49-F238E27FC236}">
                <a16:creationId xmlns:a16="http://schemas.microsoft.com/office/drawing/2014/main" id="{AA6513BB-D6AE-F081-AF26-A6FC79408F2F}"/>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latin typeface="+mn-lt"/>
                <a:ea typeface="+mn-ea"/>
                <a:cs typeface="+mn-cs"/>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678469873"/>
      </p:ext>
    </p:extLst>
  </p:cSld>
  <p:clrMapOvr>
    <a:masterClrMapping/>
  </p:clrMapOvr>
  <p:transition spd="slow">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Rosa endoso">
    <p:spTree>
      <p:nvGrpSpPr>
        <p:cNvPr id="1" name=""/>
        <p:cNvGrpSpPr/>
        <p:nvPr/>
      </p:nvGrpSpPr>
      <p:grpSpPr>
        <a:xfrm>
          <a:off x="0" y="0"/>
          <a:ext cx="0" cy="0"/>
          <a:chOff x="0" y="0"/>
          <a:chExt cx="0" cy="0"/>
        </a:xfrm>
      </p:grpSpPr>
      <p:graphicFrame>
        <p:nvGraphicFramePr>
          <p:cNvPr id="3" name="Objeto 2" hidden="1"/>
          <p:cNvGraphicFramePr>
            <a:graphicFrameLocks noChangeAspect="1"/>
          </p:cNvGraphicFramePr>
          <p:nvPr userDrawn="1">
            <p:custDataLst>
              <p:tags r:id="rId1"/>
            </p:custDataLst>
          </p:nvPr>
        </p:nvGraphicFramePr>
        <p:xfrm>
          <a:off x="2118" y="2122"/>
          <a:ext cx="2117" cy="211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to 2" hidden="1"/>
                      <p:cNvPicPr/>
                      <p:nvPr/>
                    </p:nvPicPr>
                    <p:blipFill>
                      <a:blip r:embed="rId5"/>
                      <a:stretch>
                        <a:fillRect/>
                      </a:stretch>
                    </p:blipFill>
                    <p:spPr>
                      <a:xfrm>
                        <a:off x="2118" y="2122"/>
                        <a:ext cx="2117" cy="2117"/>
                      </a:xfrm>
                      <a:prstGeom prst="rect">
                        <a:avLst/>
                      </a:prstGeom>
                    </p:spPr>
                  </p:pic>
                </p:oleObj>
              </mc:Fallback>
            </mc:AlternateContent>
          </a:graphicData>
        </a:graphic>
      </p:graphicFrame>
      <p:sp>
        <p:nvSpPr>
          <p:cNvPr id="2" name="Rectángulo 1" hidden="1"/>
          <p:cNvSpPr/>
          <p:nvPr userDrawn="1">
            <p:custDataLst>
              <p:tags r:id="rId2"/>
            </p:custDataLst>
          </p:nvPr>
        </p:nvSpPr>
        <p:spPr>
          <a:xfrm>
            <a:off x="0" y="3"/>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s-ES" sz="2665">
              <a:solidFill>
                <a:srgbClr val="FFFFFF"/>
              </a:solidFill>
              <a:latin typeface="Playfair Display" panose="00000500000000000000" pitchFamily="2" charset="0"/>
              <a:sym typeface="Playfair Display" panose="00000500000000000000" pitchFamily="2" charset="0"/>
            </a:endParaRPr>
          </a:p>
        </p:txBody>
      </p:sp>
      <p:sp>
        <p:nvSpPr>
          <p:cNvPr id="8" name="Title Placeholder 1">
            <a:extLst>
              <a:ext uri="{FF2B5EF4-FFF2-40B4-BE49-F238E27FC236}">
                <a16:creationId xmlns:a16="http://schemas.microsoft.com/office/drawing/2014/main" id="{7EA230A8-2396-C04E-BA7D-6A765043E110}"/>
              </a:ext>
            </a:extLst>
          </p:cNvPr>
          <p:cNvSpPr>
            <a:spLocks noGrp="1"/>
          </p:cNvSpPr>
          <p:nvPr>
            <p:ph type="title" hasCustomPrompt="1"/>
          </p:nvPr>
        </p:nvSpPr>
        <p:spPr>
          <a:xfrm>
            <a:off x="336001" y="649097"/>
            <a:ext cx="11519451" cy="919343"/>
          </a:xfrm>
          <a:prstGeom prst="rect">
            <a:avLst/>
          </a:prstGeom>
        </p:spPr>
        <p:txBody>
          <a:bodyPr vert="horz" lIns="0" tIns="0" rIns="0" bIns="0" rtlCol="0" anchor="t">
            <a:noAutofit/>
          </a:bodyPr>
          <a:lstStyle>
            <a:lvl1pPr>
              <a:defRPr sz="2400"/>
            </a:lvl1pPr>
          </a:lstStyle>
          <a:p>
            <a:r>
              <a:rPr lang="es-ES"/>
              <a:t>Haga clic para modificar el título de esta página, cuentas con dos líneas para títulos extensos</a:t>
            </a:r>
            <a:endParaRPr lang="en-US"/>
          </a:p>
        </p:txBody>
      </p:sp>
      <p:sp>
        <p:nvSpPr>
          <p:cNvPr id="9" name="12 Marcador de texto"/>
          <p:cNvSpPr>
            <a:spLocks noGrp="1"/>
          </p:cNvSpPr>
          <p:nvPr>
            <p:ph type="body" sz="quarter" idx="13"/>
          </p:nvPr>
        </p:nvSpPr>
        <p:spPr>
          <a:xfrm>
            <a:off x="336001" y="357000"/>
            <a:ext cx="11519451" cy="251520"/>
          </a:xfrm>
          <a:prstGeom prst="rect">
            <a:avLst/>
          </a:prstGeom>
        </p:spPr>
        <p:txBody>
          <a:bodyPr lIns="0" anchor="t" anchorCtr="0">
            <a:noAutofit/>
          </a:bodyPr>
          <a:lstStyle>
            <a:lvl1pPr marL="0" indent="0">
              <a:buNone/>
              <a:defRPr kumimoji="0" lang="es-ES" sz="1000" b="0" i="0" u="none" strike="noStrike" kern="1200" cap="none" spc="0" normalizeH="0" baseline="0" dirty="0" smtClean="0">
                <a:ln>
                  <a:noFill/>
                </a:ln>
                <a:solidFill>
                  <a:srgbClr val="1A3B47"/>
                </a:solidFill>
                <a:effectLst/>
                <a:uLnTx/>
                <a:uFillTx/>
                <a:latin typeface="Soho Gothic Pro" panose="020B0503030504020204" pitchFamily="34" charset="0"/>
                <a:ea typeface="+mn-ea"/>
                <a:cs typeface="Soho Gothic Pro" panose="020B0503030504020204" pitchFamily="34" charset="0"/>
              </a:defRPr>
            </a:lvl1pPr>
            <a:lvl2pPr>
              <a:buNone/>
              <a:defRPr/>
            </a:lvl2pPr>
            <a:lvl3pPr>
              <a:buNone/>
              <a:defRPr/>
            </a:lvl3pPr>
            <a:lvl4pPr>
              <a:buNone/>
              <a:defRPr/>
            </a:lvl4pPr>
            <a:lvl5pPr>
              <a:buNone/>
              <a:defRPr/>
            </a:lvl5pPr>
          </a:lstStyle>
          <a:p>
            <a:pPr marL="0" marR="0" lvl="0" indent="0" algn="just" defTabSz="1124797" rtl="0" eaLnBrk="1" fontAlgn="auto" latinLnBrk="0" hangingPunct="1">
              <a:lnSpc>
                <a:spcPct val="100000"/>
              </a:lnSpc>
              <a:spcBef>
                <a:spcPct val="20000"/>
              </a:spcBef>
              <a:spcAft>
                <a:spcPts val="0"/>
              </a:spcAft>
              <a:buClr>
                <a:srgbClr val="3D3935">
                  <a:lumMod val="75000"/>
                </a:srgbClr>
              </a:buClr>
              <a:buSzTx/>
              <a:buFont typeface="Arial" pitchFamily="34" charset="0"/>
              <a:buNone/>
              <a:tabLst/>
              <a:defRPr/>
            </a:pPr>
            <a:r>
              <a:rPr lang="es-ES"/>
              <a:t>Editar el estilo de texto del patrón</a:t>
            </a:r>
          </a:p>
        </p:txBody>
      </p:sp>
    </p:spTree>
    <p:extLst>
      <p:ext uri="{BB962C8B-B14F-4D97-AF65-F5344CB8AC3E}">
        <p14:creationId xmlns:p14="http://schemas.microsoft.com/office/powerpoint/2010/main" val="41172593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CONTENIDO - Texto - Blanco">
    <p:bg>
      <p:bgPr>
        <a:solidFill>
          <a:schemeClr val="tx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3350FDA-AE9B-DC70-2E51-21F8367B745A}"/>
              </a:ext>
            </a:extLst>
          </p:cNvPr>
          <p:cNvGraphicFramePr>
            <a:graphicFrameLocks noChangeAspect="1"/>
          </p:cNvGraphicFramePr>
          <p:nvPr userDrawn="1">
            <p:custDataLst>
              <p:tags r:id="rId1"/>
            </p:custDataLst>
            <p:extLst>
              <p:ext uri="{D42A27DB-BD31-4B8C-83A1-F6EECF244321}">
                <p14:modId xmlns:p14="http://schemas.microsoft.com/office/powerpoint/2010/main" val="3410232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4" name="think-cell data - do not delete" hidden="1">
                        <a:extLst>
                          <a:ext uri="{FF2B5EF4-FFF2-40B4-BE49-F238E27FC236}">
                            <a16:creationId xmlns:a16="http://schemas.microsoft.com/office/drawing/2014/main" id="{A3350FDA-AE9B-DC70-2E51-21F8367B745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p:cNvSpPr>
            <a:spLocks noGrp="1"/>
          </p:cNvSpPr>
          <p:nvPr>
            <p:ph type="title" hasCustomPrompt="1"/>
          </p:nvPr>
        </p:nvSpPr>
        <p:spPr>
          <a:xfrm>
            <a:off x="335360" y="549274"/>
            <a:ext cx="11521678" cy="675163"/>
          </a:xfrm>
        </p:spPr>
        <p:txBody>
          <a:bodyPr vert="horz"/>
          <a:lstStyle>
            <a:lvl1pPr rtl="0">
              <a:defRPr sz="2400">
                <a:solidFill>
                  <a:schemeClr val="bg1"/>
                </a:solidFill>
              </a:defRPr>
            </a:lvl1pPr>
          </a:lstStyle>
          <a:p>
            <a:r>
              <a:rPr lang="es-ES"/>
              <a:t>Título estándar para diapositiva base</a:t>
            </a:r>
          </a:p>
        </p:txBody>
      </p:sp>
      <p:sp>
        <p:nvSpPr>
          <p:cNvPr id="8"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53888"/>
          </a:xfrm>
          <a:prstGeom prst="rect">
            <a:avLst/>
          </a:prstGeom>
        </p:spPr>
        <p:txBody>
          <a:bodyPr lIns="0" tIns="0" rIns="0" bIns="0">
            <a:spAutoFit/>
          </a:bodyPr>
          <a:lstStyle>
            <a:lvl1pPr marL="0" indent="0" rtl="0">
              <a:buNone/>
              <a:defRPr sz="1000" cap="all" baseline="0">
                <a:solidFill>
                  <a:schemeClr val="bg1"/>
                </a:solidFill>
              </a:defRPr>
            </a:lvl1pPr>
          </a:lstStyle>
          <a:p>
            <a:pPr lvl="0"/>
            <a:r>
              <a:rPr lang="es-ES" noProof="1"/>
              <a:t>ANTETÍTULO DE DIAPOSITIVA</a:t>
            </a:r>
          </a:p>
        </p:txBody>
      </p:sp>
      <p:sp>
        <p:nvSpPr>
          <p:cNvPr id="5" name="Marcador de pie de página 4">
            <a:extLst>
              <a:ext uri="{FF2B5EF4-FFF2-40B4-BE49-F238E27FC236}">
                <a16:creationId xmlns:a16="http://schemas.microsoft.com/office/drawing/2014/main" id="{87E3C682-20E6-E793-4BAF-D71FEF6BE09A}"/>
              </a:ext>
            </a:extLst>
          </p:cNvPr>
          <p:cNvSpPr>
            <a:spLocks noGrp="1"/>
          </p:cNvSpPr>
          <p:nvPr>
            <p:ph type="ftr" sz="quarter" idx="17"/>
          </p:nvPr>
        </p:nvSpPr>
        <p:spPr>
          <a:xfrm>
            <a:off x="334962" y="6523038"/>
            <a:ext cx="5051425" cy="123111"/>
          </a:xfrm>
        </p:spPr>
        <p:txBody>
          <a:bodyPr/>
          <a:lstStyle>
            <a:lvl1pPr rtl="0">
              <a:defRPr>
                <a:solidFill>
                  <a:schemeClr val="bg1"/>
                </a:solidFill>
              </a:defRPr>
            </a:lvl1pPr>
          </a:lstStyle>
          <a:p>
            <a:r>
              <a:rPr lang="es-ES"/>
              <a:t>MINSAIT • Diagnostico, diseño </a:t>
            </a:r>
            <a:r>
              <a:rPr lang="es-ES" err="1"/>
              <a:t>To</a:t>
            </a:r>
            <a:r>
              <a:rPr lang="es-ES"/>
              <a:t>-be y Gobierno del proceso de alta de Productos</a:t>
            </a:r>
          </a:p>
        </p:txBody>
      </p:sp>
      <p:sp>
        <p:nvSpPr>
          <p:cNvPr id="6" name="Marcador de número de diapositiva 5">
            <a:extLst>
              <a:ext uri="{FF2B5EF4-FFF2-40B4-BE49-F238E27FC236}">
                <a16:creationId xmlns:a16="http://schemas.microsoft.com/office/drawing/2014/main" id="{83130E81-8022-B08B-2574-CDF53A874991}"/>
              </a:ext>
            </a:extLst>
          </p:cNvPr>
          <p:cNvSpPr>
            <a:spLocks noGrp="1"/>
          </p:cNvSpPr>
          <p:nvPr>
            <p:ph type="sldNum" sz="quarter" idx="18"/>
          </p:nvPr>
        </p:nvSpPr>
        <p:spPr/>
        <p:txBody>
          <a:bodyPr/>
          <a:lstStyle>
            <a:lvl1pPr rtl="0">
              <a:defRPr>
                <a:solidFill>
                  <a:schemeClr val="bg1"/>
                </a:solidFill>
              </a:defRPr>
            </a:lvl1pPr>
          </a:lstStyle>
          <a:p>
            <a:fld id="{62BDF71B-C47C-4195-98C2-A4F5335C27F9}" type="slidenum">
              <a:rPr lang="es-ES" smtClean="0"/>
              <a:pPr/>
              <a:t>‹Nº›</a:t>
            </a:fld>
            <a:endParaRPr lang="es-ES"/>
          </a:p>
        </p:txBody>
      </p:sp>
      <p:sp>
        <p:nvSpPr>
          <p:cNvPr id="3" name="2 Marcador de número de diapositiva">
            <a:extLst>
              <a:ext uri="{FF2B5EF4-FFF2-40B4-BE49-F238E27FC236}">
                <a16:creationId xmlns:a16="http://schemas.microsoft.com/office/drawing/2014/main" id="{8A6B1F82-F714-5441-C464-CD5C33C0C3DD}"/>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bg1"/>
                </a:solidFill>
                <a:effectLst/>
                <a:uLnTx/>
                <a:uFillTx/>
                <a:latin typeface="+mn-lt"/>
                <a:ea typeface="+mn-ea"/>
                <a:cs typeface="+mn-cs"/>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24655375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o Legal">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B093FDF-691E-88B9-0C34-4D062D8BF98C}"/>
              </a:ext>
            </a:extLst>
          </p:cNvPr>
          <p:cNvGraphicFramePr>
            <a:graphicFrameLocks noChangeAspect="1"/>
          </p:cNvGraphicFramePr>
          <p:nvPr userDrawn="1">
            <p:custDataLst>
              <p:tags r:id="rId1"/>
            </p:custDataLst>
            <p:extLst>
              <p:ext uri="{D42A27DB-BD31-4B8C-83A1-F6EECF244321}">
                <p14:modId xmlns:p14="http://schemas.microsoft.com/office/powerpoint/2010/main" val="4723694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25" imgH="425" progId="TCLayout.ActiveDocument.1">
                  <p:embed/>
                </p:oleObj>
              </mc:Choice>
              <mc:Fallback>
                <p:oleObj name="Diapositiva de think-cell" r:id="rId3" imgW="425" imgH="425" progId="TCLayout.ActiveDocument.1">
                  <p:embed/>
                  <p:pic>
                    <p:nvPicPr>
                      <p:cNvPr id="3" name="think-cell data - do not delete" hidden="1">
                        <a:extLst>
                          <a:ext uri="{FF2B5EF4-FFF2-40B4-BE49-F238E27FC236}">
                            <a16:creationId xmlns:a16="http://schemas.microsoft.com/office/drawing/2014/main" id="{6B093FDF-691E-88B9-0C34-4D062D8BF98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CuadroTexto 10"/>
          <p:cNvSpPr txBox="1"/>
          <p:nvPr userDrawn="1"/>
        </p:nvSpPr>
        <p:spPr>
          <a:xfrm>
            <a:off x="754489" y="2363047"/>
            <a:ext cx="10683023" cy="3337560"/>
          </a:xfrm>
          <a:prstGeom prst="rect">
            <a:avLst/>
          </a:prstGeom>
        </p:spPr>
        <p:txBody>
          <a:bodyPr vert="horz" wrap="square" lIns="0" tIns="7312" rIns="0" bIns="0" numCol="2" spcCol="360000" rtlCol="0">
            <a:noAutofit/>
          </a:bodyPr>
          <a:lstStyle/>
          <a:p>
            <a:pPr marL="7696" algn="l">
              <a:lnSpc>
                <a:spcPct val="110000"/>
              </a:lnSpc>
              <a:spcBef>
                <a:spcPts val="0"/>
              </a:spcBef>
              <a:spcAft>
                <a:spcPts val="1300"/>
              </a:spcAft>
            </a:pPr>
            <a:r>
              <a:rPr lang="es-ES" sz="1800">
                <a:solidFill>
                  <a:srgbClr val="777775"/>
                </a:solidFill>
                <a:latin typeface="ForFuture Sans" panose="020B0504020203020204" pitchFamily="34" charset="0"/>
                <a:sym typeface="ForFuture Sans" panose="020B0504020203020204" pitchFamily="34" charset="0"/>
              </a:rPr>
              <a:t>Aviso de confidencialidad</a:t>
            </a:r>
          </a:p>
          <a:p>
            <a:pPr marL="7696" algn="l">
              <a:lnSpc>
                <a:spcPct val="110000"/>
              </a:lnSpc>
              <a:spcBef>
                <a:spcPts val="0"/>
              </a:spcBef>
              <a:spcAft>
                <a:spcPts val="1300"/>
              </a:spcAft>
            </a:pPr>
            <a:br>
              <a:rPr lang="es-ES" sz="1800">
                <a:latin typeface="ForFuture Sans" panose="020B0504020203020204" pitchFamily="34" charset="0"/>
                <a:sym typeface="ForFuture Sans" panose="020B0504020203020204" pitchFamily="34" charset="0"/>
              </a:rPr>
            </a:br>
            <a:r>
              <a:rPr lang="es-ES" sz="1100">
                <a:solidFill>
                  <a:srgbClr val="5A5A5A"/>
                </a:solidFill>
                <a:latin typeface="ForFuture Sans" panose="020B0504020203020204" pitchFamily="34" charset="0"/>
                <a:cs typeface="Trebuchet MS"/>
                <a:sym typeface="ForFuture Sans" panose="020B0504020203020204" pitchFamily="34" charset="0"/>
              </a:rPr>
              <a:t>La información comprendida en esta presentación es confidencial y pertenece a Minsait, </a:t>
            </a:r>
            <a:r>
              <a:rPr lang="es-ES" sz="1100" i="1">
                <a:solidFill>
                  <a:srgbClr val="5A5A5A"/>
                </a:solidFill>
                <a:latin typeface="ForFuture Sans" panose="020B0504020203020204" pitchFamily="34" charset="0"/>
                <a:cs typeface="Trebuchet MS"/>
                <a:sym typeface="ForFuture Sans" panose="020B0504020203020204" pitchFamily="34" charset="0"/>
              </a:rPr>
              <a:t>an Indra Company</a:t>
            </a:r>
            <a:r>
              <a:rPr lang="es-ES" sz="1100">
                <a:solidFill>
                  <a:srgbClr val="5A5A5A"/>
                </a:solidFill>
                <a:latin typeface="ForFuture Sans" panose="020B0504020203020204" pitchFamily="34" charset="0"/>
                <a:cs typeface="Trebuchet MS"/>
                <a:sym typeface="ForFuture Sans" panose="020B0504020203020204" pitchFamily="34" charset="0"/>
              </a:rPr>
              <a:t>. </a:t>
            </a:r>
          </a:p>
          <a:p>
            <a:pPr marL="7696" algn="l">
              <a:lnSpc>
                <a:spcPct val="110000"/>
              </a:lnSpc>
              <a:spcBef>
                <a:spcPts val="0"/>
              </a:spcBef>
              <a:spcAft>
                <a:spcPts val="1300"/>
              </a:spcAft>
            </a:pPr>
            <a:r>
              <a:rPr lang="es-ES" sz="1100">
                <a:solidFill>
                  <a:srgbClr val="5A5A5A"/>
                </a:solidFill>
                <a:latin typeface="ForFuture Sans" panose="020B0504020203020204" pitchFamily="34" charset="0"/>
                <a:cs typeface="Trebuchet MS"/>
                <a:sym typeface="ForFuture Sans" panose="020B0504020203020204" pitchFamily="34" charset="0"/>
              </a:rPr>
              <a:t>Cualquier forma de divulgación, reproducción, copia o distribución total o parcial de la misma, queda prohibida, no pudiendo ser utilizado su contenido para otros fines sin la autorización expresa de Minsait, </a:t>
            </a:r>
            <a:r>
              <a:rPr lang="es-ES" sz="1100" i="1">
                <a:solidFill>
                  <a:srgbClr val="5A5A5A"/>
                </a:solidFill>
                <a:latin typeface="ForFuture Sans" panose="020B0504020203020204" pitchFamily="34" charset="0"/>
                <a:cs typeface="Trebuchet MS"/>
                <a:sym typeface="ForFuture Sans" panose="020B0504020203020204" pitchFamily="34" charset="0"/>
              </a:rPr>
              <a:t>an Indra Company</a:t>
            </a:r>
            <a:r>
              <a:rPr lang="es-ES" sz="1100">
                <a:solidFill>
                  <a:srgbClr val="5A5A5A"/>
                </a:solidFill>
                <a:latin typeface="ForFuture Sans" panose="020B0504020203020204" pitchFamily="34" charset="0"/>
                <a:cs typeface="Trebuchet MS"/>
                <a:sym typeface="ForFuture Sans" panose="020B0504020203020204" pitchFamily="34" charset="0"/>
              </a:rPr>
              <a:t>.</a:t>
            </a:r>
          </a:p>
        </p:txBody>
      </p:sp>
      <p:cxnSp>
        <p:nvCxnSpPr>
          <p:cNvPr id="16" name="Straight Connector 1">
            <a:extLst>
              <a:ext uri="{FF2B5EF4-FFF2-40B4-BE49-F238E27FC236}">
                <a16:creationId xmlns:a16="http://schemas.microsoft.com/office/drawing/2014/main" id="{2614D5A6-CCD6-5B77-B55E-0710DBBE919E}"/>
              </a:ext>
            </a:extLst>
          </p:cNvPr>
          <p:cNvCxnSpPr>
            <a:cxnSpLocks/>
          </p:cNvCxnSpPr>
          <p:nvPr userDrawn="1"/>
        </p:nvCxnSpPr>
        <p:spPr>
          <a:xfrm flipH="1">
            <a:off x="2" y="6237288"/>
            <a:ext cx="6095998"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Marcador de texto 23"/>
          <p:cNvSpPr>
            <a:spLocks noGrp="1"/>
          </p:cNvSpPr>
          <p:nvPr>
            <p:ph type="body" sz="quarter" idx="10" hasCustomPrompt="1"/>
          </p:nvPr>
        </p:nvSpPr>
        <p:spPr>
          <a:xfrm>
            <a:off x="7384415" y="5472141"/>
            <a:ext cx="121920" cy="169277"/>
          </a:xfrm>
          <a:prstGeom prst="rect">
            <a:avLst/>
          </a:prstGeom>
        </p:spPr>
        <p:txBody>
          <a:bodyPr wrap="square" lIns="0" tIns="0" rIns="0" bIns="0">
            <a:spAutoFit/>
          </a:bodyPr>
          <a:lstStyle>
            <a:lvl1pPr marL="0" indent="0">
              <a:buNone/>
              <a:defRPr sz="1100">
                <a:solidFill>
                  <a:srgbClr val="5A5A5A"/>
                </a:solidFill>
                <a:latin typeface="ForFuture Sans" panose="020B0504020203020204" pitchFamily="34" charset="0"/>
                <a:sym typeface="ForFuture Sans" panose="020B0504020203020204" pitchFamily="34" charset="0"/>
              </a:defRPr>
            </a:lvl1pPr>
            <a:lvl2pPr marL="354013" indent="0">
              <a:buNone/>
              <a:defRPr sz="1400"/>
            </a:lvl2pPr>
            <a:lvl3pPr marL="719137" indent="0">
              <a:buNone/>
              <a:defRPr sz="1200"/>
            </a:lvl3pPr>
            <a:lvl4pPr marL="1073150" indent="0">
              <a:buNone/>
              <a:defRPr sz="1100"/>
            </a:lvl4pPr>
            <a:lvl5pPr marL="1436688" indent="0">
              <a:buNone/>
              <a:defRPr sz="1100"/>
            </a:lvl5pPr>
          </a:lstStyle>
          <a:p>
            <a:pPr lvl="0"/>
            <a:r>
              <a:rPr lang="es-ES"/>
              <a:t>x</a:t>
            </a:r>
          </a:p>
        </p:txBody>
      </p:sp>
      <p:sp>
        <p:nvSpPr>
          <p:cNvPr id="27" name="Marcador de texto 23"/>
          <p:cNvSpPr>
            <a:spLocks noGrp="1"/>
          </p:cNvSpPr>
          <p:nvPr>
            <p:ph type="body" sz="quarter" idx="11" hasCustomPrompt="1"/>
          </p:nvPr>
        </p:nvSpPr>
        <p:spPr>
          <a:xfrm>
            <a:off x="7384415" y="5773315"/>
            <a:ext cx="2506346" cy="338554"/>
          </a:xfrm>
          <a:prstGeom prst="rect">
            <a:avLst/>
          </a:prstGeom>
        </p:spPr>
        <p:txBody>
          <a:bodyPr wrap="square" lIns="0" tIns="0" rIns="0" bIns="0">
            <a:spAutoFit/>
          </a:bodyPr>
          <a:lstStyle>
            <a:lvl1pPr marL="0" indent="0">
              <a:buNone/>
              <a:defRPr sz="1100" baseline="0">
                <a:solidFill>
                  <a:schemeClr val="tx1"/>
                </a:solidFill>
                <a:latin typeface="ForFuture Sans" panose="020B0504020203020204" pitchFamily="34" charset="0"/>
                <a:sym typeface="ForFuture Sans" panose="020B0504020203020204" pitchFamily="34" charset="0"/>
              </a:defRPr>
            </a:lvl1pPr>
            <a:lvl2pPr marL="354013" indent="0">
              <a:buNone/>
              <a:defRPr sz="1400"/>
            </a:lvl2pPr>
            <a:lvl3pPr marL="719137" indent="0">
              <a:buNone/>
              <a:defRPr sz="1200"/>
            </a:lvl3pPr>
            <a:lvl4pPr marL="1073150" indent="0">
              <a:buNone/>
              <a:defRPr sz="1100"/>
            </a:lvl4pPr>
            <a:lvl5pPr marL="1436688" indent="0">
              <a:buNone/>
              <a:defRPr sz="1100"/>
            </a:lvl5pPr>
          </a:lstStyle>
          <a:p>
            <a:pPr lvl="0"/>
            <a:r>
              <a:rPr lang="es-ES"/>
              <a:t>x: Añade el año en curso correspondiente y borra esta leyenda</a:t>
            </a:r>
          </a:p>
        </p:txBody>
      </p:sp>
      <p:grpSp>
        <p:nvGrpSpPr>
          <p:cNvPr id="12" name="Group 4">
            <a:extLst>
              <a:ext uri="{FF2B5EF4-FFF2-40B4-BE49-F238E27FC236}">
                <a16:creationId xmlns:a16="http://schemas.microsoft.com/office/drawing/2014/main" id="{7C9E8E8B-0094-3AEF-626F-7EA31FA4408B}"/>
              </a:ext>
            </a:extLst>
          </p:cNvPr>
          <p:cNvGrpSpPr>
            <a:grpSpLocks noChangeAspect="1"/>
          </p:cNvGrpSpPr>
          <p:nvPr userDrawn="1"/>
        </p:nvGrpSpPr>
        <p:grpSpPr bwMode="auto">
          <a:xfrm>
            <a:off x="336550" y="334963"/>
            <a:ext cx="2229141" cy="212400"/>
            <a:chOff x="680" y="1856"/>
            <a:chExt cx="6318" cy="602"/>
          </a:xfrm>
          <a:solidFill>
            <a:srgbClr val="4F062A"/>
          </a:solidFill>
        </p:grpSpPr>
        <p:sp>
          <p:nvSpPr>
            <p:cNvPr id="13" name="Freeform 6">
              <a:extLst>
                <a:ext uri="{FF2B5EF4-FFF2-40B4-BE49-F238E27FC236}">
                  <a16:creationId xmlns:a16="http://schemas.microsoft.com/office/drawing/2014/main" id="{879FE7FD-06C8-241A-9CBD-221E095362F0}"/>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FFFFFF"/>
                </a:solidFill>
                <a:effectLst/>
                <a:uLnTx/>
                <a:uFillTx/>
              </a:endParaRPr>
            </a:p>
          </p:txBody>
        </p:sp>
        <p:sp>
          <p:nvSpPr>
            <p:cNvPr id="14" name="Freeform 7">
              <a:extLst>
                <a:ext uri="{FF2B5EF4-FFF2-40B4-BE49-F238E27FC236}">
                  <a16:creationId xmlns:a16="http://schemas.microsoft.com/office/drawing/2014/main" id="{8CDEB5CA-1924-37F0-867A-DFA936EFE486}"/>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FFFFFF"/>
                </a:solidFill>
                <a:effectLst/>
                <a:uLnTx/>
                <a:uFillTx/>
              </a:endParaRPr>
            </a:p>
          </p:txBody>
        </p:sp>
        <p:sp>
          <p:nvSpPr>
            <p:cNvPr id="15" name="Freeform 8">
              <a:extLst>
                <a:ext uri="{FF2B5EF4-FFF2-40B4-BE49-F238E27FC236}">
                  <a16:creationId xmlns:a16="http://schemas.microsoft.com/office/drawing/2014/main" id="{4BB68477-DA78-EA73-2475-EC8726479D34}"/>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srgbClr val="FFFFFF"/>
                </a:solidFill>
                <a:effectLst/>
                <a:uLnTx/>
                <a:uFillTx/>
              </a:endParaRPr>
            </a:p>
          </p:txBody>
        </p:sp>
      </p:grpSp>
    </p:spTree>
    <p:extLst>
      <p:ext uri="{BB962C8B-B14F-4D97-AF65-F5344CB8AC3E}">
        <p14:creationId xmlns:p14="http://schemas.microsoft.com/office/powerpoint/2010/main" val="719902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lide Base - Gris Cerámica">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528CB88-0D90-F2BF-6270-3B79B80F0093}"/>
              </a:ext>
            </a:extLst>
          </p:cNvPr>
          <p:cNvGraphicFramePr>
            <a:graphicFrameLocks noChangeAspect="1"/>
          </p:cNvGraphicFramePr>
          <p:nvPr userDrawn="1">
            <p:custDataLst>
              <p:tags r:id="rId1"/>
            </p:custDataLst>
            <p:extLst>
              <p:ext uri="{D42A27DB-BD31-4B8C-83A1-F6EECF244321}">
                <p14:modId xmlns:p14="http://schemas.microsoft.com/office/powerpoint/2010/main" val="3869246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60" imgH="360" progId="TCLayout.ActiveDocument.1">
                  <p:embed/>
                </p:oleObj>
              </mc:Choice>
              <mc:Fallback>
                <p:oleObj name="Diapositiva de think-cell" r:id="rId3" imgW="360" imgH="360" progId="TCLayout.ActiveDocument.1">
                  <p:embed/>
                  <p:pic>
                    <p:nvPicPr>
                      <p:cNvPr id="5" name="think-cell data - do not delete" hidden="1">
                        <a:extLst>
                          <a:ext uri="{FF2B5EF4-FFF2-40B4-BE49-F238E27FC236}">
                            <a16:creationId xmlns:a16="http://schemas.microsoft.com/office/drawing/2014/main" id="{5528CB88-0D90-F2BF-6270-3B79B80F00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p:cNvSpPr>
            <a:spLocks noGrp="1"/>
          </p:cNvSpPr>
          <p:nvPr>
            <p:ph type="title" hasCustomPrompt="1"/>
          </p:nvPr>
        </p:nvSpPr>
        <p:spPr>
          <a:xfrm>
            <a:off x="335360" y="548680"/>
            <a:ext cx="11521678" cy="873124"/>
          </a:xfrm>
        </p:spPr>
        <p:txBody>
          <a:bodyPr vert="horz"/>
          <a:lstStyle>
            <a:lvl1pPr rtl="0">
              <a:defRPr sz="2400"/>
            </a:lvl1pPr>
          </a:lstStyle>
          <a:p>
            <a:r>
              <a:rPr lang="es-ES"/>
              <a:t>Título estándar para diapositiva base</a:t>
            </a:r>
          </a:p>
        </p:txBody>
      </p:sp>
      <p:sp>
        <p:nvSpPr>
          <p:cNvPr id="3" name="Marcador de pie de página 2"/>
          <p:cNvSpPr>
            <a:spLocks noGrp="1"/>
          </p:cNvSpPr>
          <p:nvPr>
            <p:ph type="ftr" sz="quarter" idx="10"/>
          </p:nvPr>
        </p:nvSpPr>
        <p:spPr/>
        <p:txBody>
          <a:bodyPr/>
          <a:lstStyle>
            <a:lvl1pPr rtl="0">
              <a:defRPr/>
            </a:lvl1pPr>
          </a:lstStyle>
          <a:p>
            <a:r>
              <a:rPr lang="es-ES"/>
              <a:t>MINSAIT • Nombre del documento • dd/mm/aaaa</a:t>
            </a:r>
          </a:p>
        </p:txBody>
      </p:sp>
      <p:sp>
        <p:nvSpPr>
          <p:cNvPr id="9" name="Text Placeholder 12">
            <a:extLst>
              <a:ext uri="{FF2B5EF4-FFF2-40B4-BE49-F238E27FC236}">
                <a16:creationId xmlns:a16="http://schemas.microsoft.com/office/drawing/2014/main" id="{760FFBBE-ADBD-0E1A-7872-BCD0D7AE3CF7}"/>
              </a:ext>
            </a:extLst>
          </p:cNvPr>
          <p:cNvSpPr>
            <a:spLocks noGrp="1"/>
          </p:cNvSpPr>
          <p:nvPr>
            <p:ph type="body" sz="quarter" idx="16" hasCustomPrompt="1"/>
          </p:nvPr>
        </p:nvSpPr>
        <p:spPr>
          <a:xfrm>
            <a:off x="335360" y="323548"/>
            <a:ext cx="11521678" cy="159018"/>
          </a:xfrm>
          <a:prstGeom prst="rect">
            <a:avLst/>
          </a:prstGeom>
        </p:spPr>
        <p:txBody>
          <a:bodyPr lIns="0" tIns="0" rIns="0" bIns="0">
            <a:spAutoFit/>
          </a:bodyPr>
          <a:lstStyle>
            <a:lvl1pPr marL="0" indent="0" rtl="0">
              <a:buNone/>
              <a:defRPr sz="1000" cap="all" baseline="0">
                <a:solidFill>
                  <a:schemeClr val="tx1"/>
                </a:solidFill>
              </a:defRPr>
            </a:lvl1pPr>
          </a:lstStyle>
          <a:p>
            <a:pPr lvl="0"/>
            <a:r>
              <a:rPr lang="es-ES" noProof="1"/>
              <a:t>ANTETÍTULO DE DIAPOSITIVA</a:t>
            </a:r>
          </a:p>
        </p:txBody>
      </p:sp>
      <p:sp>
        <p:nvSpPr>
          <p:cNvPr id="10" name="2 Marcador de número de diapositiva">
            <a:extLst>
              <a:ext uri="{FF2B5EF4-FFF2-40B4-BE49-F238E27FC236}">
                <a16:creationId xmlns:a16="http://schemas.microsoft.com/office/drawing/2014/main" id="{DC0E35EF-F626-C338-B5AD-392DB1A015B6}"/>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A7CEF99-55C6-4480-A94C-7A7D18CCB18B}" type="slidenum">
              <a:rPr kumimoji="0" lang="es-ES" sz="800" b="0" i="0" u="none" strike="noStrike" kern="0" cap="none" spc="0" normalizeH="0" baseline="0" noProof="1" smtClean="0">
                <a:ln>
                  <a:noFill/>
                </a:ln>
                <a:solidFill>
                  <a:schemeClr val="tx1"/>
                </a:solidFill>
                <a:effectLst/>
                <a:uLnTx/>
                <a:uFillTx/>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s-ES" sz="800" b="0" i="0" u="none" strike="noStrike" kern="0" cap="none" spc="0" normalizeH="0" baseline="0" noProof="1">
              <a:ln>
                <a:noFill/>
              </a:ln>
              <a:solidFill>
                <a:schemeClr val="tx1"/>
              </a:solidFill>
              <a:effectLst/>
              <a:uLnTx/>
              <a:uFillTx/>
            </a:endParaRPr>
          </a:p>
        </p:txBody>
      </p:sp>
    </p:spTree>
    <p:extLst>
      <p:ext uri="{BB962C8B-B14F-4D97-AF65-F5344CB8AC3E}">
        <p14:creationId xmlns:p14="http://schemas.microsoft.com/office/powerpoint/2010/main" val="312469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image" Target="../media/image1.emf"/><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tags" Target="../tags/tag8.xml"/><Relationship Id="rId5" Type="http://schemas.openxmlformats.org/officeDocument/2006/relationships/slideLayout" Target="../slideLayouts/slideLayout10.xml"/><Relationship Id="rId10" Type="http://schemas.openxmlformats.org/officeDocument/2006/relationships/theme" Target="../theme/theme2.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slideLayout" Target="../slideLayouts/slideLayout17.xml"/><Relationship Id="rId7"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10" Type="http://schemas.openxmlformats.org/officeDocument/2006/relationships/image" Target="../media/image1.emf"/><Relationship Id="rId4" Type="http://schemas.openxmlformats.org/officeDocument/2006/relationships/slideLayout" Target="../slideLayouts/slideLayout18.xml"/><Relationship Id="rId9" Type="http://schemas.openxmlformats.org/officeDocument/2006/relationships/oleObject" Target="../embeddings/oleObject17.bin"/></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oleObject" Target="../embeddings/oleObject17.bin"/><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ags" Target="../tags/tag21.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4.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image" Target="../media/image1.emf"/></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image" Target="../media/image4.emf"/><Relationship Id="rId5" Type="http://schemas.openxmlformats.org/officeDocument/2006/relationships/oleObject" Target="../embeddings/oleObject21.bin"/><Relationship Id="rId4" Type="http://schemas.openxmlformats.org/officeDocument/2006/relationships/tags" Target="../tags/tag24.xml"/></Relationships>
</file>

<file path=ppt/slideMasters/_rels/slideMaster6.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heme" Target="../theme/theme6.xml"/><Relationship Id="rId1" Type="http://schemas.openxmlformats.org/officeDocument/2006/relationships/slideLayout" Target="../slideLayouts/slideLayout33.xml"/><Relationship Id="rId5" Type="http://schemas.openxmlformats.org/officeDocument/2006/relationships/image" Target="../media/image1.emf"/><Relationship Id="rId4" Type="http://schemas.openxmlformats.org/officeDocument/2006/relationships/oleObject" Target="../embeddings/oleObject23.bin"/></Relationships>
</file>

<file path=ppt/slideMasters/_rels/slideMaster7.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heme" Target="../theme/theme7.xml"/><Relationship Id="rId1" Type="http://schemas.openxmlformats.org/officeDocument/2006/relationships/slideLayout" Target="../slideLayouts/slideLayout34.xml"/><Relationship Id="rId5" Type="http://schemas.openxmlformats.org/officeDocument/2006/relationships/image" Target="../media/image1.emf"/><Relationship Id="rId4" Type="http://schemas.openxmlformats.org/officeDocument/2006/relationships/oleObject" Target="../embeddings/oleObject25.bin"/></Relationships>
</file>

<file path=ppt/slideMasters/_rels/slideMaster8.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heme" Target="../theme/theme8.xml"/><Relationship Id="rId1" Type="http://schemas.openxmlformats.org/officeDocument/2006/relationships/slideLayout" Target="../slideLayouts/slideLayout35.xml"/><Relationship Id="rId5" Type="http://schemas.openxmlformats.org/officeDocument/2006/relationships/image" Target="../media/image1.emf"/><Relationship Id="rId4" Type="http://schemas.openxmlformats.org/officeDocument/2006/relationships/oleObject" Target="../embeddings/oleObject27.bin"/></Relationships>
</file>

<file path=ppt/slideMasters/_rels/slideMaster9.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heme" Target="../theme/theme9.xml"/><Relationship Id="rId1" Type="http://schemas.openxmlformats.org/officeDocument/2006/relationships/slideLayout" Target="../slideLayouts/slideLayout36.xml"/><Relationship Id="rId5" Type="http://schemas.openxmlformats.org/officeDocument/2006/relationships/image" Target="../media/image1.emf"/><Relationship Id="rId4" Type="http://schemas.openxmlformats.org/officeDocument/2006/relationships/oleObject" Target="../embeddings/oleObject29.bin"/></Relationships>
</file>

<file path=ppt/slideMasters/_rels/slideMaster10.xml.rels><?xml version="1.0" encoding="UTF-8" standalone="yes"?>
<Relationships xmlns="http://schemas.openxmlformats.org/package/2006/relationships"><Relationship Id="rId3" Type="http://schemas.openxmlformats.org/officeDocument/2006/relationships/theme" Target="../theme/theme10.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image" Target="../media/image2.emf"/><Relationship Id="rId5" Type="http://schemas.openxmlformats.org/officeDocument/2006/relationships/oleObject" Target="../embeddings/oleObject31.bin"/><Relationship Id="rId4" Type="http://schemas.openxmlformats.org/officeDocument/2006/relationships/tags" Target="../tags/tag34.xml"/></Relationships>
</file>

<file path=ppt/slideMasters/_rels/slideMaster11.xml.rels><?xml version="1.0" encoding="UTF-8" standalone="yes"?>
<Relationships xmlns="http://schemas.openxmlformats.org/package/2006/relationships"><Relationship Id="rId8" Type="http://schemas.openxmlformats.org/officeDocument/2006/relationships/tags" Target="../tags/tag37.xml"/><Relationship Id="rId3" Type="http://schemas.openxmlformats.org/officeDocument/2006/relationships/slideLayout" Target="../slideLayouts/slideLayout41.xml"/><Relationship Id="rId7" Type="http://schemas.openxmlformats.org/officeDocument/2006/relationships/theme" Target="../theme/theme11.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5" Type="http://schemas.openxmlformats.org/officeDocument/2006/relationships/slideLayout" Target="../slideLayouts/slideLayout43.xml"/><Relationship Id="rId10" Type="http://schemas.openxmlformats.org/officeDocument/2006/relationships/image" Target="../media/image1.emf"/><Relationship Id="rId4" Type="http://schemas.openxmlformats.org/officeDocument/2006/relationships/slideLayout" Target="../slideLayouts/slideLayout42.xml"/><Relationship Id="rId9" Type="http://schemas.openxmlformats.org/officeDocument/2006/relationships/oleObject" Target="../embeddings/oleObject34.bin"/></Relationships>
</file>

<file path=ppt/slideMasters/_rels/slideMaster12.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heme" Target="../theme/theme12.xml"/><Relationship Id="rId1" Type="http://schemas.openxmlformats.org/officeDocument/2006/relationships/slideLayout" Target="../slideLayouts/slideLayout45.xml"/><Relationship Id="rId5" Type="http://schemas.openxmlformats.org/officeDocument/2006/relationships/image" Target="../media/image1.emf"/><Relationship Id="rId4" Type="http://schemas.openxmlformats.org/officeDocument/2006/relationships/oleObject" Target="../embeddings/oleObject39.bin"/></Relationships>
</file>

<file path=ppt/slideMasters/_rels/slideMaster13.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heme" Target="../theme/theme13.xml"/><Relationship Id="rId1" Type="http://schemas.openxmlformats.org/officeDocument/2006/relationships/slideLayout" Target="../slideLayouts/slideLayout46.xml"/><Relationship Id="rId5" Type="http://schemas.openxmlformats.org/officeDocument/2006/relationships/image" Target="../media/image1.emf"/><Relationship Id="rId4" Type="http://schemas.openxmlformats.org/officeDocument/2006/relationships/oleObject" Target="../embeddings/oleObject4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7FDE5EF-7A3E-D889-1908-8B9E2A9FEE93}"/>
              </a:ext>
            </a:extLst>
          </p:cNvPr>
          <p:cNvGraphicFramePr>
            <a:graphicFrameLocks noChangeAspect="1"/>
          </p:cNvGraphicFramePr>
          <p:nvPr userDrawn="1">
            <p:custDataLst>
              <p:tags r:id="rId7"/>
            </p:custDataLst>
            <p:extLst>
              <p:ext uri="{D42A27DB-BD31-4B8C-83A1-F6EECF244321}">
                <p14:modId xmlns:p14="http://schemas.microsoft.com/office/powerpoint/2010/main" val="21395440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8" imgW="306" imgH="306" progId="TCLayout.ActiveDocument.1">
                  <p:embed/>
                </p:oleObj>
              </mc:Choice>
              <mc:Fallback>
                <p:oleObj name="Diapositiva de think-cell" r:id="rId8" imgW="306" imgH="306" progId="TCLayout.ActiveDocument.1">
                  <p:embed/>
                  <p:pic>
                    <p:nvPicPr>
                      <p:cNvPr id="7" name="think-cell data - do not delete" hidden="1">
                        <a:extLst>
                          <a:ext uri="{FF2B5EF4-FFF2-40B4-BE49-F238E27FC236}">
                            <a16:creationId xmlns:a16="http://schemas.microsoft.com/office/drawing/2014/main" id="{B7FDE5EF-7A3E-D889-1908-8B9E2A9FEE9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Marcador de texto 1"/>
          <p:cNvSpPr>
            <a:spLocks noGrp="1"/>
          </p:cNvSpPr>
          <p:nvPr>
            <p:ph type="body" idx="1"/>
          </p:nvPr>
        </p:nvSpPr>
        <p:spPr>
          <a:xfrm>
            <a:off x="334963" y="369888"/>
            <a:ext cx="10515600" cy="439324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2774909916"/>
      </p:ext>
    </p:extLst>
  </p:cSld>
  <p:clrMap bg1="dk1" tx1="lt1" bg2="dk2" tx2="lt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4010" r:id="rId5"/>
  </p:sldLayoutIdLst>
  <p:hf sldNum="0" hdr="0" dt="0"/>
  <p:txStyles>
    <p:titleStyle>
      <a:lvl1pPr algn="l" defTabSz="914377" rtl="0" eaLnBrk="1" latinLnBrk="0" hangingPunct="1">
        <a:lnSpc>
          <a:spcPct val="100000"/>
        </a:lnSpc>
        <a:spcBef>
          <a:spcPct val="0"/>
        </a:spcBef>
        <a:buNone/>
        <a:defRPr sz="3200" kern="1200">
          <a:solidFill>
            <a:schemeClr val="tx1"/>
          </a:solidFill>
          <a:latin typeface="+mj-lt"/>
          <a:ea typeface="+mj-ea"/>
          <a:cs typeface="+mj-cs"/>
        </a:defRPr>
      </a:lvl1pPr>
    </p:titleStyle>
    <p:bodyStyle>
      <a:lvl1pPr marL="228594" indent="-228594" algn="l" defTabSz="914377" rtl="0" eaLnBrk="1" latinLnBrk="0" hangingPunct="1">
        <a:lnSpc>
          <a:spcPct val="100000"/>
        </a:lnSpc>
        <a:spcBef>
          <a:spcPts val="600"/>
        </a:spcBef>
        <a:buFont typeface="Arial" panose="020B0604020202020204" pitchFamily="34" charset="0"/>
        <a:buChar char="•"/>
        <a:defRPr sz="2800" kern="1200">
          <a:solidFill>
            <a:schemeClr val="tx1"/>
          </a:solidFill>
          <a:latin typeface="ForFuture Sans" panose="020B0504020203020204" pitchFamily="34" charset="0"/>
          <a:ea typeface="+mn-ea"/>
          <a:cs typeface="+mn-cs"/>
          <a:sym typeface="ForFuture Sans" panose="020B0504020203020204" pitchFamily="34" charset="0"/>
        </a:defRPr>
      </a:lvl1pPr>
      <a:lvl2pPr marL="541338" indent="-187325" algn="l" defTabSz="914377" rtl="0" eaLnBrk="1" latinLnBrk="0" hangingPunct="1">
        <a:lnSpc>
          <a:spcPct val="100000"/>
        </a:lnSpc>
        <a:spcBef>
          <a:spcPts val="600"/>
        </a:spcBef>
        <a:buFont typeface="Arial" panose="020B0604020202020204" pitchFamily="34" charset="0"/>
        <a:buChar char="•"/>
        <a:defRPr sz="2400" kern="1200">
          <a:solidFill>
            <a:schemeClr val="tx1"/>
          </a:solidFill>
          <a:latin typeface="ForFuture Sans" panose="020B0504020203020204" pitchFamily="34" charset="0"/>
          <a:ea typeface="+mn-ea"/>
          <a:cs typeface="+mn-cs"/>
          <a:sym typeface="ForFuture Sans" panose="020B0504020203020204" pitchFamily="34" charset="0"/>
        </a:defRPr>
      </a:lvl2pPr>
      <a:lvl3pPr marL="895350" indent="-176213" algn="l" defTabSz="914377" rtl="0" eaLnBrk="1" latinLnBrk="0" hangingPunct="1">
        <a:lnSpc>
          <a:spcPct val="100000"/>
        </a:lnSpc>
        <a:spcBef>
          <a:spcPts val="600"/>
        </a:spcBef>
        <a:buFont typeface="Arial" panose="020B0604020202020204" pitchFamily="34" charset="0"/>
        <a:buChar char="•"/>
        <a:defRPr sz="2000" kern="1200">
          <a:solidFill>
            <a:schemeClr val="tx1"/>
          </a:solidFill>
          <a:latin typeface="ForFuture Sans" panose="020B0504020203020204" pitchFamily="34" charset="0"/>
          <a:ea typeface="+mn-ea"/>
          <a:cs typeface="+mn-cs"/>
          <a:sym typeface="ForFuture Sans" panose="020B0504020203020204" pitchFamily="34" charset="0"/>
        </a:defRPr>
      </a:lvl3pPr>
      <a:lvl4pPr marL="1258888" indent="-185738" algn="l" defTabSz="914377" rtl="0" eaLnBrk="1" latinLnBrk="0" hangingPunct="1">
        <a:lnSpc>
          <a:spcPct val="100000"/>
        </a:lnSpc>
        <a:spcBef>
          <a:spcPts val="600"/>
        </a:spcBef>
        <a:buFont typeface="Arial" panose="020B0604020202020204" pitchFamily="34" charset="0"/>
        <a:buChar char="•"/>
        <a:defRPr sz="1800" kern="1200">
          <a:solidFill>
            <a:schemeClr val="tx1"/>
          </a:solidFill>
          <a:latin typeface="ForFuture Sans" panose="020B0504020203020204" pitchFamily="34" charset="0"/>
          <a:ea typeface="+mn-ea"/>
          <a:cs typeface="+mn-cs"/>
          <a:sym typeface="ForFuture Sans" panose="020B0504020203020204" pitchFamily="34" charset="0"/>
        </a:defRPr>
      </a:lvl4pPr>
      <a:lvl5pPr marL="1614488" indent="-177800" algn="l" defTabSz="914377" rtl="0" eaLnBrk="1" latinLnBrk="0" hangingPunct="1">
        <a:lnSpc>
          <a:spcPct val="100000"/>
        </a:lnSpc>
        <a:spcBef>
          <a:spcPts val="600"/>
        </a:spcBef>
        <a:buFont typeface="Arial" panose="020B0604020202020204" pitchFamily="34" charset="0"/>
        <a:buChar char="•"/>
        <a:defRPr sz="1800" kern="1200">
          <a:solidFill>
            <a:schemeClr val="tx1"/>
          </a:solidFill>
          <a:latin typeface="ForFuture Sans" panose="020B0504020203020204" pitchFamily="34" charset="0"/>
          <a:ea typeface="+mn-ea"/>
          <a:cs typeface="+mn-cs"/>
          <a:sym typeface="ForFuture Sans" panose="020B0504020203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3929">
          <p15:clr>
            <a:srgbClr val="F26B43"/>
          </p15:clr>
        </p15:guide>
        <p15:guide id="6" orient="horz" pos="232" userDrawn="1">
          <p15:clr>
            <a:srgbClr val="F26B43"/>
          </p15:clr>
        </p15:guide>
        <p15:guide id="7" orient="horz" pos="411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D09E399-3561-B977-D5DC-7AD154CF90EB}"/>
              </a:ext>
            </a:extLst>
          </p:cNvPr>
          <p:cNvGraphicFramePr>
            <a:graphicFrameLocks noChangeAspect="1"/>
          </p:cNvGraphicFramePr>
          <p:nvPr>
            <p:custDataLst>
              <p:tags r:id="rId11"/>
            </p:custDataLst>
            <p:extLst>
              <p:ext uri="{D42A27DB-BD31-4B8C-83A1-F6EECF244321}">
                <p14:modId xmlns:p14="http://schemas.microsoft.com/office/powerpoint/2010/main" val="15994263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2" imgW="306" imgH="306" progId="TCLayout.ActiveDocument.1">
                  <p:embed/>
                </p:oleObj>
              </mc:Choice>
              <mc:Fallback>
                <p:oleObj name="Diapositiva de think-cell" r:id="rId12" imgW="306" imgH="306" progId="TCLayout.ActiveDocument.1">
                  <p:embed/>
                  <p:pic>
                    <p:nvPicPr>
                      <p:cNvPr id="5" name="think-cell data - do not delete" hidden="1">
                        <a:extLst>
                          <a:ext uri="{FF2B5EF4-FFF2-40B4-BE49-F238E27FC236}">
                            <a16:creationId xmlns:a16="http://schemas.microsoft.com/office/drawing/2014/main" id="{8D09E399-3561-B977-D5DC-7AD154CF90EB}"/>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14" name="Title Placeholder 1">
            <a:extLst>
              <a:ext uri="{FF2B5EF4-FFF2-40B4-BE49-F238E27FC236}">
                <a16:creationId xmlns:a16="http://schemas.microsoft.com/office/drawing/2014/main" id="{99C91ED4-1BBC-2208-ADD9-0A031E1B5CFC}"/>
              </a:ext>
            </a:extLst>
          </p:cNvPr>
          <p:cNvSpPr>
            <a:spLocks noGrp="1"/>
          </p:cNvSpPr>
          <p:nvPr>
            <p:ph type="title"/>
          </p:nvPr>
        </p:nvSpPr>
        <p:spPr>
          <a:xfrm>
            <a:off x="335360" y="549274"/>
            <a:ext cx="10515599" cy="987695"/>
          </a:xfrm>
          <a:prstGeom prst="rect">
            <a:avLst/>
          </a:prstGeom>
        </p:spPr>
        <p:txBody>
          <a:bodyPr vert="horz" lIns="0" tIns="0" rIns="0" bIns="0" rtlCol="0" anchor="t">
            <a:noAutofit/>
          </a:bodyPr>
          <a:lstStyle/>
          <a:p>
            <a:r>
              <a:rPr lang="en-GB" noProof="1"/>
              <a:t>Haga clic para modificar el estilo de título del patrón</a:t>
            </a:r>
          </a:p>
        </p:txBody>
      </p:sp>
      <p:sp>
        <p:nvSpPr>
          <p:cNvPr id="6" name="Marcador de texto 5">
            <a:extLst>
              <a:ext uri="{FF2B5EF4-FFF2-40B4-BE49-F238E27FC236}">
                <a16:creationId xmlns:a16="http://schemas.microsoft.com/office/drawing/2014/main" id="{DB3E8317-C082-8622-32FC-F11CF3837090}"/>
              </a:ext>
            </a:extLst>
          </p:cNvPr>
          <p:cNvSpPr>
            <a:spLocks noGrp="1"/>
          </p:cNvSpPr>
          <p:nvPr>
            <p:ph type="body" idx="1"/>
          </p:nvPr>
        </p:nvSpPr>
        <p:spPr>
          <a:xfrm>
            <a:off x="335360" y="1825625"/>
            <a:ext cx="10515600" cy="4056366"/>
          </a:xfrm>
          <a:prstGeom prst="rect">
            <a:avLst/>
          </a:prstGeom>
        </p:spPr>
        <p:txBody>
          <a:bodyPr vert="horz" lIns="0" tIns="0" rIns="0" bIns="0" rtlCol="0">
            <a:noAutofit/>
          </a:bodyPr>
          <a:lstStyle/>
          <a:p>
            <a:pPr lvl="0"/>
            <a:r>
              <a:rPr lang="en-GB" noProof="1"/>
              <a:t>Haga clic para modificar los estilos de texto del patrón</a:t>
            </a:r>
          </a:p>
          <a:p>
            <a:pPr lvl="1"/>
            <a:r>
              <a:rPr lang="en-GB" noProof="1"/>
              <a:t>Segundo nivel</a:t>
            </a:r>
          </a:p>
          <a:p>
            <a:pPr lvl="2"/>
            <a:r>
              <a:rPr lang="en-GB" noProof="1"/>
              <a:t>Tercer nivel</a:t>
            </a:r>
          </a:p>
          <a:p>
            <a:pPr lvl="3"/>
            <a:r>
              <a:rPr lang="en-GB" noProof="1"/>
              <a:t>Cuarto nivel</a:t>
            </a:r>
          </a:p>
          <a:p>
            <a:pPr lvl="4"/>
            <a:r>
              <a:rPr lang="en-GB" noProof="1"/>
              <a:t>Quinto nivel</a:t>
            </a:r>
          </a:p>
        </p:txBody>
      </p:sp>
      <p:sp>
        <p:nvSpPr>
          <p:cNvPr id="21" name="Marcador de pie de página 2">
            <a:extLst>
              <a:ext uri="{FF2B5EF4-FFF2-40B4-BE49-F238E27FC236}">
                <a16:creationId xmlns:a16="http://schemas.microsoft.com/office/drawing/2014/main" id="{DBFEAADD-FA30-EAB3-7735-AD0E306B67F9}"/>
              </a:ext>
            </a:extLst>
          </p:cNvPr>
          <p:cNvSpPr>
            <a:spLocks noGrp="1"/>
          </p:cNvSpPr>
          <p:nvPr>
            <p:ph type="ftr" sz="quarter" idx="3"/>
          </p:nvPr>
        </p:nvSpPr>
        <p:spPr>
          <a:xfrm>
            <a:off x="335360" y="6401514"/>
            <a:ext cx="7250933" cy="123111"/>
          </a:xfrm>
          <a:prstGeom prst="rect">
            <a:avLst/>
          </a:prstGeom>
        </p:spPr>
        <p:txBody>
          <a:bodyPr vert="horz" lIns="0" tIns="0" rIns="0" bIns="0" rtlCol="0" anchor="b" anchorCtr="0">
            <a:spAutoFit/>
          </a:bodyPr>
          <a:lstStyle>
            <a:lvl1pPr algn="l">
              <a:defRPr sz="800">
                <a:solidFill>
                  <a:schemeClr val="tx1"/>
                </a:solidFill>
                <a:latin typeface="ForFuture Sans" panose="020B0504020203020204" pitchFamily="34" charset="0"/>
                <a:sym typeface="ForFuture Sans" panose="020B0504020203020204" pitchFamily="34" charset="0"/>
              </a:defRPr>
            </a:lvl1pPr>
          </a:lstStyle>
          <a:p>
            <a:r>
              <a:rPr lang="fr-FR"/>
              <a:t>MINSAIT • SERVICIO DE PROGRAM MANAGEMENT OFFICE (PMO)</a:t>
            </a:r>
            <a:endParaRPr lang="es-ES"/>
          </a:p>
        </p:txBody>
      </p:sp>
    </p:spTree>
    <p:extLst>
      <p:ext uri="{BB962C8B-B14F-4D97-AF65-F5344CB8AC3E}">
        <p14:creationId xmlns:p14="http://schemas.microsoft.com/office/powerpoint/2010/main" val="415932477"/>
      </p:ext>
    </p:extLst>
  </p:cSld>
  <p:clrMap bg1="lt1" tx1="dk1" bg2="lt2" tx2="dk2" accent1="accent1" accent2="accent2" accent3="accent3" accent4="accent4" accent5="accent5" accent6="accent6" hlink="hlink" folHlink="folHlink"/>
  <p:sldLayoutIdLst>
    <p:sldLayoutId id="2147484018" r:id="rId1"/>
    <p:sldLayoutId id="2147484027" r:id="rId2"/>
    <p:sldLayoutId id="2147484025" r:id="rId3"/>
    <p:sldLayoutId id="2147484028" r:id="rId4"/>
    <p:sldLayoutId id="2147484026" r:id="rId5"/>
    <p:sldLayoutId id="2147484029" r:id="rId6"/>
    <p:sldLayoutId id="2147483932" r:id="rId7"/>
    <p:sldLayoutId id="2147484024" r:id="rId8"/>
    <p:sldLayoutId id="2147483933" r:id="rId9"/>
  </p:sldLayoutIdLst>
  <p:hf sldNum="0" hdr="0" dt="0"/>
  <p:txStyles>
    <p:titleStyle>
      <a:lvl1pPr algn="l" defTabSz="914377" rtl="0" eaLnBrk="1" latinLnBrk="0" hangingPunct="1">
        <a:lnSpc>
          <a:spcPct val="85000"/>
        </a:lnSpc>
        <a:spcBef>
          <a:spcPct val="0"/>
        </a:spcBef>
        <a:buNone/>
        <a:defRPr sz="3200" kern="1200">
          <a:solidFill>
            <a:schemeClr val="tx1"/>
          </a:solidFill>
          <a:latin typeface="ForFuture Sans" panose="020B0504020203020204" pitchFamily="34" charset="0"/>
          <a:ea typeface="+mj-ea"/>
          <a:cs typeface="+mj-cs"/>
          <a:sym typeface="ForFuture Sans" panose="020B0504020203020204" pitchFamily="34" charset="0"/>
        </a:defRPr>
      </a:lvl1pPr>
    </p:titleStyle>
    <p:body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ForFuture Sans" panose="020B0504020203020204" pitchFamily="34" charset="0"/>
          <a:ea typeface="+mn-ea"/>
          <a:cs typeface="+mn-cs"/>
          <a:sym typeface="ForFuture Sans" panose="020B0504020203020204" pitchFamily="34" charset="0"/>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ForFuture Sans" panose="020B0504020203020204" pitchFamily="34" charset="0"/>
          <a:ea typeface="+mn-ea"/>
          <a:cs typeface="+mn-cs"/>
          <a:sym typeface="ForFuture Sans" panose="020B0504020203020204" pitchFamily="34" charset="0"/>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ForFuture Sans" panose="020B0504020203020204" pitchFamily="34" charset="0"/>
          <a:ea typeface="+mn-ea"/>
          <a:cs typeface="+mn-cs"/>
          <a:sym typeface="ForFuture Sans" panose="020B0504020203020204" pitchFamily="34" charset="0"/>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ForFuture Sans" panose="020B0504020203020204" pitchFamily="34" charset="0"/>
          <a:ea typeface="+mn-ea"/>
          <a:cs typeface="+mn-cs"/>
          <a:sym typeface="ForFuture Sans" panose="020B0504020203020204" pitchFamily="34" charset="0"/>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ForFuture Sans" panose="020B0504020203020204" pitchFamily="34" charset="0"/>
          <a:ea typeface="+mn-ea"/>
          <a:cs typeface="+mn-cs"/>
          <a:sym typeface="ForFuture Sans" panose="020B0504020203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3929">
          <p15:clr>
            <a:srgbClr val="F26B43"/>
          </p15:clr>
        </p15:guide>
        <p15:guide id="6" orient="horz" pos="346">
          <p15:clr>
            <a:srgbClr val="F26B43"/>
          </p15:clr>
        </p15:guide>
        <p15:guide id="7" orient="horz" pos="201">
          <p15:clr>
            <a:srgbClr val="F26B43"/>
          </p15:clr>
        </p15:guide>
        <p15:guide id="8" orient="horz" pos="411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51CBB6F-E50B-3F78-CFAA-0E2E0B38590F}"/>
              </a:ext>
            </a:extLst>
          </p:cNvPr>
          <p:cNvGraphicFramePr>
            <a:graphicFrameLocks noChangeAspect="1"/>
          </p:cNvGraphicFramePr>
          <p:nvPr userDrawn="1">
            <p:custDataLst>
              <p:tags r:id="rId8"/>
            </p:custDataLst>
            <p:extLst>
              <p:ext uri="{D42A27DB-BD31-4B8C-83A1-F6EECF244321}">
                <p14:modId xmlns:p14="http://schemas.microsoft.com/office/powerpoint/2010/main" val="25946830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9" imgW="306" imgH="306" progId="TCLayout.ActiveDocument.1">
                  <p:embed/>
                </p:oleObj>
              </mc:Choice>
              <mc:Fallback>
                <p:oleObj name="Diapositiva de think-cell" r:id="rId9" imgW="306" imgH="306" progId="TCLayout.ActiveDocument.1">
                  <p:embed/>
                  <p:pic>
                    <p:nvPicPr>
                      <p:cNvPr id="7" name="think-cell data - do not delete" hidden="1">
                        <a:extLst>
                          <a:ext uri="{FF2B5EF4-FFF2-40B4-BE49-F238E27FC236}">
                            <a16:creationId xmlns:a16="http://schemas.microsoft.com/office/drawing/2014/main" id="{451CBB6F-E50B-3F78-CFAA-0E2E0B38590F}"/>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14" name="Title Placeholder 1">
            <a:extLst>
              <a:ext uri="{FF2B5EF4-FFF2-40B4-BE49-F238E27FC236}">
                <a16:creationId xmlns:a16="http://schemas.microsoft.com/office/drawing/2014/main" id="{99C91ED4-1BBC-2208-ADD9-0A031E1B5CFC}"/>
              </a:ext>
            </a:extLst>
          </p:cNvPr>
          <p:cNvSpPr>
            <a:spLocks noGrp="1"/>
          </p:cNvSpPr>
          <p:nvPr>
            <p:ph type="title"/>
          </p:nvPr>
        </p:nvSpPr>
        <p:spPr>
          <a:xfrm>
            <a:off x="335360" y="387104"/>
            <a:ext cx="10515600" cy="1325563"/>
          </a:xfrm>
          <a:prstGeom prst="rect">
            <a:avLst/>
          </a:prstGeom>
        </p:spPr>
        <p:txBody>
          <a:bodyPr vert="horz" lIns="0" tIns="0" rIns="0" bIns="0" rtlCol="0" anchor="t">
            <a:normAutofit/>
          </a:bodyPr>
          <a:lstStyle/>
          <a:p>
            <a:r>
              <a:rPr lang="en-GB" noProof="1"/>
              <a:t>Haga clic para modificar el estilo de título del patrón</a:t>
            </a:r>
          </a:p>
        </p:txBody>
      </p:sp>
      <p:sp>
        <p:nvSpPr>
          <p:cNvPr id="6" name="Marcador de texto 5">
            <a:extLst>
              <a:ext uri="{FF2B5EF4-FFF2-40B4-BE49-F238E27FC236}">
                <a16:creationId xmlns:a16="http://schemas.microsoft.com/office/drawing/2014/main" id="{DB3E8317-C082-8622-32FC-F11CF3837090}"/>
              </a:ext>
            </a:extLst>
          </p:cNvPr>
          <p:cNvSpPr>
            <a:spLocks noGrp="1"/>
          </p:cNvSpPr>
          <p:nvPr>
            <p:ph type="body" idx="1"/>
          </p:nvPr>
        </p:nvSpPr>
        <p:spPr>
          <a:xfrm>
            <a:off x="335360" y="1825625"/>
            <a:ext cx="10515600" cy="4351338"/>
          </a:xfrm>
          <a:prstGeom prst="rect">
            <a:avLst/>
          </a:prstGeom>
        </p:spPr>
        <p:txBody>
          <a:bodyPr vert="horz" lIns="0" tIns="45720" rIns="0" bIns="45720" rtlCol="0">
            <a:noAutofit/>
          </a:bodyPr>
          <a:lstStyle/>
          <a:p>
            <a:pPr lvl="0"/>
            <a:r>
              <a:rPr lang="en-GB" noProof="1"/>
              <a:t>Haga clic para modificar los estilos de texto del patrón</a:t>
            </a:r>
          </a:p>
          <a:p>
            <a:pPr lvl="1"/>
            <a:r>
              <a:rPr lang="en-GB" noProof="1"/>
              <a:t>Segundo nivel</a:t>
            </a:r>
          </a:p>
          <a:p>
            <a:pPr lvl="2"/>
            <a:r>
              <a:rPr lang="en-GB" noProof="1"/>
              <a:t>Tercer nivel</a:t>
            </a:r>
          </a:p>
          <a:p>
            <a:pPr lvl="3"/>
            <a:r>
              <a:rPr lang="en-GB" noProof="1"/>
              <a:t>Cuarto nivel</a:t>
            </a:r>
          </a:p>
          <a:p>
            <a:pPr lvl="4"/>
            <a:r>
              <a:rPr lang="en-GB" noProof="1"/>
              <a:t>Quinto nivel</a:t>
            </a:r>
          </a:p>
        </p:txBody>
      </p:sp>
    </p:spTree>
    <p:extLst>
      <p:ext uri="{BB962C8B-B14F-4D97-AF65-F5344CB8AC3E}">
        <p14:creationId xmlns:p14="http://schemas.microsoft.com/office/powerpoint/2010/main" val="674503405"/>
      </p:ext>
    </p:extLst>
  </p:cSld>
  <p:clrMap bg1="lt1" tx1="dk1" bg2="lt2" tx2="dk2" accent1="accent1" accent2="accent2" accent3="accent3" accent4="accent4" accent5="accent5" accent6="accent6" hlink="hlink" folHlink="folHlink"/>
  <p:sldLayoutIdLst>
    <p:sldLayoutId id="2147484168" r:id="rId1"/>
    <p:sldLayoutId id="2147484169" r:id="rId2"/>
    <p:sldLayoutId id="2147484170" r:id="rId3"/>
    <p:sldLayoutId id="2147484171" r:id="rId4"/>
    <p:sldLayoutId id="2147484172" r:id="rId5"/>
    <p:sldLayoutId id="2147484173" r:id="rId6"/>
  </p:sldLayoutIdLst>
  <p:hf sldNum="0" hdr="0" dt="0"/>
  <p:txStyles>
    <p:titleStyle>
      <a:lvl1pPr algn="l" defTabSz="914377" rtl="0" eaLnBrk="1" latinLnBrk="0" hangingPunct="1">
        <a:lnSpc>
          <a:spcPct val="100000"/>
        </a:lnSpc>
        <a:spcBef>
          <a:spcPct val="0"/>
        </a:spcBef>
        <a:buNone/>
        <a:defRPr sz="3200" kern="1200">
          <a:solidFill>
            <a:schemeClr val="tx1"/>
          </a:solidFill>
          <a:latin typeface="+mj-lt"/>
          <a:ea typeface="+mj-ea"/>
          <a:cs typeface="+mj-cs"/>
        </a:defRPr>
      </a:lvl1pPr>
    </p:titleStyle>
    <p:bodyStyle>
      <a:lvl1pPr marL="228594" indent="-228594" algn="l" defTabSz="914377" rtl="0" eaLnBrk="1" latinLnBrk="0" hangingPunct="1">
        <a:lnSpc>
          <a:spcPct val="100000"/>
        </a:lnSpc>
        <a:spcBef>
          <a:spcPts val="600"/>
        </a:spcBef>
        <a:buFont typeface="Arial" panose="020B0604020202020204" pitchFamily="34" charset="0"/>
        <a:buChar char="•"/>
        <a:defRPr sz="2800" kern="1200">
          <a:solidFill>
            <a:schemeClr val="tx1"/>
          </a:solidFill>
          <a:latin typeface="+mn-lt"/>
          <a:ea typeface="+mn-ea"/>
          <a:cs typeface="+mn-cs"/>
        </a:defRPr>
      </a:lvl1pPr>
      <a:lvl2pPr marL="541338" indent="-187325" algn="l" defTabSz="914377" rtl="0" eaLnBrk="1" latinLnBrk="0" hangingPunct="1">
        <a:lnSpc>
          <a:spcPct val="100000"/>
        </a:lnSpc>
        <a:spcBef>
          <a:spcPts val="600"/>
        </a:spcBef>
        <a:buFont typeface="Arial" panose="020B0604020202020204" pitchFamily="34" charset="0"/>
        <a:buChar char="•"/>
        <a:defRPr sz="2400" kern="1200">
          <a:solidFill>
            <a:schemeClr val="tx1"/>
          </a:solidFill>
          <a:latin typeface="+mn-lt"/>
          <a:ea typeface="+mn-ea"/>
          <a:cs typeface="+mn-cs"/>
        </a:defRPr>
      </a:lvl2pPr>
      <a:lvl3pPr marL="895350" indent="-176213" algn="l" defTabSz="914377" rtl="0" eaLnBrk="1" latinLnBrk="0" hangingPunct="1">
        <a:lnSpc>
          <a:spcPct val="100000"/>
        </a:lnSpc>
        <a:spcBef>
          <a:spcPts val="600"/>
        </a:spcBef>
        <a:buFont typeface="Arial" panose="020B0604020202020204" pitchFamily="34" charset="0"/>
        <a:buChar char="•"/>
        <a:defRPr sz="2000" kern="1200">
          <a:solidFill>
            <a:schemeClr val="tx1"/>
          </a:solidFill>
          <a:latin typeface="+mn-lt"/>
          <a:ea typeface="+mn-ea"/>
          <a:cs typeface="+mn-cs"/>
        </a:defRPr>
      </a:lvl3pPr>
      <a:lvl4pPr marL="1258888" indent="-185738" algn="l" defTabSz="914377"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4pPr>
      <a:lvl5pPr marL="1614488" indent="-177800" algn="l" defTabSz="914377"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392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D09E399-3561-B977-D5DC-7AD154CF90EB}"/>
              </a:ext>
            </a:extLst>
          </p:cNvPr>
          <p:cNvGraphicFramePr>
            <a:graphicFrameLocks noChangeAspect="1"/>
          </p:cNvGraphicFramePr>
          <p:nvPr userDrawn="1">
            <p:custDataLst>
              <p:tags r:id="rId12"/>
            </p:custDataLst>
            <p:extLst>
              <p:ext uri="{D42A27DB-BD31-4B8C-83A1-F6EECF244321}">
                <p14:modId xmlns:p14="http://schemas.microsoft.com/office/powerpoint/2010/main" val="40753212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3" imgW="306" imgH="306" progId="TCLayout.ActiveDocument.1">
                  <p:embed/>
                </p:oleObj>
              </mc:Choice>
              <mc:Fallback>
                <p:oleObj name="Diapositiva de think-cell" r:id="rId13" imgW="306" imgH="306" progId="TCLayout.ActiveDocument.1">
                  <p:embed/>
                  <p:pic>
                    <p:nvPicPr>
                      <p:cNvPr id="5" name="think-cell data - do not delete" hidden="1">
                        <a:extLst>
                          <a:ext uri="{FF2B5EF4-FFF2-40B4-BE49-F238E27FC236}">
                            <a16:creationId xmlns:a16="http://schemas.microsoft.com/office/drawing/2014/main" id="{8D09E399-3561-B977-D5DC-7AD154CF90EB}"/>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14" name="Title Placeholder 1">
            <a:extLst>
              <a:ext uri="{FF2B5EF4-FFF2-40B4-BE49-F238E27FC236}">
                <a16:creationId xmlns:a16="http://schemas.microsoft.com/office/drawing/2014/main" id="{99C91ED4-1BBC-2208-ADD9-0A031E1B5CFC}"/>
              </a:ext>
            </a:extLst>
          </p:cNvPr>
          <p:cNvSpPr>
            <a:spLocks noGrp="1"/>
          </p:cNvSpPr>
          <p:nvPr>
            <p:ph type="title"/>
          </p:nvPr>
        </p:nvSpPr>
        <p:spPr>
          <a:xfrm>
            <a:off x="335360" y="549274"/>
            <a:ext cx="10515599" cy="987695"/>
          </a:xfrm>
          <a:prstGeom prst="rect">
            <a:avLst/>
          </a:prstGeom>
        </p:spPr>
        <p:txBody>
          <a:bodyPr vert="horz" lIns="0" tIns="0" rIns="0" bIns="0" rtlCol="0" anchor="t">
            <a:noAutofit/>
          </a:bodyPr>
          <a:lstStyle/>
          <a:p>
            <a:r>
              <a:rPr lang="en-GB" noProof="1"/>
              <a:t>Haga clic para modificar el estilo de título del patrón</a:t>
            </a:r>
          </a:p>
        </p:txBody>
      </p:sp>
      <p:sp>
        <p:nvSpPr>
          <p:cNvPr id="6" name="Marcador de texto 5">
            <a:extLst>
              <a:ext uri="{FF2B5EF4-FFF2-40B4-BE49-F238E27FC236}">
                <a16:creationId xmlns:a16="http://schemas.microsoft.com/office/drawing/2014/main" id="{DB3E8317-C082-8622-32FC-F11CF3837090}"/>
              </a:ext>
            </a:extLst>
          </p:cNvPr>
          <p:cNvSpPr>
            <a:spLocks noGrp="1"/>
          </p:cNvSpPr>
          <p:nvPr>
            <p:ph type="body" idx="1"/>
          </p:nvPr>
        </p:nvSpPr>
        <p:spPr>
          <a:xfrm>
            <a:off x="335360" y="1825625"/>
            <a:ext cx="10515600" cy="4056366"/>
          </a:xfrm>
          <a:prstGeom prst="rect">
            <a:avLst/>
          </a:prstGeom>
        </p:spPr>
        <p:txBody>
          <a:bodyPr vert="horz" lIns="0" tIns="0" rIns="0" bIns="0" rtlCol="0">
            <a:noAutofit/>
          </a:bodyPr>
          <a:lstStyle/>
          <a:p>
            <a:pPr lvl="0"/>
            <a:r>
              <a:rPr lang="en-GB" noProof="1"/>
              <a:t>Haga clic para modificar los estilos de texto del patrón</a:t>
            </a:r>
          </a:p>
          <a:p>
            <a:pPr lvl="1"/>
            <a:r>
              <a:rPr lang="en-GB" noProof="1"/>
              <a:t>Segundo nivel</a:t>
            </a:r>
          </a:p>
          <a:p>
            <a:pPr lvl="2"/>
            <a:r>
              <a:rPr lang="en-GB" noProof="1"/>
              <a:t>Tercer nivel</a:t>
            </a:r>
          </a:p>
          <a:p>
            <a:pPr lvl="3"/>
            <a:r>
              <a:rPr lang="en-GB" noProof="1"/>
              <a:t>Cuarto nivel</a:t>
            </a:r>
          </a:p>
          <a:p>
            <a:pPr lvl="4"/>
            <a:r>
              <a:rPr lang="en-GB" noProof="1"/>
              <a:t>Quinto nivel</a:t>
            </a:r>
          </a:p>
        </p:txBody>
      </p:sp>
      <p:sp>
        <p:nvSpPr>
          <p:cNvPr id="21" name="Marcador de pie de página 2">
            <a:extLst>
              <a:ext uri="{FF2B5EF4-FFF2-40B4-BE49-F238E27FC236}">
                <a16:creationId xmlns:a16="http://schemas.microsoft.com/office/drawing/2014/main" id="{DBFEAADD-FA30-EAB3-7735-AD0E306B67F9}"/>
              </a:ext>
            </a:extLst>
          </p:cNvPr>
          <p:cNvSpPr>
            <a:spLocks noGrp="1"/>
          </p:cNvSpPr>
          <p:nvPr>
            <p:ph type="ftr" sz="quarter" idx="3"/>
          </p:nvPr>
        </p:nvSpPr>
        <p:spPr>
          <a:xfrm>
            <a:off x="335360" y="6401514"/>
            <a:ext cx="7250933" cy="123111"/>
          </a:xfrm>
          <a:prstGeom prst="rect">
            <a:avLst/>
          </a:prstGeom>
        </p:spPr>
        <p:txBody>
          <a:bodyPr vert="horz" lIns="0" tIns="0" rIns="0" bIns="0" rtlCol="0" anchor="b" anchorCtr="0">
            <a:spAutoFit/>
          </a:bodyPr>
          <a:lstStyle>
            <a:lvl1pPr algn="l">
              <a:defRPr sz="800">
                <a:solidFill>
                  <a:schemeClr val="tx1"/>
                </a:solidFill>
              </a:defRPr>
            </a:lvl1pPr>
          </a:lstStyle>
          <a:p>
            <a:r>
              <a:rPr lang="it-IT"/>
              <a:t>MINSAIT • Nombre del documento • dd/mm/aaaa</a:t>
            </a:r>
            <a:endParaRPr lang="es-ES"/>
          </a:p>
        </p:txBody>
      </p:sp>
    </p:spTree>
    <p:extLst>
      <p:ext uri="{BB962C8B-B14F-4D97-AF65-F5344CB8AC3E}">
        <p14:creationId xmlns:p14="http://schemas.microsoft.com/office/powerpoint/2010/main" val="3816488241"/>
      </p:ext>
    </p:extLst>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Lst>
  <p:hf sldNum="0" hdr="0" dt="0"/>
  <p:txStyles>
    <p:titleStyle>
      <a:lvl1pPr algn="l" defTabSz="914377" rtl="0" eaLnBrk="1" latinLnBrk="0" hangingPunct="1">
        <a:lnSpc>
          <a:spcPct val="85000"/>
        </a:lnSpc>
        <a:spcBef>
          <a:spcPct val="0"/>
        </a:spcBef>
        <a:buNone/>
        <a:defRPr sz="3200" kern="1200">
          <a:solidFill>
            <a:schemeClr val="tx1"/>
          </a:solidFill>
          <a:latin typeface="+mj-lt"/>
          <a:ea typeface="+mj-ea"/>
          <a:cs typeface="+mj-cs"/>
        </a:defRPr>
      </a:lvl1pPr>
    </p:titleStyle>
    <p:body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3929">
          <p15:clr>
            <a:srgbClr val="F26B43"/>
          </p15:clr>
        </p15:guide>
        <p15:guide id="6" orient="horz" pos="346">
          <p15:clr>
            <a:srgbClr val="F26B43"/>
          </p15:clr>
        </p15:guide>
        <p15:guide id="7" orient="horz" pos="201">
          <p15:clr>
            <a:srgbClr val="F26B43"/>
          </p15:clr>
        </p15:guide>
        <p15:guide id="8" orient="horz" pos="411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EFB99F3-E84C-1165-1AFF-14FA39E5872D}"/>
              </a:ext>
            </a:extLst>
          </p:cNvPr>
          <p:cNvGraphicFramePr>
            <a:graphicFrameLocks noChangeAspect="1"/>
          </p:cNvGraphicFramePr>
          <p:nvPr userDrawn="1">
            <p:custDataLst>
              <p:tags r:id="rId4"/>
            </p:custDataLst>
            <p:extLst>
              <p:ext uri="{D42A27DB-BD31-4B8C-83A1-F6EECF244321}">
                <p14:modId xmlns:p14="http://schemas.microsoft.com/office/powerpoint/2010/main" val="29435759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5" imgW="404" imgH="405" progId="TCLayout.ActiveDocument.1">
                  <p:embed/>
                </p:oleObj>
              </mc:Choice>
              <mc:Fallback>
                <p:oleObj name="Diapositiva de think-cell" r:id="rId5" imgW="404" imgH="405" progId="TCLayout.ActiveDocument.1">
                  <p:embed/>
                  <p:pic>
                    <p:nvPicPr>
                      <p:cNvPr id="5" name="think-cell data - do not delete" hidden="1">
                        <a:extLst>
                          <a:ext uri="{FF2B5EF4-FFF2-40B4-BE49-F238E27FC236}">
                            <a16:creationId xmlns:a16="http://schemas.microsoft.com/office/drawing/2014/main" id="{8EFB99F3-E84C-1165-1AFF-14FA39E5872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1" name="AutoShape 3"/>
          <p:cNvSpPr>
            <a:spLocks noChangeAspect="1" noChangeArrowheads="1" noTextEdit="1"/>
          </p:cNvSpPr>
          <p:nvPr userDrawn="1"/>
        </p:nvSpPr>
        <p:spPr bwMode="auto">
          <a:xfrm>
            <a:off x="336550" y="6539592"/>
            <a:ext cx="761644" cy="9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Marcador de pie de página 2"/>
          <p:cNvSpPr>
            <a:spLocks noGrp="1"/>
          </p:cNvSpPr>
          <p:nvPr userDrawn="1">
            <p:ph type="ftr" sz="quarter" idx="3"/>
          </p:nvPr>
        </p:nvSpPr>
        <p:spPr>
          <a:xfrm>
            <a:off x="334963" y="6523038"/>
            <a:ext cx="3355708" cy="123111"/>
          </a:xfrm>
          <a:prstGeom prst="rect">
            <a:avLst/>
          </a:prstGeom>
        </p:spPr>
        <p:txBody>
          <a:bodyPr wrap="square" lIns="0" tIns="0" rIns="0" bIns="0" anchor="ctr" anchorCtr="0">
            <a:spAutoFit/>
          </a:bodyPr>
          <a:lstStyle>
            <a:lvl1pPr>
              <a:defRPr sz="800"/>
            </a:lvl1pPr>
          </a:lstStyle>
          <a:p>
            <a:r>
              <a:rPr lang="it-IT"/>
              <a:t>MINSAIT • SERVICIO DE PROGRAM MANAGEMENT OFFICE (PMO)</a:t>
            </a:r>
            <a:endParaRPr lang="es-ES"/>
          </a:p>
        </p:txBody>
      </p:sp>
      <p:sp>
        <p:nvSpPr>
          <p:cNvPr id="26" name="Marcador de título 25"/>
          <p:cNvSpPr>
            <a:spLocks noGrp="1"/>
          </p:cNvSpPr>
          <p:nvPr>
            <p:ph type="title"/>
          </p:nvPr>
        </p:nvSpPr>
        <p:spPr>
          <a:xfrm>
            <a:off x="336550" y="334964"/>
            <a:ext cx="11518900" cy="844011"/>
          </a:xfrm>
          <a:prstGeom prst="rect">
            <a:avLst/>
          </a:prstGeom>
        </p:spPr>
        <p:txBody>
          <a:bodyPr vert="horz" lIns="0" tIns="0" rIns="0" bIns="0" rtlCol="0" anchor="t">
            <a:noAutofit/>
          </a:bodyPr>
          <a:lstStyle/>
          <a:p>
            <a:r>
              <a:rPr lang="es-ES"/>
              <a:t>Haga clic para modificar el estilo de título del patrón</a:t>
            </a:r>
          </a:p>
        </p:txBody>
      </p:sp>
      <p:sp>
        <p:nvSpPr>
          <p:cNvPr id="3" name="Marcador de texto 2"/>
          <p:cNvSpPr>
            <a:spLocks noGrp="1"/>
          </p:cNvSpPr>
          <p:nvPr>
            <p:ph type="body" idx="1"/>
          </p:nvPr>
        </p:nvSpPr>
        <p:spPr>
          <a:xfrm>
            <a:off x="336550" y="1268976"/>
            <a:ext cx="11518900" cy="4931799"/>
          </a:xfrm>
          <a:prstGeom prst="rect">
            <a:avLst/>
          </a:prstGeom>
        </p:spPr>
        <p:txBody>
          <a:bodyPr vert="horz" lIns="0" tIns="0" rIns="0" bIns="0" rtlCol="0">
            <a:noAutofit/>
          </a:bodyPr>
          <a:lstStyle/>
          <a:p>
            <a:pPr lvl="0"/>
            <a:r>
              <a:rPr lang="es-ES"/>
              <a:t>Editar el estilo de texto del patrón</a:t>
            </a:r>
          </a:p>
          <a:p>
            <a:pPr marL="324000" lvl="1" indent="-144000" algn="l" defTabSz="914400" rtl="0" eaLnBrk="1" latinLnBrk="0" hangingPunct="1">
              <a:lnSpc>
                <a:spcPct val="100000"/>
              </a:lnSpc>
              <a:spcBef>
                <a:spcPts val="0"/>
              </a:spcBef>
              <a:spcAft>
                <a:spcPts val="600"/>
              </a:spcAft>
              <a:buFont typeface="Arial" panose="020B0604020202020204" pitchFamily="34" charset="0"/>
              <a:buChar char="•"/>
            </a:pPr>
            <a:r>
              <a:rPr lang="es-ES"/>
              <a:t>Segundo nivel</a:t>
            </a:r>
          </a:p>
          <a:p>
            <a:pPr marL="504000" lvl="2" indent="-144000" algn="l" defTabSz="914400" rtl="0" eaLnBrk="1" latinLnBrk="0" hangingPunct="1">
              <a:lnSpc>
                <a:spcPct val="100000"/>
              </a:lnSpc>
              <a:spcBef>
                <a:spcPts val="0"/>
              </a:spcBef>
              <a:spcAft>
                <a:spcPts val="600"/>
              </a:spcAft>
              <a:buFont typeface="Arial" panose="020B0604020202020204" pitchFamily="34" charset="0"/>
              <a:buChar char="•"/>
            </a:pPr>
            <a:r>
              <a:rPr lang="es-ES"/>
              <a:t>Tercer nivel</a:t>
            </a:r>
          </a:p>
          <a:p>
            <a:pPr lvl="3"/>
            <a:r>
              <a:rPr lang="es-ES"/>
              <a:t>Cuarto nivel</a:t>
            </a:r>
          </a:p>
          <a:p>
            <a:pPr lvl="4"/>
            <a:r>
              <a:rPr lang="es-ES"/>
              <a:t>Quinto nivel</a:t>
            </a:r>
          </a:p>
        </p:txBody>
      </p:sp>
      <p:sp>
        <p:nvSpPr>
          <p:cNvPr id="4" name="Marcador de número de diapositiva 3"/>
          <p:cNvSpPr>
            <a:spLocks noGrp="1"/>
          </p:cNvSpPr>
          <p:nvPr>
            <p:ph type="sldNum" sz="quarter" idx="4"/>
          </p:nvPr>
        </p:nvSpPr>
        <p:spPr>
          <a:xfrm>
            <a:off x="11136560" y="6523038"/>
            <a:ext cx="718890" cy="123111"/>
          </a:xfrm>
          <a:prstGeom prst="rect">
            <a:avLst/>
          </a:prstGeom>
        </p:spPr>
        <p:txBody>
          <a:bodyPr vert="horz" wrap="square" lIns="0" tIns="0" rIns="0" bIns="0" rtlCol="0" anchor="ctr">
            <a:spAutoFit/>
          </a:bodyPr>
          <a:lstStyle>
            <a:lvl1pPr algn="r">
              <a:defRPr sz="800">
                <a:solidFill>
                  <a:schemeClr val="tx1">
                    <a:tint val="75000"/>
                  </a:schemeClr>
                </a:solidFill>
              </a:defRPr>
            </a:lvl1pPr>
          </a:lstStyle>
          <a:p>
            <a:fld id="{62BDF71B-C47C-4195-98C2-A4F5335C27F9}" type="slidenum">
              <a:rPr lang="es-ES" smtClean="0"/>
              <a:pPr/>
              <a:t>‹Nº›</a:t>
            </a:fld>
            <a:endParaRPr lang="es-ES"/>
          </a:p>
        </p:txBody>
      </p:sp>
    </p:spTree>
    <p:extLst>
      <p:ext uri="{BB962C8B-B14F-4D97-AF65-F5344CB8AC3E}">
        <p14:creationId xmlns:p14="http://schemas.microsoft.com/office/powerpoint/2010/main" val="1260883779"/>
      </p:ext>
    </p:extLst>
  </p:cSld>
  <p:clrMap bg1="dk1" tx1="lt1" bg2="dk2" tx2="lt2" accent1="accent1" accent2="accent2" accent3="accent3" accent4="accent4" accent5="accent5" accent6="accent6" hlink="hlink" folHlink="folHlink"/>
  <p:sldLayoutIdLst>
    <p:sldLayoutId id="2147484352" r:id="rId1"/>
    <p:sldLayoutId id="2147485104" r:id="rId2"/>
  </p:sldLayoutIdLst>
  <p:hf hdr="0" dt="0"/>
  <p:txStyles>
    <p:titleStyle>
      <a:lvl1pPr algn="l" defTabSz="914400" rtl="0" eaLnBrk="1" latinLnBrk="0" hangingPunct="1">
        <a:lnSpc>
          <a:spcPct val="85000"/>
        </a:lnSpc>
        <a:spcBef>
          <a:spcPct val="0"/>
        </a:spcBef>
        <a:buNone/>
        <a:defRPr sz="3200" kern="1200">
          <a:solidFill>
            <a:schemeClr val="tx1"/>
          </a:solidFill>
          <a:latin typeface="+mj-lt"/>
          <a:ea typeface="+mj-ea"/>
          <a:cs typeface="+mj-cs"/>
        </a:defRPr>
      </a:lvl1pPr>
    </p:titleStyle>
    <p:bodyStyle>
      <a:lvl1pPr marL="144000" indent="-144000" algn="l" defTabSz="914400" rtl="0" eaLnBrk="1" latinLnBrk="0" hangingPunct="1">
        <a:lnSpc>
          <a:spcPct val="100000"/>
        </a:lnSpc>
        <a:spcBef>
          <a:spcPts val="1800"/>
        </a:spcBef>
        <a:spcAft>
          <a:spcPts val="600"/>
        </a:spcAft>
        <a:buFont typeface="Arial" panose="020B0604020202020204" pitchFamily="34" charset="0"/>
        <a:buChar char="•"/>
        <a:defRPr lang="es-ES" sz="1400" kern="1200" dirty="0" smtClean="0">
          <a:solidFill>
            <a:schemeClr val="tx1"/>
          </a:solidFill>
          <a:latin typeface="+mn-lt"/>
          <a:ea typeface="+mn-ea"/>
          <a:cs typeface="+mn-cs"/>
        </a:defRPr>
      </a:lvl1pPr>
      <a:lvl2pPr marL="351450" indent="-171450" algn="l" defTabSz="914400" rtl="0" eaLnBrk="1" latinLnBrk="0" hangingPunct="1">
        <a:lnSpc>
          <a:spcPct val="100000"/>
        </a:lnSpc>
        <a:spcBef>
          <a:spcPts val="0"/>
        </a:spcBef>
        <a:spcAft>
          <a:spcPts val="600"/>
        </a:spcAft>
        <a:buFont typeface="Arial" panose="020B0604020202020204" pitchFamily="34" charset="0"/>
        <a:buChar char="•"/>
        <a:defRPr lang="es-ES" sz="1200" kern="1200" dirty="0" smtClean="0">
          <a:solidFill>
            <a:schemeClr val="tx1"/>
          </a:solidFill>
          <a:latin typeface="+mn-lt"/>
          <a:ea typeface="+mn-ea"/>
          <a:cs typeface="+mn-cs"/>
        </a:defRPr>
      </a:lvl2pPr>
      <a:lvl3pPr marL="531450" indent="-171450" algn="l" defTabSz="914400" rtl="0" eaLnBrk="1" latinLnBrk="0" hangingPunct="1">
        <a:lnSpc>
          <a:spcPct val="100000"/>
        </a:lnSpc>
        <a:spcBef>
          <a:spcPts val="0"/>
        </a:spcBef>
        <a:spcAft>
          <a:spcPts val="600"/>
        </a:spcAft>
        <a:buFont typeface="Arial" panose="020B0604020202020204" pitchFamily="34" charset="0"/>
        <a:buChar char="•"/>
        <a:defRPr lang="es-ES" sz="1200" kern="1200" dirty="0" smtClean="0">
          <a:solidFill>
            <a:schemeClr val="tx1"/>
          </a:solidFill>
          <a:latin typeface="+mn-lt"/>
          <a:ea typeface="+mn-ea"/>
          <a:cs typeface="+mn-cs"/>
        </a:defRPr>
      </a:lvl3pPr>
      <a:lvl4pPr marL="684000" indent="-1440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4pPr>
      <a:lvl5pPr marL="864000" indent="-1440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p15:clr>
            <a:srgbClr val="F26B43"/>
          </p15:clr>
        </p15:guide>
        <p15:guide id="2" pos="7468">
          <p15:clr>
            <a:srgbClr val="F26B43"/>
          </p15:clr>
        </p15:guide>
        <p15:guide id="3" orient="horz" pos="4109">
          <p15:clr>
            <a:srgbClr val="F26B43"/>
          </p15:clr>
        </p15:guide>
        <p15:guide id="4" orient="horz" pos="211">
          <p15:clr>
            <a:srgbClr val="F26B43"/>
          </p15:clr>
        </p15:guide>
        <p15:guide id="5" orient="horz" pos="390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96AA506-E180-82AA-105C-98870B4319B1}"/>
              </a:ext>
            </a:extLst>
          </p:cNvPr>
          <p:cNvGraphicFramePr>
            <a:graphicFrameLocks noChangeAspect="1"/>
          </p:cNvGraphicFramePr>
          <p:nvPr userDrawn="1">
            <p:custDataLst>
              <p:tags r:id="rId3"/>
            </p:custDataLst>
            <p:extLst>
              <p:ext uri="{D42A27DB-BD31-4B8C-83A1-F6EECF244321}">
                <p14:modId xmlns:p14="http://schemas.microsoft.com/office/powerpoint/2010/main" val="39365786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06" imgH="306" progId="TCLayout.ActiveDocument.1">
                  <p:embed/>
                </p:oleObj>
              </mc:Choice>
              <mc:Fallback>
                <p:oleObj name="Diapositiva de think-cell" r:id="rId4" imgW="306" imgH="306" progId="TCLayout.ActiveDocument.1">
                  <p:embed/>
                  <p:pic>
                    <p:nvPicPr>
                      <p:cNvPr id="7" name="think-cell data - do not delete" hidden="1">
                        <a:extLst>
                          <a:ext uri="{FF2B5EF4-FFF2-40B4-BE49-F238E27FC236}">
                            <a16:creationId xmlns:a16="http://schemas.microsoft.com/office/drawing/2014/main" id="{096AA506-E180-82AA-105C-98870B4319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3" name="Group 4">
            <a:extLst>
              <a:ext uri="{FF2B5EF4-FFF2-40B4-BE49-F238E27FC236}">
                <a16:creationId xmlns:a16="http://schemas.microsoft.com/office/drawing/2014/main" id="{1FC17D43-7519-EE80-DA7F-2051EC1D2FC2}"/>
              </a:ext>
            </a:extLst>
          </p:cNvPr>
          <p:cNvGrpSpPr>
            <a:grpSpLocks noChangeAspect="1"/>
          </p:cNvGrpSpPr>
          <p:nvPr userDrawn="1"/>
        </p:nvGrpSpPr>
        <p:grpSpPr bwMode="auto">
          <a:xfrm>
            <a:off x="9950892" y="6307630"/>
            <a:ext cx="1905748" cy="181586"/>
            <a:chOff x="680" y="1856"/>
            <a:chExt cx="6318" cy="602"/>
          </a:xfrm>
          <a:solidFill>
            <a:srgbClr val="FFFFFF"/>
          </a:solidFill>
        </p:grpSpPr>
        <p:sp>
          <p:nvSpPr>
            <p:cNvPr id="4" name="Freeform 6">
              <a:extLst>
                <a:ext uri="{FF2B5EF4-FFF2-40B4-BE49-F238E27FC236}">
                  <a16:creationId xmlns:a16="http://schemas.microsoft.com/office/drawing/2014/main" id="{D4FB4974-EFF2-E8A2-EDC3-840F837FB13D}"/>
                </a:ext>
              </a:extLst>
            </p:cNvPr>
            <p:cNvSpPr>
              <a:spLocks/>
            </p:cNvSpPr>
            <p:nvPr/>
          </p:nvSpPr>
          <p:spPr bwMode="auto">
            <a:xfrm>
              <a:off x="680" y="2202"/>
              <a:ext cx="1122" cy="256"/>
            </a:xfrm>
            <a:custGeom>
              <a:avLst/>
              <a:gdLst>
                <a:gd name="T0" fmla="*/ 0 w 1126"/>
                <a:gd name="T1" fmla="*/ 248 h 257"/>
                <a:gd name="T2" fmla="*/ 33 w 1126"/>
                <a:gd name="T3" fmla="*/ 257 h 257"/>
                <a:gd name="T4" fmla="*/ 563 w 1126"/>
                <a:gd name="T5" fmla="*/ 124 h 257"/>
                <a:gd name="T6" fmla="*/ 1093 w 1126"/>
                <a:gd name="T7" fmla="*/ 257 h 257"/>
                <a:gd name="T8" fmla="*/ 1126 w 1126"/>
                <a:gd name="T9" fmla="*/ 248 h 257"/>
                <a:gd name="T10" fmla="*/ 563 w 1126"/>
                <a:gd name="T11" fmla="*/ 0 h 257"/>
                <a:gd name="T12" fmla="*/ 0 w 1126"/>
                <a:gd name="T13" fmla="*/ 248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0" y="248"/>
                  </a:moveTo>
                  <a:cubicBezTo>
                    <a:pt x="33" y="257"/>
                    <a:pt x="33" y="257"/>
                    <a:pt x="33" y="257"/>
                  </a:cubicBezTo>
                  <a:cubicBezTo>
                    <a:pt x="33" y="257"/>
                    <a:pt x="439" y="133"/>
                    <a:pt x="563" y="124"/>
                  </a:cubicBezTo>
                  <a:cubicBezTo>
                    <a:pt x="687" y="133"/>
                    <a:pt x="1093" y="257"/>
                    <a:pt x="1093" y="257"/>
                  </a:cubicBezTo>
                  <a:cubicBezTo>
                    <a:pt x="1126" y="248"/>
                    <a:pt x="1126" y="248"/>
                    <a:pt x="1126" y="248"/>
                  </a:cubicBezTo>
                  <a:cubicBezTo>
                    <a:pt x="1126" y="248"/>
                    <a:pt x="773" y="5"/>
                    <a:pt x="563" y="0"/>
                  </a:cubicBezTo>
                  <a:cubicBezTo>
                    <a:pt x="353" y="5"/>
                    <a:pt x="0" y="248"/>
                    <a:pt x="0" y="24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ea typeface="+mn-ea"/>
                <a:cs typeface="+mn-cs"/>
                <a:sym typeface="ForFuture Sans" panose="020B0504020203020204" pitchFamily="34" charset="0"/>
              </a:endParaRPr>
            </a:p>
          </p:txBody>
        </p:sp>
        <p:sp>
          <p:nvSpPr>
            <p:cNvPr id="5" name="Freeform 7">
              <a:extLst>
                <a:ext uri="{FF2B5EF4-FFF2-40B4-BE49-F238E27FC236}">
                  <a16:creationId xmlns:a16="http://schemas.microsoft.com/office/drawing/2014/main" id="{83062B73-E4F8-D72D-02AF-F642301ECEB4}"/>
                </a:ext>
              </a:extLst>
            </p:cNvPr>
            <p:cNvSpPr>
              <a:spLocks/>
            </p:cNvSpPr>
            <p:nvPr/>
          </p:nvSpPr>
          <p:spPr bwMode="auto">
            <a:xfrm>
              <a:off x="680" y="1856"/>
              <a:ext cx="1122" cy="256"/>
            </a:xfrm>
            <a:custGeom>
              <a:avLst/>
              <a:gdLst>
                <a:gd name="T0" fmla="*/ 1126 w 1126"/>
                <a:gd name="T1" fmla="*/ 9 h 257"/>
                <a:gd name="T2" fmla="*/ 1093 w 1126"/>
                <a:gd name="T3" fmla="*/ 0 h 257"/>
                <a:gd name="T4" fmla="*/ 563 w 1126"/>
                <a:gd name="T5" fmla="*/ 133 h 257"/>
                <a:gd name="T6" fmla="*/ 33 w 1126"/>
                <a:gd name="T7" fmla="*/ 0 h 257"/>
                <a:gd name="T8" fmla="*/ 0 w 1126"/>
                <a:gd name="T9" fmla="*/ 9 h 257"/>
                <a:gd name="T10" fmla="*/ 563 w 1126"/>
                <a:gd name="T11" fmla="*/ 257 h 257"/>
                <a:gd name="T12" fmla="*/ 1126 w 1126"/>
                <a:gd name="T13" fmla="*/ 9 h 257"/>
              </a:gdLst>
              <a:ahLst/>
              <a:cxnLst>
                <a:cxn ang="0">
                  <a:pos x="T0" y="T1"/>
                </a:cxn>
                <a:cxn ang="0">
                  <a:pos x="T2" y="T3"/>
                </a:cxn>
                <a:cxn ang="0">
                  <a:pos x="T4" y="T5"/>
                </a:cxn>
                <a:cxn ang="0">
                  <a:pos x="T6" y="T7"/>
                </a:cxn>
                <a:cxn ang="0">
                  <a:pos x="T8" y="T9"/>
                </a:cxn>
                <a:cxn ang="0">
                  <a:pos x="T10" y="T11"/>
                </a:cxn>
                <a:cxn ang="0">
                  <a:pos x="T12" y="T13"/>
                </a:cxn>
              </a:cxnLst>
              <a:rect l="0" t="0" r="r" b="b"/>
              <a:pathLst>
                <a:path w="1126" h="257">
                  <a:moveTo>
                    <a:pt x="1126" y="9"/>
                  </a:moveTo>
                  <a:cubicBezTo>
                    <a:pt x="1093" y="0"/>
                    <a:pt x="1093" y="0"/>
                    <a:pt x="1093" y="0"/>
                  </a:cubicBezTo>
                  <a:cubicBezTo>
                    <a:pt x="1093" y="0"/>
                    <a:pt x="687" y="124"/>
                    <a:pt x="563" y="133"/>
                  </a:cubicBezTo>
                  <a:cubicBezTo>
                    <a:pt x="439" y="124"/>
                    <a:pt x="33" y="0"/>
                    <a:pt x="33" y="0"/>
                  </a:cubicBezTo>
                  <a:cubicBezTo>
                    <a:pt x="0" y="9"/>
                    <a:pt x="0" y="9"/>
                    <a:pt x="0" y="9"/>
                  </a:cubicBezTo>
                  <a:cubicBezTo>
                    <a:pt x="0" y="9"/>
                    <a:pt x="353" y="252"/>
                    <a:pt x="563" y="257"/>
                  </a:cubicBezTo>
                  <a:cubicBezTo>
                    <a:pt x="773" y="252"/>
                    <a:pt x="1126" y="9"/>
                    <a:pt x="1126"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ea typeface="+mn-ea"/>
                <a:cs typeface="+mn-cs"/>
                <a:sym typeface="ForFuture Sans" panose="020B0504020203020204" pitchFamily="34" charset="0"/>
              </a:endParaRPr>
            </a:p>
          </p:txBody>
        </p:sp>
        <p:sp>
          <p:nvSpPr>
            <p:cNvPr id="6" name="Freeform 8">
              <a:extLst>
                <a:ext uri="{FF2B5EF4-FFF2-40B4-BE49-F238E27FC236}">
                  <a16:creationId xmlns:a16="http://schemas.microsoft.com/office/drawing/2014/main" id="{E716B4ED-DF57-5E01-1AF2-11E3E4794001}"/>
                </a:ext>
              </a:extLst>
            </p:cNvPr>
            <p:cNvSpPr>
              <a:spLocks noEditPoints="1"/>
            </p:cNvSpPr>
            <p:nvPr/>
          </p:nvSpPr>
          <p:spPr bwMode="auto">
            <a:xfrm>
              <a:off x="2116" y="1893"/>
              <a:ext cx="4882" cy="542"/>
            </a:xfrm>
            <a:custGeom>
              <a:avLst/>
              <a:gdLst>
                <a:gd name="T0" fmla="*/ 145 w 4897"/>
                <a:gd name="T1" fmla="*/ 121 h 544"/>
                <a:gd name="T2" fmla="*/ 0 w 4897"/>
                <a:gd name="T3" fmla="*/ 544 h 544"/>
                <a:gd name="T4" fmla="*/ 267 w 4897"/>
                <a:gd name="T5" fmla="*/ 0 h 544"/>
                <a:gd name="T6" fmla="*/ 445 w 4897"/>
                <a:gd name="T7" fmla="*/ 312 h 544"/>
                <a:gd name="T8" fmla="*/ 842 w 4897"/>
                <a:gd name="T9" fmla="*/ 0 h 544"/>
                <a:gd name="T10" fmla="*/ 698 w 4897"/>
                <a:gd name="T11" fmla="*/ 544 h 544"/>
                <a:gd name="T12" fmla="*/ 667 w 4897"/>
                <a:gd name="T13" fmla="*/ 121 h 544"/>
                <a:gd name="T14" fmla="*/ 313 w 4897"/>
                <a:gd name="T15" fmla="*/ 433 h 544"/>
                <a:gd name="T16" fmla="*/ 1014 w 4897"/>
                <a:gd name="T17" fmla="*/ 0 h 544"/>
                <a:gd name="T18" fmla="*/ 1158 w 4897"/>
                <a:gd name="T19" fmla="*/ 544 h 544"/>
                <a:gd name="T20" fmla="*/ 1014 w 4897"/>
                <a:gd name="T21" fmla="*/ 0 h 544"/>
                <a:gd name="T22" fmla="*/ 1588 w 4897"/>
                <a:gd name="T23" fmla="*/ 0 h 544"/>
                <a:gd name="T24" fmla="*/ 1903 w 4897"/>
                <a:gd name="T25" fmla="*/ 423 h 544"/>
                <a:gd name="T26" fmla="*/ 2047 w 4897"/>
                <a:gd name="T27" fmla="*/ 0 h 544"/>
                <a:gd name="T28" fmla="*/ 1788 w 4897"/>
                <a:gd name="T29" fmla="*/ 544 h 544"/>
                <a:gd name="T30" fmla="*/ 1474 w 4897"/>
                <a:gd name="T31" fmla="*/ 121 h 544"/>
                <a:gd name="T32" fmla="*/ 1329 w 4897"/>
                <a:gd name="T33" fmla="*/ 544 h 544"/>
                <a:gd name="T34" fmla="*/ 2203 w 4897"/>
                <a:gd name="T35" fmla="*/ 544 h 544"/>
                <a:gd name="T36" fmla="*/ 2714 w 4897"/>
                <a:gd name="T37" fmla="*/ 423 h 544"/>
                <a:gd name="T38" fmla="*/ 2714 w 4897"/>
                <a:gd name="T39" fmla="*/ 328 h 544"/>
                <a:gd name="T40" fmla="*/ 2187 w 4897"/>
                <a:gd name="T41" fmla="*/ 164 h 544"/>
                <a:gd name="T42" fmla="*/ 2871 w 4897"/>
                <a:gd name="T43" fmla="*/ 0 h 544"/>
                <a:gd name="T44" fmla="*/ 2371 w 4897"/>
                <a:gd name="T45" fmla="*/ 121 h 544"/>
                <a:gd name="T46" fmla="*/ 2371 w 4897"/>
                <a:gd name="T47" fmla="*/ 207 h 544"/>
                <a:gd name="T48" fmla="*/ 2902 w 4897"/>
                <a:gd name="T49" fmla="*/ 376 h 544"/>
                <a:gd name="T50" fmla="*/ 2203 w 4897"/>
                <a:gd name="T51" fmla="*/ 544 h 544"/>
                <a:gd name="T52" fmla="*/ 3288 w 4897"/>
                <a:gd name="T53" fmla="*/ 0 h 544"/>
                <a:gd name="T54" fmla="*/ 3818 w 4897"/>
                <a:gd name="T55" fmla="*/ 541 h 544"/>
                <a:gd name="T56" fmla="*/ 3657 w 4897"/>
                <a:gd name="T57" fmla="*/ 544 h 544"/>
                <a:gd name="T58" fmla="*/ 3183 w 4897"/>
                <a:gd name="T59" fmla="*/ 443 h 544"/>
                <a:gd name="T60" fmla="*/ 2964 w 4897"/>
                <a:gd name="T61" fmla="*/ 544 h 544"/>
                <a:gd name="T62" fmla="*/ 3529 w 4897"/>
                <a:gd name="T63" fmla="*/ 322 h 544"/>
                <a:gd name="T64" fmla="*/ 3367 w 4897"/>
                <a:gd name="T65" fmla="*/ 121 h 544"/>
                <a:gd name="T66" fmla="*/ 3529 w 4897"/>
                <a:gd name="T67" fmla="*/ 322 h 544"/>
                <a:gd name="T68" fmla="*/ 4076 w 4897"/>
                <a:gd name="T69" fmla="*/ 0 h 544"/>
                <a:gd name="T70" fmla="*/ 3931 w 4897"/>
                <a:gd name="T71" fmla="*/ 544 h 544"/>
                <a:gd name="T72" fmla="*/ 4475 w 4897"/>
                <a:gd name="T73" fmla="*/ 121 h 544"/>
                <a:gd name="T74" fmla="*/ 4197 w 4897"/>
                <a:gd name="T75" fmla="*/ 0 h 544"/>
                <a:gd name="T76" fmla="*/ 4897 w 4897"/>
                <a:gd name="T77" fmla="*/ 121 h 544"/>
                <a:gd name="T78" fmla="*/ 4619 w 4897"/>
                <a:gd name="T79" fmla="*/ 544 h 544"/>
                <a:gd name="T80" fmla="*/ 4475 w 4897"/>
                <a:gd name="T81" fmla="*/ 121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7" h="544">
                  <a:moveTo>
                    <a:pt x="176" y="121"/>
                  </a:moveTo>
                  <a:cubicBezTo>
                    <a:pt x="145" y="121"/>
                    <a:pt x="145" y="121"/>
                    <a:pt x="145" y="121"/>
                  </a:cubicBezTo>
                  <a:cubicBezTo>
                    <a:pt x="145" y="544"/>
                    <a:pt x="145" y="544"/>
                    <a:pt x="145" y="544"/>
                  </a:cubicBezTo>
                  <a:cubicBezTo>
                    <a:pt x="0" y="544"/>
                    <a:pt x="0" y="544"/>
                    <a:pt x="0" y="544"/>
                  </a:cubicBezTo>
                  <a:cubicBezTo>
                    <a:pt x="0" y="0"/>
                    <a:pt x="0" y="0"/>
                    <a:pt x="0" y="0"/>
                  </a:cubicBezTo>
                  <a:cubicBezTo>
                    <a:pt x="267" y="0"/>
                    <a:pt x="267" y="0"/>
                    <a:pt x="267" y="0"/>
                  </a:cubicBezTo>
                  <a:cubicBezTo>
                    <a:pt x="398" y="312"/>
                    <a:pt x="398" y="312"/>
                    <a:pt x="398" y="312"/>
                  </a:cubicBezTo>
                  <a:cubicBezTo>
                    <a:pt x="445" y="312"/>
                    <a:pt x="445" y="312"/>
                    <a:pt x="445" y="312"/>
                  </a:cubicBezTo>
                  <a:cubicBezTo>
                    <a:pt x="576" y="0"/>
                    <a:pt x="576" y="0"/>
                    <a:pt x="576" y="0"/>
                  </a:cubicBezTo>
                  <a:cubicBezTo>
                    <a:pt x="842" y="0"/>
                    <a:pt x="842" y="0"/>
                    <a:pt x="842" y="0"/>
                  </a:cubicBezTo>
                  <a:cubicBezTo>
                    <a:pt x="842" y="544"/>
                    <a:pt x="842" y="544"/>
                    <a:pt x="842" y="544"/>
                  </a:cubicBezTo>
                  <a:cubicBezTo>
                    <a:pt x="698" y="544"/>
                    <a:pt x="698" y="544"/>
                    <a:pt x="698" y="544"/>
                  </a:cubicBezTo>
                  <a:cubicBezTo>
                    <a:pt x="698" y="121"/>
                    <a:pt x="698" y="121"/>
                    <a:pt x="698" y="121"/>
                  </a:cubicBezTo>
                  <a:cubicBezTo>
                    <a:pt x="667" y="121"/>
                    <a:pt x="667" y="121"/>
                    <a:pt x="667" y="121"/>
                  </a:cubicBezTo>
                  <a:cubicBezTo>
                    <a:pt x="530" y="433"/>
                    <a:pt x="530" y="433"/>
                    <a:pt x="530" y="433"/>
                  </a:cubicBezTo>
                  <a:cubicBezTo>
                    <a:pt x="313" y="433"/>
                    <a:pt x="313" y="433"/>
                    <a:pt x="313" y="433"/>
                  </a:cubicBezTo>
                  <a:lnTo>
                    <a:pt x="176" y="121"/>
                  </a:lnTo>
                  <a:close/>
                  <a:moveTo>
                    <a:pt x="1014" y="0"/>
                  </a:moveTo>
                  <a:cubicBezTo>
                    <a:pt x="1158" y="0"/>
                    <a:pt x="1158" y="0"/>
                    <a:pt x="1158" y="0"/>
                  </a:cubicBezTo>
                  <a:cubicBezTo>
                    <a:pt x="1158" y="544"/>
                    <a:pt x="1158" y="544"/>
                    <a:pt x="1158" y="544"/>
                  </a:cubicBezTo>
                  <a:cubicBezTo>
                    <a:pt x="1014" y="544"/>
                    <a:pt x="1014" y="544"/>
                    <a:pt x="1014" y="544"/>
                  </a:cubicBezTo>
                  <a:lnTo>
                    <a:pt x="1014" y="0"/>
                  </a:lnTo>
                  <a:close/>
                  <a:moveTo>
                    <a:pt x="1329" y="0"/>
                  </a:moveTo>
                  <a:cubicBezTo>
                    <a:pt x="1588" y="0"/>
                    <a:pt x="1588" y="0"/>
                    <a:pt x="1588" y="0"/>
                  </a:cubicBezTo>
                  <a:cubicBezTo>
                    <a:pt x="1871" y="423"/>
                    <a:pt x="1871" y="423"/>
                    <a:pt x="1871" y="423"/>
                  </a:cubicBezTo>
                  <a:cubicBezTo>
                    <a:pt x="1903" y="423"/>
                    <a:pt x="1903" y="423"/>
                    <a:pt x="1903" y="423"/>
                  </a:cubicBezTo>
                  <a:cubicBezTo>
                    <a:pt x="1903" y="0"/>
                    <a:pt x="1903" y="0"/>
                    <a:pt x="1903" y="0"/>
                  </a:cubicBezTo>
                  <a:cubicBezTo>
                    <a:pt x="2047" y="0"/>
                    <a:pt x="2047" y="0"/>
                    <a:pt x="2047" y="0"/>
                  </a:cubicBezTo>
                  <a:cubicBezTo>
                    <a:pt x="2047" y="544"/>
                    <a:pt x="2047" y="544"/>
                    <a:pt x="2047" y="544"/>
                  </a:cubicBezTo>
                  <a:cubicBezTo>
                    <a:pt x="1788" y="544"/>
                    <a:pt x="1788" y="544"/>
                    <a:pt x="1788" y="544"/>
                  </a:cubicBezTo>
                  <a:cubicBezTo>
                    <a:pt x="1505" y="121"/>
                    <a:pt x="1505" y="121"/>
                    <a:pt x="1505" y="121"/>
                  </a:cubicBezTo>
                  <a:cubicBezTo>
                    <a:pt x="1474" y="121"/>
                    <a:pt x="1474" y="121"/>
                    <a:pt x="1474" y="121"/>
                  </a:cubicBezTo>
                  <a:cubicBezTo>
                    <a:pt x="1474" y="544"/>
                    <a:pt x="1474" y="544"/>
                    <a:pt x="1474" y="544"/>
                  </a:cubicBezTo>
                  <a:cubicBezTo>
                    <a:pt x="1329" y="544"/>
                    <a:pt x="1329" y="544"/>
                    <a:pt x="1329" y="544"/>
                  </a:cubicBezTo>
                  <a:lnTo>
                    <a:pt x="1329" y="0"/>
                  </a:lnTo>
                  <a:close/>
                  <a:moveTo>
                    <a:pt x="2203" y="544"/>
                  </a:moveTo>
                  <a:cubicBezTo>
                    <a:pt x="2203" y="423"/>
                    <a:pt x="2203" y="423"/>
                    <a:pt x="2203" y="423"/>
                  </a:cubicBezTo>
                  <a:cubicBezTo>
                    <a:pt x="2714" y="423"/>
                    <a:pt x="2714" y="423"/>
                    <a:pt x="2714" y="423"/>
                  </a:cubicBezTo>
                  <a:cubicBezTo>
                    <a:pt x="2744" y="423"/>
                    <a:pt x="2761" y="406"/>
                    <a:pt x="2761" y="376"/>
                  </a:cubicBezTo>
                  <a:cubicBezTo>
                    <a:pt x="2761" y="345"/>
                    <a:pt x="2744" y="328"/>
                    <a:pt x="2714" y="328"/>
                  </a:cubicBezTo>
                  <a:cubicBezTo>
                    <a:pt x="2371" y="328"/>
                    <a:pt x="2371" y="328"/>
                    <a:pt x="2371" y="328"/>
                  </a:cubicBezTo>
                  <a:cubicBezTo>
                    <a:pt x="2256" y="328"/>
                    <a:pt x="2187" y="267"/>
                    <a:pt x="2187" y="164"/>
                  </a:cubicBezTo>
                  <a:cubicBezTo>
                    <a:pt x="2187" y="61"/>
                    <a:pt x="2256" y="0"/>
                    <a:pt x="2371" y="0"/>
                  </a:cubicBezTo>
                  <a:cubicBezTo>
                    <a:pt x="2871" y="0"/>
                    <a:pt x="2871" y="0"/>
                    <a:pt x="2871" y="0"/>
                  </a:cubicBezTo>
                  <a:cubicBezTo>
                    <a:pt x="2871" y="121"/>
                    <a:pt x="2871" y="121"/>
                    <a:pt x="2871" y="121"/>
                  </a:cubicBezTo>
                  <a:cubicBezTo>
                    <a:pt x="2371" y="121"/>
                    <a:pt x="2371" y="121"/>
                    <a:pt x="2371" y="121"/>
                  </a:cubicBezTo>
                  <a:cubicBezTo>
                    <a:pt x="2344" y="121"/>
                    <a:pt x="2328" y="137"/>
                    <a:pt x="2328" y="164"/>
                  </a:cubicBezTo>
                  <a:cubicBezTo>
                    <a:pt x="2328" y="191"/>
                    <a:pt x="2344" y="207"/>
                    <a:pt x="2371" y="207"/>
                  </a:cubicBezTo>
                  <a:cubicBezTo>
                    <a:pt x="2714" y="207"/>
                    <a:pt x="2714" y="207"/>
                    <a:pt x="2714" y="207"/>
                  </a:cubicBezTo>
                  <a:cubicBezTo>
                    <a:pt x="2832" y="207"/>
                    <a:pt x="2902" y="270"/>
                    <a:pt x="2902" y="376"/>
                  </a:cubicBezTo>
                  <a:cubicBezTo>
                    <a:pt x="2902" y="481"/>
                    <a:pt x="2832" y="544"/>
                    <a:pt x="2714" y="544"/>
                  </a:cubicBezTo>
                  <a:lnTo>
                    <a:pt x="2203" y="544"/>
                  </a:lnTo>
                  <a:close/>
                  <a:moveTo>
                    <a:pt x="2964" y="541"/>
                  </a:moveTo>
                  <a:cubicBezTo>
                    <a:pt x="3288" y="0"/>
                    <a:pt x="3288" y="0"/>
                    <a:pt x="3288" y="0"/>
                  </a:cubicBezTo>
                  <a:cubicBezTo>
                    <a:pt x="3493" y="0"/>
                    <a:pt x="3493" y="0"/>
                    <a:pt x="3493" y="0"/>
                  </a:cubicBezTo>
                  <a:cubicBezTo>
                    <a:pt x="3818" y="541"/>
                    <a:pt x="3818" y="541"/>
                    <a:pt x="3818" y="541"/>
                  </a:cubicBezTo>
                  <a:cubicBezTo>
                    <a:pt x="3818" y="544"/>
                    <a:pt x="3818" y="544"/>
                    <a:pt x="3818" y="544"/>
                  </a:cubicBezTo>
                  <a:cubicBezTo>
                    <a:pt x="3657" y="544"/>
                    <a:pt x="3657" y="544"/>
                    <a:pt x="3657" y="544"/>
                  </a:cubicBezTo>
                  <a:cubicBezTo>
                    <a:pt x="3598" y="443"/>
                    <a:pt x="3598" y="443"/>
                    <a:pt x="3598" y="443"/>
                  </a:cubicBezTo>
                  <a:cubicBezTo>
                    <a:pt x="3183" y="443"/>
                    <a:pt x="3183" y="443"/>
                    <a:pt x="3183" y="443"/>
                  </a:cubicBezTo>
                  <a:cubicBezTo>
                    <a:pt x="3125" y="544"/>
                    <a:pt x="3125" y="544"/>
                    <a:pt x="3125" y="544"/>
                  </a:cubicBezTo>
                  <a:cubicBezTo>
                    <a:pt x="2964" y="544"/>
                    <a:pt x="2964" y="544"/>
                    <a:pt x="2964" y="544"/>
                  </a:cubicBezTo>
                  <a:lnTo>
                    <a:pt x="2964" y="541"/>
                  </a:lnTo>
                  <a:close/>
                  <a:moveTo>
                    <a:pt x="3529" y="322"/>
                  </a:moveTo>
                  <a:cubicBezTo>
                    <a:pt x="3414" y="121"/>
                    <a:pt x="3414" y="121"/>
                    <a:pt x="3414" y="121"/>
                  </a:cubicBezTo>
                  <a:cubicBezTo>
                    <a:pt x="3367" y="121"/>
                    <a:pt x="3367" y="121"/>
                    <a:pt x="3367" y="121"/>
                  </a:cubicBezTo>
                  <a:cubicBezTo>
                    <a:pt x="3252" y="322"/>
                    <a:pt x="3252" y="322"/>
                    <a:pt x="3252" y="322"/>
                  </a:cubicBezTo>
                  <a:lnTo>
                    <a:pt x="3529" y="322"/>
                  </a:lnTo>
                  <a:close/>
                  <a:moveTo>
                    <a:pt x="3931" y="0"/>
                  </a:moveTo>
                  <a:cubicBezTo>
                    <a:pt x="4076" y="0"/>
                    <a:pt x="4076" y="0"/>
                    <a:pt x="4076" y="0"/>
                  </a:cubicBezTo>
                  <a:cubicBezTo>
                    <a:pt x="4076" y="544"/>
                    <a:pt x="4076" y="544"/>
                    <a:pt x="4076" y="544"/>
                  </a:cubicBezTo>
                  <a:cubicBezTo>
                    <a:pt x="3931" y="544"/>
                    <a:pt x="3931" y="544"/>
                    <a:pt x="3931" y="544"/>
                  </a:cubicBezTo>
                  <a:lnTo>
                    <a:pt x="3931" y="0"/>
                  </a:lnTo>
                  <a:close/>
                  <a:moveTo>
                    <a:pt x="4475" y="121"/>
                  </a:moveTo>
                  <a:cubicBezTo>
                    <a:pt x="4197" y="121"/>
                    <a:pt x="4197" y="121"/>
                    <a:pt x="4197" y="121"/>
                  </a:cubicBezTo>
                  <a:cubicBezTo>
                    <a:pt x="4197" y="0"/>
                    <a:pt x="4197" y="0"/>
                    <a:pt x="4197" y="0"/>
                  </a:cubicBezTo>
                  <a:cubicBezTo>
                    <a:pt x="4897" y="0"/>
                    <a:pt x="4897" y="0"/>
                    <a:pt x="4897" y="0"/>
                  </a:cubicBezTo>
                  <a:cubicBezTo>
                    <a:pt x="4897" y="121"/>
                    <a:pt x="4897" y="121"/>
                    <a:pt x="4897" y="121"/>
                  </a:cubicBezTo>
                  <a:cubicBezTo>
                    <a:pt x="4619" y="121"/>
                    <a:pt x="4619" y="121"/>
                    <a:pt x="4619" y="121"/>
                  </a:cubicBezTo>
                  <a:cubicBezTo>
                    <a:pt x="4619" y="544"/>
                    <a:pt x="4619" y="544"/>
                    <a:pt x="4619" y="544"/>
                  </a:cubicBezTo>
                  <a:cubicBezTo>
                    <a:pt x="4475" y="544"/>
                    <a:pt x="4475" y="544"/>
                    <a:pt x="4475" y="544"/>
                  </a:cubicBezTo>
                  <a:lnTo>
                    <a:pt x="4475"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latin typeface="ForFuture Sans" panose="020B0504020203020204" pitchFamily="34" charset="0"/>
                <a:ea typeface="+mn-ea"/>
                <a:cs typeface="+mn-cs"/>
                <a:sym typeface="ForFuture Sans" panose="020B0504020203020204" pitchFamily="34" charset="0"/>
              </a:endParaRPr>
            </a:p>
          </p:txBody>
        </p:sp>
      </p:grpSp>
    </p:spTree>
    <p:extLst>
      <p:ext uri="{BB962C8B-B14F-4D97-AF65-F5344CB8AC3E}">
        <p14:creationId xmlns:p14="http://schemas.microsoft.com/office/powerpoint/2010/main" val="1026149348"/>
      </p:ext>
    </p:extLst>
  </p:cSld>
  <p:clrMap bg1="dk1" tx1="lt1" bg2="dk2" tx2="lt2" accent1="accent1" accent2="accent2" accent3="accent3" accent4="accent4" accent5="accent5" accent6="accent6" hlink="hlink" folHlink="folHlink"/>
  <p:sldLayoutIdLst>
    <p:sldLayoutId id="2147484404" r:id="rId1"/>
  </p:sldLayoutIdLst>
  <p:hf sldNum="0" hdr="0" dt="0"/>
  <p:txStyles>
    <p:titleStyle>
      <a:lvl1pPr algn="l" defTabSz="914377" rtl="0" eaLnBrk="1" latinLnBrk="0" hangingPunct="1">
        <a:lnSpc>
          <a:spcPct val="100000"/>
        </a:lnSpc>
        <a:spcBef>
          <a:spcPct val="0"/>
        </a:spcBef>
        <a:buNone/>
        <a:defRPr sz="3200" kern="1200">
          <a:solidFill>
            <a:schemeClr val="tx1"/>
          </a:solidFill>
          <a:latin typeface="+mj-lt"/>
          <a:ea typeface="+mj-ea"/>
          <a:cs typeface="+mj-cs"/>
        </a:defRPr>
      </a:lvl1pPr>
    </p:titleStyle>
    <p:bodyStyle>
      <a:lvl1pPr marL="228594" indent="-228594" algn="l" defTabSz="914377" rtl="0" eaLnBrk="1" latinLnBrk="0" hangingPunct="1">
        <a:lnSpc>
          <a:spcPct val="100000"/>
        </a:lnSpc>
        <a:spcBef>
          <a:spcPts val="600"/>
        </a:spcBef>
        <a:buFont typeface="Arial" panose="020B0604020202020204" pitchFamily="34" charset="0"/>
        <a:buChar char="•"/>
        <a:defRPr sz="2800" kern="1200">
          <a:solidFill>
            <a:schemeClr val="tx1"/>
          </a:solidFill>
          <a:latin typeface="+mn-lt"/>
          <a:ea typeface="+mn-ea"/>
          <a:cs typeface="+mn-cs"/>
        </a:defRPr>
      </a:lvl1pPr>
      <a:lvl2pPr marL="541338" indent="-187325" algn="l" defTabSz="914377" rtl="0" eaLnBrk="1" latinLnBrk="0" hangingPunct="1">
        <a:lnSpc>
          <a:spcPct val="100000"/>
        </a:lnSpc>
        <a:spcBef>
          <a:spcPts val="600"/>
        </a:spcBef>
        <a:buFont typeface="Arial" panose="020B0604020202020204" pitchFamily="34" charset="0"/>
        <a:buChar char="•"/>
        <a:defRPr sz="2400" kern="1200">
          <a:solidFill>
            <a:schemeClr val="tx1"/>
          </a:solidFill>
          <a:latin typeface="+mn-lt"/>
          <a:ea typeface="+mn-ea"/>
          <a:cs typeface="+mn-cs"/>
        </a:defRPr>
      </a:lvl2pPr>
      <a:lvl3pPr marL="895350" indent="-176213" algn="l" defTabSz="914377" rtl="0" eaLnBrk="1" latinLnBrk="0" hangingPunct="1">
        <a:lnSpc>
          <a:spcPct val="100000"/>
        </a:lnSpc>
        <a:spcBef>
          <a:spcPts val="600"/>
        </a:spcBef>
        <a:buFont typeface="Arial" panose="020B0604020202020204" pitchFamily="34" charset="0"/>
        <a:buChar char="•"/>
        <a:defRPr sz="2000" kern="1200">
          <a:solidFill>
            <a:schemeClr val="tx1"/>
          </a:solidFill>
          <a:latin typeface="+mn-lt"/>
          <a:ea typeface="+mn-ea"/>
          <a:cs typeface="+mn-cs"/>
        </a:defRPr>
      </a:lvl3pPr>
      <a:lvl4pPr marL="1258888" indent="-185738" algn="l" defTabSz="914377"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4pPr>
      <a:lvl5pPr marL="1614488" indent="-177800" algn="l" defTabSz="914377"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3929">
          <p15:clr>
            <a:srgbClr val="F26B43"/>
          </p15:clr>
        </p15:guide>
        <p15:guide id="6" orient="horz" pos="232">
          <p15:clr>
            <a:srgbClr val="F26B43"/>
          </p15:clr>
        </p15:guide>
        <p15:guide id="7" orient="horz" pos="411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7FDE5EF-7A3E-D889-1908-8B9E2A9FEE93}"/>
              </a:ext>
            </a:extLst>
          </p:cNvPr>
          <p:cNvGraphicFramePr>
            <a:graphicFrameLocks noChangeAspect="1"/>
          </p:cNvGraphicFramePr>
          <p:nvPr userDrawn="1">
            <p:custDataLst>
              <p:tags r:id="rId3"/>
            </p:custDataLst>
            <p:extLst>
              <p:ext uri="{D42A27DB-BD31-4B8C-83A1-F6EECF244321}">
                <p14:modId xmlns:p14="http://schemas.microsoft.com/office/powerpoint/2010/main" val="37804455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06" imgH="306" progId="TCLayout.ActiveDocument.1">
                  <p:embed/>
                </p:oleObj>
              </mc:Choice>
              <mc:Fallback>
                <p:oleObj name="Diapositiva de think-cell" r:id="rId4" imgW="306" imgH="306" progId="TCLayout.ActiveDocument.1">
                  <p:embed/>
                  <p:pic>
                    <p:nvPicPr>
                      <p:cNvPr id="7" name="think-cell data - do not delete" hidden="1">
                        <a:extLst>
                          <a:ext uri="{FF2B5EF4-FFF2-40B4-BE49-F238E27FC236}">
                            <a16:creationId xmlns:a16="http://schemas.microsoft.com/office/drawing/2014/main" id="{B7FDE5EF-7A3E-D889-1908-8B9E2A9FEE9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Marcador de texto 1"/>
          <p:cNvSpPr>
            <a:spLocks noGrp="1"/>
          </p:cNvSpPr>
          <p:nvPr>
            <p:ph type="body" idx="1"/>
          </p:nvPr>
        </p:nvSpPr>
        <p:spPr>
          <a:xfrm>
            <a:off x="334963" y="369888"/>
            <a:ext cx="10515600" cy="439324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2911413784"/>
      </p:ext>
    </p:extLst>
  </p:cSld>
  <p:clrMap bg1="dk1" tx1="lt1" bg2="dk2" tx2="lt2" accent1="accent1" accent2="accent2" accent3="accent3" accent4="accent4" accent5="accent5" accent6="accent6" hlink="hlink" folHlink="folHlink"/>
  <p:sldLayoutIdLst>
    <p:sldLayoutId id="2147484406" r:id="rId1"/>
  </p:sldLayoutIdLst>
  <p:hf sldNum="0" hdr="0" dt="0"/>
  <p:txStyles>
    <p:titleStyle>
      <a:lvl1pPr algn="l" defTabSz="914377" rtl="0" eaLnBrk="1" latinLnBrk="0" hangingPunct="1">
        <a:lnSpc>
          <a:spcPct val="100000"/>
        </a:lnSpc>
        <a:spcBef>
          <a:spcPct val="0"/>
        </a:spcBef>
        <a:buNone/>
        <a:defRPr sz="3200" kern="1200">
          <a:solidFill>
            <a:schemeClr val="tx1"/>
          </a:solidFill>
          <a:latin typeface="+mj-lt"/>
          <a:ea typeface="+mj-ea"/>
          <a:cs typeface="+mj-cs"/>
        </a:defRPr>
      </a:lvl1pPr>
    </p:titleStyle>
    <p:bodyStyle>
      <a:lvl1pPr marL="228594" indent="-228594" algn="l" defTabSz="914377" rtl="0" eaLnBrk="1" latinLnBrk="0" hangingPunct="1">
        <a:lnSpc>
          <a:spcPct val="100000"/>
        </a:lnSpc>
        <a:spcBef>
          <a:spcPts val="600"/>
        </a:spcBef>
        <a:buFont typeface="Arial" panose="020B0604020202020204" pitchFamily="34" charset="0"/>
        <a:buChar char="•"/>
        <a:defRPr sz="2800" kern="1200">
          <a:solidFill>
            <a:schemeClr val="tx1"/>
          </a:solidFill>
          <a:latin typeface="ForFuture Sans" panose="020B0504020203020204" pitchFamily="34" charset="0"/>
          <a:ea typeface="+mn-ea"/>
          <a:cs typeface="+mn-cs"/>
          <a:sym typeface="ForFuture Sans" panose="020B0504020203020204" pitchFamily="34" charset="0"/>
        </a:defRPr>
      </a:lvl1pPr>
      <a:lvl2pPr marL="541338" indent="-187325" algn="l" defTabSz="914377" rtl="0" eaLnBrk="1" latinLnBrk="0" hangingPunct="1">
        <a:lnSpc>
          <a:spcPct val="100000"/>
        </a:lnSpc>
        <a:spcBef>
          <a:spcPts val="600"/>
        </a:spcBef>
        <a:buFont typeface="Arial" panose="020B0604020202020204" pitchFamily="34" charset="0"/>
        <a:buChar char="•"/>
        <a:defRPr sz="2400" kern="1200">
          <a:solidFill>
            <a:schemeClr val="tx1"/>
          </a:solidFill>
          <a:latin typeface="ForFuture Sans" panose="020B0504020203020204" pitchFamily="34" charset="0"/>
          <a:ea typeface="+mn-ea"/>
          <a:cs typeface="+mn-cs"/>
          <a:sym typeface="ForFuture Sans" panose="020B0504020203020204" pitchFamily="34" charset="0"/>
        </a:defRPr>
      </a:lvl2pPr>
      <a:lvl3pPr marL="895350" indent="-176213" algn="l" defTabSz="914377" rtl="0" eaLnBrk="1" latinLnBrk="0" hangingPunct="1">
        <a:lnSpc>
          <a:spcPct val="100000"/>
        </a:lnSpc>
        <a:spcBef>
          <a:spcPts val="600"/>
        </a:spcBef>
        <a:buFont typeface="Arial" panose="020B0604020202020204" pitchFamily="34" charset="0"/>
        <a:buChar char="•"/>
        <a:defRPr sz="2000" kern="1200">
          <a:solidFill>
            <a:schemeClr val="tx1"/>
          </a:solidFill>
          <a:latin typeface="ForFuture Sans" panose="020B0504020203020204" pitchFamily="34" charset="0"/>
          <a:ea typeface="+mn-ea"/>
          <a:cs typeface="+mn-cs"/>
          <a:sym typeface="ForFuture Sans" panose="020B0504020203020204" pitchFamily="34" charset="0"/>
        </a:defRPr>
      </a:lvl3pPr>
      <a:lvl4pPr marL="1258888" indent="-185738" algn="l" defTabSz="914377" rtl="0" eaLnBrk="1" latinLnBrk="0" hangingPunct="1">
        <a:lnSpc>
          <a:spcPct val="100000"/>
        </a:lnSpc>
        <a:spcBef>
          <a:spcPts val="600"/>
        </a:spcBef>
        <a:buFont typeface="Arial" panose="020B0604020202020204" pitchFamily="34" charset="0"/>
        <a:buChar char="•"/>
        <a:defRPr sz="1800" kern="1200">
          <a:solidFill>
            <a:schemeClr val="tx1"/>
          </a:solidFill>
          <a:latin typeface="ForFuture Sans" panose="020B0504020203020204" pitchFamily="34" charset="0"/>
          <a:ea typeface="+mn-ea"/>
          <a:cs typeface="+mn-cs"/>
          <a:sym typeface="ForFuture Sans" panose="020B0504020203020204" pitchFamily="34" charset="0"/>
        </a:defRPr>
      </a:lvl4pPr>
      <a:lvl5pPr marL="1614488" indent="-177800" algn="l" defTabSz="914377" rtl="0" eaLnBrk="1" latinLnBrk="0" hangingPunct="1">
        <a:lnSpc>
          <a:spcPct val="100000"/>
        </a:lnSpc>
        <a:spcBef>
          <a:spcPts val="600"/>
        </a:spcBef>
        <a:buFont typeface="Arial" panose="020B0604020202020204" pitchFamily="34" charset="0"/>
        <a:buChar char="•"/>
        <a:defRPr sz="1800" kern="1200">
          <a:solidFill>
            <a:schemeClr val="tx1"/>
          </a:solidFill>
          <a:latin typeface="ForFuture Sans" panose="020B0504020203020204" pitchFamily="34" charset="0"/>
          <a:ea typeface="+mn-ea"/>
          <a:cs typeface="+mn-cs"/>
          <a:sym typeface="ForFuture Sans" panose="020B0504020203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3929">
          <p15:clr>
            <a:srgbClr val="F26B43"/>
          </p15:clr>
        </p15:guide>
        <p15:guide id="6" orient="horz" pos="232">
          <p15:clr>
            <a:srgbClr val="F26B43"/>
          </p15:clr>
        </p15:guide>
        <p15:guide id="7" orient="horz" pos="411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D09E399-3561-B977-D5DC-7AD154CF90EB}"/>
              </a:ext>
            </a:extLst>
          </p:cNvPr>
          <p:cNvGraphicFramePr>
            <a:graphicFrameLocks noChangeAspect="1"/>
          </p:cNvGraphicFramePr>
          <p:nvPr userDrawn="1">
            <p:custDataLst>
              <p:tags r:id="rId3"/>
            </p:custDataLst>
            <p:extLst>
              <p:ext uri="{D42A27DB-BD31-4B8C-83A1-F6EECF244321}">
                <p14:modId xmlns:p14="http://schemas.microsoft.com/office/powerpoint/2010/main" val="42571752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06" imgH="306" progId="TCLayout.ActiveDocument.1">
                  <p:embed/>
                </p:oleObj>
              </mc:Choice>
              <mc:Fallback>
                <p:oleObj name="Diapositiva de think-cell" r:id="rId4" imgW="306" imgH="306" progId="TCLayout.ActiveDocument.1">
                  <p:embed/>
                  <p:pic>
                    <p:nvPicPr>
                      <p:cNvPr id="5" name="think-cell data - do not delete" hidden="1">
                        <a:extLst>
                          <a:ext uri="{FF2B5EF4-FFF2-40B4-BE49-F238E27FC236}">
                            <a16:creationId xmlns:a16="http://schemas.microsoft.com/office/drawing/2014/main" id="{8D09E399-3561-B977-D5DC-7AD154CF90E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Placeholder 1">
            <a:extLst>
              <a:ext uri="{FF2B5EF4-FFF2-40B4-BE49-F238E27FC236}">
                <a16:creationId xmlns:a16="http://schemas.microsoft.com/office/drawing/2014/main" id="{99C91ED4-1BBC-2208-ADD9-0A031E1B5CFC}"/>
              </a:ext>
            </a:extLst>
          </p:cNvPr>
          <p:cNvSpPr>
            <a:spLocks noGrp="1"/>
          </p:cNvSpPr>
          <p:nvPr>
            <p:ph type="title"/>
          </p:nvPr>
        </p:nvSpPr>
        <p:spPr>
          <a:xfrm>
            <a:off x="335360" y="549274"/>
            <a:ext cx="10515599" cy="987695"/>
          </a:xfrm>
          <a:prstGeom prst="rect">
            <a:avLst/>
          </a:prstGeom>
        </p:spPr>
        <p:txBody>
          <a:bodyPr vert="horz" lIns="0" tIns="0" rIns="0" bIns="0" rtlCol="0" anchor="t">
            <a:noAutofit/>
          </a:bodyPr>
          <a:lstStyle/>
          <a:p>
            <a:r>
              <a:rPr lang="en-GB" noProof="1"/>
              <a:t>Haga clic para modificar el estilo de título del patrón</a:t>
            </a:r>
          </a:p>
        </p:txBody>
      </p:sp>
      <p:sp>
        <p:nvSpPr>
          <p:cNvPr id="6" name="Marcador de texto 5">
            <a:extLst>
              <a:ext uri="{FF2B5EF4-FFF2-40B4-BE49-F238E27FC236}">
                <a16:creationId xmlns:a16="http://schemas.microsoft.com/office/drawing/2014/main" id="{DB3E8317-C082-8622-32FC-F11CF3837090}"/>
              </a:ext>
            </a:extLst>
          </p:cNvPr>
          <p:cNvSpPr>
            <a:spLocks noGrp="1"/>
          </p:cNvSpPr>
          <p:nvPr>
            <p:ph type="body" idx="1"/>
          </p:nvPr>
        </p:nvSpPr>
        <p:spPr>
          <a:xfrm>
            <a:off x="335360" y="1825625"/>
            <a:ext cx="10515600" cy="4056366"/>
          </a:xfrm>
          <a:prstGeom prst="rect">
            <a:avLst/>
          </a:prstGeom>
        </p:spPr>
        <p:txBody>
          <a:bodyPr vert="horz" lIns="0" tIns="0" rIns="0" bIns="0" rtlCol="0">
            <a:noAutofit/>
          </a:bodyPr>
          <a:lstStyle/>
          <a:p>
            <a:pPr lvl="0"/>
            <a:r>
              <a:rPr lang="en-GB" noProof="1"/>
              <a:t>Haga clic para modificar los estilos de texto del patrón</a:t>
            </a:r>
          </a:p>
          <a:p>
            <a:pPr lvl="1"/>
            <a:r>
              <a:rPr lang="en-GB" noProof="1"/>
              <a:t>Segundo nivel</a:t>
            </a:r>
          </a:p>
          <a:p>
            <a:pPr lvl="2"/>
            <a:r>
              <a:rPr lang="en-GB" noProof="1"/>
              <a:t>Tercer nivel</a:t>
            </a:r>
          </a:p>
          <a:p>
            <a:pPr lvl="3"/>
            <a:r>
              <a:rPr lang="en-GB" noProof="1"/>
              <a:t>Cuarto nivel</a:t>
            </a:r>
          </a:p>
          <a:p>
            <a:pPr lvl="4"/>
            <a:r>
              <a:rPr lang="en-GB" noProof="1"/>
              <a:t>Quinto nivel</a:t>
            </a:r>
          </a:p>
        </p:txBody>
      </p:sp>
      <p:sp>
        <p:nvSpPr>
          <p:cNvPr id="21" name="Marcador de pie de página 2">
            <a:extLst>
              <a:ext uri="{FF2B5EF4-FFF2-40B4-BE49-F238E27FC236}">
                <a16:creationId xmlns:a16="http://schemas.microsoft.com/office/drawing/2014/main" id="{DBFEAADD-FA30-EAB3-7735-AD0E306B67F9}"/>
              </a:ext>
            </a:extLst>
          </p:cNvPr>
          <p:cNvSpPr>
            <a:spLocks noGrp="1"/>
          </p:cNvSpPr>
          <p:nvPr>
            <p:ph type="ftr" sz="quarter" idx="3"/>
          </p:nvPr>
        </p:nvSpPr>
        <p:spPr>
          <a:xfrm>
            <a:off x="335360" y="6401514"/>
            <a:ext cx="7250933" cy="123111"/>
          </a:xfrm>
          <a:prstGeom prst="rect">
            <a:avLst/>
          </a:prstGeom>
        </p:spPr>
        <p:txBody>
          <a:bodyPr vert="horz" lIns="0" tIns="0" rIns="0" bIns="0" rtlCol="0" anchor="b" anchorCtr="0">
            <a:spAutoFit/>
          </a:bodyPr>
          <a:lstStyle>
            <a:lvl1pPr algn="l">
              <a:defRPr sz="800">
                <a:solidFill>
                  <a:schemeClr val="tx1"/>
                </a:solidFill>
                <a:latin typeface="ForFuture Sans" panose="020B0504020203020204" pitchFamily="34" charset="0"/>
                <a:sym typeface="ForFuture Sans" panose="020B0504020203020204" pitchFamily="34" charset="0"/>
              </a:defRPr>
            </a:lvl1pPr>
          </a:lstStyle>
          <a:p>
            <a:r>
              <a:rPr lang="it-IT"/>
              <a:t>MINSAIT • SERVICIO DE PROGRAM MANAGEMENT OFFICE (PMO)</a:t>
            </a:r>
            <a:endParaRPr lang="es-ES"/>
          </a:p>
        </p:txBody>
      </p:sp>
    </p:spTree>
    <p:extLst>
      <p:ext uri="{BB962C8B-B14F-4D97-AF65-F5344CB8AC3E}">
        <p14:creationId xmlns:p14="http://schemas.microsoft.com/office/powerpoint/2010/main" val="1608140637"/>
      </p:ext>
    </p:extLst>
  </p:cSld>
  <p:clrMap bg1="lt1" tx1="dk1" bg2="lt2" tx2="dk2" accent1="accent1" accent2="accent2" accent3="accent3" accent4="accent4" accent5="accent5" accent6="accent6" hlink="hlink" folHlink="folHlink"/>
  <p:sldLayoutIdLst>
    <p:sldLayoutId id="2147484683" r:id="rId1"/>
  </p:sldLayoutIdLst>
  <p:hf sldNum="0" hdr="0" dt="0"/>
  <p:txStyles>
    <p:titleStyle>
      <a:lvl1pPr algn="l" defTabSz="914377" rtl="0" eaLnBrk="1" latinLnBrk="0" hangingPunct="1">
        <a:lnSpc>
          <a:spcPct val="85000"/>
        </a:lnSpc>
        <a:spcBef>
          <a:spcPct val="0"/>
        </a:spcBef>
        <a:buNone/>
        <a:defRPr sz="3200" kern="1200">
          <a:solidFill>
            <a:schemeClr val="tx1"/>
          </a:solidFill>
          <a:latin typeface="ForFuture Sans" panose="020B0504020203020204" pitchFamily="34" charset="0"/>
          <a:ea typeface="+mj-ea"/>
          <a:cs typeface="+mj-cs"/>
          <a:sym typeface="ForFuture Sans" panose="020B0504020203020204" pitchFamily="34" charset="0"/>
        </a:defRPr>
      </a:lvl1pPr>
    </p:titleStyle>
    <p:body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ForFuture Sans" panose="020B0504020203020204" pitchFamily="34" charset="0"/>
          <a:ea typeface="+mn-ea"/>
          <a:cs typeface="+mn-cs"/>
          <a:sym typeface="ForFuture Sans" panose="020B0504020203020204" pitchFamily="34" charset="0"/>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ForFuture Sans" panose="020B0504020203020204" pitchFamily="34" charset="0"/>
          <a:ea typeface="+mn-ea"/>
          <a:cs typeface="+mn-cs"/>
          <a:sym typeface="ForFuture Sans" panose="020B0504020203020204" pitchFamily="34" charset="0"/>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ForFuture Sans" panose="020B0504020203020204" pitchFamily="34" charset="0"/>
          <a:ea typeface="+mn-ea"/>
          <a:cs typeface="+mn-cs"/>
          <a:sym typeface="ForFuture Sans" panose="020B0504020203020204" pitchFamily="34" charset="0"/>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ForFuture Sans" panose="020B0504020203020204" pitchFamily="34" charset="0"/>
          <a:ea typeface="+mn-ea"/>
          <a:cs typeface="+mn-cs"/>
          <a:sym typeface="ForFuture Sans" panose="020B0504020203020204" pitchFamily="34" charset="0"/>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ForFuture Sans" panose="020B0504020203020204" pitchFamily="34" charset="0"/>
          <a:ea typeface="+mn-ea"/>
          <a:cs typeface="+mn-cs"/>
          <a:sym typeface="ForFuture Sans" panose="020B0504020203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3929">
          <p15:clr>
            <a:srgbClr val="F26B43"/>
          </p15:clr>
        </p15:guide>
        <p15:guide id="6" orient="horz" pos="346">
          <p15:clr>
            <a:srgbClr val="F26B43"/>
          </p15:clr>
        </p15:guide>
        <p15:guide id="7" orient="horz" pos="201">
          <p15:clr>
            <a:srgbClr val="F26B43"/>
          </p15:clr>
        </p15:guide>
        <p15:guide id="8" orient="horz" pos="4110">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D09E399-3561-B977-D5DC-7AD154CF90EB}"/>
              </a:ext>
            </a:extLst>
          </p:cNvPr>
          <p:cNvGraphicFramePr>
            <a:graphicFrameLocks noChangeAspect="1"/>
          </p:cNvGraphicFramePr>
          <p:nvPr userDrawn="1">
            <p:custDataLst>
              <p:tags r:id="rId3"/>
            </p:custDataLst>
            <p:extLst>
              <p:ext uri="{D42A27DB-BD31-4B8C-83A1-F6EECF244321}">
                <p14:modId xmlns:p14="http://schemas.microsoft.com/office/powerpoint/2010/main" val="8015766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06" imgH="306" progId="TCLayout.ActiveDocument.1">
                  <p:embed/>
                </p:oleObj>
              </mc:Choice>
              <mc:Fallback>
                <p:oleObj name="Diapositiva de think-cell" r:id="rId4" imgW="306" imgH="306" progId="TCLayout.ActiveDocument.1">
                  <p:embed/>
                  <p:pic>
                    <p:nvPicPr>
                      <p:cNvPr id="5" name="think-cell data - do not delete" hidden="1">
                        <a:extLst>
                          <a:ext uri="{FF2B5EF4-FFF2-40B4-BE49-F238E27FC236}">
                            <a16:creationId xmlns:a16="http://schemas.microsoft.com/office/drawing/2014/main" id="{8D09E399-3561-B977-D5DC-7AD154CF90E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Placeholder 1">
            <a:extLst>
              <a:ext uri="{FF2B5EF4-FFF2-40B4-BE49-F238E27FC236}">
                <a16:creationId xmlns:a16="http://schemas.microsoft.com/office/drawing/2014/main" id="{99C91ED4-1BBC-2208-ADD9-0A031E1B5CFC}"/>
              </a:ext>
            </a:extLst>
          </p:cNvPr>
          <p:cNvSpPr>
            <a:spLocks noGrp="1"/>
          </p:cNvSpPr>
          <p:nvPr>
            <p:ph type="title"/>
          </p:nvPr>
        </p:nvSpPr>
        <p:spPr>
          <a:xfrm>
            <a:off x="335360" y="549274"/>
            <a:ext cx="10515599" cy="987695"/>
          </a:xfrm>
          <a:prstGeom prst="rect">
            <a:avLst/>
          </a:prstGeom>
        </p:spPr>
        <p:txBody>
          <a:bodyPr vert="horz" lIns="0" tIns="0" rIns="0" bIns="0" rtlCol="0" anchor="t">
            <a:noAutofit/>
          </a:bodyPr>
          <a:lstStyle/>
          <a:p>
            <a:r>
              <a:rPr lang="en-GB" noProof="1"/>
              <a:t>Haga clic para modificar el estilo de título del patrón</a:t>
            </a:r>
          </a:p>
        </p:txBody>
      </p:sp>
      <p:sp>
        <p:nvSpPr>
          <p:cNvPr id="6" name="Marcador de texto 5">
            <a:extLst>
              <a:ext uri="{FF2B5EF4-FFF2-40B4-BE49-F238E27FC236}">
                <a16:creationId xmlns:a16="http://schemas.microsoft.com/office/drawing/2014/main" id="{DB3E8317-C082-8622-32FC-F11CF3837090}"/>
              </a:ext>
            </a:extLst>
          </p:cNvPr>
          <p:cNvSpPr>
            <a:spLocks noGrp="1"/>
          </p:cNvSpPr>
          <p:nvPr>
            <p:ph type="body" idx="1"/>
          </p:nvPr>
        </p:nvSpPr>
        <p:spPr>
          <a:xfrm>
            <a:off x="335360" y="1825625"/>
            <a:ext cx="10515600" cy="4056366"/>
          </a:xfrm>
          <a:prstGeom prst="rect">
            <a:avLst/>
          </a:prstGeom>
        </p:spPr>
        <p:txBody>
          <a:bodyPr vert="horz" lIns="0" tIns="0" rIns="0" bIns="0" rtlCol="0">
            <a:noAutofit/>
          </a:bodyPr>
          <a:lstStyle/>
          <a:p>
            <a:pPr lvl="0"/>
            <a:r>
              <a:rPr lang="en-GB" noProof="1"/>
              <a:t>Haga clic para modificar los estilos de texto del patrón</a:t>
            </a:r>
          </a:p>
          <a:p>
            <a:pPr lvl="1"/>
            <a:r>
              <a:rPr lang="en-GB" noProof="1"/>
              <a:t>Segundo nivel</a:t>
            </a:r>
          </a:p>
          <a:p>
            <a:pPr lvl="2"/>
            <a:r>
              <a:rPr lang="en-GB" noProof="1"/>
              <a:t>Tercer nivel</a:t>
            </a:r>
          </a:p>
          <a:p>
            <a:pPr lvl="3"/>
            <a:r>
              <a:rPr lang="en-GB" noProof="1"/>
              <a:t>Cuarto nivel</a:t>
            </a:r>
          </a:p>
          <a:p>
            <a:pPr lvl="4"/>
            <a:r>
              <a:rPr lang="en-GB" noProof="1"/>
              <a:t>Quinto nivel</a:t>
            </a:r>
          </a:p>
        </p:txBody>
      </p:sp>
      <p:sp>
        <p:nvSpPr>
          <p:cNvPr id="21" name="Marcador de pie de página 2">
            <a:extLst>
              <a:ext uri="{FF2B5EF4-FFF2-40B4-BE49-F238E27FC236}">
                <a16:creationId xmlns:a16="http://schemas.microsoft.com/office/drawing/2014/main" id="{DBFEAADD-FA30-EAB3-7735-AD0E306B67F9}"/>
              </a:ext>
            </a:extLst>
          </p:cNvPr>
          <p:cNvSpPr>
            <a:spLocks noGrp="1"/>
          </p:cNvSpPr>
          <p:nvPr>
            <p:ph type="ftr" sz="quarter" idx="3"/>
          </p:nvPr>
        </p:nvSpPr>
        <p:spPr>
          <a:xfrm>
            <a:off x="335360" y="6401514"/>
            <a:ext cx="7250933" cy="123111"/>
          </a:xfrm>
          <a:prstGeom prst="rect">
            <a:avLst/>
          </a:prstGeom>
        </p:spPr>
        <p:txBody>
          <a:bodyPr vert="horz" lIns="0" tIns="0" rIns="0" bIns="0" rtlCol="0" anchor="b" anchorCtr="0">
            <a:spAutoFit/>
          </a:bodyPr>
          <a:lstStyle>
            <a:lvl1pPr algn="l">
              <a:defRPr sz="800">
                <a:solidFill>
                  <a:schemeClr val="tx1"/>
                </a:solidFill>
                <a:latin typeface="+mn-lt"/>
                <a:ea typeface="+mn-ea"/>
                <a:cs typeface="+mn-cs"/>
              </a:defRPr>
            </a:lvl1pPr>
          </a:lstStyle>
          <a:p>
            <a:r>
              <a:rPr lang="it-IT"/>
              <a:t>MINSAIT • 360 Tech Assessment</a:t>
            </a:r>
            <a:endParaRPr lang="es-ES"/>
          </a:p>
        </p:txBody>
      </p:sp>
    </p:spTree>
    <p:extLst>
      <p:ext uri="{BB962C8B-B14F-4D97-AF65-F5344CB8AC3E}">
        <p14:creationId xmlns:p14="http://schemas.microsoft.com/office/powerpoint/2010/main" val="3043370903"/>
      </p:ext>
    </p:extLst>
  </p:cSld>
  <p:clrMap bg1="lt1" tx1="dk1" bg2="lt2" tx2="dk2" accent1="accent1" accent2="accent2" accent3="accent3" accent4="accent4" accent5="accent5" accent6="accent6" hlink="hlink" folHlink="folHlink"/>
  <p:sldLayoutIdLst>
    <p:sldLayoutId id="2147484722" r:id="rId1"/>
  </p:sldLayoutIdLst>
  <p:hf hdr="0" dt="0"/>
  <p:txStyles>
    <p:titleStyle>
      <a:lvl1pPr algn="l" defTabSz="914377" rtl="0" eaLnBrk="1" latinLnBrk="0" hangingPunct="1">
        <a:lnSpc>
          <a:spcPct val="85000"/>
        </a:lnSpc>
        <a:spcBef>
          <a:spcPct val="0"/>
        </a:spcBef>
        <a:buNone/>
        <a:defRPr sz="3200" kern="1200">
          <a:solidFill>
            <a:schemeClr val="tx1"/>
          </a:solidFill>
          <a:latin typeface="+mj-lt"/>
          <a:ea typeface="+mj-ea"/>
          <a:cs typeface="+mj-cs"/>
        </a:defRPr>
      </a:lvl1pPr>
    </p:titleStyle>
    <p:body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3929">
          <p15:clr>
            <a:srgbClr val="F26B43"/>
          </p15:clr>
        </p15:guide>
        <p15:guide id="6" orient="horz" pos="346">
          <p15:clr>
            <a:srgbClr val="F26B43"/>
          </p15:clr>
        </p15:guide>
        <p15:guide id="7" orient="horz" pos="201">
          <p15:clr>
            <a:srgbClr val="F26B43"/>
          </p15:clr>
        </p15:guide>
        <p15:guide id="8" orient="horz" pos="4110">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273B059-FD4F-D4F5-280B-D48BA499B1B5}"/>
              </a:ext>
            </a:extLst>
          </p:cNvPr>
          <p:cNvGraphicFramePr>
            <a:graphicFrameLocks noChangeAspect="1"/>
          </p:cNvGraphicFramePr>
          <p:nvPr userDrawn="1">
            <p:custDataLst>
              <p:tags r:id="rId4"/>
            </p:custDataLst>
            <p:extLst>
              <p:ext uri="{D42A27DB-BD31-4B8C-83A1-F6EECF244321}">
                <p14:modId xmlns:p14="http://schemas.microsoft.com/office/powerpoint/2010/main" val="18756246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5" imgW="425" imgH="425" progId="TCLayout.ActiveDocument.1">
                  <p:embed/>
                </p:oleObj>
              </mc:Choice>
              <mc:Fallback>
                <p:oleObj name="Diapositiva de think-cell" r:id="rId5" imgW="425" imgH="425" progId="TCLayout.ActiveDocument.1">
                  <p:embed/>
                  <p:pic>
                    <p:nvPicPr>
                      <p:cNvPr id="5" name="think-cell data - do not delete" hidden="1">
                        <a:extLst>
                          <a:ext uri="{FF2B5EF4-FFF2-40B4-BE49-F238E27FC236}">
                            <a16:creationId xmlns:a16="http://schemas.microsoft.com/office/drawing/2014/main" id="{D273B059-FD4F-D4F5-280B-D48BA499B1B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1" name="AutoShape 3"/>
          <p:cNvSpPr>
            <a:spLocks noChangeAspect="1" noChangeArrowheads="1" noTextEdit="1"/>
          </p:cNvSpPr>
          <p:nvPr userDrawn="1"/>
        </p:nvSpPr>
        <p:spPr bwMode="auto">
          <a:xfrm>
            <a:off x="336550" y="6539592"/>
            <a:ext cx="761644" cy="9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5" name="Marcador de pie de página 2"/>
          <p:cNvSpPr>
            <a:spLocks noGrp="1"/>
          </p:cNvSpPr>
          <p:nvPr userDrawn="1">
            <p:ph type="ftr" sz="quarter" idx="3"/>
          </p:nvPr>
        </p:nvSpPr>
        <p:spPr>
          <a:xfrm>
            <a:off x="334963" y="6523038"/>
            <a:ext cx="3355708" cy="123111"/>
          </a:xfrm>
          <a:prstGeom prst="rect">
            <a:avLst/>
          </a:prstGeom>
        </p:spPr>
        <p:txBody>
          <a:bodyPr wrap="square" lIns="0" tIns="0" rIns="0" bIns="0" anchor="ctr" anchorCtr="0">
            <a:spAutoFit/>
          </a:bodyPr>
          <a:lstStyle>
            <a:lvl1pPr>
              <a:defRPr sz="800">
                <a:latin typeface="+mn-lt"/>
                <a:ea typeface="+mn-ea"/>
                <a:cs typeface="+mn-cs"/>
              </a:defRPr>
            </a:lvl1pPr>
          </a:lstStyle>
          <a:p>
            <a:r>
              <a:rPr lang="es-ES"/>
              <a:t>MINSAIT • 360 </a:t>
            </a:r>
            <a:r>
              <a:rPr lang="es-ES" err="1"/>
              <a:t>Tech</a:t>
            </a:r>
            <a:r>
              <a:rPr lang="es-ES"/>
              <a:t> Assessment</a:t>
            </a:r>
          </a:p>
        </p:txBody>
      </p:sp>
      <p:sp>
        <p:nvSpPr>
          <p:cNvPr id="26" name="Marcador de título 25"/>
          <p:cNvSpPr>
            <a:spLocks noGrp="1"/>
          </p:cNvSpPr>
          <p:nvPr>
            <p:ph type="title"/>
          </p:nvPr>
        </p:nvSpPr>
        <p:spPr>
          <a:xfrm>
            <a:off x="336550" y="334964"/>
            <a:ext cx="11518900" cy="844011"/>
          </a:xfrm>
          <a:prstGeom prst="rect">
            <a:avLst/>
          </a:prstGeom>
        </p:spPr>
        <p:txBody>
          <a:bodyPr vert="horz" lIns="0" tIns="0" rIns="0" bIns="0" rtlCol="0" anchor="t">
            <a:noAutofit/>
          </a:bodyPr>
          <a:lstStyle/>
          <a:p>
            <a:r>
              <a:rPr lang="es-ES"/>
              <a:t>Haga clic para modificar el estilo de título del patrón</a:t>
            </a:r>
          </a:p>
        </p:txBody>
      </p:sp>
      <p:sp>
        <p:nvSpPr>
          <p:cNvPr id="3" name="Marcador de texto 2"/>
          <p:cNvSpPr>
            <a:spLocks noGrp="1"/>
          </p:cNvSpPr>
          <p:nvPr>
            <p:ph type="body" idx="1"/>
          </p:nvPr>
        </p:nvSpPr>
        <p:spPr>
          <a:xfrm>
            <a:off x="336550" y="1268976"/>
            <a:ext cx="11518900" cy="4931799"/>
          </a:xfrm>
          <a:prstGeom prst="rect">
            <a:avLst/>
          </a:prstGeom>
        </p:spPr>
        <p:txBody>
          <a:bodyPr vert="horz" lIns="0" tIns="0" rIns="0" bIns="0" rtlCol="0">
            <a:noAutofit/>
          </a:bodyPr>
          <a:lstStyle/>
          <a:p>
            <a:pPr lvl="0"/>
            <a:r>
              <a:rPr lang="es-ES"/>
              <a:t>Editar el estilo de texto del patrón</a:t>
            </a:r>
          </a:p>
          <a:p>
            <a:pPr marL="324000" lvl="1" indent="-144000" algn="l" defTabSz="914400" rtl="0" eaLnBrk="1" latinLnBrk="0" hangingPunct="1">
              <a:lnSpc>
                <a:spcPct val="100000"/>
              </a:lnSpc>
              <a:spcBef>
                <a:spcPts val="0"/>
              </a:spcBef>
              <a:spcAft>
                <a:spcPts val="600"/>
              </a:spcAft>
              <a:buFont typeface="Arial" panose="020B0604020202020204" pitchFamily="34" charset="0"/>
              <a:buChar char="•"/>
            </a:pPr>
            <a:r>
              <a:rPr lang="es-ES"/>
              <a:t>Segundo nivel</a:t>
            </a:r>
          </a:p>
          <a:p>
            <a:pPr marL="504000" lvl="2" indent="-144000" algn="l" defTabSz="914400" rtl="0" eaLnBrk="1" latinLnBrk="0" hangingPunct="1">
              <a:lnSpc>
                <a:spcPct val="100000"/>
              </a:lnSpc>
              <a:spcBef>
                <a:spcPts val="0"/>
              </a:spcBef>
              <a:spcAft>
                <a:spcPts val="600"/>
              </a:spcAft>
              <a:buFont typeface="Arial" panose="020B0604020202020204" pitchFamily="34" charset="0"/>
              <a:buChar char="•"/>
            </a:pPr>
            <a:r>
              <a:rPr lang="es-ES"/>
              <a:t>Tercer nivel</a:t>
            </a:r>
          </a:p>
          <a:p>
            <a:pPr lvl="3"/>
            <a:r>
              <a:rPr lang="es-ES"/>
              <a:t>Cuarto nivel</a:t>
            </a:r>
          </a:p>
          <a:p>
            <a:pPr lvl="4"/>
            <a:r>
              <a:rPr lang="es-ES"/>
              <a:t>Quinto nivel</a:t>
            </a:r>
          </a:p>
        </p:txBody>
      </p:sp>
      <p:sp>
        <p:nvSpPr>
          <p:cNvPr id="4" name="Marcador de número de diapositiva 3"/>
          <p:cNvSpPr>
            <a:spLocks noGrp="1"/>
          </p:cNvSpPr>
          <p:nvPr>
            <p:ph type="sldNum" sz="quarter" idx="4"/>
          </p:nvPr>
        </p:nvSpPr>
        <p:spPr>
          <a:xfrm>
            <a:off x="11136560" y="6523038"/>
            <a:ext cx="718890" cy="123111"/>
          </a:xfrm>
          <a:prstGeom prst="rect">
            <a:avLst/>
          </a:prstGeom>
        </p:spPr>
        <p:txBody>
          <a:bodyPr vert="horz" wrap="square" lIns="0" tIns="0" rIns="0" bIns="0" rtlCol="0" anchor="ctr">
            <a:spAutoFit/>
          </a:bodyPr>
          <a:lstStyle>
            <a:lvl1pPr algn="r">
              <a:defRPr sz="800">
                <a:solidFill>
                  <a:schemeClr val="tx1">
                    <a:tint val="75000"/>
                  </a:schemeClr>
                </a:solidFill>
                <a:latin typeface="+mn-lt"/>
                <a:ea typeface="+mn-ea"/>
                <a:cs typeface="+mn-cs"/>
              </a:defRPr>
            </a:lvl1pPr>
          </a:lstStyle>
          <a:p>
            <a:fld id="{62BDF71B-C47C-4195-98C2-A4F5335C27F9}" type="slidenum">
              <a:rPr lang="es-ES" smtClean="0"/>
              <a:pPr/>
              <a:t>‹Nº›</a:t>
            </a:fld>
            <a:endParaRPr lang="es-ES"/>
          </a:p>
        </p:txBody>
      </p:sp>
    </p:spTree>
    <p:extLst>
      <p:ext uri="{BB962C8B-B14F-4D97-AF65-F5344CB8AC3E}">
        <p14:creationId xmlns:p14="http://schemas.microsoft.com/office/powerpoint/2010/main" val="3487242526"/>
      </p:ext>
    </p:extLst>
  </p:cSld>
  <p:clrMap bg1="dk1" tx1="lt1" bg2="dk2" tx2="lt2" accent1="accent1" accent2="accent2" accent3="accent3" accent4="accent4" accent5="accent5" accent6="accent6" hlink="hlink" folHlink="folHlink"/>
  <p:sldLayoutIdLst>
    <p:sldLayoutId id="2147484915" r:id="rId1"/>
    <p:sldLayoutId id="2147485096" r:id="rId2"/>
  </p:sldLayoutIdLst>
  <p:hf hdr="0" dt="0"/>
  <p:txStyles>
    <p:titleStyle>
      <a:lvl1pPr algn="l" defTabSz="914400" rtl="0" eaLnBrk="1" latinLnBrk="0" hangingPunct="1">
        <a:lnSpc>
          <a:spcPct val="85000"/>
        </a:lnSpc>
        <a:spcBef>
          <a:spcPct val="0"/>
        </a:spcBef>
        <a:buNone/>
        <a:defRPr sz="3200" kern="1200">
          <a:solidFill>
            <a:schemeClr val="tx1"/>
          </a:solidFill>
          <a:latin typeface="+mj-lt"/>
          <a:ea typeface="+mj-ea"/>
          <a:cs typeface="+mj-cs"/>
        </a:defRPr>
      </a:lvl1pPr>
    </p:titleStyle>
    <p:bodyStyle>
      <a:lvl1pPr marL="144000" indent="-144000" algn="l" defTabSz="914400" rtl="0" eaLnBrk="1" latinLnBrk="0" hangingPunct="1">
        <a:lnSpc>
          <a:spcPct val="100000"/>
        </a:lnSpc>
        <a:spcBef>
          <a:spcPts val="1800"/>
        </a:spcBef>
        <a:spcAft>
          <a:spcPts val="600"/>
        </a:spcAft>
        <a:buFont typeface="Arial" panose="020B0604020202020204" pitchFamily="34" charset="0"/>
        <a:buChar char="•"/>
        <a:defRPr lang="es-ES" sz="1400" kern="1200" dirty="0" smtClean="0">
          <a:solidFill>
            <a:schemeClr val="tx1"/>
          </a:solidFill>
          <a:latin typeface="+mn-lt"/>
          <a:ea typeface="+mn-ea"/>
          <a:cs typeface="+mn-cs"/>
        </a:defRPr>
      </a:lvl1pPr>
      <a:lvl2pPr marL="351450" indent="-171450" algn="l" defTabSz="914400" rtl="0" eaLnBrk="1" latinLnBrk="0" hangingPunct="1">
        <a:lnSpc>
          <a:spcPct val="100000"/>
        </a:lnSpc>
        <a:spcBef>
          <a:spcPts val="0"/>
        </a:spcBef>
        <a:spcAft>
          <a:spcPts val="600"/>
        </a:spcAft>
        <a:buFont typeface="Arial" panose="020B0604020202020204" pitchFamily="34" charset="0"/>
        <a:buChar char="•"/>
        <a:defRPr lang="es-ES" sz="1200" kern="1200" dirty="0" smtClean="0">
          <a:solidFill>
            <a:schemeClr val="tx1"/>
          </a:solidFill>
          <a:latin typeface="+mn-lt"/>
          <a:ea typeface="+mn-ea"/>
          <a:cs typeface="+mn-cs"/>
        </a:defRPr>
      </a:lvl2pPr>
      <a:lvl3pPr marL="531450" indent="-171450" algn="l" defTabSz="914400" rtl="0" eaLnBrk="1" latinLnBrk="0" hangingPunct="1">
        <a:lnSpc>
          <a:spcPct val="100000"/>
        </a:lnSpc>
        <a:spcBef>
          <a:spcPts val="0"/>
        </a:spcBef>
        <a:spcAft>
          <a:spcPts val="600"/>
        </a:spcAft>
        <a:buFont typeface="Arial" panose="020B0604020202020204" pitchFamily="34" charset="0"/>
        <a:buChar char="•"/>
        <a:defRPr lang="es-ES" sz="1200" kern="1200" dirty="0" smtClean="0">
          <a:solidFill>
            <a:schemeClr val="tx1"/>
          </a:solidFill>
          <a:latin typeface="+mn-lt"/>
          <a:ea typeface="+mn-ea"/>
          <a:cs typeface="+mn-cs"/>
        </a:defRPr>
      </a:lvl3pPr>
      <a:lvl4pPr marL="684000" indent="-1440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4pPr>
      <a:lvl5pPr marL="864000" indent="-1440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p15:clr>
            <a:srgbClr val="F26B43"/>
          </p15:clr>
        </p15:guide>
        <p15:guide id="2" pos="7468">
          <p15:clr>
            <a:srgbClr val="F26B43"/>
          </p15:clr>
        </p15:guide>
        <p15:guide id="3" orient="horz" pos="4109">
          <p15:clr>
            <a:srgbClr val="F26B43"/>
          </p15:clr>
        </p15:guide>
        <p15:guide id="4" orient="horz" pos="211">
          <p15:clr>
            <a:srgbClr val="F26B43"/>
          </p15:clr>
        </p15:guide>
        <p15:guide id="5" orient="horz" pos="3906">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D09E399-3561-B977-D5DC-7AD154CF90EB}"/>
              </a:ext>
            </a:extLst>
          </p:cNvPr>
          <p:cNvGraphicFramePr>
            <a:graphicFrameLocks noChangeAspect="1"/>
          </p:cNvGraphicFramePr>
          <p:nvPr userDrawn="1">
            <p:custDataLst>
              <p:tags r:id="rId8"/>
            </p:custDataLst>
            <p:extLst>
              <p:ext uri="{D42A27DB-BD31-4B8C-83A1-F6EECF244321}">
                <p14:modId xmlns:p14="http://schemas.microsoft.com/office/powerpoint/2010/main" val="27550606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9" imgW="306" imgH="306" progId="TCLayout.ActiveDocument.1">
                  <p:embed/>
                </p:oleObj>
              </mc:Choice>
              <mc:Fallback>
                <p:oleObj name="Diapositiva de think-cell" r:id="rId9" imgW="306" imgH="306" progId="TCLayout.ActiveDocument.1">
                  <p:embed/>
                  <p:pic>
                    <p:nvPicPr>
                      <p:cNvPr id="5" name="think-cell data - do not delete" hidden="1">
                        <a:extLst>
                          <a:ext uri="{FF2B5EF4-FFF2-40B4-BE49-F238E27FC236}">
                            <a16:creationId xmlns:a16="http://schemas.microsoft.com/office/drawing/2014/main" id="{8D09E399-3561-B977-D5DC-7AD154CF90EB}"/>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14" name="Title Placeholder 1">
            <a:extLst>
              <a:ext uri="{FF2B5EF4-FFF2-40B4-BE49-F238E27FC236}">
                <a16:creationId xmlns:a16="http://schemas.microsoft.com/office/drawing/2014/main" id="{99C91ED4-1BBC-2208-ADD9-0A031E1B5CFC}"/>
              </a:ext>
            </a:extLst>
          </p:cNvPr>
          <p:cNvSpPr>
            <a:spLocks noGrp="1"/>
          </p:cNvSpPr>
          <p:nvPr>
            <p:ph type="title"/>
          </p:nvPr>
        </p:nvSpPr>
        <p:spPr>
          <a:xfrm>
            <a:off x="335360" y="549274"/>
            <a:ext cx="10515599" cy="987695"/>
          </a:xfrm>
          <a:prstGeom prst="rect">
            <a:avLst/>
          </a:prstGeom>
        </p:spPr>
        <p:txBody>
          <a:bodyPr vert="horz" lIns="0" tIns="0" rIns="0" bIns="0" rtlCol="0" anchor="t">
            <a:noAutofit/>
          </a:bodyPr>
          <a:lstStyle/>
          <a:p>
            <a:r>
              <a:rPr lang="en-GB" noProof="1"/>
              <a:t>Haga clic para modificar el estilo de título del patrón</a:t>
            </a:r>
          </a:p>
        </p:txBody>
      </p:sp>
      <p:sp>
        <p:nvSpPr>
          <p:cNvPr id="6" name="Marcador de texto 5">
            <a:extLst>
              <a:ext uri="{FF2B5EF4-FFF2-40B4-BE49-F238E27FC236}">
                <a16:creationId xmlns:a16="http://schemas.microsoft.com/office/drawing/2014/main" id="{DB3E8317-C082-8622-32FC-F11CF3837090}"/>
              </a:ext>
            </a:extLst>
          </p:cNvPr>
          <p:cNvSpPr>
            <a:spLocks noGrp="1"/>
          </p:cNvSpPr>
          <p:nvPr>
            <p:ph type="body" idx="1"/>
          </p:nvPr>
        </p:nvSpPr>
        <p:spPr>
          <a:xfrm>
            <a:off x="335360" y="1825625"/>
            <a:ext cx="10515600" cy="4056366"/>
          </a:xfrm>
          <a:prstGeom prst="rect">
            <a:avLst/>
          </a:prstGeom>
        </p:spPr>
        <p:txBody>
          <a:bodyPr vert="horz" lIns="0" tIns="0" rIns="0" bIns="0" rtlCol="0">
            <a:noAutofit/>
          </a:bodyPr>
          <a:lstStyle/>
          <a:p>
            <a:pPr lvl="0"/>
            <a:r>
              <a:rPr lang="en-GB" noProof="1"/>
              <a:t>Haga clic para modificar los estilos de texto del patrón</a:t>
            </a:r>
          </a:p>
          <a:p>
            <a:pPr lvl="1"/>
            <a:r>
              <a:rPr lang="en-GB" noProof="1"/>
              <a:t>Segundo nivel</a:t>
            </a:r>
          </a:p>
          <a:p>
            <a:pPr lvl="2"/>
            <a:r>
              <a:rPr lang="en-GB" noProof="1"/>
              <a:t>Tercer nivel</a:t>
            </a:r>
          </a:p>
          <a:p>
            <a:pPr lvl="3"/>
            <a:r>
              <a:rPr lang="en-GB" noProof="1"/>
              <a:t>Cuarto nivel</a:t>
            </a:r>
          </a:p>
          <a:p>
            <a:pPr lvl="4"/>
            <a:r>
              <a:rPr lang="en-GB" noProof="1"/>
              <a:t>Quinto nivel</a:t>
            </a:r>
          </a:p>
        </p:txBody>
      </p:sp>
      <p:sp>
        <p:nvSpPr>
          <p:cNvPr id="21" name="Marcador de pie de página 2">
            <a:extLst>
              <a:ext uri="{FF2B5EF4-FFF2-40B4-BE49-F238E27FC236}">
                <a16:creationId xmlns:a16="http://schemas.microsoft.com/office/drawing/2014/main" id="{DBFEAADD-FA30-EAB3-7735-AD0E306B67F9}"/>
              </a:ext>
            </a:extLst>
          </p:cNvPr>
          <p:cNvSpPr>
            <a:spLocks noGrp="1"/>
          </p:cNvSpPr>
          <p:nvPr>
            <p:ph type="ftr" sz="quarter" idx="3"/>
          </p:nvPr>
        </p:nvSpPr>
        <p:spPr>
          <a:xfrm>
            <a:off x="335360" y="6401514"/>
            <a:ext cx="7250933" cy="123111"/>
          </a:xfrm>
          <a:prstGeom prst="rect">
            <a:avLst/>
          </a:prstGeom>
        </p:spPr>
        <p:txBody>
          <a:bodyPr vert="horz" lIns="0" tIns="0" rIns="0" bIns="0" rtlCol="0" anchor="b" anchorCtr="0">
            <a:spAutoFit/>
          </a:bodyPr>
          <a:lstStyle>
            <a:lvl1pPr algn="l">
              <a:defRPr sz="800">
                <a:solidFill>
                  <a:schemeClr val="tx1"/>
                </a:solidFill>
                <a:latin typeface="+mn-lt"/>
                <a:ea typeface="+mn-ea"/>
                <a:cs typeface="+mn-cs"/>
              </a:defRPr>
            </a:lvl1pPr>
          </a:lstStyle>
          <a:p>
            <a:r>
              <a:rPr lang="it-IT"/>
              <a:t>MINSAIT • SERVICIO DE PROGRAM MANAGEMENT OFFICE (PMO)</a:t>
            </a:r>
            <a:endParaRPr lang="es-ES"/>
          </a:p>
        </p:txBody>
      </p:sp>
      <p:sp>
        <p:nvSpPr>
          <p:cNvPr id="2" name="2 Marcador de número de diapositiva">
            <a:extLst>
              <a:ext uri="{FF2B5EF4-FFF2-40B4-BE49-F238E27FC236}">
                <a16:creationId xmlns:a16="http://schemas.microsoft.com/office/drawing/2014/main" id="{8A70B839-01D7-3D70-AFA6-2969A64FBD58}"/>
              </a:ext>
            </a:extLst>
          </p:cNvPr>
          <p:cNvSpPr txBox="1">
            <a:spLocks/>
          </p:cNvSpPr>
          <p:nvPr userDrawn="1"/>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tx1"/>
                </a:solidFill>
                <a:effectLst/>
                <a:uLnTx/>
                <a:uFillTx/>
                <a:latin typeface="+mn-lt"/>
                <a:ea typeface="+mn-ea"/>
                <a:cs typeface="+mn-cs"/>
              </a:rPr>
              <a:pPr marL="0" marR="0" lvl="0" indent="0" algn="r" defTabSz="914400" eaLnBrk="1" fontAlgn="auto" latinLnBrk="0" hangingPunct="1">
                <a:lnSpc>
                  <a:spcPct val="100000"/>
                </a:lnSpc>
                <a:spcBef>
                  <a:spcPts val="0"/>
                </a:spcBef>
                <a:spcAft>
                  <a:spcPts val="0"/>
                </a:spcAft>
                <a:buClrTx/>
                <a:buSzTx/>
                <a:buFontTx/>
                <a:buNone/>
                <a:tabLst/>
                <a:defRPr/>
              </a:pPr>
              <a:t>‹Nº›</a:t>
            </a:fld>
            <a:endParaRPr kumimoji="0" lang="en-GB" sz="800" b="0" i="0" u="none" strike="noStrike" kern="0" cap="none" spc="0" normalizeH="0" baseline="0" noProof="1">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736106489"/>
      </p:ext>
    </p:extLst>
  </p:cSld>
  <p:clrMap bg1="lt1" tx1="dk1" bg2="lt2" tx2="dk2" accent1="accent1" accent2="accent2" accent3="accent3" accent4="accent4" accent5="accent5" accent6="accent6" hlink="hlink" folHlink="folHlink"/>
  <p:sldLayoutIdLst>
    <p:sldLayoutId id="2147484938" r:id="rId1"/>
    <p:sldLayoutId id="2147485097" r:id="rId2"/>
    <p:sldLayoutId id="2147485098" r:id="rId3"/>
    <p:sldLayoutId id="2147485100" r:id="rId4"/>
    <p:sldLayoutId id="2147485101" r:id="rId5"/>
    <p:sldLayoutId id="2147485103" r:id="rId6"/>
  </p:sldLayoutIdLst>
  <p:hf hdr="0" dt="0"/>
  <p:txStyles>
    <p:titleStyle>
      <a:lvl1pPr algn="l" defTabSz="914377" rtl="0" eaLnBrk="1" latinLnBrk="0" hangingPunct="1">
        <a:lnSpc>
          <a:spcPct val="85000"/>
        </a:lnSpc>
        <a:spcBef>
          <a:spcPct val="0"/>
        </a:spcBef>
        <a:buNone/>
        <a:defRPr sz="3200" kern="1200">
          <a:solidFill>
            <a:schemeClr val="tx1"/>
          </a:solidFill>
          <a:latin typeface="+mj-lt"/>
          <a:ea typeface="+mj-ea"/>
          <a:cs typeface="+mj-cs"/>
        </a:defRPr>
      </a:lvl1pPr>
    </p:titleStyle>
    <p:body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3929">
          <p15:clr>
            <a:srgbClr val="F26B43"/>
          </p15:clr>
        </p15:guide>
        <p15:guide id="6" orient="horz" pos="346">
          <p15:clr>
            <a:srgbClr val="F26B43"/>
          </p15:clr>
        </p15:guide>
        <p15:guide id="7" orient="horz" pos="201">
          <p15:clr>
            <a:srgbClr val="F26B43"/>
          </p15:clr>
        </p15:guide>
        <p15:guide id="8" orient="horz" pos="4110">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98D8C95-BCFA-512B-EABA-1F91E19DB4DB}"/>
              </a:ext>
            </a:extLst>
          </p:cNvPr>
          <p:cNvGraphicFramePr>
            <a:graphicFrameLocks noChangeAspect="1"/>
          </p:cNvGraphicFramePr>
          <p:nvPr userDrawn="1">
            <p:custDataLst>
              <p:tags r:id="rId3"/>
            </p:custDataLst>
            <p:extLst>
              <p:ext uri="{D42A27DB-BD31-4B8C-83A1-F6EECF244321}">
                <p14:modId xmlns:p14="http://schemas.microsoft.com/office/powerpoint/2010/main" val="26660090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06" imgH="306" progId="TCLayout.ActiveDocument.1">
                  <p:embed/>
                </p:oleObj>
              </mc:Choice>
              <mc:Fallback>
                <p:oleObj name="Diapositiva de think-cell" r:id="rId4" imgW="306" imgH="306" progId="TCLayout.ActiveDocument.1">
                  <p:embed/>
                  <p:pic>
                    <p:nvPicPr>
                      <p:cNvPr id="5" name="think-cell data - do not delete" hidden="1">
                        <a:extLst>
                          <a:ext uri="{FF2B5EF4-FFF2-40B4-BE49-F238E27FC236}">
                            <a16:creationId xmlns:a16="http://schemas.microsoft.com/office/drawing/2014/main" id="{398D8C95-BCFA-512B-EABA-1F91E19DB4D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3791499509"/>
      </p:ext>
    </p:extLst>
  </p:cSld>
  <p:clrMap bg1="lt1" tx1="dk1" bg2="lt2" tx2="dk2" accent1="accent1" accent2="accent2" accent3="accent3" accent4="accent4" accent5="accent5" accent6="accent6" hlink="hlink" folHlink="folHlink"/>
  <p:sldLayoutIdLst>
    <p:sldLayoutId id="2147485025" r:id="rId1"/>
  </p:sldLayoutIdLst>
  <p:hf sldNum="0" hdr="0" dt="0"/>
  <p:txStyles>
    <p:titleStyle>
      <a:lvl1pPr algn="l" defTabSz="914377" rtl="0" eaLnBrk="1" latinLnBrk="0" hangingPunct="1">
        <a:lnSpc>
          <a:spcPct val="100000"/>
        </a:lnSpc>
        <a:spcBef>
          <a:spcPct val="0"/>
        </a:spcBef>
        <a:buNone/>
        <a:defRPr sz="3200" kern="1200">
          <a:solidFill>
            <a:schemeClr val="tx1"/>
          </a:solidFill>
          <a:latin typeface="+mj-lt"/>
          <a:ea typeface="+mj-ea"/>
          <a:cs typeface="+mj-cs"/>
        </a:defRPr>
      </a:lvl1pPr>
    </p:titleStyle>
    <p:bodyStyle>
      <a:lvl1pPr marL="228594" indent="-228594" algn="l" defTabSz="914377" rtl="0" eaLnBrk="1" latinLnBrk="0" hangingPunct="1">
        <a:lnSpc>
          <a:spcPct val="100000"/>
        </a:lnSpc>
        <a:spcBef>
          <a:spcPts val="600"/>
        </a:spcBef>
        <a:buFont typeface="Arial" panose="020B0604020202020204" pitchFamily="34" charset="0"/>
        <a:buChar char="•"/>
        <a:defRPr sz="2800" kern="1200">
          <a:solidFill>
            <a:schemeClr val="tx1"/>
          </a:solidFill>
          <a:latin typeface="+mn-lt"/>
          <a:ea typeface="+mn-ea"/>
          <a:cs typeface="+mn-cs"/>
        </a:defRPr>
      </a:lvl1pPr>
      <a:lvl2pPr marL="541338" indent="-187325" algn="l" defTabSz="914377" rtl="0" eaLnBrk="1" latinLnBrk="0" hangingPunct="1">
        <a:lnSpc>
          <a:spcPct val="100000"/>
        </a:lnSpc>
        <a:spcBef>
          <a:spcPts val="600"/>
        </a:spcBef>
        <a:buFont typeface="Arial" panose="020B0604020202020204" pitchFamily="34" charset="0"/>
        <a:buChar char="•"/>
        <a:defRPr sz="2400" kern="1200">
          <a:solidFill>
            <a:schemeClr val="tx1"/>
          </a:solidFill>
          <a:latin typeface="+mn-lt"/>
          <a:ea typeface="+mn-ea"/>
          <a:cs typeface="+mn-cs"/>
        </a:defRPr>
      </a:lvl2pPr>
      <a:lvl3pPr marL="895350" indent="-176213" algn="l" defTabSz="914377" rtl="0" eaLnBrk="1" latinLnBrk="0" hangingPunct="1">
        <a:lnSpc>
          <a:spcPct val="100000"/>
        </a:lnSpc>
        <a:spcBef>
          <a:spcPts val="600"/>
        </a:spcBef>
        <a:buFont typeface="Arial" panose="020B0604020202020204" pitchFamily="34" charset="0"/>
        <a:buChar char="•"/>
        <a:defRPr sz="2000" kern="1200">
          <a:solidFill>
            <a:schemeClr val="tx1"/>
          </a:solidFill>
          <a:latin typeface="+mn-lt"/>
          <a:ea typeface="+mn-ea"/>
          <a:cs typeface="+mn-cs"/>
        </a:defRPr>
      </a:lvl3pPr>
      <a:lvl4pPr marL="1258888" indent="-185738" algn="l" defTabSz="914377"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4pPr>
      <a:lvl5pPr marL="1614488" indent="-177800" algn="l" defTabSz="914377" rtl="0" eaLnBrk="1" latinLnBrk="0" hangingPunct="1">
        <a:lnSpc>
          <a:spcPct val="100000"/>
        </a:lnSpc>
        <a:spcBef>
          <a:spcPts val="6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3929">
          <p15:clr>
            <a:srgbClr val="F26B43"/>
          </p15:clr>
        </p15:guide>
        <p15:guide id="6" orient="horz" pos="233">
          <p15:clr>
            <a:srgbClr val="F26B43"/>
          </p15:clr>
        </p15:guide>
        <p15:guide id="7" orient="horz" pos="4110">
          <p15:clr>
            <a:srgbClr val="F26B43"/>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D09E399-3561-B977-D5DC-7AD154CF90EB}"/>
              </a:ext>
            </a:extLst>
          </p:cNvPr>
          <p:cNvGraphicFramePr>
            <a:graphicFrameLocks noChangeAspect="1"/>
          </p:cNvGraphicFramePr>
          <p:nvPr userDrawn="1">
            <p:custDataLst>
              <p:tags r:id="rId3"/>
            </p:custDataLst>
            <p:extLst>
              <p:ext uri="{D42A27DB-BD31-4B8C-83A1-F6EECF244321}">
                <p14:modId xmlns:p14="http://schemas.microsoft.com/office/powerpoint/2010/main" val="814220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06" imgH="306" progId="TCLayout.ActiveDocument.1">
                  <p:embed/>
                </p:oleObj>
              </mc:Choice>
              <mc:Fallback>
                <p:oleObj name="Diapositiva de think-cell" r:id="rId4" imgW="306" imgH="306" progId="TCLayout.ActiveDocument.1">
                  <p:embed/>
                  <p:pic>
                    <p:nvPicPr>
                      <p:cNvPr id="5" name="think-cell data - do not delete" hidden="1">
                        <a:extLst>
                          <a:ext uri="{FF2B5EF4-FFF2-40B4-BE49-F238E27FC236}">
                            <a16:creationId xmlns:a16="http://schemas.microsoft.com/office/drawing/2014/main" id="{8D09E399-3561-B977-D5DC-7AD154CF90E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Placeholder 1">
            <a:extLst>
              <a:ext uri="{FF2B5EF4-FFF2-40B4-BE49-F238E27FC236}">
                <a16:creationId xmlns:a16="http://schemas.microsoft.com/office/drawing/2014/main" id="{99C91ED4-1BBC-2208-ADD9-0A031E1B5CFC}"/>
              </a:ext>
            </a:extLst>
          </p:cNvPr>
          <p:cNvSpPr>
            <a:spLocks noGrp="1"/>
          </p:cNvSpPr>
          <p:nvPr>
            <p:ph type="title"/>
          </p:nvPr>
        </p:nvSpPr>
        <p:spPr>
          <a:xfrm>
            <a:off x="335360" y="549274"/>
            <a:ext cx="10515599" cy="987695"/>
          </a:xfrm>
          <a:prstGeom prst="rect">
            <a:avLst/>
          </a:prstGeom>
        </p:spPr>
        <p:txBody>
          <a:bodyPr vert="horz" lIns="0" tIns="0" rIns="0" bIns="0" rtlCol="0" anchor="t">
            <a:noAutofit/>
          </a:bodyPr>
          <a:lstStyle/>
          <a:p>
            <a:r>
              <a:rPr lang="es-ES" noProof="1"/>
              <a:t>Haga clic para modificar el estilo de título del patrón</a:t>
            </a:r>
          </a:p>
        </p:txBody>
      </p:sp>
      <p:sp>
        <p:nvSpPr>
          <p:cNvPr id="6" name="Marcador de texto 5">
            <a:extLst>
              <a:ext uri="{FF2B5EF4-FFF2-40B4-BE49-F238E27FC236}">
                <a16:creationId xmlns:a16="http://schemas.microsoft.com/office/drawing/2014/main" id="{DB3E8317-C082-8622-32FC-F11CF3837090}"/>
              </a:ext>
            </a:extLst>
          </p:cNvPr>
          <p:cNvSpPr>
            <a:spLocks noGrp="1"/>
          </p:cNvSpPr>
          <p:nvPr>
            <p:ph type="body" idx="1"/>
          </p:nvPr>
        </p:nvSpPr>
        <p:spPr>
          <a:xfrm>
            <a:off x="335360" y="1825625"/>
            <a:ext cx="10515600" cy="4056366"/>
          </a:xfrm>
          <a:prstGeom prst="rect">
            <a:avLst/>
          </a:prstGeom>
        </p:spPr>
        <p:txBody>
          <a:bodyPr vert="horz" lIns="0" tIns="0" rIns="0" bIns="0" rtlCol="0">
            <a:noAutofit/>
          </a:bodyPr>
          <a:lstStyle/>
          <a:p>
            <a:pPr lvl="0"/>
            <a:r>
              <a:rPr lang="es-ES" noProof="1"/>
              <a:t>Haga clic para modificar los estilos de texto del patrón</a:t>
            </a:r>
          </a:p>
          <a:p>
            <a:pPr lvl="1"/>
            <a:r>
              <a:rPr lang="es-ES" noProof="1"/>
              <a:t>Segundo nivel</a:t>
            </a:r>
          </a:p>
          <a:p>
            <a:pPr lvl="2"/>
            <a:r>
              <a:rPr lang="es-ES" noProof="1"/>
              <a:t>Tercer nivel</a:t>
            </a:r>
          </a:p>
          <a:p>
            <a:pPr lvl="3"/>
            <a:r>
              <a:rPr lang="es-ES" noProof="1"/>
              <a:t>Cuarto nivel</a:t>
            </a:r>
          </a:p>
          <a:p>
            <a:pPr lvl="4"/>
            <a:r>
              <a:rPr lang="es-ES" noProof="1"/>
              <a:t>Quinto nivel</a:t>
            </a:r>
          </a:p>
        </p:txBody>
      </p:sp>
      <p:sp>
        <p:nvSpPr>
          <p:cNvPr id="21" name="Marcador de pie de página 2">
            <a:extLst>
              <a:ext uri="{FF2B5EF4-FFF2-40B4-BE49-F238E27FC236}">
                <a16:creationId xmlns:a16="http://schemas.microsoft.com/office/drawing/2014/main" id="{DBFEAADD-FA30-EAB3-7735-AD0E306B67F9}"/>
              </a:ext>
            </a:extLst>
          </p:cNvPr>
          <p:cNvSpPr>
            <a:spLocks noGrp="1"/>
          </p:cNvSpPr>
          <p:nvPr>
            <p:ph type="ftr" sz="quarter" idx="3"/>
          </p:nvPr>
        </p:nvSpPr>
        <p:spPr>
          <a:xfrm>
            <a:off x="335360" y="6401514"/>
            <a:ext cx="7250933" cy="123111"/>
          </a:xfrm>
          <a:prstGeom prst="rect">
            <a:avLst/>
          </a:prstGeom>
        </p:spPr>
        <p:txBody>
          <a:bodyPr vert="horz" lIns="0" tIns="0" rIns="0" bIns="0" rtlCol="0" anchor="b" anchorCtr="0">
            <a:spAutoFit/>
          </a:bodyPr>
          <a:lstStyle>
            <a:lvl1pPr algn="l" rtl="0">
              <a:defRPr sz="800">
                <a:solidFill>
                  <a:schemeClr val="tx1"/>
                </a:solidFill>
              </a:defRPr>
            </a:lvl1pPr>
          </a:lstStyle>
          <a:p>
            <a:r>
              <a:rPr lang="es-ES"/>
              <a:t>MINSAIT • Nombre del documento • dd/mm/aaaa</a:t>
            </a:r>
          </a:p>
        </p:txBody>
      </p:sp>
    </p:spTree>
    <p:extLst>
      <p:ext uri="{BB962C8B-B14F-4D97-AF65-F5344CB8AC3E}">
        <p14:creationId xmlns:p14="http://schemas.microsoft.com/office/powerpoint/2010/main" val="730737887"/>
      </p:ext>
    </p:extLst>
  </p:cSld>
  <p:clrMap bg1="lt1" tx1="dk1" bg2="lt2" tx2="dk2" accent1="accent1" accent2="accent2" accent3="accent3" accent4="accent4" accent5="accent5" accent6="accent6" hlink="hlink" folHlink="folHlink"/>
  <p:sldLayoutIdLst>
    <p:sldLayoutId id="2147485064" r:id="rId1"/>
  </p:sldLayoutIdLst>
  <p:hf sldNum="0" hdr="0" dt="0"/>
  <p:txStyles>
    <p:titleStyle>
      <a:lvl1pPr algn="l" defTabSz="914377" rtl="0" eaLnBrk="1" latinLnBrk="0" hangingPunct="1">
        <a:lnSpc>
          <a:spcPct val="85000"/>
        </a:lnSpc>
        <a:spcBef>
          <a:spcPct val="0"/>
        </a:spcBef>
        <a:buNone/>
        <a:defRPr sz="3200" kern="1200">
          <a:solidFill>
            <a:schemeClr val="tx1"/>
          </a:solidFill>
          <a:latin typeface="+mj-lt"/>
          <a:ea typeface="+mj-ea"/>
          <a:cs typeface="+mj-cs"/>
        </a:defRPr>
      </a:lvl1pPr>
    </p:titleStyle>
    <p:body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3929">
          <p15:clr>
            <a:srgbClr val="F26B43"/>
          </p15:clr>
        </p15:guide>
        <p15:guide id="6" orient="horz" pos="346">
          <p15:clr>
            <a:srgbClr val="F26B43"/>
          </p15:clr>
        </p15:guide>
        <p15:guide id="7" orient="horz" pos="201">
          <p15:clr>
            <a:srgbClr val="F26B43"/>
          </p15:clr>
        </p15:guide>
        <p15:guide id="8" orient="horz" pos="411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5.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0.emf"/><Relationship Id="rId5" Type="http://schemas.openxmlformats.org/officeDocument/2006/relationships/oleObject" Target="../embeddings/oleObject43.bin"/><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2.xml"/><Relationship Id="rId1" Type="http://schemas.openxmlformats.org/officeDocument/2006/relationships/tags" Target="../tags/tag51.xml"/><Relationship Id="rId6" Type="http://schemas.openxmlformats.org/officeDocument/2006/relationships/image" Target="../media/image11.jpeg"/><Relationship Id="rId5" Type="http://schemas.openxmlformats.org/officeDocument/2006/relationships/image" Target="../media/image2.emf"/><Relationship Id="rId4" Type="http://schemas.openxmlformats.org/officeDocument/2006/relationships/oleObject" Target="../embeddings/oleObject44.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3.xml"/><Relationship Id="rId1" Type="http://schemas.openxmlformats.org/officeDocument/2006/relationships/tags" Target="../tags/tag52.xml"/><Relationship Id="rId5" Type="http://schemas.openxmlformats.org/officeDocument/2006/relationships/image" Target="../media/image2.emf"/><Relationship Id="rId4" Type="http://schemas.openxmlformats.org/officeDocument/2006/relationships/oleObject" Target="../embeddings/oleObject45.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3.xml"/><Relationship Id="rId6" Type="http://schemas.openxmlformats.org/officeDocument/2006/relationships/image" Target="../media/image12.png"/><Relationship Id="rId5" Type="http://schemas.openxmlformats.org/officeDocument/2006/relationships/image" Target="../media/image2.emf"/><Relationship Id="rId4" Type="http://schemas.openxmlformats.org/officeDocument/2006/relationships/oleObject" Target="../embeddings/oleObject46.bin"/></Relationships>
</file>

<file path=ppt/slides/_rels/slide6.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notesSlide" Target="../notesSlides/notesSlide5.xml"/><Relationship Id="rId7" Type="http://schemas.openxmlformats.org/officeDocument/2006/relationships/image" Target="../media/image15.emf"/><Relationship Id="rId2" Type="http://schemas.openxmlformats.org/officeDocument/2006/relationships/slideLayout" Target="../slideLayouts/slideLayout6.xml"/><Relationship Id="rId1" Type="http://schemas.openxmlformats.org/officeDocument/2006/relationships/tags" Target="../tags/tag54.xml"/><Relationship Id="rId6" Type="http://schemas.openxmlformats.org/officeDocument/2006/relationships/image" Target="../media/image14.emf"/><Relationship Id="rId5" Type="http://schemas.openxmlformats.org/officeDocument/2006/relationships/image" Target="../media/image13.emf"/><Relationship Id="rId10" Type="http://schemas.openxmlformats.org/officeDocument/2006/relationships/image" Target="../media/image18.emf"/><Relationship Id="rId4" Type="http://schemas.openxmlformats.org/officeDocument/2006/relationships/oleObject" Target="../embeddings/oleObject47.bin"/><Relationship Id="rId9" Type="http://schemas.openxmlformats.org/officeDocument/2006/relationships/image" Target="../media/image17.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55.xml"/><Relationship Id="rId6" Type="http://schemas.openxmlformats.org/officeDocument/2006/relationships/image" Target="../media/image19.emf"/><Relationship Id="rId5" Type="http://schemas.openxmlformats.org/officeDocument/2006/relationships/image" Target="../media/image13.emf"/><Relationship Id="rId4" Type="http://schemas.openxmlformats.org/officeDocument/2006/relationships/oleObject" Target="../embeddings/oleObject47.bin"/></Relationships>
</file>

<file path=ppt/slides/_rels/slide8.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notesSlide" Target="../notesSlides/notesSlide7.xml"/><Relationship Id="rId7" Type="http://schemas.openxmlformats.org/officeDocument/2006/relationships/image" Target="../media/image21.emf"/><Relationship Id="rId2" Type="http://schemas.openxmlformats.org/officeDocument/2006/relationships/slideLayout" Target="../slideLayouts/slideLayout6.xml"/><Relationship Id="rId1" Type="http://schemas.openxmlformats.org/officeDocument/2006/relationships/tags" Target="../tags/tag56.xml"/><Relationship Id="rId6" Type="http://schemas.openxmlformats.org/officeDocument/2006/relationships/image" Target="../media/image20.emf"/><Relationship Id="rId5" Type="http://schemas.openxmlformats.org/officeDocument/2006/relationships/image" Target="../media/image13.emf"/><Relationship Id="rId4" Type="http://schemas.openxmlformats.org/officeDocument/2006/relationships/oleObject" Target="../embeddings/oleObject47.bin"/><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26.emf"/><Relationship Id="rId13" Type="http://schemas.openxmlformats.org/officeDocument/2006/relationships/image" Target="../media/image31.emf"/><Relationship Id="rId3" Type="http://schemas.openxmlformats.org/officeDocument/2006/relationships/notesSlide" Target="../notesSlides/notesSlide8.xml"/><Relationship Id="rId7" Type="http://schemas.openxmlformats.org/officeDocument/2006/relationships/image" Target="../media/image25.emf"/><Relationship Id="rId12" Type="http://schemas.openxmlformats.org/officeDocument/2006/relationships/image" Target="../media/image30.emf"/><Relationship Id="rId2" Type="http://schemas.openxmlformats.org/officeDocument/2006/relationships/slideLayout" Target="../slideLayouts/slideLayout6.xml"/><Relationship Id="rId1" Type="http://schemas.openxmlformats.org/officeDocument/2006/relationships/tags" Target="../tags/tag57.xml"/><Relationship Id="rId6" Type="http://schemas.openxmlformats.org/officeDocument/2006/relationships/image" Target="../media/image24.emf"/><Relationship Id="rId11" Type="http://schemas.openxmlformats.org/officeDocument/2006/relationships/image" Target="../media/image29.emf"/><Relationship Id="rId5" Type="http://schemas.openxmlformats.org/officeDocument/2006/relationships/image" Target="../media/image13.emf"/><Relationship Id="rId10" Type="http://schemas.openxmlformats.org/officeDocument/2006/relationships/image" Target="../media/image28.emf"/><Relationship Id="rId4" Type="http://schemas.openxmlformats.org/officeDocument/2006/relationships/oleObject" Target="../embeddings/oleObject47.bin"/><Relationship Id="rId9" Type="http://schemas.openxmlformats.org/officeDocument/2006/relationships/image" Target="../media/image27.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58.xml"/><Relationship Id="rId5" Type="http://schemas.openxmlformats.org/officeDocument/2006/relationships/image" Target="../media/image13.emf"/><Relationship Id="rId4" Type="http://schemas.openxmlformats.org/officeDocument/2006/relationships/oleObject" Target="../embeddings/oleObject47.bin"/></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svg"/><Relationship Id="rId18" Type="http://schemas.openxmlformats.org/officeDocument/2006/relationships/image" Target="../media/image44.png"/><Relationship Id="rId3" Type="http://schemas.openxmlformats.org/officeDocument/2006/relationships/notesSlide" Target="../notesSlides/notesSlide10.xml"/><Relationship Id="rId21" Type="http://schemas.openxmlformats.org/officeDocument/2006/relationships/image" Target="../media/image47.svg"/><Relationship Id="rId7" Type="http://schemas.openxmlformats.org/officeDocument/2006/relationships/image" Target="../media/image33.svg"/><Relationship Id="rId12" Type="http://schemas.openxmlformats.org/officeDocument/2006/relationships/image" Target="../media/image38.png"/><Relationship Id="rId17" Type="http://schemas.openxmlformats.org/officeDocument/2006/relationships/image" Target="../media/image43.svg"/><Relationship Id="rId2" Type="http://schemas.openxmlformats.org/officeDocument/2006/relationships/slideLayout" Target="../slideLayouts/slideLayout6.xml"/><Relationship Id="rId16" Type="http://schemas.openxmlformats.org/officeDocument/2006/relationships/image" Target="../media/image42.png"/><Relationship Id="rId20" Type="http://schemas.openxmlformats.org/officeDocument/2006/relationships/image" Target="../media/image46.png"/><Relationship Id="rId1" Type="http://schemas.openxmlformats.org/officeDocument/2006/relationships/tags" Target="../tags/tag59.xml"/><Relationship Id="rId6" Type="http://schemas.openxmlformats.org/officeDocument/2006/relationships/image" Target="../media/image32.png"/><Relationship Id="rId11" Type="http://schemas.openxmlformats.org/officeDocument/2006/relationships/image" Target="../media/image37.svg"/><Relationship Id="rId5" Type="http://schemas.openxmlformats.org/officeDocument/2006/relationships/image" Target="../media/image13.emf"/><Relationship Id="rId15" Type="http://schemas.openxmlformats.org/officeDocument/2006/relationships/image" Target="../media/image41.svg"/><Relationship Id="rId10" Type="http://schemas.openxmlformats.org/officeDocument/2006/relationships/image" Target="../media/image36.png"/><Relationship Id="rId19" Type="http://schemas.openxmlformats.org/officeDocument/2006/relationships/image" Target="../media/image45.svg"/><Relationship Id="rId4" Type="http://schemas.openxmlformats.org/officeDocument/2006/relationships/oleObject" Target="../embeddings/oleObject47.bin"/><Relationship Id="rId9" Type="http://schemas.openxmlformats.org/officeDocument/2006/relationships/image" Target="../media/image35.svg"/><Relationship Id="rId14" Type="http://schemas.openxmlformats.org/officeDocument/2006/relationships/image" Target="../media/image4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60.xml"/><Relationship Id="rId6" Type="http://schemas.openxmlformats.org/officeDocument/2006/relationships/image" Target="../media/image48.png"/><Relationship Id="rId5" Type="http://schemas.openxmlformats.org/officeDocument/2006/relationships/image" Target="../media/image5.emf"/><Relationship Id="rId4" Type="http://schemas.openxmlformats.org/officeDocument/2006/relationships/oleObject" Target="../embeddings/oleObject48.bin"/></Relationships>
</file>

<file path=ppt/slides/_rels/slide13.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5.png"/><Relationship Id="rId3" Type="http://schemas.openxmlformats.org/officeDocument/2006/relationships/slideLayout" Target="../slideLayouts/slideLayout38.xml"/><Relationship Id="rId7" Type="http://schemas.openxmlformats.org/officeDocument/2006/relationships/image" Target="../media/image49.png"/><Relationship Id="rId12" Type="http://schemas.openxmlformats.org/officeDocument/2006/relationships/image" Target="../media/image54.svg"/><Relationship Id="rId2" Type="http://schemas.openxmlformats.org/officeDocument/2006/relationships/tags" Target="../tags/tag62.xml"/><Relationship Id="rId16" Type="http://schemas.openxmlformats.org/officeDocument/2006/relationships/image" Target="../media/image58.svg"/><Relationship Id="rId1" Type="http://schemas.openxmlformats.org/officeDocument/2006/relationships/tags" Target="../tags/tag61.xml"/><Relationship Id="rId6" Type="http://schemas.openxmlformats.org/officeDocument/2006/relationships/image" Target="../media/image5.emf"/><Relationship Id="rId11" Type="http://schemas.openxmlformats.org/officeDocument/2006/relationships/image" Target="../media/image53.png"/><Relationship Id="rId5" Type="http://schemas.openxmlformats.org/officeDocument/2006/relationships/oleObject" Target="../embeddings/oleObject49.bin"/><Relationship Id="rId15" Type="http://schemas.openxmlformats.org/officeDocument/2006/relationships/image" Target="../media/image57.png"/><Relationship Id="rId10" Type="http://schemas.openxmlformats.org/officeDocument/2006/relationships/image" Target="../media/image52.svg"/><Relationship Id="rId4" Type="http://schemas.openxmlformats.org/officeDocument/2006/relationships/notesSlide" Target="../notesSlides/notesSlide12.xml"/><Relationship Id="rId9" Type="http://schemas.openxmlformats.org/officeDocument/2006/relationships/image" Target="../media/image51.png"/><Relationship Id="rId14" Type="http://schemas.openxmlformats.org/officeDocument/2006/relationships/image" Target="../media/image56.svg"/></Relationships>
</file>

<file path=ppt/slides/_rels/slide14.xml.rels><?xml version="1.0" encoding="UTF-8" standalone="yes"?>
<Relationships xmlns="http://schemas.openxmlformats.org/package/2006/relationships"><Relationship Id="rId8" Type="http://schemas.openxmlformats.org/officeDocument/2006/relationships/image" Target="../media/image61.emf"/><Relationship Id="rId3" Type="http://schemas.openxmlformats.org/officeDocument/2006/relationships/notesSlide" Target="../notesSlides/notesSlide13.xml"/><Relationship Id="rId7" Type="http://schemas.openxmlformats.org/officeDocument/2006/relationships/image" Target="../media/image60.emf"/><Relationship Id="rId12" Type="http://schemas.openxmlformats.org/officeDocument/2006/relationships/image" Target="../media/image65.png"/><Relationship Id="rId2" Type="http://schemas.openxmlformats.org/officeDocument/2006/relationships/slideLayout" Target="../slideLayouts/slideLayout39.xml"/><Relationship Id="rId1" Type="http://schemas.openxmlformats.org/officeDocument/2006/relationships/tags" Target="../tags/tag63.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emf"/><Relationship Id="rId10" Type="http://schemas.openxmlformats.org/officeDocument/2006/relationships/image" Target="../media/image63.emf"/><Relationship Id="rId4" Type="http://schemas.openxmlformats.org/officeDocument/2006/relationships/oleObject" Target="../embeddings/oleObject50.bin"/><Relationship Id="rId9" Type="http://schemas.openxmlformats.org/officeDocument/2006/relationships/image" Target="../media/image62.emf"/></Relationships>
</file>

<file path=ppt/slides/_rels/slide15.xml.rels><?xml version="1.0" encoding="UTF-8" standalone="yes"?>
<Relationships xmlns="http://schemas.openxmlformats.org/package/2006/relationships"><Relationship Id="rId8" Type="http://schemas.openxmlformats.org/officeDocument/2006/relationships/image" Target="../media/image62.emf"/><Relationship Id="rId13" Type="http://schemas.openxmlformats.org/officeDocument/2006/relationships/image" Target="../media/image68.png"/><Relationship Id="rId3" Type="http://schemas.openxmlformats.org/officeDocument/2006/relationships/notesSlide" Target="../notesSlides/notesSlide14.xml"/><Relationship Id="rId7" Type="http://schemas.openxmlformats.org/officeDocument/2006/relationships/image" Target="../media/image61.emf"/><Relationship Id="rId12" Type="http://schemas.openxmlformats.org/officeDocument/2006/relationships/image" Target="../media/image67.png"/><Relationship Id="rId2" Type="http://schemas.openxmlformats.org/officeDocument/2006/relationships/slideLayout" Target="../slideLayouts/slideLayout39.xml"/><Relationship Id="rId1" Type="http://schemas.openxmlformats.org/officeDocument/2006/relationships/tags" Target="../tags/tag64.xml"/><Relationship Id="rId6" Type="http://schemas.openxmlformats.org/officeDocument/2006/relationships/image" Target="../media/image60.emf"/><Relationship Id="rId11" Type="http://schemas.openxmlformats.org/officeDocument/2006/relationships/image" Target="../media/image66.png"/><Relationship Id="rId5" Type="http://schemas.openxmlformats.org/officeDocument/2006/relationships/image" Target="../media/image5.emf"/><Relationship Id="rId10" Type="http://schemas.openxmlformats.org/officeDocument/2006/relationships/image" Target="../media/image65.png"/><Relationship Id="rId4" Type="http://schemas.openxmlformats.org/officeDocument/2006/relationships/oleObject" Target="../embeddings/oleObject50.bin"/><Relationship Id="rId9" Type="http://schemas.openxmlformats.org/officeDocument/2006/relationships/image" Target="../media/image63.em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9.xml"/><Relationship Id="rId1" Type="http://schemas.openxmlformats.org/officeDocument/2006/relationships/tags" Target="../tags/tag65.xml"/><Relationship Id="rId6" Type="http://schemas.openxmlformats.org/officeDocument/2006/relationships/image" Target="../media/image65.png"/><Relationship Id="rId5" Type="http://schemas.openxmlformats.org/officeDocument/2006/relationships/image" Target="../media/image5.emf"/><Relationship Id="rId4" Type="http://schemas.openxmlformats.org/officeDocument/2006/relationships/oleObject" Target="../embeddings/oleObject50.bin"/></Relationships>
</file>

<file path=ppt/slides/_rels/slide17.xml.rels><?xml version="1.0" encoding="UTF-8" standalone="yes"?>
<Relationships xmlns="http://schemas.openxmlformats.org/package/2006/relationships"><Relationship Id="rId8" Type="http://schemas.openxmlformats.org/officeDocument/2006/relationships/image" Target="../media/image62.emf"/><Relationship Id="rId13" Type="http://schemas.openxmlformats.org/officeDocument/2006/relationships/image" Target="../media/image71.png"/><Relationship Id="rId3" Type="http://schemas.openxmlformats.org/officeDocument/2006/relationships/notesSlide" Target="../notesSlides/notesSlide16.xml"/><Relationship Id="rId7" Type="http://schemas.openxmlformats.org/officeDocument/2006/relationships/image" Target="../media/image61.emf"/><Relationship Id="rId12" Type="http://schemas.openxmlformats.org/officeDocument/2006/relationships/image" Target="../media/image70.png"/><Relationship Id="rId2" Type="http://schemas.openxmlformats.org/officeDocument/2006/relationships/slideLayout" Target="../slideLayouts/slideLayout39.xml"/><Relationship Id="rId1" Type="http://schemas.openxmlformats.org/officeDocument/2006/relationships/tags" Target="../tags/tag66.xml"/><Relationship Id="rId6" Type="http://schemas.openxmlformats.org/officeDocument/2006/relationships/image" Target="../media/image60.emf"/><Relationship Id="rId11" Type="http://schemas.openxmlformats.org/officeDocument/2006/relationships/image" Target="../media/image69.png"/><Relationship Id="rId5" Type="http://schemas.openxmlformats.org/officeDocument/2006/relationships/image" Target="../media/image5.emf"/><Relationship Id="rId10" Type="http://schemas.openxmlformats.org/officeDocument/2006/relationships/image" Target="../media/image65.png"/><Relationship Id="rId4" Type="http://schemas.openxmlformats.org/officeDocument/2006/relationships/oleObject" Target="../embeddings/oleObject50.bin"/><Relationship Id="rId9" Type="http://schemas.openxmlformats.org/officeDocument/2006/relationships/image" Target="../media/image63.emf"/></Relationships>
</file>

<file path=ppt/slides/_rels/slide18.xml.rels><?xml version="1.0" encoding="UTF-8" standalone="yes"?>
<Relationships xmlns="http://schemas.openxmlformats.org/package/2006/relationships"><Relationship Id="rId8" Type="http://schemas.openxmlformats.org/officeDocument/2006/relationships/image" Target="../media/image62.emf"/><Relationship Id="rId3" Type="http://schemas.openxmlformats.org/officeDocument/2006/relationships/notesSlide" Target="../notesSlides/notesSlide17.xml"/><Relationship Id="rId7" Type="http://schemas.openxmlformats.org/officeDocument/2006/relationships/image" Target="../media/image61.emf"/><Relationship Id="rId12" Type="http://schemas.openxmlformats.org/officeDocument/2006/relationships/image" Target="../media/image73.png"/><Relationship Id="rId2" Type="http://schemas.openxmlformats.org/officeDocument/2006/relationships/slideLayout" Target="../slideLayouts/slideLayout39.xml"/><Relationship Id="rId1" Type="http://schemas.openxmlformats.org/officeDocument/2006/relationships/tags" Target="../tags/tag67.xml"/><Relationship Id="rId6" Type="http://schemas.openxmlformats.org/officeDocument/2006/relationships/image" Target="../media/image60.emf"/><Relationship Id="rId11" Type="http://schemas.openxmlformats.org/officeDocument/2006/relationships/image" Target="../media/image72.png"/><Relationship Id="rId5" Type="http://schemas.openxmlformats.org/officeDocument/2006/relationships/image" Target="../media/image5.emf"/><Relationship Id="rId10" Type="http://schemas.openxmlformats.org/officeDocument/2006/relationships/image" Target="../media/image65.png"/><Relationship Id="rId4" Type="http://schemas.openxmlformats.org/officeDocument/2006/relationships/oleObject" Target="../embeddings/oleObject50.bin"/><Relationship Id="rId9" Type="http://schemas.openxmlformats.org/officeDocument/2006/relationships/image" Target="../media/image63.emf"/></Relationships>
</file>

<file path=ppt/slides/_rels/slide19.xml.rels><?xml version="1.0" encoding="UTF-8" standalone="yes"?>
<Relationships xmlns="http://schemas.openxmlformats.org/package/2006/relationships"><Relationship Id="rId8" Type="http://schemas.openxmlformats.org/officeDocument/2006/relationships/image" Target="../media/image62.emf"/><Relationship Id="rId3" Type="http://schemas.openxmlformats.org/officeDocument/2006/relationships/notesSlide" Target="../notesSlides/notesSlide18.xml"/><Relationship Id="rId7" Type="http://schemas.openxmlformats.org/officeDocument/2006/relationships/image" Target="../media/image61.emf"/><Relationship Id="rId2" Type="http://schemas.openxmlformats.org/officeDocument/2006/relationships/slideLayout" Target="../slideLayouts/slideLayout39.xml"/><Relationship Id="rId1" Type="http://schemas.openxmlformats.org/officeDocument/2006/relationships/tags" Target="../tags/tag68.xml"/><Relationship Id="rId6" Type="http://schemas.openxmlformats.org/officeDocument/2006/relationships/image" Target="../media/image60.emf"/><Relationship Id="rId11" Type="http://schemas.openxmlformats.org/officeDocument/2006/relationships/image" Target="../media/image74.png"/><Relationship Id="rId5" Type="http://schemas.openxmlformats.org/officeDocument/2006/relationships/image" Target="../media/image5.emf"/><Relationship Id="rId10" Type="http://schemas.openxmlformats.org/officeDocument/2006/relationships/image" Target="../media/image65.png"/><Relationship Id="rId4" Type="http://schemas.openxmlformats.org/officeDocument/2006/relationships/oleObject" Target="../embeddings/oleObject50.bin"/><Relationship Id="rId9" Type="http://schemas.openxmlformats.org/officeDocument/2006/relationships/image" Target="../media/image63.emf"/></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69.xml"/><Relationship Id="rId6" Type="http://schemas.openxmlformats.org/officeDocument/2006/relationships/image" Target="../media/image75.jpeg"/><Relationship Id="rId5" Type="http://schemas.openxmlformats.org/officeDocument/2006/relationships/image" Target="../media/image5.emf"/><Relationship Id="rId4" Type="http://schemas.openxmlformats.org/officeDocument/2006/relationships/oleObject" Target="../embeddings/oleObject48.bin"/></Relationships>
</file>

<file path=ppt/slides/_rels/slide21.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18" Type="http://schemas.openxmlformats.org/officeDocument/2006/relationships/image" Target="../media/image88.png"/><Relationship Id="rId3" Type="http://schemas.openxmlformats.org/officeDocument/2006/relationships/slideLayout" Target="../slideLayouts/slideLayout44.xml"/><Relationship Id="rId7" Type="http://schemas.openxmlformats.org/officeDocument/2006/relationships/image" Target="../media/image77.png"/><Relationship Id="rId12" Type="http://schemas.openxmlformats.org/officeDocument/2006/relationships/image" Target="../media/image82.png"/><Relationship Id="rId17" Type="http://schemas.openxmlformats.org/officeDocument/2006/relationships/image" Target="../media/image87.png"/><Relationship Id="rId2" Type="http://schemas.openxmlformats.org/officeDocument/2006/relationships/tags" Target="../tags/tag71.xml"/><Relationship Id="rId16" Type="http://schemas.openxmlformats.org/officeDocument/2006/relationships/image" Target="../media/image86.png"/><Relationship Id="rId20" Type="http://schemas.openxmlformats.org/officeDocument/2006/relationships/image" Target="../media/image90.png"/><Relationship Id="rId1" Type="http://schemas.openxmlformats.org/officeDocument/2006/relationships/tags" Target="../tags/tag70.xml"/><Relationship Id="rId6" Type="http://schemas.openxmlformats.org/officeDocument/2006/relationships/image" Target="../media/image76.emf"/><Relationship Id="rId11" Type="http://schemas.openxmlformats.org/officeDocument/2006/relationships/image" Target="../media/image81.png"/><Relationship Id="rId5" Type="http://schemas.openxmlformats.org/officeDocument/2006/relationships/oleObject" Target="../embeddings/oleObject51.bin"/><Relationship Id="rId15" Type="http://schemas.openxmlformats.org/officeDocument/2006/relationships/image" Target="../media/image85.png"/><Relationship Id="rId10" Type="http://schemas.openxmlformats.org/officeDocument/2006/relationships/image" Target="../media/image80.png"/><Relationship Id="rId19" Type="http://schemas.openxmlformats.org/officeDocument/2006/relationships/image" Target="../media/image89.png"/><Relationship Id="rId4" Type="http://schemas.openxmlformats.org/officeDocument/2006/relationships/notesSlide" Target="../notesSlides/notesSlide20.xml"/><Relationship Id="rId9" Type="http://schemas.openxmlformats.org/officeDocument/2006/relationships/image" Target="../media/image79.png"/><Relationship Id="rId14" Type="http://schemas.openxmlformats.org/officeDocument/2006/relationships/image" Target="../media/image84.png"/></Relationships>
</file>

<file path=ppt/slides/_rels/slide22.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slideLayout" Target="../slideLayouts/slideLayout44.xml"/><Relationship Id="rId7" Type="http://schemas.openxmlformats.org/officeDocument/2006/relationships/image" Target="../media/image71.png"/><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91.emf"/><Relationship Id="rId5" Type="http://schemas.openxmlformats.org/officeDocument/2006/relationships/oleObject" Target="../embeddings/oleObject52.bin"/><Relationship Id="rId10" Type="http://schemas.openxmlformats.org/officeDocument/2006/relationships/image" Target="../media/image93.png"/><Relationship Id="rId4" Type="http://schemas.openxmlformats.org/officeDocument/2006/relationships/notesSlide" Target="../notesSlides/notesSlide21.xml"/><Relationship Id="rId9" Type="http://schemas.openxmlformats.org/officeDocument/2006/relationships/image" Target="../media/image9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95.png"/><Relationship Id="rId2" Type="http://schemas.openxmlformats.org/officeDocument/2006/relationships/slideLayout" Target="../slideLayouts/slideLayout39.xml"/><Relationship Id="rId1" Type="http://schemas.openxmlformats.org/officeDocument/2006/relationships/tags" Target="../tags/tag74.xml"/><Relationship Id="rId6" Type="http://schemas.openxmlformats.org/officeDocument/2006/relationships/image" Target="../media/image94.png"/><Relationship Id="rId5" Type="http://schemas.openxmlformats.org/officeDocument/2006/relationships/image" Target="../media/image5.emf"/><Relationship Id="rId4" Type="http://schemas.openxmlformats.org/officeDocument/2006/relationships/oleObject" Target="../embeddings/oleObject50.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9.xml"/><Relationship Id="rId1" Type="http://schemas.openxmlformats.org/officeDocument/2006/relationships/tags" Target="../tags/tag75.xml"/><Relationship Id="rId6" Type="http://schemas.openxmlformats.org/officeDocument/2006/relationships/image" Target="../media/image96.png"/><Relationship Id="rId5" Type="http://schemas.openxmlformats.org/officeDocument/2006/relationships/image" Target="../media/image5.emf"/><Relationship Id="rId4" Type="http://schemas.openxmlformats.org/officeDocument/2006/relationships/oleObject" Target="../embeddings/oleObject50.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9.xml"/><Relationship Id="rId1" Type="http://schemas.openxmlformats.org/officeDocument/2006/relationships/tags" Target="../tags/tag76.xml"/><Relationship Id="rId6" Type="http://schemas.openxmlformats.org/officeDocument/2006/relationships/image" Target="../media/image97.jpeg"/><Relationship Id="rId5" Type="http://schemas.openxmlformats.org/officeDocument/2006/relationships/image" Target="../media/image5.emf"/><Relationship Id="rId4" Type="http://schemas.openxmlformats.org/officeDocument/2006/relationships/oleObject" Target="../embeddings/oleObject50.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9.xml"/><Relationship Id="rId1" Type="http://schemas.openxmlformats.org/officeDocument/2006/relationships/tags" Target="../tags/tag77.xml"/><Relationship Id="rId6" Type="http://schemas.openxmlformats.org/officeDocument/2006/relationships/image" Target="../media/image98.png"/><Relationship Id="rId5" Type="http://schemas.openxmlformats.org/officeDocument/2006/relationships/image" Target="../media/image5.emf"/><Relationship Id="rId4" Type="http://schemas.openxmlformats.org/officeDocument/2006/relationships/oleObject" Target="../embeddings/oleObject50.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9.xml"/><Relationship Id="rId1" Type="http://schemas.openxmlformats.org/officeDocument/2006/relationships/tags" Target="../tags/tag78.xml"/><Relationship Id="rId6" Type="http://schemas.openxmlformats.org/officeDocument/2006/relationships/image" Target="../media/image99.png"/><Relationship Id="rId5" Type="http://schemas.openxmlformats.org/officeDocument/2006/relationships/image" Target="../media/image5.emf"/><Relationship Id="rId4" Type="http://schemas.openxmlformats.org/officeDocument/2006/relationships/oleObject" Target="../embeddings/oleObject50.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9.xml"/><Relationship Id="rId1" Type="http://schemas.openxmlformats.org/officeDocument/2006/relationships/tags" Target="../tags/tag79.xml"/><Relationship Id="rId6" Type="http://schemas.openxmlformats.org/officeDocument/2006/relationships/image" Target="../media/image100.jpeg"/><Relationship Id="rId5" Type="http://schemas.openxmlformats.org/officeDocument/2006/relationships/image" Target="../media/image5.emf"/><Relationship Id="rId4" Type="http://schemas.openxmlformats.org/officeDocument/2006/relationships/oleObject" Target="../embeddings/oleObject50.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9.xml"/><Relationship Id="rId1" Type="http://schemas.openxmlformats.org/officeDocument/2006/relationships/tags" Target="../tags/tag80.xml"/><Relationship Id="rId6" Type="http://schemas.openxmlformats.org/officeDocument/2006/relationships/image" Target="../media/image101.png"/><Relationship Id="rId5" Type="http://schemas.openxmlformats.org/officeDocument/2006/relationships/image" Target="../media/image5.emf"/><Relationship Id="rId4" Type="http://schemas.openxmlformats.org/officeDocument/2006/relationships/oleObject" Target="../embeddings/oleObject50.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9.xml"/><Relationship Id="rId1" Type="http://schemas.openxmlformats.org/officeDocument/2006/relationships/tags" Target="../tags/tag81.xml"/><Relationship Id="rId5" Type="http://schemas.openxmlformats.org/officeDocument/2006/relationships/image" Target="../media/image5.emf"/><Relationship Id="rId4" Type="http://schemas.openxmlformats.org/officeDocument/2006/relationships/oleObject" Target="../embeddings/oleObject50.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9.xml"/><Relationship Id="rId1" Type="http://schemas.openxmlformats.org/officeDocument/2006/relationships/tags" Target="../tags/tag82.xml"/><Relationship Id="rId6" Type="http://schemas.openxmlformats.org/officeDocument/2006/relationships/image" Target="../media/image102.png"/><Relationship Id="rId5" Type="http://schemas.openxmlformats.org/officeDocument/2006/relationships/image" Target="../media/image5.emf"/><Relationship Id="rId4" Type="http://schemas.openxmlformats.org/officeDocument/2006/relationships/oleObject" Target="../embeddings/oleObject50.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9.xml"/><Relationship Id="rId1" Type="http://schemas.openxmlformats.org/officeDocument/2006/relationships/tags" Target="../tags/tag83.xml"/><Relationship Id="rId6" Type="http://schemas.openxmlformats.org/officeDocument/2006/relationships/image" Target="../media/image103.jpeg"/><Relationship Id="rId5" Type="http://schemas.openxmlformats.org/officeDocument/2006/relationships/image" Target="../media/image5.emf"/><Relationship Id="rId4" Type="http://schemas.openxmlformats.org/officeDocument/2006/relationships/oleObject" Target="../embeddings/oleObject50.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9.xml"/><Relationship Id="rId1" Type="http://schemas.openxmlformats.org/officeDocument/2006/relationships/tags" Target="../tags/tag84.xml"/><Relationship Id="rId6" Type="http://schemas.openxmlformats.org/officeDocument/2006/relationships/image" Target="../media/image104.jpeg"/><Relationship Id="rId5" Type="http://schemas.openxmlformats.org/officeDocument/2006/relationships/image" Target="../media/image5.emf"/><Relationship Id="rId4" Type="http://schemas.openxmlformats.org/officeDocument/2006/relationships/oleObject" Target="../embeddings/oleObject50.bin"/></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9.xml"/><Relationship Id="rId1" Type="http://schemas.openxmlformats.org/officeDocument/2006/relationships/tags" Target="../tags/tag85.xml"/><Relationship Id="rId6" Type="http://schemas.openxmlformats.org/officeDocument/2006/relationships/image" Target="../media/image105.png"/><Relationship Id="rId5" Type="http://schemas.openxmlformats.org/officeDocument/2006/relationships/image" Target="../media/image5.emf"/><Relationship Id="rId4" Type="http://schemas.openxmlformats.org/officeDocument/2006/relationships/oleObject" Target="../embeddings/oleObject50.bin"/></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9.xml"/><Relationship Id="rId1" Type="http://schemas.openxmlformats.org/officeDocument/2006/relationships/tags" Target="../tags/tag86.xml"/><Relationship Id="rId6" Type="http://schemas.openxmlformats.org/officeDocument/2006/relationships/image" Target="../media/image106.jpeg"/><Relationship Id="rId5" Type="http://schemas.openxmlformats.org/officeDocument/2006/relationships/image" Target="../media/image5.emf"/><Relationship Id="rId4" Type="http://schemas.openxmlformats.org/officeDocument/2006/relationships/oleObject" Target="../embeddings/oleObject50.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9.xml"/><Relationship Id="rId1" Type="http://schemas.openxmlformats.org/officeDocument/2006/relationships/tags" Target="../tags/tag87.xml"/><Relationship Id="rId6" Type="http://schemas.openxmlformats.org/officeDocument/2006/relationships/image" Target="../media/image107.png"/><Relationship Id="rId5" Type="http://schemas.openxmlformats.org/officeDocument/2006/relationships/image" Target="../media/image5.emf"/><Relationship Id="rId4" Type="http://schemas.openxmlformats.org/officeDocument/2006/relationships/oleObject" Target="../embeddings/oleObject50.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9.xml"/><Relationship Id="rId1" Type="http://schemas.openxmlformats.org/officeDocument/2006/relationships/tags" Target="../tags/tag88.xml"/><Relationship Id="rId6" Type="http://schemas.openxmlformats.org/officeDocument/2006/relationships/image" Target="../media/image108.png"/><Relationship Id="rId5" Type="http://schemas.openxmlformats.org/officeDocument/2006/relationships/image" Target="../media/image5.emf"/><Relationship Id="rId4" Type="http://schemas.openxmlformats.org/officeDocument/2006/relationships/oleObject" Target="../embeddings/oleObject50.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9.xml"/><Relationship Id="rId1" Type="http://schemas.openxmlformats.org/officeDocument/2006/relationships/tags" Target="../tags/tag89.xml"/><Relationship Id="rId6" Type="http://schemas.openxmlformats.org/officeDocument/2006/relationships/image" Target="../media/image109.emf"/><Relationship Id="rId5" Type="http://schemas.openxmlformats.org/officeDocument/2006/relationships/image" Target="../media/image5.emf"/><Relationship Id="rId4" Type="http://schemas.openxmlformats.org/officeDocument/2006/relationships/oleObject" Target="../embeddings/oleObject50.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90.xml"/><Relationship Id="rId6" Type="http://schemas.openxmlformats.org/officeDocument/2006/relationships/image" Target="../media/image110.jpeg"/><Relationship Id="rId5" Type="http://schemas.openxmlformats.org/officeDocument/2006/relationships/image" Target="../media/image5.emf"/><Relationship Id="rId4" Type="http://schemas.openxmlformats.org/officeDocument/2006/relationships/oleObject" Target="../embeddings/oleObject48.bin"/></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4.xml"/><Relationship Id="rId1" Type="http://schemas.openxmlformats.org/officeDocument/2006/relationships/tags" Target="../tags/tag91.xml"/><Relationship Id="rId5" Type="http://schemas.openxmlformats.org/officeDocument/2006/relationships/image" Target="../media/image2.emf"/><Relationship Id="rId4" Type="http://schemas.openxmlformats.org/officeDocument/2006/relationships/oleObject" Target="../embeddings/oleObject53.bin"/></Relationships>
</file>

<file path=ppt/slides/_rels/slide41.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notesSlide" Target="../notesSlides/notesSlide40.xml"/><Relationship Id="rId7" Type="http://schemas.openxmlformats.org/officeDocument/2006/relationships/image" Target="../media/image112.png"/><Relationship Id="rId2" Type="http://schemas.openxmlformats.org/officeDocument/2006/relationships/slideLayout" Target="../slideLayouts/slideLayout44.xml"/><Relationship Id="rId1" Type="http://schemas.openxmlformats.org/officeDocument/2006/relationships/tags" Target="../tags/tag92.xml"/><Relationship Id="rId6" Type="http://schemas.openxmlformats.org/officeDocument/2006/relationships/image" Target="../media/image111.emf"/><Relationship Id="rId5" Type="http://schemas.openxmlformats.org/officeDocument/2006/relationships/image" Target="../media/image2.emf"/><Relationship Id="rId4" Type="http://schemas.openxmlformats.org/officeDocument/2006/relationships/oleObject" Target="../embeddings/oleObject53.bin"/><Relationship Id="rId9" Type="http://schemas.openxmlformats.org/officeDocument/2006/relationships/image" Target="../media/image9.png"/></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slideLayout" Target="../slideLayouts/slideLayout40.xml"/><Relationship Id="rId7" Type="http://schemas.openxmlformats.org/officeDocument/2006/relationships/image" Target="../media/image116.svg"/><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image" Target="../media/image115.png"/><Relationship Id="rId5" Type="http://schemas.openxmlformats.org/officeDocument/2006/relationships/image" Target="../media/image114.emf"/><Relationship Id="rId10" Type="http://schemas.openxmlformats.org/officeDocument/2006/relationships/image" Target="../media/image118.emf"/><Relationship Id="rId4" Type="http://schemas.openxmlformats.org/officeDocument/2006/relationships/notesSlide" Target="../notesSlides/notesSlide41.xml"/><Relationship Id="rId9" Type="http://schemas.openxmlformats.org/officeDocument/2006/relationships/image" Target="../media/image117.emf"/></Relationships>
</file>

<file path=ppt/slides/_rels/slide43.xml.rels><?xml version="1.0" encoding="UTF-8" standalone="yes"?>
<Relationships xmlns="http://schemas.openxmlformats.org/package/2006/relationships"><Relationship Id="rId8" Type="http://schemas.openxmlformats.org/officeDocument/2006/relationships/image" Target="../media/image118.emf"/><Relationship Id="rId3" Type="http://schemas.openxmlformats.org/officeDocument/2006/relationships/slideLayout" Target="../slideLayouts/slideLayout40.xml"/><Relationship Id="rId7" Type="http://schemas.openxmlformats.org/officeDocument/2006/relationships/image" Target="../media/image117.emf"/><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oleObject" Target="../embeddings/oleObject54.bin"/><Relationship Id="rId5" Type="http://schemas.openxmlformats.org/officeDocument/2006/relationships/image" Target="../media/image114.emf"/><Relationship Id="rId10" Type="http://schemas.openxmlformats.org/officeDocument/2006/relationships/image" Target="../media/image116.svg"/><Relationship Id="rId4" Type="http://schemas.openxmlformats.org/officeDocument/2006/relationships/notesSlide" Target="../notesSlides/notesSlide42.xml"/><Relationship Id="rId9" Type="http://schemas.openxmlformats.org/officeDocument/2006/relationships/image" Target="../media/image115.png"/></Relationships>
</file>

<file path=ppt/slides/_rels/slide44.xml.rels><?xml version="1.0" encoding="UTF-8" standalone="yes"?>
<Relationships xmlns="http://schemas.openxmlformats.org/package/2006/relationships"><Relationship Id="rId8" Type="http://schemas.openxmlformats.org/officeDocument/2006/relationships/image" Target="../media/image118.emf"/><Relationship Id="rId3" Type="http://schemas.openxmlformats.org/officeDocument/2006/relationships/slideLayout" Target="../slideLayouts/slideLayout40.xml"/><Relationship Id="rId7" Type="http://schemas.openxmlformats.org/officeDocument/2006/relationships/image" Target="../media/image117.emf"/><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oleObject" Target="../embeddings/oleObject54.bin"/><Relationship Id="rId5" Type="http://schemas.openxmlformats.org/officeDocument/2006/relationships/image" Target="../media/image114.emf"/><Relationship Id="rId10" Type="http://schemas.openxmlformats.org/officeDocument/2006/relationships/image" Target="../media/image116.svg"/><Relationship Id="rId4" Type="http://schemas.openxmlformats.org/officeDocument/2006/relationships/notesSlide" Target="../notesSlides/notesSlide43.xml"/><Relationship Id="rId9" Type="http://schemas.openxmlformats.org/officeDocument/2006/relationships/image" Target="../media/image115.png"/></Relationships>
</file>

<file path=ppt/slides/_rels/slide45.xml.rels><?xml version="1.0" encoding="UTF-8" standalone="yes"?>
<Relationships xmlns="http://schemas.openxmlformats.org/package/2006/relationships"><Relationship Id="rId8" Type="http://schemas.openxmlformats.org/officeDocument/2006/relationships/image" Target="../media/image118.emf"/><Relationship Id="rId3" Type="http://schemas.openxmlformats.org/officeDocument/2006/relationships/slideLayout" Target="../slideLayouts/slideLayout40.xml"/><Relationship Id="rId7" Type="http://schemas.openxmlformats.org/officeDocument/2006/relationships/image" Target="../media/image117.emf"/><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oleObject" Target="../embeddings/oleObject54.bin"/><Relationship Id="rId5" Type="http://schemas.openxmlformats.org/officeDocument/2006/relationships/image" Target="../media/image114.emf"/><Relationship Id="rId10" Type="http://schemas.openxmlformats.org/officeDocument/2006/relationships/image" Target="../media/image116.svg"/><Relationship Id="rId4" Type="http://schemas.openxmlformats.org/officeDocument/2006/relationships/notesSlide" Target="../notesSlides/notesSlide44.xml"/><Relationship Id="rId9" Type="http://schemas.openxmlformats.org/officeDocument/2006/relationships/image" Target="../media/image115.png"/></Relationships>
</file>

<file path=ppt/slides/_rels/slide46.xml.rels><?xml version="1.0" encoding="UTF-8" standalone="yes"?>
<Relationships xmlns="http://schemas.openxmlformats.org/package/2006/relationships"><Relationship Id="rId8" Type="http://schemas.openxmlformats.org/officeDocument/2006/relationships/image" Target="../media/image118.emf"/><Relationship Id="rId3" Type="http://schemas.openxmlformats.org/officeDocument/2006/relationships/slideLayout" Target="../slideLayouts/slideLayout40.xml"/><Relationship Id="rId7" Type="http://schemas.openxmlformats.org/officeDocument/2006/relationships/image" Target="../media/image117.emf"/><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oleObject" Target="../embeddings/oleObject54.bin"/><Relationship Id="rId5" Type="http://schemas.openxmlformats.org/officeDocument/2006/relationships/image" Target="../media/image114.emf"/><Relationship Id="rId10" Type="http://schemas.openxmlformats.org/officeDocument/2006/relationships/image" Target="../media/image116.svg"/><Relationship Id="rId4" Type="http://schemas.openxmlformats.org/officeDocument/2006/relationships/notesSlide" Target="../notesSlides/notesSlide45.xml"/><Relationship Id="rId9" Type="http://schemas.openxmlformats.org/officeDocument/2006/relationships/image" Target="../media/image115.png"/></Relationships>
</file>

<file path=ppt/slides/_rels/slide47.xml.rels><?xml version="1.0" encoding="UTF-8" standalone="yes"?>
<Relationships xmlns="http://schemas.openxmlformats.org/package/2006/relationships"><Relationship Id="rId8" Type="http://schemas.openxmlformats.org/officeDocument/2006/relationships/image" Target="../media/image118.emf"/><Relationship Id="rId3" Type="http://schemas.openxmlformats.org/officeDocument/2006/relationships/slideLayout" Target="../slideLayouts/slideLayout40.xml"/><Relationship Id="rId7" Type="http://schemas.openxmlformats.org/officeDocument/2006/relationships/image" Target="../media/image117.emf"/><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oleObject" Target="../embeddings/oleObject54.bin"/><Relationship Id="rId5" Type="http://schemas.openxmlformats.org/officeDocument/2006/relationships/image" Target="../media/image114.emf"/><Relationship Id="rId10" Type="http://schemas.openxmlformats.org/officeDocument/2006/relationships/image" Target="../media/image116.svg"/><Relationship Id="rId4" Type="http://schemas.openxmlformats.org/officeDocument/2006/relationships/notesSlide" Target="../notesSlides/notesSlide46.xml"/><Relationship Id="rId9" Type="http://schemas.openxmlformats.org/officeDocument/2006/relationships/image" Target="../media/image115.png"/></Relationships>
</file>

<file path=ppt/slides/_rels/slide48.xml.rels><?xml version="1.0" encoding="UTF-8" standalone="yes"?>
<Relationships xmlns="http://schemas.openxmlformats.org/package/2006/relationships"><Relationship Id="rId8" Type="http://schemas.openxmlformats.org/officeDocument/2006/relationships/image" Target="../media/image118.emf"/><Relationship Id="rId3" Type="http://schemas.openxmlformats.org/officeDocument/2006/relationships/slideLayout" Target="../slideLayouts/slideLayout40.xml"/><Relationship Id="rId7" Type="http://schemas.openxmlformats.org/officeDocument/2006/relationships/image" Target="../media/image117.emf"/><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oleObject" Target="../embeddings/oleObject54.bin"/><Relationship Id="rId5" Type="http://schemas.openxmlformats.org/officeDocument/2006/relationships/image" Target="../media/image114.emf"/><Relationship Id="rId10" Type="http://schemas.openxmlformats.org/officeDocument/2006/relationships/image" Target="../media/image116.svg"/><Relationship Id="rId4" Type="http://schemas.openxmlformats.org/officeDocument/2006/relationships/notesSlide" Target="../notesSlides/notesSlide47.xml"/><Relationship Id="rId9" Type="http://schemas.openxmlformats.org/officeDocument/2006/relationships/image" Target="../media/image11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107.xml"/><Relationship Id="rId6" Type="http://schemas.openxmlformats.org/officeDocument/2006/relationships/image" Target="../media/image119.png"/><Relationship Id="rId5" Type="http://schemas.openxmlformats.org/officeDocument/2006/relationships/image" Target="../media/image5.emf"/><Relationship Id="rId4" Type="http://schemas.openxmlformats.org/officeDocument/2006/relationships/oleObject" Target="../embeddings/oleObject48.bin"/></Relationships>
</file>

<file path=ppt/slides/_rels/slide51.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jpeg"/><Relationship Id="rId1" Type="http://schemas.openxmlformats.org/officeDocument/2006/relationships/slideLayout" Target="../slideLayouts/slideLayout40.xml"/></Relationships>
</file>

<file path=ppt/slides/_rels/slide52.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49.xml"/><Relationship Id="rId1" Type="http://schemas.openxmlformats.org/officeDocument/2006/relationships/slideLayout" Target="../slideLayouts/slideLayout42.xml"/><Relationship Id="rId4" Type="http://schemas.openxmlformats.org/officeDocument/2006/relationships/image" Target="../media/image123.png"/></Relationships>
</file>

<file path=ppt/slides/_rels/slide53.xml.rels><?xml version="1.0" encoding="UTF-8" standalone="yes"?>
<Relationships xmlns="http://schemas.openxmlformats.org/package/2006/relationships"><Relationship Id="rId3" Type="http://schemas.openxmlformats.org/officeDocument/2006/relationships/image" Target="../media/image125.emf"/><Relationship Id="rId2" Type="http://schemas.openxmlformats.org/officeDocument/2006/relationships/image" Target="../media/image124.jpeg"/><Relationship Id="rId1" Type="http://schemas.openxmlformats.org/officeDocument/2006/relationships/slideLayout" Target="../slideLayouts/slideLayout40.xml"/><Relationship Id="rId6" Type="http://schemas.openxmlformats.org/officeDocument/2006/relationships/image" Target="../media/image127.jpeg"/><Relationship Id="rId5" Type="http://schemas.openxmlformats.org/officeDocument/2006/relationships/image" Target="../media/image14.emf"/><Relationship Id="rId4" Type="http://schemas.openxmlformats.org/officeDocument/2006/relationships/image" Target="../media/image126.emf"/></Relationships>
</file>

<file path=ppt/slides/_rels/slide54.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50.xml"/><Relationship Id="rId1" Type="http://schemas.openxmlformats.org/officeDocument/2006/relationships/slideLayout" Target="../slideLayouts/slideLayout42.xml"/><Relationship Id="rId4" Type="http://schemas.openxmlformats.org/officeDocument/2006/relationships/image" Target="../media/image127.jpeg"/></Relationships>
</file>

<file path=ppt/slides/_rels/slide55.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51.xml"/><Relationship Id="rId1" Type="http://schemas.openxmlformats.org/officeDocument/2006/relationships/slideLayout" Target="../slideLayouts/slideLayout42.xml"/><Relationship Id="rId4" Type="http://schemas.openxmlformats.org/officeDocument/2006/relationships/image" Target="../media/image127.jpeg"/></Relationships>
</file>

<file path=ppt/slides/_rels/slide56.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image" Target="../media/image124.jpeg"/><Relationship Id="rId1" Type="http://schemas.openxmlformats.org/officeDocument/2006/relationships/slideLayout" Target="../slideLayouts/slideLayout40.xml"/></Relationships>
</file>

<file path=ppt/slides/_rels/slide57.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52.xml"/><Relationship Id="rId1" Type="http://schemas.openxmlformats.org/officeDocument/2006/relationships/slideLayout" Target="../slideLayouts/slideLayout42.xml"/><Relationship Id="rId4" Type="http://schemas.openxmlformats.org/officeDocument/2006/relationships/image" Target="../media/image130.png"/></Relationships>
</file>

<file path=ppt/slides/_rels/slide58.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53.xml"/><Relationship Id="rId1" Type="http://schemas.openxmlformats.org/officeDocument/2006/relationships/slideLayout" Target="../slideLayouts/slideLayout42.xml"/><Relationship Id="rId4" Type="http://schemas.openxmlformats.org/officeDocument/2006/relationships/image" Target="../media/image130.png"/></Relationships>
</file>

<file path=ppt/slides/_rels/slide59.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54.xml"/><Relationship Id="rId1" Type="http://schemas.openxmlformats.org/officeDocument/2006/relationships/slideLayout" Target="../slideLayouts/slideLayout42.xml"/><Relationship Id="rId4" Type="http://schemas.openxmlformats.org/officeDocument/2006/relationships/image" Target="../media/image132.png"/></Relationships>
</file>

<file path=ppt/slides/_rels/slide60.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55.xml"/><Relationship Id="rId1" Type="http://schemas.openxmlformats.org/officeDocument/2006/relationships/slideLayout" Target="../slideLayouts/slideLayout42.xml"/><Relationship Id="rId4" Type="http://schemas.openxmlformats.org/officeDocument/2006/relationships/image" Target="../media/image132.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6.xml"/><Relationship Id="rId7" Type="http://schemas.openxmlformats.org/officeDocument/2006/relationships/image" Target="../media/image135.png"/><Relationship Id="rId2" Type="http://schemas.openxmlformats.org/officeDocument/2006/relationships/slideLayout" Target="../slideLayouts/slideLayout43.xml"/><Relationship Id="rId1" Type="http://schemas.openxmlformats.org/officeDocument/2006/relationships/tags" Target="../tags/tag108.xml"/><Relationship Id="rId6" Type="http://schemas.openxmlformats.org/officeDocument/2006/relationships/image" Target="../media/image134.emf"/><Relationship Id="rId5" Type="http://schemas.openxmlformats.org/officeDocument/2006/relationships/oleObject" Target="../embeddings/oleObject55.bin"/><Relationship Id="rId4" Type="http://schemas.openxmlformats.org/officeDocument/2006/relationships/image" Target="../media/image133.jpeg"/></Relationships>
</file>

<file path=ppt/slides/_rels/slide62.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notesSlide" Target="../notesSlides/notesSlide57.xml"/><Relationship Id="rId7" Type="http://schemas.openxmlformats.org/officeDocument/2006/relationships/image" Target="../media/image137.png"/><Relationship Id="rId2" Type="http://schemas.openxmlformats.org/officeDocument/2006/relationships/slideLayout" Target="../slideLayouts/slideLayout42.xml"/><Relationship Id="rId1" Type="http://schemas.openxmlformats.org/officeDocument/2006/relationships/tags" Target="../tags/tag109.xml"/><Relationship Id="rId6" Type="http://schemas.openxmlformats.org/officeDocument/2006/relationships/image" Target="../media/image134.emf"/><Relationship Id="rId5" Type="http://schemas.openxmlformats.org/officeDocument/2006/relationships/oleObject" Target="../embeddings/oleObject55.bin"/><Relationship Id="rId4" Type="http://schemas.openxmlformats.org/officeDocument/2006/relationships/image" Target="../media/image136.jpe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43.xml"/><Relationship Id="rId1" Type="http://schemas.openxmlformats.org/officeDocument/2006/relationships/tags" Target="../tags/tag110.xml"/><Relationship Id="rId6" Type="http://schemas.openxmlformats.org/officeDocument/2006/relationships/image" Target="../media/image134.emf"/><Relationship Id="rId5" Type="http://schemas.openxmlformats.org/officeDocument/2006/relationships/oleObject" Target="../embeddings/oleObject55.bin"/><Relationship Id="rId4" Type="http://schemas.openxmlformats.org/officeDocument/2006/relationships/image" Target="../media/image133.jpe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9.xml"/><Relationship Id="rId7" Type="http://schemas.openxmlformats.org/officeDocument/2006/relationships/image" Target="../media/image139.png"/><Relationship Id="rId2" Type="http://schemas.openxmlformats.org/officeDocument/2006/relationships/slideLayout" Target="../slideLayouts/slideLayout43.xml"/><Relationship Id="rId1" Type="http://schemas.openxmlformats.org/officeDocument/2006/relationships/tags" Target="../tags/tag111.xml"/><Relationship Id="rId6" Type="http://schemas.openxmlformats.org/officeDocument/2006/relationships/image" Target="../media/image134.emf"/><Relationship Id="rId5" Type="http://schemas.openxmlformats.org/officeDocument/2006/relationships/oleObject" Target="../embeddings/oleObject55.bin"/><Relationship Id="rId4" Type="http://schemas.openxmlformats.org/officeDocument/2006/relationships/image" Target="../media/image138.jpe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0.xml"/><Relationship Id="rId7" Type="http://schemas.openxmlformats.org/officeDocument/2006/relationships/image" Target="../media/image141.jpeg"/><Relationship Id="rId2" Type="http://schemas.openxmlformats.org/officeDocument/2006/relationships/slideLayout" Target="../slideLayouts/slideLayout43.xml"/><Relationship Id="rId1" Type="http://schemas.openxmlformats.org/officeDocument/2006/relationships/tags" Target="../tags/tag112.xml"/><Relationship Id="rId6" Type="http://schemas.openxmlformats.org/officeDocument/2006/relationships/image" Target="../media/image134.emf"/><Relationship Id="rId5" Type="http://schemas.openxmlformats.org/officeDocument/2006/relationships/oleObject" Target="../embeddings/oleObject55.bin"/><Relationship Id="rId4" Type="http://schemas.openxmlformats.org/officeDocument/2006/relationships/image" Target="../media/image140.jpe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1.xml"/><Relationship Id="rId7" Type="http://schemas.openxmlformats.org/officeDocument/2006/relationships/image" Target="../media/image143.png"/><Relationship Id="rId2" Type="http://schemas.openxmlformats.org/officeDocument/2006/relationships/slideLayout" Target="../slideLayouts/slideLayout43.xml"/><Relationship Id="rId1" Type="http://schemas.openxmlformats.org/officeDocument/2006/relationships/tags" Target="../tags/tag113.xml"/><Relationship Id="rId6" Type="http://schemas.openxmlformats.org/officeDocument/2006/relationships/image" Target="../media/image134.emf"/><Relationship Id="rId5" Type="http://schemas.openxmlformats.org/officeDocument/2006/relationships/oleObject" Target="../embeddings/oleObject55.bin"/><Relationship Id="rId4" Type="http://schemas.openxmlformats.org/officeDocument/2006/relationships/image" Target="../media/image142.jpeg"/></Relationships>
</file>

<file path=ppt/slides/_rels/slide67.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notesSlide" Target="../notesSlides/notesSlide62.xml"/><Relationship Id="rId7" Type="http://schemas.openxmlformats.org/officeDocument/2006/relationships/image" Target="../media/image144.emf"/><Relationship Id="rId2" Type="http://schemas.openxmlformats.org/officeDocument/2006/relationships/slideLayout" Target="../slideLayouts/slideLayout43.xml"/><Relationship Id="rId1" Type="http://schemas.openxmlformats.org/officeDocument/2006/relationships/tags" Target="../tags/tag114.xml"/><Relationship Id="rId6" Type="http://schemas.openxmlformats.org/officeDocument/2006/relationships/image" Target="../media/image125.emf"/><Relationship Id="rId5" Type="http://schemas.openxmlformats.org/officeDocument/2006/relationships/image" Target="../media/image134.emf"/><Relationship Id="rId4" Type="http://schemas.openxmlformats.org/officeDocument/2006/relationships/oleObject" Target="../embeddings/oleObject55.bin"/><Relationship Id="rId9" Type="http://schemas.openxmlformats.org/officeDocument/2006/relationships/image" Target="../media/image145.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3.xml"/><Relationship Id="rId7" Type="http://schemas.openxmlformats.org/officeDocument/2006/relationships/image" Target="../media/image147.png"/><Relationship Id="rId2" Type="http://schemas.openxmlformats.org/officeDocument/2006/relationships/slideLayout" Target="../slideLayouts/slideLayout43.xml"/><Relationship Id="rId1" Type="http://schemas.openxmlformats.org/officeDocument/2006/relationships/tags" Target="../tags/tag115.xml"/><Relationship Id="rId6" Type="http://schemas.openxmlformats.org/officeDocument/2006/relationships/image" Target="../media/image134.emf"/><Relationship Id="rId5" Type="http://schemas.openxmlformats.org/officeDocument/2006/relationships/oleObject" Target="../embeddings/oleObject55.bin"/><Relationship Id="rId4" Type="http://schemas.openxmlformats.org/officeDocument/2006/relationships/image" Target="../media/image14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Marcador de posición de imagen 10">
            <a:extLst>
              <a:ext uri="{FF2B5EF4-FFF2-40B4-BE49-F238E27FC236}">
                <a16:creationId xmlns:a16="http://schemas.microsoft.com/office/drawing/2014/main" id="{26A28B74-4219-2F7F-172F-036703820A64}"/>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a:stretch/>
        </p:blipFill>
        <p:spPr>
          <a:xfrm>
            <a:off x="336554" y="3429001"/>
            <a:ext cx="11518897" cy="3094037"/>
          </a:xfrm>
        </p:spPr>
      </p:pic>
      <p:sp>
        <p:nvSpPr>
          <p:cNvPr id="7" name="Subtítulo 6">
            <a:extLst>
              <a:ext uri="{FF2B5EF4-FFF2-40B4-BE49-F238E27FC236}">
                <a16:creationId xmlns:a16="http://schemas.microsoft.com/office/drawing/2014/main" id="{B5A4D7EE-A63F-28C9-F07D-438BA9ED0CEA}"/>
              </a:ext>
            </a:extLst>
          </p:cNvPr>
          <p:cNvSpPr>
            <a:spLocks noGrp="1"/>
          </p:cNvSpPr>
          <p:nvPr>
            <p:ph type="subTitle" idx="1"/>
          </p:nvPr>
        </p:nvSpPr>
        <p:spPr>
          <a:xfrm>
            <a:off x="336550" y="2660125"/>
            <a:ext cx="8639482" cy="360003"/>
          </a:xfrm>
        </p:spPr>
        <p:txBody>
          <a:bodyPr/>
          <a:lstStyle/>
          <a:p>
            <a:r>
              <a:rPr lang="es-ES"/>
              <a:t>Oferta Técnica · PMO Avanzada</a:t>
            </a:r>
          </a:p>
          <a:p>
            <a:endParaRPr lang="es-ES"/>
          </a:p>
        </p:txBody>
      </p:sp>
      <p:sp>
        <p:nvSpPr>
          <p:cNvPr id="6" name="Título 5">
            <a:extLst>
              <a:ext uri="{FF2B5EF4-FFF2-40B4-BE49-F238E27FC236}">
                <a16:creationId xmlns:a16="http://schemas.microsoft.com/office/drawing/2014/main" id="{441232FD-53ED-22B9-39E4-07FB1BAE3F5F}"/>
              </a:ext>
            </a:extLst>
          </p:cNvPr>
          <p:cNvSpPr>
            <a:spLocks noGrp="1"/>
          </p:cNvSpPr>
          <p:nvPr>
            <p:ph type="title"/>
          </p:nvPr>
        </p:nvSpPr>
        <p:spPr>
          <a:xfrm>
            <a:off x="336550" y="1241570"/>
            <a:ext cx="8279730" cy="1350015"/>
          </a:xfrm>
        </p:spPr>
        <p:txBody>
          <a:bodyPr anchor="ctr"/>
          <a:lstStyle/>
          <a:p>
            <a:r>
              <a:rPr lang="es-ES" sz="4000"/>
              <a:t>Servicio de </a:t>
            </a:r>
            <a:r>
              <a:rPr lang="es-ES" sz="4000" err="1"/>
              <a:t>Program</a:t>
            </a:r>
            <a:r>
              <a:rPr lang="es-ES" sz="4000"/>
              <a:t> Management Office (PMO)</a:t>
            </a:r>
            <a:br>
              <a:rPr lang="es-ES" sz="4000"/>
            </a:br>
            <a:r>
              <a:rPr lang="es-ES" sz="4000"/>
              <a:t>PMO Avanzada</a:t>
            </a:r>
          </a:p>
        </p:txBody>
      </p:sp>
      <p:sp>
        <p:nvSpPr>
          <p:cNvPr id="8" name="Marcador de texto 7">
            <a:extLst>
              <a:ext uri="{FF2B5EF4-FFF2-40B4-BE49-F238E27FC236}">
                <a16:creationId xmlns:a16="http://schemas.microsoft.com/office/drawing/2014/main" id="{513DB364-5EE0-B3CE-A6EF-A252DF05BC32}"/>
              </a:ext>
            </a:extLst>
          </p:cNvPr>
          <p:cNvSpPr>
            <a:spLocks noGrp="1"/>
          </p:cNvSpPr>
          <p:nvPr>
            <p:ph type="body" sz="quarter" idx="14"/>
          </p:nvPr>
        </p:nvSpPr>
        <p:spPr/>
        <p:txBody>
          <a:bodyPr/>
          <a:lstStyle/>
          <a:p>
            <a:r>
              <a:rPr lang="es-ES"/>
              <a:t>Mayo 2026</a:t>
            </a:r>
          </a:p>
        </p:txBody>
      </p:sp>
      <p:pic>
        <p:nvPicPr>
          <p:cNvPr id="4" name="Imagen 3" descr="Imagen que contiene Logotipo&#10;&#10;El contenido generado por IA puede ser incorrecto.">
            <a:extLst>
              <a:ext uri="{FF2B5EF4-FFF2-40B4-BE49-F238E27FC236}">
                <a16:creationId xmlns:a16="http://schemas.microsoft.com/office/drawing/2014/main" id="{E966F328-58E6-E592-90A8-3F04C02ECF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00658" y="2176529"/>
            <a:ext cx="2460171" cy="483596"/>
          </a:xfrm>
          <a:prstGeom prst="rect">
            <a:avLst/>
          </a:prstGeom>
        </p:spPr>
      </p:pic>
    </p:spTree>
    <p:extLst>
      <p:ext uri="{BB962C8B-B14F-4D97-AF65-F5344CB8AC3E}">
        <p14:creationId xmlns:p14="http://schemas.microsoft.com/office/powerpoint/2010/main" val="1656177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5" imgW="415" imgH="416" progId="TCLayout.ActiveDocument.1">
                  <p:embed/>
                </p:oleObj>
              </mc:Choice>
              <mc:Fallback>
                <p:oleObj name="Diapositiva de think-cell" r:id="rId5" imgW="415" imgH="416" progId="TCLayout.ActiveDocument.1">
                  <p:embed/>
                  <p:pic>
                    <p:nvPicPr>
                      <p:cNvPr id="6" name="Objeto 5"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ángulo 2"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2400" b="0" i="0" u="none" strike="noStrike" kern="1200" cap="none" spc="0" normalizeH="0" baseline="0" noProof="0">
              <a:ln>
                <a:noFill/>
              </a:ln>
              <a:solidFill>
                <a:srgbClr val="FFFFFF"/>
              </a:solidFill>
              <a:effectLst/>
              <a:uLnTx/>
              <a:uFillTx/>
              <a:latin typeface="ForFuture Sans" panose="020B0504020203020204" pitchFamily="34" charset="0"/>
              <a:ea typeface="+mn-ea"/>
              <a:cs typeface="+mn-cs"/>
              <a:sym typeface="ForFuture Sans" panose="020B0504020203020204" pitchFamily="34" charset="0"/>
            </a:endParaRPr>
          </a:p>
        </p:txBody>
      </p:sp>
      <p:sp>
        <p:nvSpPr>
          <p:cNvPr id="11" name="Marcador de texto 10">
            <a:extLst>
              <a:ext uri="{FF2B5EF4-FFF2-40B4-BE49-F238E27FC236}">
                <a16:creationId xmlns:a16="http://schemas.microsoft.com/office/drawing/2014/main" id="{3EE6CC07-FF4C-E02E-3349-859B6D31A377}"/>
              </a:ext>
            </a:extLst>
          </p:cNvPr>
          <p:cNvSpPr>
            <a:spLocks noGrp="1"/>
          </p:cNvSpPr>
          <p:nvPr>
            <p:ph type="body" sz="quarter" idx="11"/>
          </p:nvPr>
        </p:nvSpPr>
        <p:spPr>
          <a:xfrm>
            <a:off x="7384415" y="5773315"/>
            <a:ext cx="2506346" cy="169277"/>
          </a:xfrm>
        </p:spPr>
        <p:txBody>
          <a:bodyPr/>
          <a:lstStyle/>
          <a:p>
            <a:r>
              <a:rPr lang="es-ES" noProof="0"/>
              <a:t>2026</a:t>
            </a:r>
          </a:p>
        </p:txBody>
      </p:sp>
    </p:spTree>
    <p:extLst>
      <p:ext uri="{BB962C8B-B14F-4D97-AF65-F5344CB8AC3E}">
        <p14:creationId xmlns:p14="http://schemas.microsoft.com/office/powerpoint/2010/main" val="1246037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E169CAB-5925-3ED8-D24F-CB0EB21B59E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25" imgH="425" progId="TCLayout.ActiveDocument.1">
                  <p:embed/>
                </p:oleObj>
              </mc:Choice>
              <mc:Fallback>
                <p:oleObj name="Diapositiva de think-cell" r:id="rId4" imgW="425" imgH="425" progId="TCLayout.ActiveDocument.1">
                  <p:embed/>
                  <p:pic>
                    <p:nvPicPr>
                      <p:cNvPr id="3" name="think-cell data - do not delete" hidden="1">
                        <a:extLst>
                          <a:ext uri="{FF2B5EF4-FFF2-40B4-BE49-F238E27FC236}">
                            <a16:creationId xmlns:a16="http://schemas.microsoft.com/office/drawing/2014/main" id="{4E169CAB-5925-3ED8-D24F-CB0EB21B59E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Imagen 5" descr="Un conjunto de letras negras en un fondo azul&#10;&#10;El contenido generado por IA puede ser incorrecto.">
            <a:extLst>
              <a:ext uri="{FF2B5EF4-FFF2-40B4-BE49-F238E27FC236}">
                <a16:creationId xmlns:a16="http://schemas.microsoft.com/office/drawing/2014/main" id="{C456DF00-34C1-8F5E-DA4C-E605CA7194BA}"/>
              </a:ext>
            </a:extLst>
          </p:cNvPr>
          <p:cNvPicPr>
            <a:picLocks noChangeAspect="1"/>
          </p:cNvPicPr>
          <p:nvPr/>
        </p:nvPicPr>
        <p:blipFill>
          <a:blip r:embed="rId6">
            <a:alphaModFix amt="50000"/>
            <a:extLst>
              <a:ext uri="{28A0092B-C50C-407E-A947-70E740481C1C}">
                <a14:useLocalDpi xmlns:a14="http://schemas.microsoft.com/office/drawing/2010/main" val="0"/>
              </a:ext>
            </a:extLst>
          </a:blip>
          <a:srcRect l="4399" r="29187"/>
          <a:stretch/>
        </p:blipFill>
        <p:spPr>
          <a:xfrm>
            <a:off x="334963" y="1409991"/>
            <a:ext cx="11522074" cy="4755313"/>
          </a:xfrm>
          <a:prstGeom prst="octagon">
            <a:avLst>
              <a:gd name="adj" fmla="val 2286"/>
            </a:avLst>
          </a:prstGeom>
        </p:spPr>
      </p:pic>
      <p:sp>
        <p:nvSpPr>
          <p:cNvPr id="2" name="Marcador de texto 1">
            <a:extLst>
              <a:ext uri="{FF2B5EF4-FFF2-40B4-BE49-F238E27FC236}">
                <a16:creationId xmlns:a16="http://schemas.microsoft.com/office/drawing/2014/main" id="{13CF9264-8A53-D6E2-7E71-4026FBD6F903}"/>
              </a:ext>
            </a:extLst>
          </p:cNvPr>
          <p:cNvSpPr>
            <a:spLocks noGrp="1"/>
          </p:cNvSpPr>
          <p:nvPr>
            <p:ph type="body" sz="quarter" idx="13"/>
          </p:nvPr>
        </p:nvSpPr>
        <p:spPr>
          <a:xfrm>
            <a:off x="558412" y="692696"/>
            <a:ext cx="10938189" cy="625965"/>
          </a:xfrm>
        </p:spPr>
        <p:txBody>
          <a:bodyPr anchor="t"/>
          <a:lstStyle/>
          <a:p>
            <a:pPr algn="r">
              <a:lnSpc>
                <a:spcPct val="100000"/>
              </a:lnSpc>
              <a:spcBef>
                <a:spcPts val="600"/>
              </a:spcBef>
            </a:pPr>
            <a:r>
              <a:rPr lang="es-ES" sz="2800"/>
              <a:t>Propósito de la Colaboración</a:t>
            </a:r>
          </a:p>
          <a:p>
            <a:pPr algn="r">
              <a:lnSpc>
                <a:spcPct val="100000"/>
              </a:lnSpc>
              <a:spcBef>
                <a:spcPts val="600"/>
              </a:spcBef>
            </a:pPr>
            <a:endParaRPr lang="es-PE" sz="2000"/>
          </a:p>
          <a:p>
            <a:pPr>
              <a:lnSpc>
                <a:spcPct val="100000"/>
              </a:lnSpc>
              <a:spcBef>
                <a:spcPts val="600"/>
              </a:spcBef>
            </a:pPr>
            <a:r>
              <a:rPr lang="es-MX" sz="2000"/>
              <a:t>Evolucionar la PMO para gestionar el portafolio de proyectos con gobierno digital, predictivo e IA, estructurando la gobernanza y el control integral del Project Acceleration Hub 2.0…</a:t>
            </a:r>
            <a:endParaRPr lang="es-PE" sz="2000"/>
          </a:p>
          <a:p>
            <a:pPr>
              <a:lnSpc>
                <a:spcPct val="100000"/>
              </a:lnSpc>
              <a:spcBef>
                <a:spcPts val="600"/>
              </a:spcBef>
            </a:pPr>
            <a:endParaRPr lang="es-PE" sz="2000"/>
          </a:p>
          <a:p>
            <a:pPr>
              <a:lnSpc>
                <a:spcPct val="100000"/>
              </a:lnSpc>
              <a:spcBef>
                <a:spcPts val="600"/>
              </a:spcBef>
            </a:pPr>
            <a:endParaRPr lang="es-ES" sz="2000"/>
          </a:p>
          <a:p>
            <a:pPr>
              <a:lnSpc>
                <a:spcPct val="100000"/>
              </a:lnSpc>
              <a:spcBef>
                <a:spcPts val="600"/>
              </a:spcBef>
            </a:pPr>
            <a:endParaRPr lang="es-ES" sz="2000"/>
          </a:p>
          <a:p>
            <a:pPr>
              <a:lnSpc>
                <a:spcPct val="100000"/>
              </a:lnSpc>
              <a:spcBef>
                <a:spcPts val="600"/>
              </a:spcBef>
            </a:pPr>
            <a:endParaRPr lang="es-ES" sz="2000"/>
          </a:p>
          <a:p>
            <a:pPr algn="r">
              <a:lnSpc>
                <a:spcPct val="100000"/>
              </a:lnSpc>
              <a:spcBef>
                <a:spcPts val="600"/>
              </a:spcBef>
            </a:pPr>
            <a:r>
              <a:rPr lang="es-PE" sz="2000"/>
              <a:t>…permitiendo maximizar el valor del proyecto, proteger la inversión y fortalecer la confianza ejecutiva.</a:t>
            </a:r>
            <a:endParaRPr lang="en-GB" sz="3200"/>
          </a:p>
        </p:txBody>
      </p:sp>
      <p:sp>
        <p:nvSpPr>
          <p:cNvPr id="7" name="Marcador de pie de página 2">
            <a:extLst>
              <a:ext uri="{FF2B5EF4-FFF2-40B4-BE49-F238E27FC236}">
                <a16:creationId xmlns:a16="http://schemas.microsoft.com/office/drawing/2014/main" id="{59F3467A-3021-02B2-4787-9D1AF5C58807}"/>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Tree>
    <p:extLst>
      <p:ext uri="{BB962C8B-B14F-4D97-AF65-F5344CB8AC3E}">
        <p14:creationId xmlns:p14="http://schemas.microsoft.com/office/powerpoint/2010/main" val="3281524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 name="think-cell data - do not delete" hidden="1">
            <a:extLst>
              <a:ext uri="{FF2B5EF4-FFF2-40B4-BE49-F238E27FC236}">
                <a16:creationId xmlns:a16="http://schemas.microsoft.com/office/drawing/2014/main" id="{857E93D8-5879-E0DF-888D-8D2FC77F729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25" imgH="425" progId="TCLayout.ActiveDocument.1">
                  <p:embed/>
                </p:oleObj>
              </mc:Choice>
              <mc:Fallback>
                <p:oleObj name="Diapositiva de think-cell" r:id="rId4" imgW="425" imgH="425" progId="TCLayout.ActiveDocument.1">
                  <p:embed/>
                  <p:pic>
                    <p:nvPicPr>
                      <p:cNvPr id="58" name="think-cell data - do not delete" hidden="1">
                        <a:extLst>
                          <a:ext uri="{FF2B5EF4-FFF2-40B4-BE49-F238E27FC236}">
                            <a16:creationId xmlns:a16="http://schemas.microsoft.com/office/drawing/2014/main" id="{857E93D8-5879-E0DF-888D-8D2FC77F729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4" name="Text Placeholder 33">
            <a:extLst>
              <a:ext uri="{FF2B5EF4-FFF2-40B4-BE49-F238E27FC236}">
                <a16:creationId xmlns:a16="http://schemas.microsoft.com/office/drawing/2014/main" id="{323D884A-3E3A-DC8A-EF1F-49FBC9D934F5}"/>
              </a:ext>
            </a:extLst>
          </p:cNvPr>
          <p:cNvSpPr>
            <a:spLocks noGrp="1"/>
          </p:cNvSpPr>
          <p:nvPr>
            <p:ph type="body" sz="quarter" idx="10"/>
          </p:nvPr>
        </p:nvSpPr>
        <p:spPr>
          <a:xfrm>
            <a:off x="479376" y="796874"/>
            <a:ext cx="1060873" cy="819591"/>
          </a:xfrm>
        </p:spPr>
        <p:txBody>
          <a:bodyPr anchor="ctr"/>
          <a:lstStyle/>
          <a:p>
            <a:r>
              <a:rPr lang="en-CA"/>
              <a:t>01</a:t>
            </a:r>
          </a:p>
        </p:txBody>
      </p:sp>
      <p:sp>
        <p:nvSpPr>
          <p:cNvPr id="39" name="Text Placeholder 38">
            <a:extLst>
              <a:ext uri="{FF2B5EF4-FFF2-40B4-BE49-F238E27FC236}">
                <a16:creationId xmlns:a16="http://schemas.microsoft.com/office/drawing/2014/main" id="{2B07AC96-313C-740E-AE36-7C180060E3D6}"/>
              </a:ext>
            </a:extLst>
          </p:cNvPr>
          <p:cNvSpPr>
            <a:spLocks noGrp="1"/>
          </p:cNvSpPr>
          <p:nvPr>
            <p:ph type="body" sz="quarter" idx="11"/>
          </p:nvPr>
        </p:nvSpPr>
        <p:spPr/>
        <p:txBody>
          <a:bodyPr anchor="ctr"/>
          <a:lstStyle/>
          <a:p>
            <a:r>
              <a:rPr lang="en-CA"/>
              <a:t>02</a:t>
            </a:r>
          </a:p>
        </p:txBody>
      </p:sp>
      <p:sp>
        <p:nvSpPr>
          <p:cNvPr id="41" name="Text Placeholder 40">
            <a:extLst>
              <a:ext uri="{FF2B5EF4-FFF2-40B4-BE49-F238E27FC236}">
                <a16:creationId xmlns:a16="http://schemas.microsoft.com/office/drawing/2014/main" id="{C71DD8F1-2844-7E97-D9E4-487B1C467B8D}"/>
              </a:ext>
            </a:extLst>
          </p:cNvPr>
          <p:cNvSpPr>
            <a:spLocks noGrp="1"/>
          </p:cNvSpPr>
          <p:nvPr>
            <p:ph type="body" sz="quarter" idx="12"/>
          </p:nvPr>
        </p:nvSpPr>
        <p:spPr/>
        <p:txBody>
          <a:bodyPr anchor="ctr"/>
          <a:lstStyle/>
          <a:p>
            <a:r>
              <a:rPr lang="en-CA"/>
              <a:t>03</a:t>
            </a:r>
          </a:p>
        </p:txBody>
      </p:sp>
      <p:sp>
        <p:nvSpPr>
          <p:cNvPr id="43" name="Text Placeholder 42">
            <a:extLst>
              <a:ext uri="{FF2B5EF4-FFF2-40B4-BE49-F238E27FC236}">
                <a16:creationId xmlns:a16="http://schemas.microsoft.com/office/drawing/2014/main" id="{E09F1935-4E26-B88C-1717-E4A023CD1433}"/>
              </a:ext>
            </a:extLst>
          </p:cNvPr>
          <p:cNvSpPr>
            <a:spLocks noGrp="1"/>
          </p:cNvSpPr>
          <p:nvPr>
            <p:ph type="body" sz="quarter" idx="13"/>
          </p:nvPr>
        </p:nvSpPr>
        <p:spPr/>
        <p:txBody>
          <a:bodyPr anchor="ctr"/>
          <a:lstStyle/>
          <a:p>
            <a:r>
              <a:rPr lang="en-CA"/>
              <a:t>04</a:t>
            </a:r>
          </a:p>
        </p:txBody>
      </p:sp>
      <p:sp>
        <p:nvSpPr>
          <p:cNvPr id="48" name="Text Placeholder 47">
            <a:extLst>
              <a:ext uri="{FF2B5EF4-FFF2-40B4-BE49-F238E27FC236}">
                <a16:creationId xmlns:a16="http://schemas.microsoft.com/office/drawing/2014/main" id="{2E2CC101-213A-4A34-E584-CE42F1C97FB7}"/>
              </a:ext>
            </a:extLst>
          </p:cNvPr>
          <p:cNvSpPr>
            <a:spLocks noGrp="1"/>
          </p:cNvSpPr>
          <p:nvPr>
            <p:ph type="body" sz="quarter" idx="14"/>
          </p:nvPr>
        </p:nvSpPr>
        <p:spPr/>
        <p:txBody>
          <a:bodyPr anchor="ctr"/>
          <a:lstStyle/>
          <a:p>
            <a:r>
              <a:rPr lang="en-CA"/>
              <a:t>05</a:t>
            </a:r>
          </a:p>
        </p:txBody>
      </p:sp>
      <p:sp>
        <p:nvSpPr>
          <p:cNvPr id="113" name="Rectangle 112">
            <a:extLst>
              <a:ext uri="{FF2B5EF4-FFF2-40B4-BE49-F238E27FC236}">
                <a16:creationId xmlns:a16="http://schemas.microsoft.com/office/drawing/2014/main" id="{B9A76F91-0EE8-6402-3DE8-061AB0E9A8C7}"/>
              </a:ext>
            </a:extLst>
          </p:cNvPr>
          <p:cNvSpPr/>
          <p:nvPr/>
        </p:nvSpPr>
        <p:spPr>
          <a:xfrm>
            <a:off x="1512325" y="1005890"/>
            <a:ext cx="2298835" cy="4015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err="1">
                <a:solidFill>
                  <a:srgbClr val="FFFFFF"/>
                </a:solidFill>
                <a:latin typeface="ForFuture Sans"/>
              </a:rPr>
              <a:t>Contexto</a:t>
            </a:r>
            <a:r>
              <a:rPr lang="en-CA">
                <a:solidFill>
                  <a:srgbClr val="FFFFFF"/>
                </a:solidFill>
                <a:latin typeface="ForFuture Sans"/>
              </a:rPr>
              <a:t> y </a:t>
            </a:r>
            <a:r>
              <a:rPr lang="en-CA" err="1">
                <a:solidFill>
                  <a:srgbClr val="FFFFFF"/>
                </a:solidFill>
                <a:latin typeface="ForFuture Sans"/>
              </a:rPr>
              <a:t>objetivo</a:t>
            </a:r>
            <a:endParaRPr kumimoji="0" lang="en-CA" sz="18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14" name="Rectangle 113">
            <a:extLst>
              <a:ext uri="{FF2B5EF4-FFF2-40B4-BE49-F238E27FC236}">
                <a16:creationId xmlns:a16="http://schemas.microsoft.com/office/drawing/2014/main" id="{63BEFE8C-14E7-471F-3735-C0B0721F2331}"/>
              </a:ext>
            </a:extLst>
          </p:cNvPr>
          <p:cNvSpPr/>
          <p:nvPr/>
        </p:nvSpPr>
        <p:spPr>
          <a:xfrm>
            <a:off x="1540249" y="2233328"/>
            <a:ext cx="2298835" cy="4015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a:solidFill>
                  <a:srgbClr val="FFFFFF"/>
                </a:solidFill>
                <a:latin typeface="ForFuture Sans"/>
              </a:rPr>
              <a:t>Nuestro e</a:t>
            </a:r>
            <a:r>
              <a:rPr kumimoji="0" lang="en-CA" sz="1800" b="0" i="0" u="none" strike="noStrike" kern="1200" cap="none" spc="0" normalizeH="0" baseline="0" noProof="0" err="1">
                <a:ln>
                  <a:noFill/>
                </a:ln>
                <a:solidFill>
                  <a:srgbClr val="FFFFFF"/>
                </a:solidFill>
                <a:effectLst/>
                <a:uLnTx/>
                <a:uFillTx/>
                <a:latin typeface="ForFuture Sans"/>
                <a:ea typeface="+mn-ea"/>
                <a:cs typeface="+mn-cs"/>
              </a:rPr>
              <a:t>nfoque</a:t>
            </a:r>
            <a:r>
              <a:rPr kumimoji="0" lang="en-CA" sz="1800" b="0" i="0" u="none" strike="noStrike" kern="1200" cap="none" spc="0" normalizeH="0" baseline="0" noProof="0">
                <a:ln>
                  <a:noFill/>
                </a:ln>
                <a:solidFill>
                  <a:srgbClr val="FFFFFF"/>
                </a:solidFill>
                <a:effectLst/>
                <a:uLnTx/>
                <a:uFillTx/>
                <a:latin typeface="ForFuture Sans"/>
                <a:ea typeface="+mn-ea"/>
                <a:cs typeface="+mn-cs"/>
              </a:rPr>
              <a:t> de </a:t>
            </a:r>
            <a:r>
              <a:rPr lang="en-CA" err="1">
                <a:solidFill>
                  <a:srgbClr val="FFFFFF"/>
                </a:solidFill>
                <a:latin typeface="ForFuture Sans"/>
              </a:rPr>
              <a:t>trabajo</a:t>
            </a:r>
            <a:r>
              <a:rPr lang="en-CA">
                <a:solidFill>
                  <a:srgbClr val="FFFFFF"/>
                </a:solidFill>
                <a:latin typeface="ForFuture Sans"/>
              </a:rPr>
              <a:t> PMO</a:t>
            </a:r>
            <a:endParaRPr kumimoji="0" lang="en-CA" sz="18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15" name="Rectangle 114">
            <a:extLst>
              <a:ext uri="{FF2B5EF4-FFF2-40B4-BE49-F238E27FC236}">
                <a16:creationId xmlns:a16="http://schemas.microsoft.com/office/drawing/2014/main" id="{3FF24F6D-3924-60EC-6CEC-F29B85EC5431}"/>
              </a:ext>
            </a:extLst>
          </p:cNvPr>
          <p:cNvSpPr/>
          <p:nvPr/>
        </p:nvSpPr>
        <p:spPr>
          <a:xfrm>
            <a:off x="1540249" y="3457312"/>
            <a:ext cx="2298835" cy="4015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a:ln>
                  <a:noFill/>
                </a:ln>
                <a:solidFill>
                  <a:srgbClr val="FFFFFF"/>
                </a:solidFill>
                <a:effectLst/>
                <a:uLnTx/>
                <a:uFillTx/>
                <a:latin typeface="ForFuture Sans"/>
                <a:ea typeface="+mn-ea"/>
                <a:cs typeface="+mn-cs"/>
              </a:rPr>
              <a:t>Valor </a:t>
            </a:r>
            <a:r>
              <a:rPr kumimoji="0" lang="en-CA" sz="1800" b="0" i="0" u="none" strike="noStrike" kern="1200" cap="none" spc="0" normalizeH="0" baseline="0" noProof="0" err="1">
                <a:ln>
                  <a:noFill/>
                </a:ln>
                <a:solidFill>
                  <a:srgbClr val="FFFFFF"/>
                </a:solidFill>
                <a:effectLst/>
                <a:uLnTx/>
                <a:uFillTx/>
                <a:latin typeface="ForFuture Sans"/>
                <a:ea typeface="+mn-ea"/>
                <a:cs typeface="+mn-cs"/>
              </a:rPr>
              <a:t>añadido</a:t>
            </a:r>
            <a:r>
              <a:rPr kumimoji="0" lang="en-CA" sz="1800" b="0" i="0" u="none" strike="noStrike" kern="1200" cap="none" spc="0" normalizeH="0" baseline="0" noProof="0">
                <a:ln>
                  <a:noFill/>
                </a:ln>
                <a:solidFill>
                  <a:srgbClr val="FFFFFF"/>
                </a:solidFill>
                <a:effectLst/>
                <a:uLnTx/>
                <a:uFillTx/>
                <a:latin typeface="ForFuture Sans"/>
                <a:ea typeface="+mn-ea"/>
                <a:cs typeface="+mn-cs"/>
              </a:rPr>
              <a:t> y </a:t>
            </a:r>
            <a:r>
              <a:rPr kumimoji="0" lang="en-CA" sz="1800" b="0" i="0" u="none" strike="noStrike" kern="1200" cap="none" spc="0" normalizeH="0" baseline="0" noProof="0" err="1">
                <a:ln>
                  <a:noFill/>
                </a:ln>
                <a:solidFill>
                  <a:srgbClr val="FFFFFF"/>
                </a:solidFill>
                <a:effectLst/>
                <a:uLnTx/>
                <a:uFillTx/>
                <a:latin typeface="ForFuture Sans"/>
                <a:ea typeface="+mn-ea"/>
                <a:cs typeface="+mn-cs"/>
              </a:rPr>
              <a:t>aceleradores</a:t>
            </a:r>
            <a:r>
              <a:rPr kumimoji="0" lang="en-CA" sz="1800" b="0" i="0" u="none" strike="noStrike" kern="1200" cap="none" spc="0" normalizeH="0" baseline="0" noProof="0">
                <a:ln>
                  <a:noFill/>
                </a:ln>
                <a:solidFill>
                  <a:srgbClr val="FFFFFF"/>
                </a:solidFill>
                <a:effectLst/>
                <a:uLnTx/>
                <a:uFillTx/>
                <a:latin typeface="ForFuture Sans"/>
                <a:ea typeface="+mn-ea"/>
                <a:cs typeface="+mn-cs"/>
              </a:rPr>
              <a:t> Minsait</a:t>
            </a:r>
            <a:endParaRPr kumimoji="0" lang="en-CA" sz="14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16" name="Rectangle 115">
            <a:extLst>
              <a:ext uri="{FF2B5EF4-FFF2-40B4-BE49-F238E27FC236}">
                <a16:creationId xmlns:a16="http://schemas.microsoft.com/office/drawing/2014/main" id="{4F802F60-4417-B3BF-C3EB-0DABCBA70FCB}"/>
              </a:ext>
            </a:extLst>
          </p:cNvPr>
          <p:cNvSpPr/>
          <p:nvPr/>
        </p:nvSpPr>
        <p:spPr>
          <a:xfrm>
            <a:off x="1540249" y="4668274"/>
            <a:ext cx="2298835" cy="4015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a:ln>
                  <a:noFill/>
                </a:ln>
                <a:solidFill>
                  <a:srgbClr val="FFFFFF"/>
                </a:solidFill>
                <a:effectLst/>
                <a:uLnTx/>
                <a:uFillTx/>
                <a:latin typeface="ForFuture Sans"/>
                <a:ea typeface="+mn-ea"/>
                <a:cs typeface="+mn-cs"/>
              </a:rPr>
              <a:t>Equipo de </a:t>
            </a:r>
            <a:r>
              <a:rPr kumimoji="0" lang="en-CA" sz="1800" b="0" i="0" u="none" strike="noStrike" kern="1200" cap="none" spc="0" normalizeH="0" baseline="0" noProof="0" err="1">
                <a:ln>
                  <a:noFill/>
                </a:ln>
                <a:solidFill>
                  <a:srgbClr val="FFFFFF"/>
                </a:solidFill>
                <a:effectLst/>
                <a:uLnTx/>
                <a:uFillTx/>
                <a:latin typeface="ForFuture Sans"/>
                <a:ea typeface="+mn-ea"/>
                <a:cs typeface="+mn-cs"/>
              </a:rPr>
              <a:t>trabajo</a:t>
            </a:r>
            <a:r>
              <a:rPr kumimoji="0" lang="en-CA" sz="1800" b="0" i="0" u="none" strike="noStrike" kern="1200" cap="none" spc="0" normalizeH="0" baseline="0" noProof="0">
                <a:ln>
                  <a:noFill/>
                </a:ln>
                <a:solidFill>
                  <a:srgbClr val="FFFFFF"/>
                </a:solidFill>
                <a:effectLst/>
                <a:uLnTx/>
                <a:uFillTx/>
                <a:latin typeface="ForFuture Sans"/>
                <a:ea typeface="+mn-ea"/>
                <a:cs typeface="+mn-cs"/>
              </a:rPr>
              <a:t> y plan de </a:t>
            </a:r>
            <a:r>
              <a:rPr kumimoji="0" lang="en-CA" sz="1800" b="0" i="0" u="none" strike="noStrike" kern="1200" cap="none" spc="0" normalizeH="0" baseline="0" noProof="0" err="1">
                <a:ln>
                  <a:noFill/>
                </a:ln>
                <a:solidFill>
                  <a:srgbClr val="FFFFFF"/>
                </a:solidFill>
                <a:effectLst/>
                <a:uLnTx/>
                <a:uFillTx/>
                <a:latin typeface="ForFuture Sans"/>
                <a:ea typeface="+mn-ea"/>
                <a:cs typeface="+mn-cs"/>
              </a:rPr>
              <a:t>trabajo</a:t>
            </a:r>
            <a:endParaRPr kumimoji="0" lang="en-CA" sz="18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17" name="Rectangle 116">
            <a:extLst>
              <a:ext uri="{FF2B5EF4-FFF2-40B4-BE49-F238E27FC236}">
                <a16:creationId xmlns:a16="http://schemas.microsoft.com/office/drawing/2014/main" id="{537A6842-2253-3A4A-35DE-C9C5CA430E0B}"/>
              </a:ext>
            </a:extLst>
          </p:cNvPr>
          <p:cNvSpPr/>
          <p:nvPr/>
        </p:nvSpPr>
        <p:spPr>
          <a:xfrm>
            <a:off x="5428681" y="1005890"/>
            <a:ext cx="2298835" cy="4015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err="1">
                <a:ln>
                  <a:noFill/>
                </a:ln>
                <a:solidFill>
                  <a:srgbClr val="FFFFFF"/>
                </a:solidFill>
                <a:effectLst/>
                <a:uLnTx/>
                <a:uFillTx/>
                <a:latin typeface="ForFuture Sans"/>
                <a:ea typeface="+mn-ea"/>
                <a:cs typeface="+mn-cs"/>
              </a:rPr>
              <a:t>Referencias</a:t>
            </a:r>
            <a:endParaRPr kumimoji="0" lang="en-CA" sz="1800" b="0" i="0" u="none" strike="noStrike" kern="1200" cap="none" spc="0" normalizeH="0" baseline="0" noProof="0">
              <a:ln>
                <a:noFill/>
              </a:ln>
              <a:solidFill>
                <a:srgbClr val="FFFFFF"/>
              </a:solidFill>
              <a:effectLst/>
              <a:uLnTx/>
              <a:uFillTx/>
              <a:latin typeface="ForFuture Sans"/>
              <a:ea typeface="+mn-ea"/>
              <a:cs typeface="+mn-cs"/>
            </a:endParaRPr>
          </a:p>
        </p:txBody>
      </p:sp>
    </p:spTree>
    <p:extLst>
      <p:ext uri="{BB962C8B-B14F-4D97-AF65-F5344CB8AC3E}">
        <p14:creationId xmlns:p14="http://schemas.microsoft.com/office/powerpoint/2010/main" val="1373705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090EF-BA0C-1DFE-ED8E-860C31576C02}"/>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3295BE29-4931-9E5C-1AB9-E3292DD7E2D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25" imgH="425" progId="TCLayout.ActiveDocument.1">
                  <p:embed/>
                </p:oleObj>
              </mc:Choice>
              <mc:Fallback>
                <p:oleObj name="Diapositiva de think-cell" r:id="rId4" imgW="425" imgH="425" progId="TCLayout.ActiveDocument.1">
                  <p:embed/>
                  <p:pic>
                    <p:nvPicPr>
                      <p:cNvPr id="2" name="think-cell data - do not delete" hidden="1">
                        <a:extLst>
                          <a:ext uri="{FF2B5EF4-FFF2-40B4-BE49-F238E27FC236}">
                            <a16:creationId xmlns:a16="http://schemas.microsoft.com/office/drawing/2014/main" id="{3295BE29-4931-9E5C-1AB9-E3292DD7E2D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Marcador de texto 10">
            <a:extLst>
              <a:ext uri="{FF2B5EF4-FFF2-40B4-BE49-F238E27FC236}">
                <a16:creationId xmlns:a16="http://schemas.microsoft.com/office/drawing/2014/main" id="{803317A3-50E8-B5F0-1A39-04827DA7EFED}"/>
              </a:ext>
            </a:extLst>
          </p:cNvPr>
          <p:cNvSpPr>
            <a:spLocks noGrp="1"/>
          </p:cNvSpPr>
          <p:nvPr>
            <p:ph type="body" sz="quarter" idx="10"/>
          </p:nvPr>
        </p:nvSpPr>
        <p:spPr>
          <a:xfrm>
            <a:off x="9675710" y="196743"/>
            <a:ext cx="2377147" cy="1706562"/>
          </a:xfrm>
        </p:spPr>
        <p:txBody>
          <a:bodyPr/>
          <a:lstStyle/>
          <a:p>
            <a:r>
              <a:rPr lang="en-GB">
                <a:latin typeface="ForFuture Sans" panose="020B0504020203020204" pitchFamily="34" charset="0"/>
                <a:sym typeface="ForFuture Sans" panose="020B0504020203020204" pitchFamily="34" charset="0"/>
              </a:rPr>
              <a:t>01</a:t>
            </a:r>
          </a:p>
        </p:txBody>
      </p:sp>
      <p:sp>
        <p:nvSpPr>
          <p:cNvPr id="7" name="Marcador de texto 6">
            <a:extLst>
              <a:ext uri="{FF2B5EF4-FFF2-40B4-BE49-F238E27FC236}">
                <a16:creationId xmlns:a16="http://schemas.microsoft.com/office/drawing/2014/main" id="{6FB450D0-A741-00F6-3B48-89843FC025AD}"/>
              </a:ext>
            </a:extLst>
          </p:cNvPr>
          <p:cNvSpPr>
            <a:spLocks noGrp="1"/>
          </p:cNvSpPr>
          <p:nvPr>
            <p:ph type="body" sz="quarter" idx="11"/>
          </p:nvPr>
        </p:nvSpPr>
        <p:spPr>
          <a:xfrm>
            <a:off x="335360" y="368300"/>
            <a:ext cx="8678517" cy="1439714"/>
          </a:xfrm>
        </p:spPr>
        <p:txBody>
          <a:bodyPr/>
          <a:lstStyle/>
          <a:p>
            <a:r>
              <a:rPr lang="es-ES">
                <a:latin typeface="ForFuture Sans" panose="020B0504020203020204" pitchFamily="34" charset="0"/>
                <a:sym typeface="ForFuture Sans" panose="020B0504020203020204" pitchFamily="34" charset="0"/>
              </a:rPr>
              <a:t>Contexto y objetivo</a:t>
            </a:r>
          </a:p>
          <a:p>
            <a:endParaRPr lang="en-GB">
              <a:latin typeface="ForFuture Sans" panose="020B0504020203020204" pitchFamily="34" charset="0"/>
              <a:sym typeface="ForFuture Sans" panose="020B0504020203020204" pitchFamily="34" charset="0"/>
            </a:endParaRPr>
          </a:p>
        </p:txBody>
      </p:sp>
      <p:sp>
        <p:nvSpPr>
          <p:cNvPr id="12" name="Marcador de texto 11">
            <a:extLst>
              <a:ext uri="{FF2B5EF4-FFF2-40B4-BE49-F238E27FC236}">
                <a16:creationId xmlns:a16="http://schemas.microsoft.com/office/drawing/2014/main" id="{6288214B-CB44-164E-53B7-BB2250ABEED0}"/>
              </a:ext>
            </a:extLst>
          </p:cNvPr>
          <p:cNvSpPr>
            <a:spLocks noGrp="1"/>
          </p:cNvSpPr>
          <p:nvPr>
            <p:ph type="body" sz="quarter" idx="12"/>
          </p:nvPr>
        </p:nvSpPr>
        <p:spPr>
          <a:xfrm>
            <a:off x="335360" y="1844824"/>
            <a:ext cx="8678517" cy="515109"/>
          </a:xfrm>
        </p:spPr>
        <p:txBody>
          <a:bodyPr/>
          <a:lstStyle/>
          <a:p>
            <a:pPr marL="0" marR="0" lvl="0" indent="0" algn="l" defTabSz="914377"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s-ES" sz="1800" b="0" i="0" u="none" strike="noStrike" kern="1200" cap="none" spc="0" normalizeH="0" baseline="0" noProof="0" dirty="0">
                <a:ln>
                  <a:noFill/>
                </a:ln>
                <a:solidFill>
                  <a:srgbClr val="FFFFFF"/>
                </a:solidFill>
                <a:effectLst/>
                <a:uLnTx/>
                <a:uFillTx/>
                <a:latin typeface="ForFuture Sans"/>
                <a:ea typeface="+mn-ea"/>
                <a:cs typeface="+mn-cs"/>
                <a:sym typeface="ForFuture Sans" panose="020B0504020203020204" pitchFamily="34" charset="0"/>
              </a:rPr>
              <a:t>El reto de Ferreyros</a:t>
            </a:r>
            <a:endParaRPr lang="en-GB" dirty="0">
              <a:latin typeface="ForFuture Sans" panose="020B0504020203020204" pitchFamily="34" charset="0"/>
              <a:sym typeface="ForFuture Sans" panose="020B0504020203020204" pitchFamily="34" charset="0"/>
            </a:endParaRPr>
          </a:p>
        </p:txBody>
      </p:sp>
      <p:pic>
        <p:nvPicPr>
          <p:cNvPr id="30" name="Picture Placeholder 29" descr="A hand holding a camera lens&#10;&#10;AI-generated content may be incorrect.">
            <a:extLst>
              <a:ext uri="{FF2B5EF4-FFF2-40B4-BE49-F238E27FC236}">
                <a16:creationId xmlns:a16="http://schemas.microsoft.com/office/drawing/2014/main" id="{B014A07A-927C-5746-174A-C2786399B1DC}"/>
              </a:ext>
            </a:extLst>
          </p:cNvPr>
          <p:cNvPicPr>
            <a:picLocks noGrp="1" noChangeAspect="1"/>
          </p:cNvPicPr>
          <p:nvPr>
            <p:ph type="pic" sz="quarter" idx="13"/>
          </p:nvPr>
        </p:nvPicPr>
        <p:blipFill>
          <a:blip r:embed="rId6">
            <a:extLst>
              <a:ext uri="{28A0092B-C50C-407E-A947-70E740481C1C}">
                <a14:useLocalDpi xmlns:a14="http://schemas.microsoft.com/office/drawing/2010/main" val="0"/>
              </a:ext>
            </a:extLst>
          </a:blip>
          <a:srcRect t="24030" b="24030"/>
          <a:stretch>
            <a:fillRect/>
          </a:stretch>
        </p:blipFill>
        <p:spPr/>
      </p:pic>
    </p:spTree>
    <p:extLst>
      <p:ext uri="{BB962C8B-B14F-4D97-AF65-F5344CB8AC3E}">
        <p14:creationId xmlns:p14="http://schemas.microsoft.com/office/powerpoint/2010/main" val="4156618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84DA5-A4CC-2E40-BAC5-37155484446E}"/>
            </a:ext>
          </a:extLst>
        </p:cNvPr>
        <p:cNvGrpSpPr/>
        <p:nvPr/>
      </p:nvGrpSpPr>
      <p:grpSpPr>
        <a:xfrm>
          <a:off x="0" y="0"/>
          <a:ext cx="0" cy="0"/>
          <a:chOff x="0" y="0"/>
          <a:chExt cx="0" cy="0"/>
        </a:xfrm>
      </p:grpSpPr>
      <p:graphicFrame>
        <p:nvGraphicFramePr>
          <p:cNvPr id="8" name="Objeto 7" hidden="1">
            <a:extLst>
              <a:ext uri="{FF2B5EF4-FFF2-40B4-BE49-F238E27FC236}">
                <a16:creationId xmlns:a16="http://schemas.microsoft.com/office/drawing/2014/main" id="{1F5ADB3A-4ECD-655A-1627-0D9F2A67831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6" progId="TCLayout.ActiveDocument.1">
                  <p:embed/>
                </p:oleObj>
              </mc:Choice>
              <mc:Fallback>
                <p:oleObj name="Diapositiva de think-cell" r:id="rId4" imgW="395" imgH="396" progId="TCLayout.ActiveDocument.1">
                  <p:embed/>
                  <p:pic>
                    <p:nvPicPr>
                      <p:cNvPr id="8" name="Objeto 7" hidden="1">
                        <a:extLst>
                          <a:ext uri="{FF2B5EF4-FFF2-40B4-BE49-F238E27FC236}">
                            <a16:creationId xmlns:a16="http://schemas.microsoft.com/office/drawing/2014/main" id="{1F5ADB3A-4ECD-655A-1627-0D9F2A67831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ítulo 5">
            <a:extLst>
              <a:ext uri="{FF2B5EF4-FFF2-40B4-BE49-F238E27FC236}">
                <a16:creationId xmlns:a16="http://schemas.microsoft.com/office/drawing/2014/main" id="{DB7BF2C7-9941-42AB-C8AA-8DA14431181B}"/>
              </a:ext>
            </a:extLst>
          </p:cNvPr>
          <p:cNvSpPr>
            <a:spLocks noGrp="1"/>
          </p:cNvSpPr>
          <p:nvPr>
            <p:ph type="title"/>
          </p:nvPr>
        </p:nvSpPr>
        <p:spPr>
          <a:xfrm>
            <a:off x="335360" y="608055"/>
            <a:ext cx="11521678" cy="873124"/>
          </a:xfrm>
        </p:spPr>
        <p:txBody>
          <a:bodyPr vert="horz"/>
          <a:lstStyle/>
          <a:p>
            <a:r>
              <a:rPr lang="es-PE" sz="2000"/>
              <a:t>Somos el socio estratégico para evolucionar el Project Acceleration Hub a una PMO Avanzada con gobierno digital e IA…</a:t>
            </a:r>
            <a:endParaRPr lang="es-ES" sz="2000">
              <a:latin typeface="ForFuture Sans" panose="020B0504020203020204" pitchFamily="34" charset="0"/>
              <a:sym typeface="ForFuture Sans" panose="020B0504020203020204" pitchFamily="34" charset="0"/>
            </a:endParaRPr>
          </a:p>
        </p:txBody>
      </p:sp>
      <p:sp>
        <p:nvSpPr>
          <p:cNvPr id="7" name="Marcador de texto 6">
            <a:extLst>
              <a:ext uri="{FF2B5EF4-FFF2-40B4-BE49-F238E27FC236}">
                <a16:creationId xmlns:a16="http://schemas.microsoft.com/office/drawing/2014/main" id="{B0698F48-8D6C-38EA-9800-04767EE10B83}"/>
              </a:ext>
            </a:extLst>
          </p:cNvPr>
          <p:cNvSpPr>
            <a:spLocks noGrp="1"/>
          </p:cNvSpPr>
          <p:nvPr>
            <p:ph type="body" sz="quarter" idx="16"/>
          </p:nvPr>
        </p:nvSpPr>
        <p:spPr>
          <a:xfrm>
            <a:off x="335360" y="323548"/>
            <a:ext cx="11521678" cy="160813"/>
          </a:xfrm>
        </p:spPr>
        <p:txBody>
          <a:bodyPr/>
          <a:lstStyle/>
          <a:p>
            <a:r>
              <a:rPr lang="es-ES">
                <a:latin typeface="ForFuture Sans" panose="020B0504020203020204" pitchFamily="34" charset="0"/>
                <a:sym typeface="ForFuture Sans" panose="020B0504020203020204" pitchFamily="34" charset="0"/>
              </a:rPr>
              <a:t>01. Contexto y objetivo</a:t>
            </a:r>
          </a:p>
        </p:txBody>
      </p:sp>
      <p:cxnSp>
        <p:nvCxnSpPr>
          <p:cNvPr id="86" name="Conector recto 85">
            <a:extLst>
              <a:ext uri="{FF2B5EF4-FFF2-40B4-BE49-F238E27FC236}">
                <a16:creationId xmlns:a16="http://schemas.microsoft.com/office/drawing/2014/main" id="{DAAD0B99-C946-F7A5-2829-D1FF0CC54070}"/>
              </a:ext>
            </a:extLst>
          </p:cNvPr>
          <p:cNvCxnSpPr>
            <a:cxnSpLocks/>
          </p:cNvCxnSpPr>
          <p:nvPr/>
        </p:nvCxnSpPr>
        <p:spPr>
          <a:xfrm>
            <a:off x="2171564" y="1391619"/>
            <a:ext cx="7848872" cy="0"/>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87" name="CuadroTexto 86">
            <a:extLst>
              <a:ext uri="{FF2B5EF4-FFF2-40B4-BE49-F238E27FC236}">
                <a16:creationId xmlns:a16="http://schemas.microsoft.com/office/drawing/2014/main" id="{78398B7C-0821-4D01-4267-2CDDE6B1A77A}"/>
              </a:ext>
            </a:extLst>
          </p:cNvPr>
          <p:cNvSpPr txBox="1"/>
          <p:nvPr/>
        </p:nvSpPr>
        <p:spPr>
          <a:xfrm>
            <a:off x="3918035" y="1216423"/>
            <a:ext cx="4355930" cy="338554"/>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a:ln>
                  <a:noFill/>
                </a:ln>
                <a:solidFill>
                  <a:srgbClr val="4F062A"/>
                </a:solidFill>
                <a:effectLst/>
                <a:uLnTx/>
                <a:uFillTx/>
                <a:latin typeface="ForFuture Sans"/>
                <a:ea typeface="+mn-ea"/>
                <a:cs typeface="+mn-cs"/>
              </a:rPr>
              <a:t>Aspectos diferenciales que aporta Minsait</a:t>
            </a:r>
          </a:p>
        </p:txBody>
      </p:sp>
      <p:sp>
        <p:nvSpPr>
          <p:cNvPr id="88" name="Rectángulo 87">
            <a:extLst>
              <a:ext uri="{FF2B5EF4-FFF2-40B4-BE49-F238E27FC236}">
                <a16:creationId xmlns:a16="http://schemas.microsoft.com/office/drawing/2014/main" id="{05BE7541-C1A6-64ED-5C34-5C6396D3576F}"/>
              </a:ext>
            </a:extLst>
          </p:cNvPr>
          <p:cNvSpPr/>
          <p:nvPr/>
        </p:nvSpPr>
        <p:spPr>
          <a:xfrm>
            <a:off x="2929578" y="1643417"/>
            <a:ext cx="6888494" cy="81657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89" name="CuadroTexto 88">
            <a:extLst>
              <a:ext uri="{FF2B5EF4-FFF2-40B4-BE49-F238E27FC236}">
                <a16:creationId xmlns:a16="http://schemas.microsoft.com/office/drawing/2014/main" id="{71C22A40-C35C-5FBD-9BF4-AC7CFDB05143}"/>
              </a:ext>
            </a:extLst>
          </p:cNvPr>
          <p:cNvSpPr txBox="1"/>
          <p:nvPr/>
        </p:nvSpPr>
        <p:spPr>
          <a:xfrm>
            <a:off x="3170033" y="1632290"/>
            <a:ext cx="642129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srgbClr val="4F062A"/>
                </a:solidFill>
                <a:effectLst/>
                <a:uLnTx/>
                <a:uFillTx/>
                <a:latin typeface="ForFuture Sans"/>
                <a:ea typeface="+mn-ea"/>
                <a:cs typeface="+mn-cs"/>
              </a:rPr>
              <a:t>Framework metodológico y herramientas propias PPM</a:t>
            </a:r>
          </a:p>
        </p:txBody>
      </p:sp>
      <p:sp>
        <p:nvSpPr>
          <p:cNvPr id="90" name="CuadroTexto 89">
            <a:extLst>
              <a:ext uri="{FF2B5EF4-FFF2-40B4-BE49-F238E27FC236}">
                <a16:creationId xmlns:a16="http://schemas.microsoft.com/office/drawing/2014/main" id="{AAC595F1-2FDE-E25C-DB8E-6188058EEAF1}"/>
              </a:ext>
            </a:extLst>
          </p:cNvPr>
          <p:cNvSpPr txBox="1"/>
          <p:nvPr/>
        </p:nvSpPr>
        <p:spPr>
          <a:xfrm>
            <a:off x="3204576" y="1850802"/>
            <a:ext cx="5753198" cy="553998"/>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
                <a:srgbClr val="4F062A"/>
              </a:buClr>
              <a:buSzTx/>
              <a:buFont typeface="Wingdings" panose="05000000000000000000" pitchFamily="2" charset="2"/>
              <a:buChar char="§"/>
              <a:tabLst/>
              <a:defRPr/>
            </a:pPr>
            <a:r>
              <a:rPr kumimoji="0" lang="es-MX" sz="1000" b="0" i="0" u="none" strike="noStrike" kern="1200" cap="none" spc="0" normalizeH="0" baseline="0" noProof="0">
                <a:ln>
                  <a:noFill/>
                </a:ln>
                <a:solidFill>
                  <a:srgbClr val="4F062A"/>
                </a:solidFill>
                <a:effectLst/>
                <a:uLnTx/>
                <a:uFillTx/>
                <a:latin typeface="ForFuture Sans"/>
                <a:ea typeface="+mn-ea"/>
                <a:cs typeface="+mn-cs"/>
              </a:rPr>
              <a:t>Disponemos de un marco de metodología, herramientas, organización, gobierno,.. que recopila buenas prácticas provenientes de los principales estándares (PMI, Scrum, Lean, </a:t>
            </a:r>
            <a:r>
              <a:rPr kumimoji="0" lang="es-MX" sz="1000" b="0" i="0" u="none" strike="noStrike" kern="1200" cap="none" spc="0" normalizeH="0" baseline="0" noProof="0" err="1">
                <a:ln>
                  <a:noFill/>
                </a:ln>
                <a:solidFill>
                  <a:srgbClr val="4F062A"/>
                </a:solidFill>
                <a:effectLst/>
                <a:uLnTx/>
                <a:uFillTx/>
                <a:latin typeface="ForFuture Sans"/>
                <a:ea typeface="+mn-ea"/>
                <a:cs typeface="+mn-cs"/>
              </a:rPr>
              <a:t>Itil</a:t>
            </a:r>
            <a:r>
              <a:rPr kumimoji="0" lang="es-MX" sz="1000" b="0" i="0" u="none" strike="noStrike" kern="1200" cap="none" spc="0" normalizeH="0" baseline="0" noProof="0">
                <a:ln>
                  <a:noFill/>
                </a:ln>
                <a:solidFill>
                  <a:srgbClr val="4F062A"/>
                </a:solidFill>
                <a:effectLst/>
                <a:uLnTx/>
                <a:uFillTx/>
                <a:latin typeface="ForFuture Sans"/>
                <a:ea typeface="+mn-ea"/>
                <a:cs typeface="+mn-cs"/>
              </a:rPr>
              <a:t>,…) y de nuestra experiencia acumulada </a:t>
            </a:r>
          </a:p>
        </p:txBody>
      </p:sp>
      <p:sp>
        <p:nvSpPr>
          <p:cNvPr id="91" name="Elipse 90">
            <a:extLst>
              <a:ext uri="{FF2B5EF4-FFF2-40B4-BE49-F238E27FC236}">
                <a16:creationId xmlns:a16="http://schemas.microsoft.com/office/drawing/2014/main" id="{4A7B457F-B990-7142-152E-6469FBA3ED08}"/>
              </a:ext>
            </a:extLst>
          </p:cNvPr>
          <p:cNvSpPr/>
          <p:nvPr/>
        </p:nvSpPr>
        <p:spPr>
          <a:xfrm>
            <a:off x="9257080" y="1618643"/>
            <a:ext cx="818226" cy="818226"/>
          </a:xfrm>
          <a:prstGeom prst="ellipse">
            <a:avLst/>
          </a:prstGeom>
          <a:solidFill>
            <a:srgbClr val="2607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92" name="Rectángulo 91">
            <a:extLst>
              <a:ext uri="{FF2B5EF4-FFF2-40B4-BE49-F238E27FC236}">
                <a16:creationId xmlns:a16="http://schemas.microsoft.com/office/drawing/2014/main" id="{C71BE51C-C1DA-596F-17A0-566855C6F94A}"/>
              </a:ext>
            </a:extLst>
          </p:cNvPr>
          <p:cNvSpPr/>
          <p:nvPr/>
        </p:nvSpPr>
        <p:spPr>
          <a:xfrm>
            <a:off x="8649734" y="1615754"/>
            <a:ext cx="1008000" cy="67026"/>
          </a:xfrm>
          <a:prstGeom prst="rect">
            <a:avLst/>
          </a:prstGeom>
          <a:solidFill>
            <a:srgbClr val="2607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4F062A"/>
              </a:solidFill>
              <a:effectLst/>
              <a:uLnTx/>
              <a:uFillTx/>
              <a:latin typeface="ForFuture Sans"/>
              <a:ea typeface="+mn-ea"/>
              <a:cs typeface="+mn-cs"/>
            </a:endParaRPr>
          </a:p>
        </p:txBody>
      </p:sp>
      <p:sp>
        <p:nvSpPr>
          <p:cNvPr id="93" name="Rectángulo 92">
            <a:extLst>
              <a:ext uri="{FF2B5EF4-FFF2-40B4-BE49-F238E27FC236}">
                <a16:creationId xmlns:a16="http://schemas.microsoft.com/office/drawing/2014/main" id="{FF7A9EE4-78A3-65DF-AB2E-BE323C92D567}"/>
              </a:ext>
            </a:extLst>
          </p:cNvPr>
          <p:cNvSpPr/>
          <p:nvPr/>
        </p:nvSpPr>
        <p:spPr>
          <a:xfrm>
            <a:off x="8649734" y="2367843"/>
            <a:ext cx="1008000" cy="64484"/>
          </a:xfrm>
          <a:prstGeom prst="rect">
            <a:avLst/>
          </a:prstGeom>
          <a:solidFill>
            <a:srgbClr val="2607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4F062A"/>
              </a:solidFill>
              <a:effectLst/>
              <a:uLnTx/>
              <a:uFillTx/>
              <a:latin typeface="ForFuture Sans"/>
              <a:ea typeface="+mn-ea"/>
              <a:cs typeface="+mn-cs"/>
            </a:endParaRPr>
          </a:p>
        </p:txBody>
      </p:sp>
      <p:sp>
        <p:nvSpPr>
          <p:cNvPr id="94" name="Elipse 93">
            <a:extLst>
              <a:ext uri="{FF2B5EF4-FFF2-40B4-BE49-F238E27FC236}">
                <a16:creationId xmlns:a16="http://schemas.microsoft.com/office/drawing/2014/main" id="{44E3B296-BCA3-9188-B10A-79D09F17CEB5}"/>
              </a:ext>
            </a:extLst>
          </p:cNvPr>
          <p:cNvSpPr/>
          <p:nvPr/>
        </p:nvSpPr>
        <p:spPr>
          <a:xfrm>
            <a:off x="2367060" y="1655278"/>
            <a:ext cx="741600" cy="742909"/>
          </a:xfrm>
          <a:prstGeom prst="ellipse">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95" name="CuadroTexto 94">
            <a:extLst>
              <a:ext uri="{FF2B5EF4-FFF2-40B4-BE49-F238E27FC236}">
                <a16:creationId xmlns:a16="http://schemas.microsoft.com/office/drawing/2014/main" id="{1D5423E2-F448-A17F-EFEF-4CFCCE2EF911}"/>
              </a:ext>
            </a:extLst>
          </p:cNvPr>
          <p:cNvSpPr txBox="1"/>
          <p:nvPr/>
        </p:nvSpPr>
        <p:spPr>
          <a:xfrm>
            <a:off x="2340054" y="1828041"/>
            <a:ext cx="79700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2000" b="1" i="0" u="none" strike="noStrike" kern="1200" cap="none" spc="0" normalizeH="0" baseline="0" noProof="0">
                <a:ln>
                  <a:noFill/>
                </a:ln>
                <a:solidFill>
                  <a:srgbClr val="260717"/>
                </a:solidFill>
                <a:effectLst/>
                <a:uLnTx/>
                <a:uFillTx/>
                <a:latin typeface="ForFuture Sans"/>
                <a:ea typeface="+mn-ea"/>
                <a:cs typeface="+mn-cs"/>
              </a:rPr>
              <a:t>01</a:t>
            </a:r>
          </a:p>
        </p:txBody>
      </p:sp>
      <p:sp>
        <p:nvSpPr>
          <p:cNvPr id="96" name="Rectángulo 95">
            <a:extLst>
              <a:ext uri="{FF2B5EF4-FFF2-40B4-BE49-F238E27FC236}">
                <a16:creationId xmlns:a16="http://schemas.microsoft.com/office/drawing/2014/main" id="{A87082AF-8683-2A31-9476-21DA631D8F0B}"/>
              </a:ext>
            </a:extLst>
          </p:cNvPr>
          <p:cNvSpPr/>
          <p:nvPr/>
        </p:nvSpPr>
        <p:spPr>
          <a:xfrm>
            <a:off x="3204576" y="2596576"/>
            <a:ext cx="6888494" cy="81657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97" name="CuadroTexto 96">
            <a:extLst>
              <a:ext uri="{FF2B5EF4-FFF2-40B4-BE49-F238E27FC236}">
                <a16:creationId xmlns:a16="http://schemas.microsoft.com/office/drawing/2014/main" id="{90BEFB0B-E73A-2298-F0CE-FD3FAC3A4DE4}"/>
              </a:ext>
            </a:extLst>
          </p:cNvPr>
          <p:cNvSpPr txBox="1"/>
          <p:nvPr/>
        </p:nvSpPr>
        <p:spPr>
          <a:xfrm>
            <a:off x="3467317" y="2585892"/>
            <a:ext cx="484791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srgbClr val="4F062A"/>
                </a:solidFill>
                <a:effectLst/>
                <a:uLnTx/>
                <a:uFillTx/>
                <a:latin typeface="ForFuture Sans"/>
                <a:ea typeface="+mn-ea"/>
                <a:cs typeface="+mn-cs"/>
              </a:rPr>
              <a:t>Compromiso con Ferreyros </a:t>
            </a:r>
          </a:p>
        </p:txBody>
      </p:sp>
      <p:sp>
        <p:nvSpPr>
          <p:cNvPr id="98" name="CuadroTexto 97">
            <a:extLst>
              <a:ext uri="{FF2B5EF4-FFF2-40B4-BE49-F238E27FC236}">
                <a16:creationId xmlns:a16="http://schemas.microsoft.com/office/drawing/2014/main" id="{F823FCFF-E390-EC54-17CC-D4A18D20EC4A}"/>
              </a:ext>
            </a:extLst>
          </p:cNvPr>
          <p:cNvSpPr txBox="1"/>
          <p:nvPr/>
        </p:nvSpPr>
        <p:spPr>
          <a:xfrm>
            <a:off x="3471722" y="2795157"/>
            <a:ext cx="6071552" cy="553998"/>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
                <a:srgbClr val="4F062A"/>
              </a:buClr>
              <a:buSzTx/>
              <a:buFont typeface="Wingdings" panose="05000000000000000000" pitchFamily="2" charset="2"/>
              <a:buChar char="§"/>
              <a:tabLst/>
              <a:defRPr/>
            </a:pPr>
            <a:r>
              <a:rPr kumimoji="0" lang="es-ES" sz="1000" b="0" i="0" u="none" strike="noStrike" kern="1200" cap="none" spc="0" normalizeH="0" baseline="0" noProof="0">
                <a:ln>
                  <a:noFill/>
                </a:ln>
                <a:solidFill>
                  <a:srgbClr val="4F062A"/>
                </a:solidFill>
                <a:effectLst/>
                <a:uLnTx/>
                <a:uFillTx/>
                <a:latin typeface="ForFuture Sans"/>
                <a:ea typeface="+mn-ea"/>
                <a:cs typeface="+mn-cs"/>
              </a:rPr>
              <a:t>Nos sentimos profundamente comprometidos, cliente estratégico de Indra - Minsait. Nuestro equipo pondrá todo su conocimiento, experiencia y dedicación para entender y satisfacer sus necesidades, trabajando con dedicación para contribuir al éxito de su organización.</a:t>
            </a:r>
            <a:r>
              <a:rPr kumimoji="0" lang="es-MX" sz="1000" b="0" i="0" u="none" strike="noStrike" kern="1200" cap="none" spc="0" normalizeH="0" baseline="0" noProof="0">
                <a:ln>
                  <a:noFill/>
                </a:ln>
                <a:solidFill>
                  <a:srgbClr val="4F062A"/>
                </a:solidFill>
                <a:effectLst/>
                <a:uLnTx/>
                <a:uFillTx/>
                <a:latin typeface="ForFuture Sans"/>
                <a:ea typeface="+mn-ea"/>
                <a:cs typeface="+mn-cs"/>
              </a:rPr>
              <a:t>.</a:t>
            </a:r>
          </a:p>
        </p:txBody>
      </p:sp>
      <p:sp>
        <p:nvSpPr>
          <p:cNvPr id="99" name="Elipse 98">
            <a:extLst>
              <a:ext uri="{FF2B5EF4-FFF2-40B4-BE49-F238E27FC236}">
                <a16:creationId xmlns:a16="http://schemas.microsoft.com/office/drawing/2014/main" id="{2BD31BA0-BF90-31AB-1AF9-A7A1502E8DC4}"/>
              </a:ext>
            </a:extLst>
          </p:cNvPr>
          <p:cNvSpPr/>
          <p:nvPr/>
        </p:nvSpPr>
        <p:spPr>
          <a:xfrm>
            <a:off x="9524225" y="2569356"/>
            <a:ext cx="818226" cy="818226"/>
          </a:xfrm>
          <a:prstGeom prst="ellipse">
            <a:avLst/>
          </a:prstGeom>
          <a:solidFill>
            <a:srgbClr val="4F06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00" name="Rectángulo 99">
            <a:extLst>
              <a:ext uri="{FF2B5EF4-FFF2-40B4-BE49-F238E27FC236}">
                <a16:creationId xmlns:a16="http://schemas.microsoft.com/office/drawing/2014/main" id="{6E519894-C38F-AFEF-5E0F-16E92C1572D1}"/>
              </a:ext>
            </a:extLst>
          </p:cNvPr>
          <p:cNvSpPr/>
          <p:nvPr/>
        </p:nvSpPr>
        <p:spPr>
          <a:xfrm>
            <a:off x="8916879" y="2569356"/>
            <a:ext cx="1008000" cy="67026"/>
          </a:xfrm>
          <a:prstGeom prst="rect">
            <a:avLst/>
          </a:prstGeom>
          <a:solidFill>
            <a:srgbClr val="4F06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4F062A"/>
              </a:solidFill>
              <a:effectLst/>
              <a:uLnTx/>
              <a:uFillTx/>
              <a:latin typeface="ForFuture Sans"/>
              <a:ea typeface="+mn-ea"/>
              <a:cs typeface="+mn-cs"/>
            </a:endParaRPr>
          </a:p>
        </p:txBody>
      </p:sp>
      <p:sp>
        <p:nvSpPr>
          <p:cNvPr id="101" name="Rectángulo 100">
            <a:extLst>
              <a:ext uri="{FF2B5EF4-FFF2-40B4-BE49-F238E27FC236}">
                <a16:creationId xmlns:a16="http://schemas.microsoft.com/office/drawing/2014/main" id="{000572B0-2AAF-2912-8A64-2783E5DB80CF}"/>
              </a:ext>
            </a:extLst>
          </p:cNvPr>
          <p:cNvSpPr/>
          <p:nvPr/>
        </p:nvSpPr>
        <p:spPr>
          <a:xfrm>
            <a:off x="8916879" y="3321445"/>
            <a:ext cx="1008000" cy="64484"/>
          </a:xfrm>
          <a:prstGeom prst="rect">
            <a:avLst/>
          </a:prstGeom>
          <a:solidFill>
            <a:srgbClr val="4F06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4F062A"/>
              </a:solidFill>
              <a:effectLst/>
              <a:uLnTx/>
              <a:uFillTx/>
              <a:latin typeface="ForFuture Sans"/>
              <a:ea typeface="+mn-ea"/>
              <a:cs typeface="+mn-cs"/>
            </a:endParaRPr>
          </a:p>
        </p:txBody>
      </p:sp>
      <p:sp>
        <p:nvSpPr>
          <p:cNvPr id="102" name="Elipse 101">
            <a:extLst>
              <a:ext uri="{FF2B5EF4-FFF2-40B4-BE49-F238E27FC236}">
                <a16:creationId xmlns:a16="http://schemas.microsoft.com/office/drawing/2014/main" id="{B86AE7B8-5541-DCE9-DBC1-2040177ED85F}"/>
              </a:ext>
            </a:extLst>
          </p:cNvPr>
          <p:cNvSpPr/>
          <p:nvPr/>
        </p:nvSpPr>
        <p:spPr>
          <a:xfrm>
            <a:off x="2634205" y="2608880"/>
            <a:ext cx="741600" cy="742909"/>
          </a:xfrm>
          <a:prstGeom prst="ellipse">
            <a:avLst/>
          </a:prstGeom>
          <a:solidFill>
            <a:schemeClr val="bg1"/>
          </a:solidFill>
          <a:ln w="76200">
            <a:solidFill>
              <a:srgbClr val="4F06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03" name="CuadroTexto 102">
            <a:extLst>
              <a:ext uri="{FF2B5EF4-FFF2-40B4-BE49-F238E27FC236}">
                <a16:creationId xmlns:a16="http://schemas.microsoft.com/office/drawing/2014/main" id="{C1F7A305-8532-0C50-C8C2-96DF61A1880F}"/>
              </a:ext>
            </a:extLst>
          </p:cNvPr>
          <p:cNvSpPr txBox="1"/>
          <p:nvPr/>
        </p:nvSpPr>
        <p:spPr>
          <a:xfrm>
            <a:off x="2607199" y="2781643"/>
            <a:ext cx="79700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2000" b="1" i="0" u="none" strike="noStrike" kern="1200" cap="none" spc="0" normalizeH="0" baseline="0" noProof="0">
                <a:ln>
                  <a:noFill/>
                </a:ln>
                <a:solidFill>
                  <a:srgbClr val="4F062A"/>
                </a:solidFill>
                <a:effectLst/>
                <a:uLnTx/>
                <a:uFillTx/>
                <a:latin typeface="ForFuture Sans"/>
                <a:ea typeface="+mn-ea"/>
                <a:cs typeface="+mn-cs"/>
              </a:rPr>
              <a:t>02</a:t>
            </a:r>
          </a:p>
        </p:txBody>
      </p:sp>
      <p:sp>
        <p:nvSpPr>
          <p:cNvPr id="104" name="Rectángulo 103">
            <a:extLst>
              <a:ext uri="{FF2B5EF4-FFF2-40B4-BE49-F238E27FC236}">
                <a16:creationId xmlns:a16="http://schemas.microsoft.com/office/drawing/2014/main" id="{F28DE37D-1AA2-A38D-0B37-56198A3B0BC8}"/>
              </a:ext>
            </a:extLst>
          </p:cNvPr>
          <p:cNvSpPr/>
          <p:nvPr/>
        </p:nvSpPr>
        <p:spPr>
          <a:xfrm>
            <a:off x="3461431" y="3528610"/>
            <a:ext cx="6888494" cy="81657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05" name="CuadroTexto 104">
            <a:extLst>
              <a:ext uri="{FF2B5EF4-FFF2-40B4-BE49-F238E27FC236}">
                <a16:creationId xmlns:a16="http://schemas.microsoft.com/office/drawing/2014/main" id="{0C5C6834-866B-8B18-7213-11FD7830603B}"/>
              </a:ext>
            </a:extLst>
          </p:cNvPr>
          <p:cNvSpPr txBox="1"/>
          <p:nvPr/>
        </p:nvSpPr>
        <p:spPr>
          <a:xfrm>
            <a:off x="3719612" y="3545146"/>
            <a:ext cx="6265987"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srgbClr val="4F062A"/>
                </a:solidFill>
                <a:effectLst/>
                <a:uLnTx/>
                <a:uFillTx/>
                <a:latin typeface="ForFuture Sans"/>
                <a:ea typeface="+mn-ea"/>
                <a:cs typeface="+mn-cs"/>
              </a:rPr>
              <a:t>Capacidades locales y centro de excelencia global </a:t>
            </a:r>
          </a:p>
        </p:txBody>
      </p:sp>
      <p:sp>
        <p:nvSpPr>
          <p:cNvPr id="106" name="CuadroTexto 105">
            <a:extLst>
              <a:ext uri="{FF2B5EF4-FFF2-40B4-BE49-F238E27FC236}">
                <a16:creationId xmlns:a16="http://schemas.microsoft.com/office/drawing/2014/main" id="{32207B78-58BB-F6D3-7613-7B2263ADDD58}"/>
              </a:ext>
            </a:extLst>
          </p:cNvPr>
          <p:cNvSpPr txBox="1"/>
          <p:nvPr/>
        </p:nvSpPr>
        <p:spPr>
          <a:xfrm>
            <a:off x="3762874" y="3778475"/>
            <a:ext cx="6162005" cy="553998"/>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
                <a:srgbClr val="4F062A"/>
              </a:buClr>
              <a:buSzTx/>
              <a:buFont typeface="Wingdings" panose="05000000000000000000" pitchFamily="2" charset="2"/>
              <a:buChar char="§"/>
              <a:tabLst/>
              <a:defRPr/>
            </a:pPr>
            <a:r>
              <a:rPr kumimoji="0" lang="es-MX" sz="1000" b="0" i="0" u="none" strike="noStrike" kern="1200" cap="none" spc="0" normalizeH="0" baseline="0" noProof="0">
                <a:ln>
                  <a:noFill/>
                </a:ln>
                <a:solidFill>
                  <a:srgbClr val="4F062A"/>
                </a:solidFill>
                <a:effectLst/>
                <a:uLnTx/>
                <a:uFillTx/>
                <a:latin typeface="ForFuture Sans"/>
                <a:ea typeface="+mn-ea"/>
                <a:cs typeface="+mn-cs"/>
              </a:rPr>
              <a:t>Disponemos de referencias y equipo local con amplia experiencia en servicios similares donde se ha ido renovando la confianza en Indra. Adicionalmente, disponemos de centros de excelencia en la gestión de proyectos y SAP Hana a nivel internacional</a:t>
            </a:r>
          </a:p>
        </p:txBody>
      </p:sp>
      <p:sp>
        <p:nvSpPr>
          <p:cNvPr id="107" name="Elipse 106">
            <a:extLst>
              <a:ext uri="{FF2B5EF4-FFF2-40B4-BE49-F238E27FC236}">
                <a16:creationId xmlns:a16="http://schemas.microsoft.com/office/drawing/2014/main" id="{9B0436FF-502C-62B5-8D39-4C60AF658BC2}"/>
              </a:ext>
            </a:extLst>
          </p:cNvPr>
          <p:cNvSpPr/>
          <p:nvPr/>
        </p:nvSpPr>
        <p:spPr>
          <a:xfrm>
            <a:off x="9824087" y="3528610"/>
            <a:ext cx="818226" cy="818226"/>
          </a:xfrm>
          <a:prstGeom prst="ellipse">
            <a:avLst/>
          </a:prstGeom>
          <a:solidFill>
            <a:srgbClr val="FF00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08" name="Rectángulo 107">
            <a:extLst>
              <a:ext uri="{FF2B5EF4-FFF2-40B4-BE49-F238E27FC236}">
                <a16:creationId xmlns:a16="http://schemas.microsoft.com/office/drawing/2014/main" id="{8D59123B-7F9F-612F-D191-A3019AAE2C42}"/>
              </a:ext>
            </a:extLst>
          </p:cNvPr>
          <p:cNvSpPr/>
          <p:nvPr/>
        </p:nvSpPr>
        <p:spPr>
          <a:xfrm>
            <a:off x="9216741" y="3528610"/>
            <a:ext cx="1008000" cy="67026"/>
          </a:xfrm>
          <a:prstGeom prst="rect">
            <a:avLst/>
          </a:prstGeom>
          <a:solidFill>
            <a:srgbClr val="FF00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09" name="Rectángulo 108">
            <a:extLst>
              <a:ext uri="{FF2B5EF4-FFF2-40B4-BE49-F238E27FC236}">
                <a16:creationId xmlns:a16="http://schemas.microsoft.com/office/drawing/2014/main" id="{72FEEE42-D83E-CE50-4F9A-CB472C9D740A}"/>
              </a:ext>
            </a:extLst>
          </p:cNvPr>
          <p:cNvSpPr/>
          <p:nvPr/>
        </p:nvSpPr>
        <p:spPr>
          <a:xfrm>
            <a:off x="9216741" y="4280699"/>
            <a:ext cx="1008000" cy="64484"/>
          </a:xfrm>
          <a:prstGeom prst="rect">
            <a:avLst/>
          </a:prstGeom>
          <a:solidFill>
            <a:srgbClr val="FF00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10" name="Elipse 109">
            <a:extLst>
              <a:ext uri="{FF2B5EF4-FFF2-40B4-BE49-F238E27FC236}">
                <a16:creationId xmlns:a16="http://schemas.microsoft.com/office/drawing/2014/main" id="{E33BD9DB-EDE9-E176-C59F-4929BADA17D3}"/>
              </a:ext>
            </a:extLst>
          </p:cNvPr>
          <p:cNvSpPr/>
          <p:nvPr/>
        </p:nvSpPr>
        <p:spPr>
          <a:xfrm>
            <a:off x="2925358" y="3568134"/>
            <a:ext cx="741600" cy="742909"/>
          </a:xfrm>
          <a:prstGeom prst="ellipse">
            <a:avLst/>
          </a:prstGeom>
          <a:solidFill>
            <a:schemeClr val="bg1"/>
          </a:solidFill>
          <a:ln w="76200">
            <a:solidFill>
              <a:srgbClr val="FF00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11" name="CuadroTexto 110">
            <a:extLst>
              <a:ext uri="{FF2B5EF4-FFF2-40B4-BE49-F238E27FC236}">
                <a16:creationId xmlns:a16="http://schemas.microsoft.com/office/drawing/2014/main" id="{B565ACB0-EF00-4647-5D2B-8B89FE4BC5D0}"/>
              </a:ext>
            </a:extLst>
          </p:cNvPr>
          <p:cNvSpPr txBox="1"/>
          <p:nvPr/>
        </p:nvSpPr>
        <p:spPr>
          <a:xfrm>
            <a:off x="2898352" y="3740897"/>
            <a:ext cx="79700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2000" b="1" i="0" u="none" strike="noStrike" kern="1200" cap="none" spc="0" normalizeH="0" baseline="0" noProof="0">
                <a:ln>
                  <a:noFill/>
                </a:ln>
                <a:solidFill>
                  <a:srgbClr val="4F062A"/>
                </a:solidFill>
                <a:effectLst/>
                <a:uLnTx/>
                <a:uFillTx/>
                <a:latin typeface="ForFuture Sans"/>
                <a:ea typeface="+mn-ea"/>
                <a:cs typeface="+mn-cs"/>
              </a:rPr>
              <a:t>03</a:t>
            </a:r>
          </a:p>
        </p:txBody>
      </p:sp>
      <p:sp>
        <p:nvSpPr>
          <p:cNvPr id="112" name="Rectángulo 111">
            <a:extLst>
              <a:ext uri="{FF2B5EF4-FFF2-40B4-BE49-F238E27FC236}">
                <a16:creationId xmlns:a16="http://schemas.microsoft.com/office/drawing/2014/main" id="{77DFB423-0D9D-9EC4-1482-E62A0B31FF7F}"/>
              </a:ext>
            </a:extLst>
          </p:cNvPr>
          <p:cNvSpPr/>
          <p:nvPr/>
        </p:nvSpPr>
        <p:spPr>
          <a:xfrm>
            <a:off x="3724998" y="4487864"/>
            <a:ext cx="6754601" cy="81657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13" name="CuadroTexto 112">
            <a:extLst>
              <a:ext uri="{FF2B5EF4-FFF2-40B4-BE49-F238E27FC236}">
                <a16:creationId xmlns:a16="http://schemas.microsoft.com/office/drawing/2014/main" id="{82EDC3D6-13FC-1F8C-FBB6-26E0790EF845}"/>
              </a:ext>
            </a:extLst>
          </p:cNvPr>
          <p:cNvSpPr txBox="1"/>
          <p:nvPr/>
        </p:nvSpPr>
        <p:spPr>
          <a:xfrm>
            <a:off x="4021133" y="4504400"/>
            <a:ext cx="508912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srgbClr val="4F062A"/>
                </a:solidFill>
                <a:effectLst/>
                <a:uLnTx/>
                <a:uFillTx/>
                <a:latin typeface="ForFuture Sans"/>
                <a:ea typeface="+mn-ea"/>
                <a:cs typeface="+mn-cs"/>
              </a:rPr>
              <a:t>Foco en la aportación de valor</a:t>
            </a:r>
          </a:p>
        </p:txBody>
      </p:sp>
      <p:sp>
        <p:nvSpPr>
          <p:cNvPr id="114" name="CuadroTexto 113">
            <a:extLst>
              <a:ext uri="{FF2B5EF4-FFF2-40B4-BE49-F238E27FC236}">
                <a16:creationId xmlns:a16="http://schemas.microsoft.com/office/drawing/2014/main" id="{FAFB5690-105D-8543-AEE1-8101988ABCA6}"/>
              </a:ext>
            </a:extLst>
          </p:cNvPr>
          <p:cNvSpPr txBox="1"/>
          <p:nvPr/>
        </p:nvSpPr>
        <p:spPr>
          <a:xfrm>
            <a:off x="4026442" y="4725697"/>
            <a:ext cx="5710210" cy="553998"/>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
                <a:srgbClr val="4F062A"/>
              </a:buClr>
              <a:buSzTx/>
              <a:buFont typeface="Wingdings" panose="05000000000000000000" pitchFamily="2" charset="2"/>
              <a:buChar char="§"/>
              <a:tabLst/>
              <a:defRPr/>
            </a:pPr>
            <a:r>
              <a:rPr kumimoji="0" lang="es-MX" sz="1000" b="0" i="0" u="none" strike="noStrike" kern="1200" cap="none" spc="0" normalizeH="0" baseline="0" noProof="0">
                <a:ln>
                  <a:noFill/>
                </a:ln>
                <a:solidFill>
                  <a:srgbClr val="4F062A"/>
                </a:solidFill>
                <a:effectLst/>
                <a:uLnTx/>
                <a:uFillTx/>
                <a:latin typeface="ForFuture Sans"/>
                <a:ea typeface="+mn-ea"/>
                <a:cs typeface="+mn-cs"/>
              </a:rPr>
              <a:t>En los proyectos </a:t>
            </a:r>
            <a:r>
              <a:rPr kumimoji="0" lang="es-PE" sz="1000" b="0" i="0" u="none" strike="noStrike" kern="1200" cap="none" spc="0" normalizeH="0" baseline="0" noProof="0">
                <a:ln>
                  <a:noFill/>
                </a:ln>
                <a:solidFill>
                  <a:srgbClr val="4F062A"/>
                </a:solidFill>
                <a:effectLst/>
                <a:uLnTx/>
                <a:uFillTx/>
                <a:latin typeface="ForFuture Sans"/>
                <a:ea typeface="+mn-ea"/>
                <a:cs typeface="+mn-cs"/>
              </a:rPr>
              <a:t>priorizamos </a:t>
            </a:r>
            <a:r>
              <a:rPr kumimoji="0" lang="es-ES" sz="1000" b="0" i="0" u="none" strike="noStrike" kern="1200" cap="none" spc="0" normalizeH="0" baseline="0" noProof="0">
                <a:ln>
                  <a:noFill/>
                </a:ln>
                <a:solidFill>
                  <a:srgbClr val="4F062A"/>
                </a:solidFill>
                <a:effectLst/>
                <a:uLnTx/>
                <a:uFillTx/>
                <a:latin typeface="ForFuture Sans"/>
                <a:ea typeface="+mn-ea"/>
                <a:cs typeface="+mn-cs"/>
              </a:rPr>
              <a:t>en el impacto tangible en el negocio y en el seguimiento detallado de los beneficios asociados a cada una de  las iniciativas implementadas, promoviendo así una mayor aportación de valor y el retorno esperado.</a:t>
            </a:r>
            <a:endParaRPr kumimoji="0" lang="es-MX" sz="1000" b="0" i="0" u="none" strike="noStrike" kern="1200" cap="none" spc="0" normalizeH="0" baseline="0" noProof="0">
              <a:ln>
                <a:noFill/>
              </a:ln>
              <a:solidFill>
                <a:srgbClr val="4F062A"/>
              </a:solidFill>
              <a:effectLst/>
              <a:uLnTx/>
              <a:uFillTx/>
              <a:latin typeface="ForFuture Sans"/>
              <a:ea typeface="+mn-ea"/>
              <a:cs typeface="+mn-cs"/>
            </a:endParaRPr>
          </a:p>
        </p:txBody>
      </p:sp>
      <p:sp>
        <p:nvSpPr>
          <p:cNvPr id="115" name="Elipse 114">
            <a:extLst>
              <a:ext uri="{FF2B5EF4-FFF2-40B4-BE49-F238E27FC236}">
                <a16:creationId xmlns:a16="http://schemas.microsoft.com/office/drawing/2014/main" id="{E8474A58-0393-FE1D-A4E9-AB078F922202}"/>
              </a:ext>
            </a:extLst>
          </p:cNvPr>
          <p:cNvSpPr/>
          <p:nvPr/>
        </p:nvSpPr>
        <p:spPr>
          <a:xfrm>
            <a:off x="10078945" y="4487864"/>
            <a:ext cx="818226" cy="818226"/>
          </a:xfrm>
          <a:prstGeom prst="ellipse">
            <a:avLst/>
          </a:prstGeom>
          <a:solidFill>
            <a:srgbClr val="F9C1D8"/>
          </a:solidFill>
          <a:ln>
            <a:solidFill>
              <a:srgbClr val="F9C1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16" name="Rectángulo 115">
            <a:extLst>
              <a:ext uri="{FF2B5EF4-FFF2-40B4-BE49-F238E27FC236}">
                <a16:creationId xmlns:a16="http://schemas.microsoft.com/office/drawing/2014/main" id="{AC50F2F0-7E34-E92D-8775-BBB052BDED3B}"/>
              </a:ext>
            </a:extLst>
          </p:cNvPr>
          <p:cNvSpPr/>
          <p:nvPr/>
        </p:nvSpPr>
        <p:spPr>
          <a:xfrm>
            <a:off x="9471599" y="4487864"/>
            <a:ext cx="1008000" cy="67026"/>
          </a:xfrm>
          <a:prstGeom prst="rect">
            <a:avLst/>
          </a:prstGeom>
          <a:solidFill>
            <a:srgbClr val="F9C1D8"/>
          </a:solidFill>
          <a:ln>
            <a:solidFill>
              <a:srgbClr val="F9C1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17" name="Rectángulo 116">
            <a:extLst>
              <a:ext uri="{FF2B5EF4-FFF2-40B4-BE49-F238E27FC236}">
                <a16:creationId xmlns:a16="http://schemas.microsoft.com/office/drawing/2014/main" id="{0899F728-7F46-5169-84BE-5094BCC4E4C2}"/>
              </a:ext>
            </a:extLst>
          </p:cNvPr>
          <p:cNvSpPr/>
          <p:nvPr/>
        </p:nvSpPr>
        <p:spPr>
          <a:xfrm>
            <a:off x="9471599" y="5239953"/>
            <a:ext cx="1008000" cy="64484"/>
          </a:xfrm>
          <a:prstGeom prst="rect">
            <a:avLst/>
          </a:prstGeom>
          <a:solidFill>
            <a:srgbClr val="F9C1D8"/>
          </a:solidFill>
          <a:ln>
            <a:solidFill>
              <a:srgbClr val="F9C1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18" name="Elipse 117">
            <a:extLst>
              <a:ext uri="{FF2B5EF4-FFF2-40B4-BE49-F238E27FC236}">
                <a16:creationId xmlns:a16="http://schemas.microsoft.com/office/drawing/2014/main" id="{107B7F9A-84D4-0009-3B45-3EA006CCF1A3}"/>
              </a:ext>
            </a:extLst>
          </p:cNvPr>
          <p:cNvSpPr/>
          <p:nvPr/>
        </p:nvSpPr>
        <p:spPr>
          <a:xfrm>
            <a:off x="3188925" y="4527388"/>
            <a:ext cx="741600" cy="742909"/>
          </a:xfrm>
          <a:prstGeom prst="ellipse">
            <a:avLst/>
          </a:prstGeom>
          <a:solidFill>
            <a:schemeClr val="bg1"/>
          </a:solidFill>
          <a:ln w="76200">
            <a:solidFill>
              <a:srgbClr val="F9C1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4F062A"/>
              </a:solidFill>
              <a:effectLst/>
              <a:uLnTx/>
              <a:uFillTx/>
              <a:latin typeface="ForFuture Sans"/>
              <a:ea typeface="+mn-ea"/>
              <a:cs typeface="+mn-cs"/>
            </a:endParaRPr>
          </a:p>
        </p:txBody>
      </p:sp>
      <p:sp>
        <p:nvSpPr>
          <p:cNvPr id="119" name="CuadroTexto 118">
            <a:extLst>
              <a:ext uri="{FF2B5EF4-FFF2-40B4-BE49-F238E27FC236}">
                <a16:creationId xmlns:a16="http://schemas.microsoft.com/office/drawing/2014/main" id="{72F0E1E5-0D55-1357-6F31-3E402F3A7936}"/>
              </a:ext>
            </a:extLst>
          </p:cNvPr>
          <p:cNvSpPr txBox="1"/>
          <p:nvPr/>
        </p:nvSpPr>
        <p:spPr>
          <a:xfrm>
            <a:off x="3161919" y="4700151"/>
            <a:ext cx="79700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2000" b="1" i="0" u="none" strike="noStrike" kern="1200" cap="none" spc="0" normalizeH="0" baseline="0" noProof="0">
                <a:ln>
                  <a:noFill/>
                </a:ln>
                <a:solidFill>
                  <a:srgbClr val="4F062A"/>
                </a:solidFill>
                <a:effectLst/>
                <a:uLnTx/>
                <a:uFillTx/>
                <a:latin typeface="ForFuture Sans"/>
                <a:ea typeface="+mn-ea"/>
                <a:cs typeface="+mn-cs"/>
              </a:rPr>
              <a:t>04</a:t>
            </a:r>
          </a:p>
        </p:txBody>
      </p:sp>
      <p:sp>
        <p:nvSpPr>
          <p:cNvPr id="120" name="Rectángulo 119">
            <a:extLst>
              <a:ext uri="{FF2B5EF4-FFF2-40B4-BE49-F238E27FC236}">
                <a16:creationId xmlns:a16="http://schemas.microsoft.com/office/drawing/2014/main" id="{D146B908-75A2-B504-29FE-171C650F238C}"/>
              </a:ext>
            </a:extLst>
          </p:cNvPr>
          <p:cNvSpPr/>
          <p:nvPr/>
        </p:nvSpPr>
        <p:spPr>
          <a:xfrm>
            <a:off x="4006012" y="5447116"/>
            <a:ext cx="6888494" cy="81657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21" name="CuadroTexto 120">
            <a:extLst>
              <a:ext uri="{FF2B5EF4-FFF2-40B4-BE49-F238E27FC236}">
                <a16:creationId xmlns:a16="http://schemas.microsoft.com/office/drawing/2014/main" id="{770A02DB-9046-69E5-72AD-B4AEDFA684A7}"/>
              </a:ext>
            </a:extLst>
          </p:cNvPr>
          <p:cNvSpPr txBox="1"/>
          <p:nvPr/>
        </p:nvSpPr>
        <p:spPr>
          <a:xfrm>
            <a:off x="4302147" y="5463652"/>
            <a:ext cx="508912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srgbClr val="4F062A"/>
                </a:solidFill>
                <a:effectLst/>
                <a:uLnTx/>
                <a:uFillTx/>
                <a:latin typeface="ForFuture Sans"/>
                <a:ea typeface="+mn-ea"/>
                <a:cs typeface="+mn-cs"/>
              </a:rPr>
              <a:t>Modelo de trabajo colaborativo – orientación a resultados</a:t>
            </a:r>
          </a:p>
        </p:txBody>
      </p:sp>
      <p:sp>
        <p:nvSpPr>
          <p:cNvPr id="122" name="CuadroTexto 121">
            <a:extLst>
              <a:ext uri="{FF2B5EF4-FFF2-40B4-BE49-F238E27FC236}">
                <a16:creationId xmlns:a16="http://schemas.microsoft.com/office/drawing/2014/main" id="{F5A9EF71-FB14-E98D-C6F0-4F60A849213F}"/>
              </a:ext>
            </a:extLst>
          </p:cNvPr>
          <p:cNvSpPr txBox="1"/>
          <p:nvPr/>
        </p:nvSpPr>
        <p:spPr>
          <a:xfrm>
            <a:off x="4307456" y="5684949"/>
            <a:ext cx="5710210" cy="553998"/>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
                <a:srgbClr val="4F062A"/>
              </a:buClr>
              <a:buSzTx/>
              <a:buFont typeface="Wingdings" panose="05000000000000000000" pitchFamily="2" charset="2"/>
              <a:buChar char="§"/>
              <a:tabLst/>
              <a:defRPr/>
            </a:pPr>
            <a:r>
              <a:rPr kumimoji="0" lang="es-ES_tradnl" sz="1000" b="0" i="0" u="none" strike="noStrike" kern="1200" cap="none" spc="0" normalizeH="0" baseline="0" noProof="0">
                <a:ln>
                  <a:noFill/>
                </a:ln>
                <a:solidFill>
                  <a:srgbClr val="4F062A"/>
                </a:solidFill>
                <a:effectLst/>
                <a:uLnTx/>
                <a:uFillTx/>
                <a:latin typeface="ForFuture Sans"/>
                <a:ea typeface="+mn-ea"/>
                <a:cs typeface="+mn-cs"/>
              </a:rPr>
              <a:t>Nuestra propuesta de valor en consultoría combina </a:t>
            </a:r>
            <a:r>
              <a:rPr kumimoji="0" lang="es-ES_tradnl" sz="1000" b="1" i="0" u="none" strike="noStrike" kern="1200" cap="none" spc="0" normalizeH="0" baseline="0" noProof="0">
                <a:ln>
                  <a:noFill/>
                </a:ln>
                <a:solidFill>
                  <a:srgbClr val="4F062A"/>
                </a:solidFill>
                <a:effectLst/>
                <a:uLnTx/>
                <a:uFillTx/>
                <a:latin typeface="ForFuture Sans"/>
                <a:ea typeface="+mn-ea"/>
                <a:cs typeface="+mn-cs"/>
              </a:rPr>
              <a:t>tecnología</a:t>
            </a:r>
            <a:r>
              <a:rPr kumimoji="0" lang="es-ES_tradnl" sz="1000" b="0" i="0" u="none" strike="noStrike" kern="1200" cap="none" spc="0" normalizeH="0" baseline="0" noProof="0">
                <a:ln>
                  <a:noFill/>
                </a:ln>
                <a:solidFill>
                  <a:srgbClr val="4F062A"/>
                </a:solidFill>
                <a:effectLst/>
                <a:uLnTx/>
                <a:uFillTx/>
                <a:latin typeface="ForFuture Sans"/>
                <a:ea typeface="+mn-ea"/>
                <a:cs typeface="+mn-cs"/>
              </a:rPr>
              <a:t>, </a:t>
            </a:r>
            <a:r>
              <a:rPr kumimoji="0" lang="es-ES_tradnl" sz="1000" b="1" i="0" u="none" strike="noStrike" kern="1200" cap="none" spc="0" normalizeH="0" baseline="0" noProof="0">
                <a:ln>
                  <a:noFill/>
                </a:ln>
                <a:solidFill>
                  <a:srgbClr val="4F062A"/>
                </a:solidFill>
                <a:effectLst/>
                <a:uLnTx/>
                <a:uFillTx/>
                <a:latin typeface="ForFuture Sans"/>
                <a:ea typeface="+mn-ea"/>
                <a:cs typeface="+mn-cs"/>
              </a:rPr>
              <a:t>negocio </a:t>
            </a:r>
            <a:r>
              <a:rPr kumimoji="0" lang="es-ES_tradnl" sz="1000" b="0" i="0" u="none" strike="noStrike" kern="1200" cap="none" spc="0" normalizeH="0" baseline="0" noProof="0">
                <a:ln>
                  <a:noFill/>
                </a:ln>
                <a:solidFill>
                  <a:srgbClr val="4F062A"/>
                </a:solidFill>
                <a:effectLst/>
                <a:uLnTx/>
                <a:uFillTx/>
                <a:latin typeface="ForFuture Sans"/>
                <a:ea typeface="+mn-ea"/>
                <a:cs typeface="+mn-cs"/>
              </a:rPr>
              <a:t>y </a:t>
            </a:r>
            <a:r>
              <a:rPr kumimoji="0" lang="es-ES_tradnl" sz="1000" b="1" i="0" u="none" strike="noStrike" kern="1200" cap="none" spc="0" normalizeH="0" baseline="0" noProof="0">
                <a:ln>
                  <a:noFill/>
                </a:ln>
                <a:solidFill>
                  <a:srgbClr val="4F062A"/>
                </a:solidFill>
                <a:effectLst/>
                <a:uLnTx/>
                <a:uFillTx/>
                <a:latin typeface="ForFuture Sans"/>
                <a:ea typeface="+mn-ea"/>
                <a:cs typeface="+mn-cs"/>
              </a:rPr>
              <a:t>cultura </a:t>
            </a:r>
            <a:r>
              <a:rPr kumimoji="0" lang="es-ES_tradnl" sz="1000" b="0" i="0" u="none" strike="noStrike" kern="1200" cap="none" spc="0" normalizeH="0" baseline="0" noProof="0">
                <a:ln>
                  <a:noFill/>
                </a:ln>
                <a:solidFill>
                  <a:srgbClr val="4F062A"/>
                </a:solidFill>
                <a:effectLst/>
                <a:uLnTx/>
                <a:uFillTx/>
                <a:latin typeface="ForFuture Sans"/>
                <a:ea typeface="+mn-ea"/>
                <a:cs typeface="+mn-cs"/>
              </a:rPr>
              <a:t>para la transformación de las organizaciones</a:t>
            </a:r>
          </a:p>
          <a:p>
            <a:pPr marL="171450" marR="0" lvl="0" indent="-171450" algn="l" defTabSz="457200" rtl="0" eaLnBrk="1" fontAlgn="auto" latinLnBrk="0" hangingPunct="1">
              <a:lnSpc>
                <a:spcPct val="100000"/>
              </a:lnSpc>
              <a:spcBef>
                <a:spcPts val="0"/>
              </a:spcBef>
              <a:spcAft>
                <a:spcPts val="0"/>
              </a:spcAft>
              <a:buClr>
                <a:srgbClr val="4F062A"/>
              </a:buClr>
              <a:buSzTx/>
              <a:buFont typeface="Wingdings" panose="05000000000000000000" pitchFamily="2" charset="2"/>
              <a:buChar char="§"/>
              <a:tabLst/>
              <a:defRPr/>
            </a:pPr>
            <a:r>
              <a:rPr kumimoji="0" lang="es-ES_tradnl" sz="1000" b="0" i="0" u="none" strike="noStrike" kern="1200" cap="none" spc="0" normalizeH="0" baseline="0" noProof="0">
                <a:ln>
                  <a:noFill/>
                </a:ln>
                <a:solidFill>
                  <a:srgbClr val="4F062A"/>
                </a:solidFill>
                <a:effectLst/>
                <a:uLnTx/>
                <a:uFillTx/>
                <a:latin typeface="ForFuture Sans"/>
                <a:ea typeface="+mn-ea"/>
                <a:cs typeface="+mn-cs"/>
              </a:rPr>
              <a:t>Realizamos los proyectos </a:t>
            </a:r>
            <a:r>
              <a:rPr kumimoji="0" lang="es-ES_tradnl" sz="1000" b="1" i="0" u="none" strike="noStrike" kern="1200" cap="none" spc="0" normalizeH="0" baseline="0" noProof="0">
                <a:ln>
                  <a:noFill/>
                </a:ln>
                <a:solidFill>
                  <a:srgbClr val="4F062A"/>
                </a:solidFill>
                <a:effectLst/>
                <a:uLnTx/>
                <a:uFillTx/>
                <a:latin typeface="ForFuture Sans"/>
                <a:ea typeface="+mn-ea"/>
                <a:cs typeface="+mn-cs"/>
              </a:rPr>
              <a:t>CON </a:t>
            </a:r>
            <a:r>
              <a:rPr kumimoji="0" lang="es-ES_tradnl" sz="1000" b="0" i="0" u="none" strike="noStrike" kern="1200" cap="none" spc="0" normalizeH="0" baseline="0" noProof="0">
                <a:ln>
                  <a:noFill/>
                </a:ln>
                <a:solidFill>
                  <a:srgbClr val="4F062A"/>
                </a:solidFill>
                <a:effectLst/>
                <a:uLnTx/>
                <a:uFillTx/>
                <a:latin typeface="ForFuture Sans"/>
                <a:ea typeface="+mn-ea"/>
                <a:cs typeface="+mn-cs"/>
              </a:rPr>
              <a:t>el cliente en vez de </a:t>
            </a:r>
            <a:r>
              <a:rPr kumimoji="0" lang="es-ES_tradnl" sz="1000" b="1" i="0" u="none" strike="noStrike" kern="1200" cap="none" spc="0" normalizeH="0" baseline="0" noProof="0">
                <a:ln>
                  <a:noFill/>
                </a:ln>
                <a:solidFill>
                  <a:srgbClr val="4F062A"/>
                </a:solidFill>
                <a:effectLst/>
                <a:uLnTx/>
                <a:uFillTx/>
                <a:latin typeface="ForFuture Sans"/>
                <a:ea typeface="+mn-ea"/>
                <a:cs typeface="+mn-cs"/>
              </a:rPr>
              <a:t>para</a:t>
            </a:r>
            <a:r>
              <a:rPr kumimoji="0" lang="es-ES_tradnl" sz="1000" b="0" i="0" u="none" strike="noStrike" kern="1200" cap="none" spc="0" normalizeH="0" baseline="0" noProof="0">
                <a:ln>
                  <a:noFill/>
                </a:ln>
                <a:solidFill>
                  <a:srgbClr val="4F062A"/>
                </a:solidFill>
                <a:effectLst/>
                <a:uLnTx/>
                <a:uFillTx/>
                <a:latin typeface="ForFuture Sans"/>
                <a:ea typeface="+mn-ea"/>
                <a:cs typeface="+mn-cs"/>
              </a:rPr>
              <a:t> el cliente</a:t>
            </a:r>
            <a:endParaRPr kumimoji="0" lang="es-MX" sz="1000" b="0" i="0" u="none" strike="noStrike" kern="1200" cap="none" spc="0" normalizeH="0" baseline="0" noProof="0">
              <a:ln>
                <a:noFill/>
              </a:ln>
              <a:solidFill>
                <a:srgbClr val="1A3B47"/>
              </a:solidFill>
              <a:effectLst/>
              <a:uLnTx/>
              <a:uFillTx/>
              <a:latin typeface="ForFuture Sans"/>
              <a:ea typeface="+mn-ea"/>
              <a:cs typeface="+mn-cs"/>
            </a:endParaRPr>
          </a:p>
        </p:txBody>
      </p:sp>
      <p:sp>
        <p:nvSpPr>
          <p:cNvPr id="123" name="Elipse 122">
            <a:extLst>
              <a:ext uri="{FF2B5EF4-FFF2-40B4-BE49-F238E27FC236}">
                <a16:creationId xmlns:a16="http://schemas.microsoft.com/office/drawing/2014/main" id="{987C36AD-C6BB-3E7E-64C8-F6050142567A}"/>
              </a:ext>
            </a:extLst>
          </p:cNvPr>
          <p:cNvSpPr/>
          <p:nvPr/>
        </p:nvSpPr>
        <p:spPr>
          <a:xfrm>
            <a:off x="10359959" y="5447116"/>
            <a:ext cx="818226" cy="818226"/>
          </a:xfrm>
          <a:prstGeom prst="ellipse">
            <a:avLst/>
          </a:prstGeom>
          <a:solidFill>
            <a:srgbClr val="D0C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24" name="Rectángulo 123">
            <a:extLst>
              <a:ext uri="{FF2B5EF4-FFF2-40B4-BE49-F238E27FC236}">
                <a16:creationId xmlns:a16="http://schemas.microsoft.com/office/drawing/2014/main" id="{F5ED82A3-04AA-8E25-020E-32D92FCBA57D}"/>
              </a:ext>
            </a:extLst>
          </p:cNvPr>
          <p:cNvSpPr/>
          <p:nvPr/>
        </p:nvSpPr>
        <p:spPr>
          <a:xfrm>
            <a:off x="9733563" y="5440917"/>
            <a:ext cx="1008000" cy="67026"/>
          </a:xfrm>
          <a:prstGeom prst="rect">
            <a:avLst/>
          </a:prstGeom>
          <a:solidFill>
            <a:srgbClr val="D0C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25" name="Rectángulo 124">
            <a:extLst>
              <a:ext uri="{FF2B5EF4-FFF2-40B4-BE49-F238E27FC236}">
                <a16:creationId xmlns:a16="http://schemas.microsoft.com/office/drawing/2014/main" id="{762AA867-7D6C-7E0A-B4DD-DAE6AF9020FD}"/>
              </a:ext>
            </a:extLst>
          </p:cNvPr>
          <p:cNvSpPr/>
          <p:nvPr/>
        </p:nvSpPr>
        <p:spPr>
          <a:xfrm>
            <a:off x="9752613" y="6199205"/>
            <a:ext cx="1008000" cy="64484"/>
          </a:xfrm>
          <a:prstGeom prst="rect">
            <a:avLst/>
          </a:prstGeom>
          <a:solidFill>
            <a:srgbClr val="D0C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26" name="Elipse 125">
            <a:extLst>
              <a:ext uri="{FF2B5EF4-FFF2-40B4-BE49-F238E27FC236}">
                <a16:creationId xmlns:a16="http://schemas.microsoft.com/office/drawing/2014/main" id="{BD88B154-7402-96C4-5FBC-BAD51D71B4FD}"/>
              </a:ext>
            </a:extLst>
          </p:cNvPr>
          <p:cNvSpPr/>
          <p:nvPr/>
        </p:nvSpPr>
        <p:spPr>
          <a:xfrm>
            <a:off x="3469939" y="5486640"/>
            <a:ext cx="741600" cy="742909"/>
          </a:xfrm>
          <a:prstGeom prst="ellipse">
            <a:avLst/>
          </a:prstGeom>
          <a:solidFill>
            <a:schemeClr val="bg1"/>
          </a:solidFill>
          <a:ln w="76200">
            <a:solidFill>
              <a:srgbClr val="D0CE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600" b="0" i="0" u="none" strike="noStrike" kern="1200" cap="none" spc="0" normalizeH="0" baseline="0" noProof="0">
              <a:ln>
                <a:noFill/>
              </a:ln>
              <a:solidFill>
                <a:srgbClr val="4F062A"/>
              </a:solidFill>
              <a:effectLst/>
              <a:uLnTx/>
              <a:uFillTx/>
              <a:latin typeface="ForFuture Sans"/>
              <a:ea typeface="+mn-ea"/>
              <a:cs typeface="+mn-cs"/>
            </a:endParaRPr>
          </a:p>
        </p:txBody>
      </p:sp>
      <p:sp>
        <p:nvSpPr>
          <p:cNvPr id="127" name="CuadroTexto 126">
            <a:extLst>
              <a:ext uri="{FF2B5EF4-FFF2-40B4-BE49-F238E27FC236}">
                <a16:creationId xmlns:a16="http://schemas.microsoft.com/office/drawing/2014/main" id="{0CF80810-8EE8-99C5-8102-C7214EAD7979}"/>
              </a:ext>
            </a:extLst>
          </p:cNvPr>
          <p:cNvSpPr txBox="1"/>
          <p:nvPr/>
        </p:nvSpPr>
        <p:spPr>
          <a:xfrm>
            <a:off x="3442933" y="5659403"/>
            <a:ext cx="79700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2000" b="1" i="0" u="none" strike="noStrike" kern="1200" cap="none" spc="0" normalizeH="0" baseline="0" noProof="0">
                <a:ln>
                  <a:noFill/>
                </a:ln>
                <a:solidFill>
                  <a:srgbClr val="4F062A"/>
                </a:solidFill>
                <a:effectLst/>
                <a:uLnTx/>
                <a:uFillTx/>
                <a:latin typeface="ForFuture Sans"/>
                <a:ea typeface="+mn-ea"/>
                <a:cs typeface="+mn-cs"/>
              </a:rPr>
              <a:t>05</a:t>
            </a:r>
          </a:p>
        </p:txBody>
      </p:sp>
      <p:pic>
        <p:nvPicPr>
          <p:cNvPr id="128" name="Imagen 127">
            <a:extLst>
              <a:ext uri="{FF2B5EF4-FFF2-40B4-BE49-F238E27FC236}">
                <a16:creationId xmlns:a16="http://schemas.microsoft.com/office/drawing/2014/main" id="{53CBF03C-9E7C-E8D4-568B-2833D89D2404}"/>
              </a:ext>
            </a:extLst>
          </p:cNvPr>
          <p:cNvPicPr>
            <a:picLocks noChangeAspect="1"/>
          </p:cNvPicPr>
          <p:nvPr/>
        </p:nvPicPr>
        <p:blipFill>
          <a:blip r:embed="rId6">
            <a:lum bright="100000"/>
          </a:blip>
          <a:stretch>
            <a:fillRect/>
          </a:stretch>
        </p:blipFill>
        <p:spPr>
          <a:xfrm>
            <a:off x="9653810" y="2807631"/>
            <a:ext cx="578775" cy="344700"/>
          </a:xfrm>
          <a:prstGeom prst="rect">
            <a:avLst/>
          </a:prstGeom>
        </p:spPr>
      </p:pic>
      <p:pic>
        <p:nvPicPr>
          <p:cNvPr id="129" name="Imagen 128">
            <a:extLst>
              <a:ext uri="{FF2B5EF4-FFF2-40B4-BE49-F238E27FC236}">
                <a16:creationId xmlns:a16="http://schemas.microsoft.com/office/drawing/2014/main" id="{C66C2DC6-E218-5736-E9E9-ED3C40E767C8}"/>
              </a:ext>
            </a:extLst>
          </p:cNvPr>
          <p:cNvPicPr>
            <a:picLocks noChangeAspect="1"/>
          </p:cNvPicPr>
          <p:nvPr/>
        </p:nvPicPr>
        <p:blipFill>
          <a:blip r:embed="rId7">
            <a:lum/>
          </a:blip>
          <a:stretch>
            <a:fillRect/>
          </a:stretch>
        </p:blipFill>
        <p:spPr>
          <a:xfrm>
            <a:off x="10600368" y="5633845"/>
            <a:ext cx="337408" cy="444769"/>
          </a:xfrm>
          <a:prstGeom prst="rect">
            <a:avLst/>
          </a:prstGeom>
        </p:spPr>
      </p:pic>
      <p:pic>
        <p:nvPicPr>
          <p:cNvPr id="130" name="Imagen 129">
            <a:extLst>
              <a:ext uri="{FF2B5EF4-FFF2-40B4-BE49-F238E27FC236}">
                <a16:creationId xmlns:a16="http://schemas.microsoft.com/office/drawing/2014/main" id="{976289C8-33D7-6222-C708-7111C483B0FE}"/>
              </a:ext>
            </a:extLst>
          </p:cNvPr>
          <p:cNvPicPr>
            <a:picLocks noChangeAspect="1"/>
          </p:cNvPicPr>
          <p:nvPr/>
        </p:nvPicPr>
        <p:blipFill>
          <a:blip r:embed="rId8">
            <a:lum/>
          </a:blip>
          <a:stretch>
            <a:fillRect/>
          </a:stretch>
        </p:blipFill>
        <p:spPr>
          <a:xfrm>
            <a:off x="10273033" y="4667862"/>
            <a:ext cx="430050" cy="458231"/>
          </a:xfrm>
          <a:prstGeom prst="rect">
            <a:avLst/>
          </a:prstGeom>
        </p:spPr>
      </p:pic>
      <p:pic>
        <p:nvPicPr>
          <p:cNvPr id="131" name="Imagen 130">
            <a:extLst>
              <a:ext uri="{FF2B5EF4-FFF2-40B4-BE49-F238E27FC236}">
                <a16:creationId xmlns:a16="http://schemas.microsoft.com/office/drawing/2014/main" id="{037B861B-C1FB-3AD8-0CA1-358D791FDEAD}"/>
              </a:ext>
            </a:extLst>
          </p:cNvPr>
          <p:cNvPicPr>
            <a:picLocks noChangeAspect="1"/>
          </p:cNvPicPr>
          <p:nvPr/>
        </p:nvPicPr>
        <p:blipFill>
          <a:blip r:embed="rId9"/>
          <a:stretch>
            <a:fillRect/>
          </a:stretch>
        </p:blipFill>
        <p:spPr>
          <a:xfrm>
            <a:off x="9958277" y="3723453"/>
            <a:ext cx="549846" cy="428540"/>
          </a:xfrm>
          <a:prstGeom prst="rect">
            <a:avLst/>
          </a:prstGeom>
          <a:noFill/>
          <a:ln>
            <a:noFill/>
          </a:ln>
        </p:spPr>
      </p:pic>
      <p:pic>
        <p:nvPicPr>
          <p:cNvPr id="132" name="Imagen 131">
            <a:extLst>
              <a:ext uri="{FF2B5EF4-FFF2-40B4-BE49-F238E27FC236}">
                <a16:creationId xmlns:a16="http://schemas.microsoft.com/office/drawing/2014/main" id="{8DC58A3E-A33B-E80F-9790-E70A55F52792}"/>
              </a:ext>
            </a:extLst>
          </p:cNvPr>
          <p:cNvPicPr>
            <a:picLocks noChangeAspect="1"/>
          </p:cNvPicPr>
          <p:nvPr/>
        </p:nvPicPr>
        <p:blipFill>
          <a:blip r:embed="rId10">
            <a:lum bright="100000"/>
          </a:blip>
          <a:stretch>
            <a:fillRect/>
          </a:stretch>
        </p:blipFill>
        <p:spPr>
          <a:xfrm>
            <a:off x="9423188" y="1773649"/>
            <a:ext cx="496347" cy="496624"/>
          </a:xfrm>
          <a:prstGeom prst="rect">
            <a:avLst/>
          </a:prstGeom>
        </p:spPr>
      </p:pic>
      <p:sp>
        <p:nvSpPr>
          <p:cNvPr id="2" name="Marcador de pie de página 2">
            <a:extLst>
              <a:ext uri="{FF2B5EF4-FFF2-40B4-BE49-F238E27FC236}">
                <a16:creationId xmlns:a16="http://schemas.microsoft.com/office/drawing/2014/main" id="{B6A66EE8-87DA-1CA2-B71F-5AF720193016}"/>
              </a:ext>
            </a:extLst>
          </p:cNvPr>
          <p:cNvSpPr>
            <a:spLocks noGrp="1"/>
          </p:cNvSpPr>
          <p:nvPr>
            <p:ph type="ftr" sz="quarter" idx="10"/>
          </p:nvPr>
        </p:nvSpPr>
        <p:spPr>
          <a:xfrm>
            <a:off x="335360" y="6401514"/>
            <a:ext cx="7250933" cy="123111"/>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4F062A"/>
                </a:solidFill>
                <a:effectLst/>
                <a:uLnTx/>
                <a:uFillTx/>
                <a:latin typeface="ForFuture Sans" panose="020B0504020203020204" pitchFamily="34" charset="0"/>
                <a:ea typeface="+mn-ea"/>
                <a:cs typeface="+mn-cs"/>
                <a:sym typeface="ForFuture Sans" panose="020B0504020203020204" pitchFamily="34" charset="0"/>
              </a:rPr>
              <a:t>MINSAIT • SERVICIO DE PROGRAM MANAGEMENT OFFICE (PMO)</a:t>
            </a:r>
            <a:endParaRPr kumimoji="0" lang="es-ES" sz="800" b="0" i="0" u="none" strike="noStrike" kern="1200" cap="none" spc="0" normalizeH="0" baseline="0" noProof="0">
              <a:ln>
                <a:noFill/>
              </a:ln>
              <a:solidFill>
                <a:srgbClr val="4F062A"/>
              </a:solidFill>
              <a:effectLst/>
              <a:uLnTx/>
              <a:uFillTx/>
              <a:latin typeface="ForFuture Sans" panose="020B0504020203020204" pitchFamily="34" charset="0"/>
              <a:ea typeface="+mn-ea"/>
              <a:cs typeface="+mn-cs"/>
              <a:sym typeface="ForFuture Sans" panose="020B0504020203020204" pitchFamily="34" charset="0"/>
            </a:endParaRPr>
          </a:p>
        </p:txBody>
      </p:sp>
    </p:spTree>
    <p:extLst>
      <p:ext uri="{BB962C8B-B14F-4D97-AF65-F5344CB8AC3E}">
        <p14:creationId xmlns:p14="http://schemas.microsoft.com/office/powerpoint/2010/main" val="863170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2F87C-C75C-F10E-5CE2-D5C214E28A71}"/>
            </a:ext>
          </a:extLst>
        </p:cNvPr>
        <p:cNvGrpSpPr/>
        <p:nvPr/>
      </p:nvGrpSpPr>
      <p:grpSpPr>
        <a:xfrm>
          <a:off x="0" y="0"/>
          <a:ext cx="0" cy="0"/>
          <a:chOff x="0" y="0"/>
          <a:chExt cx="0" cy="0"/>
        </a:xfrm>
      </p:grpSpPr>
      <p:graphicFrame>
        <p:nvGraphicFramePr>
          <p:cNvPr id="8" name="Objeto 7" hidden="1">
            <a:extLst>
              <a:ext uri="{FF2B5EF4-FFF2-40B4-BE49-F238E27FC236}">
                <a16:creationId xmlns:a16="http://schemas.microsoft.com/office/drawing/2014/main" id="{50CDC1FC-4459-57AE-9FC6-21B62BC78FE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6" progId="TCLayout.ActiveDocument.1">
                  <p:embed/>
                </p:oleObj>
              </mc:Choice>
              <mc:Fallback>
                <p:oleObj name="Diapositiva de think-cell" r:id="rId4" imgW="395" imgH="396" progId="TCLayout.ActiveDocument.1">
                  <p:embed/>
                  <p:pic>
                    <p:nvPicPr>
                      <p:cNvPr id="8" name="Objeto 7" hidden="1">
                        <a:extLst>
                          <a:ext uri="{FF2B5EF4-FFF2-40B4-BE49-F238E27FC236}">
                            <a16:creationId xmlns:a16="http://schemas.microsoft.com/office/drawing/2014/main" id="{50CDC1FC-4459-57AE-9FC6-21B62BC78FE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ítulo 5">
            <a:extLst>
              <a:ext uri="{FF2B5EF4-FFF2-40B4-BE49-F238E27FC236}">
                <a16:creationId xmlns:a16="http://schemas.microsoft.com/office/drawing/2014/main" id="{5E429A23-7B4A-A425-E681-FEDEBBE5A0A3}"/>
              </a:ext>
            </a:extLst>
          </p:cNvPr>
          <p:cNvSpPr>
            <a:spLocks noGrp="1"/>
          </p:cNvSpPr>
          <p:nvPr>
            <p:ph type="title"/>
          </p:nvPr>
        </p:nvSpPr>
        <p:spPr>
          <a:xfrm>
            <a:off x="335360" y="608055"/>
            <a:ext cx="11521678" cy="873124"/>
          </a:xfrm>
        </p:spPr>
        <p:txBody>
          <a:bodyPr vert="horz"/>
          <a:lstStyle/>
          <a:p>
            <a:r>
              <a:rPr lang="es-ES" sz="2000" dirty="0">
                <a:latin typeface="+mj-lt"/>
              </a:rPr>
              <a:t>El objetivo de esta propuesta es presentar el </a:t>
            </a:r>
            <a:r>
              <a:rPr lang="es-ES" sz="2000" dirty="0">
                <a:solidFill>
                  <a:schemeClr val="accent1"/>
                </a:solidFill>
                <a:latin typeface="+mj-lt"/>
                <a:sym typeface="Calibri"/>
              </a:rPr>
              <a:t>Servicio de </a:t>
            </a:r>
            <a:r>
              <a:rPr lang="es-ES" sz="2000" dirty="0" err="1">
                <a:solidFill>
                  <a:schemeClr val="accent1"/>
                </a:solidFill>
                <a:latin typeface="+mj-lt"/>
                <a:sym typeface="Calibri"/>
              </a:rPr>
              <a:t>Program</a:t>
            </a:r>
            <a:r>
              <a:rPr lang="es-ES" sz="2000" dirty="0">
                <a:solidFill>
                  <a:schemeClr val="accent1"/>
                </a:solidFill>
                <a:latin typeface="+mj-lt"/>
                <a:sym typeface="Calibri"/>
              </a:rPr>
              <a:t> Management Office (PMO)</a:t>
            </a:r>
            <a:r>
              <a:rPr lang="es-ES" sz="2000" dirty="0">
                <a:solidFill>
                  <a:srgbClr val="1A3B47"/>
                </a:solidFill>
                <a:latin typeface="+mj-lt"/>
                <a:sym typeface="Calibri"/>
              </a:rPr>
              <a:t> </a:t>
            </a:r>
            <a:r>
              <a:rPr lang="es-ES" sz="2000" dirty="0">
                <a:latin typeface="+mj-lt"/>
              </a:rPr>
              <a:t>a Ferreyros en el proyecto de evolución a PMO Avanzada</a:t>
            </a:r>
            <a:endParaRPr lang="es-ES" sz="2000" dirty="0">
              <a:latin typeface="+mj-lt"/>
              <a:sym typeface="ForFuture Sans" panose="020B0504020203020204" pitchFamily="34" charset="0"/>
            </a:endParaRPr>
          </a:p>
        </p:txBody>
      </p:sp>
      <p:sp>
        <p:nvSpPr>
          <p:cNvPr id="7" name="Marcador de texto 6">
            <a:extLst>
              <a:ext uri="{FF2B5EF4-FFF2-40B4-BE49-F238E27FC236}">
                <a16:creationId xmlns:a16="http://schemas.microsoft.com/office/drawing/2014/main" id="{B67C1360-FB91-17AB-7E06-62FB0EAAC52B}"/>
              </a:ext>
            </a:extLst>
          </p:cNvPr>
          <p:cNvSpPr>
            <a:spLocks noGrp="1"/>
          </p:cNvSpPr>
          <p:nvPr>
            <p:ph type="body" sz="quarter" idx="16"/>
          </p:nvPr>
        </p:nvSpPr>
        <p:spPr>
          <a:xfrm>
            <a:off x="335360" y="323548"/>
            <a:ext cx="11521678" cy="160813"/>
          </a:xfrm>
        </p:spPr>
        <p:txBody>
          <a:bodyPr/>
          <a:lstStyle/>
          <a:p>
            <a:r>
              <a:rPr lang="es-ES"/>
              <a:t>01. </a:t>
            </a:r>
            <a:r>
              <a:rPr lang="es-ES">
                <a:latin typeface="ForFuture Sans" panose="020B0504020203020204" pitchFamily="34" charset="0"/>
                <a:sym typeface="ForFuture Sans" panose="020B0504020203020204" pitchFamily="34" charset="0"/>
              </a:rPr>
              <a:t>Contexto y objetivo</a:t>
            </a:r>
          </a:p>
        </p:txBody>
      </p:sp>
      <p:sp>
        <p:nvSpPr>
          <p:cNvPr id="3" name="Marcador de pie de página 2">
            <a:extLst>
              <a:ext uri="{FF2B5EF4-FFF2-40B4-BE49-F238E27FC236}">
                <a16:creationId xmlns:a16="http://schemas.microsoft.com/office/drawing/2014/main" id="{A83732AA-AD8D-90AE-91EC-88A30041243B}"/>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
        <p:nvSpPr>
          <p:cNvPr id="2" name="object 5">
            <a:extLst>
              <a:ext uri="{FF2B5EF4-FFF2-40B4-BE49-F238E27FC236}">
                <a16:creationId xmlns:a16="http://schemas.microsoft.com/office/drawing/2014/main" id="{35CB8500-A715-846F-1507-1B5E4627FD31}"/>
              </a:ext>
            </a:extLst>
          </p:cNvPr>
          <p:cNvSpPr/>
          <p:nvPr/>
        </p:nvSpPr>
        <p:spPr>
          <a:xfrm>
            <a:off x="5783854" y="2788295"/>
            <a:ext cx="6408144" cy="3103880"/>
          </a:xfrm>
          <a:custGeom>
            <a:avLst/>
            <a:gdLst/>
            <a:ahLst/>
            <a:cxnLst/>
            <a:rect l="l" t="t" r="r" b="b"/>
            <a:pathLst>
              <a:path w="4939665" h="3103879">
                <a:moveTo>
                  <a:pt x="0" y="0"/>
                </a:moveTo>
                <a:lnTo>
                  <a:pt x="0" y="1703324"/>
                </a:lnTo>
                <a:lnTo>
                  <a:pt x="4939283" y="3103664"/>
                </a:lnTo>
                <a:lnTo>
                  <a:pt x="4939283" y="1400340"/>
                </a:lnTo>
                <a:lnTo>
                  <a:pt x="0" y="0"/>
                </a:lnTo>
                <a:close/>
              </a:path>
            </a:pathLst>
          </a:custGeom>
          <a:solidFill>
            <a:srgbClr val="F9C1D8"/>
          </a:solidFill>
        </p:spPr>
        <p:txBody>
          <a:bodyPr wrap="square" lIns="0" tIns="0" rIns="0" bIns="0" rtlCol="0"/>
          <a:lstStyle/>
          <a:p>
            <a:pPr>
              <a:defRPr/>
            </a:pPr>
            <a:endParaRPr sz="2400">
              <a:solidFill>
                <a:prstClr val="black"/>
              </a:solidFill>
              <a:latin typeface="Calibri"/>
            </a:endParaRPr>
          </a:p>
        </p:txBody>
      </p:sp>
      <p:sp>
        <p:nvSpPr>
          <p:cNvPr id="4" name="object 6">
            <a:extLst>
              <a:ext uri="{FF2B5EF4-FFF2-40B4-BE49-F238E27FC236}">
                <a16:creationId xmlns:a16="http://schemas.microsoft.com/office/drawing/2014/main" id="{2042310F-44EA-36AC-BE31-5212368DBE9F}"/>
              </a:ext>
            </a:extLst>
          </p:cNvPr>
          <p:cNvSpPr/>
          <p:nvPr/>
        </p:nvSpPr>
        <p:spPr>
          <a:xfrm>
            <a:off x="2" y="1502119"/>
            <a:ext cx="4956175" cy="3108325"/>
          </a:xfrm>
          <a:custGeom>
            <a:avLst/>
            <a:gdLst/>
            <a:ahLst/>
            <a:cxnLst/>
            <a:rect l="l" t="t" r="r" b="b"/>
            <a:pathLst>
              <a:path w="4956175" h="3108325">
                <a:moveTo>
                  <a:pt x="0" y="0"/>
                </a:moveTo>
                <a:lnTo>
                  <a:pt x="0" y="1703324"/>
                </a:lnTo>
                <a:lnTo>
                  <a:pt x="4956048" y="3107990"/>
                </a:lnTo>
                <a:lnTo>
                  <a:pt x="4956048" y="1404666"/>
                </a:lnTo>
                <a:lnTo>
                  <a:pt x="0" y="0"/>
                </a:lnTo>
                <a:close/>
              </a:path>
            </a:pathLst>
          </a:custGeom>
          <a:solidFill>
            <a:srgbClr val="FCD7E9"/>
          </a:solidFill>
        </p:spPr>
        <p:txBody>
          <a:bodyPr wrap="square" lIns="0" tIns="0" rIns="0" bIns="0" rtlCol="0"/>
          <a:lstStyle/>
          <a:p>
            <a:pPr>
              <a:defRPr/>
            </a:pPr>
            <a:endParaRPr sz="2400">
              <a:solidFill>
                <a:srgbClr val="002060"/>
              </a:solidFill>
              <a:latin typeface="Calibri"/>
            </a:endParaRPr>
          </a:p>
        </p:txBody>
      </p:sp>
      <p:sp>
        <p:nvSpPr>
          <p:cNvPr id="5" name="object 7">
            <a:extLst>
              <a:ext uri="{FF2B5EF4-FFF2-40B4-BE49-F238E27FC236}">
                <a16:creationId xmlns:a16="http://schemas.microsoft.com/office/drawing/2014/main" id="{2E6FBE43-C7F0-1349-3D4A-D578B3E97AF3}"/>
              </a:ext>
            </a:extLst>
          </p:cNvPr>
          <p:cNvSpPr/>
          <p:nvPr/>
        </p:nvSpPr>
        <p:spPr>
          <a:xfrm>
            <a:off x="3935938" y="1420807"/>
            <a:ext cx="2303693" cy="4451985"/>
          </a:xfrm>
          <a:custGeom>
            <a:avLst/>
            <a:gdLst/>
            <a:ahLst/>
            <a:cxnLst/>
            <a:rect l="l" t="t" r="r" b="b"/>
            <a:pathLst>
              <a:path w="2750820" h="4451985">
                <a:moveTo>
                  <a:pt x="0" y="0"/>
                </a:moveTo>
                <a:lnTo>
                  <a:pt x="0" y="4451604"/>
                </a:lnTo>
                <a:lnTo>
                  <a:pt x="2750820" y="3682746"/>
                </a:lnTo>
                <a:lnTo>
                  <a:pt x="2750820" y="768857"/>
                </a:lnTo>
                <a:lnTo>
                  <a:pt x="0" y="0"/>
                </a:lnTo>
                <a:close/>
              </a:path>
            </a:pathLst>
          </a:custGeom>
          <a:solidFill>
            <a:srgbClr val="4F062A"/>
          </a:solidFill>
        </p:spPr>
        <p:txBody>
          <a:bodyPr wrap="square" lIns="0" tIns="0" rIns="0" bIns="0" rtlCol="0"/>
          <a:lstStyle/>
          <a:p>
            <a:pPr>
              <a:defRPr/>
            </a:pPr>
            <a:endParaRPr sz="2400">
              <a:solidFill>
                <a:prstClr val="black"/>
              </a:solidFill>
              <a:latin typeface="Calibri"/>
            </a:endParaRPr>
          </a:p>
        </p:txBody>
      </p:sp>
      <p:sp>
        <p:nvSpPr>
          <p:cNvPr id="10" name="object 8">
            <a:extLst>
              <a:ext uri="{FF2B5EF4-FFF2-40B4-BE49-F238E27FC236}">
                <a16:creationId xmlns:a16="http://schemas.microsoft.com/office/drawing/2014/main" id="{EB4E73AB-C35D-E7ED-BAC7-1CB3F74BA01B}"/>
              </a:ext>
            </a:extLst>
          </p:cNvPr>
          <p:cNvSpPr txBox="1"/>
          <p:nvPr/>
        </p:nvSpPr>
        <p:spPr>
          <a:xfrm>
            <a:off x="7090228" y="1759761"/>
            <a:ext cx="4431212" cy="382156"/>
          </a:xfrm>
          <a:prstGeom prst="rect">
            <a:avLst/>
          </a:prstGeom>
        </p:spPr>
        <p:txBody>
          <a:bodyPr vert="horz" wrap="square" lIns="0" tIns="12700" rIns="0" bIns="0" rtlCol="0">
            <a:spAutoFit/>
          </a:bodyPr>
          <a:lstStyle/>
          <a:p>
            <a:pPr marL="12700">
              <a:spcBef>
                <a:spcPts val="100"/>
              </a:spcBef>
              <a:defRPr/>
            </a:pPr>
            <a:r>
              <a:rPr lang="es-ES" sz="2400" spc="-5">
                <a:solidFill>
                  <a:schemeClr val="tx2"/>
                </a:solidFill>
                <a:latin typeface="+mj-lt"/>
                <a:cs typeface="Playfair Display"/>
              </a:rPr>
              <a:t>Objetivos y alcance de la PMO</a:t>
            </a:r>
            <a:endParaRPr lang="es-ES" sz="2400">
              <a:solidFill>
                <a:schemeClr val="tx2"/>
              </a:solidFill>
              <a:latin typeface="+mj-lt"/>
              <a:cs typeface="Playfair Display"/>
            </a:endParaRPr>
          </a:p>
        </p:txBody>
      </p:sp>
      <p:sp>
        <p:nvSpPr>
          <p:cNvPr id="11" name="object 9">
            <a:extLst>
              <a:ext uri="{FF2B5EF4-FFF2-40B4-BE49-F238E27FC236}">
                <a16:creationId xmlns:a16="http://schemas.microsoft.com/office/drawing/2014/main" id="{9B143716-F583-F610-AC3F-BC670FF018CC}"/>
              </a:ext>
            </a:extLst>
          </p:cNvPr>
          <p:cNvSpPr txBox="1"/>
          <p:nvPr/>
        </p:nvSpPr>
        <p:spPr>
          <a:xfrm>
            <a:off x="4009159" y="3086389"/>
            <a:ext cx="2163039" cy="1120820"/>
          </a:xfrm>
          <a:prstGeom prst="rect">
            <a:avLst/>
          </a:prstGeom>
        </p:spPr>
        <p:txBody>
          <a:bodyPr vert="horz" wrap="square" lIns="0" tIns="12700" rIns="0" bIns="0" rtlCol="0" anchor="ctr">
            <a:spAutoFit/>
          </a:bodyPr>
          <a:lstStyle/>
          <a:p>
            <a:pPr marL="12700" algn="ctr">
              <a:spcBef>
                <a:spcPts val="100"/>
              </a:spcBef>
              <a:defRPr/>
            </a:pPr>
            <a:r>
              <a:rPr lang="es-ES" sz="2400" err="1">
                <a:solidFill>
                  <a:srgbClr val="FFFFFF"/>
                </a:solidFill>
                <a:latin typeface="+mj-lt"/>
                <a:cs typeface="Playfair Display"/>
              </a:rPr>
              <a:t>Program</a:t>
            </a:r>
            <a:r>
              <a:rPr lang="es-ES" sz="2400">
                <a:solidFill>
                  <a:srgbClr val="FFFFFF"/>
                </a:solidFill>
                <a:latin typeface="+mj-lt"/>
                <a:cs typeface="Playfair Display"/>
              </a:rPr>
              <a:t> Management Office (PMO)</a:t>
            </a:r>
            <a:endParaRPr lang="es-ES" sz="2400">
              <a:solidFill>
                <a:prstClr val="black"/>
              </a:solidFill>
              <a:latin typeface="+mj-lt"/>
              <a:cs typeface="Playfair Display"/>
            </a:endParaRPr>
          </a:p>
        </p:txBody>
      </p:sp>
      <p:sp>
        <p:nvSpPr>
          <p:cNvPr id="12" name="object 10">
            <a:extLst>
              <a:ext uri="{FF2B5EF4-FFF2-40B4-BE49-F238E27FC236}">
                <a16:creationId xmlns:a16="http://schemas.microsoft.com/office/drawing/2014/main" id="{0097C2E9-3673-A449-4C2B-413BB5E57A5F}"/>
              </a:ext>
            </a:extLst>
          </p:cNvPr>
          <p:cNvSpPr txBox="1"/>
          <p:nvPr/>
        </p:nvSpPr>
        <p:spPr>
          <a:xfrm>
            <a:off x="1175132" y="1759761"/>
            <a:ext cx="1659889" cy="382156"/>
          </a:xfrm>
          <a:prstGeom prst="rect">
            <a:avLst/>
          </a:prstGeom>
        </p:spPr>
        <p:txBody>
          <a:bodyPr vert="horz" wrap="square" lIns="0" tIns="12700" rIns="0" bIns="0" rtlCol="0">
            <a:spAutoFit/>
          </a:bodyPr>
          <a:lstStyle/>
          <a:p>
            <a:pPr marL="12700">
              <a:spcBef>
                <a:spcPts val="100"/>
              </a:spcBef>
              <a:defRPr/>
            </a:pPr>
            <a:r>
              <a:rPr lang="es-ES" sz="2400" spc="-5">
                <a:solidFill>
                  <a:schemeClr val="tx2"/>
                </a:solidFill>
                <a:latin typeface="+mj-lt"/>
                <a:cs typeface="Playfair Display"/>
              </a:rPr>
              <a:t>Desafíos</a:t>
            </a:r>
            <a:endParaRPr lang="es-ES" sz="2400">
              <a:solidFill>
                <a:schemeClr val="tx2"/>
              </a:solidFill>
              <a:latin typeface="+mj-lt"/>
              <a:cs typeface="Playfair Display"/>
            </a:endParaRPr>
          </a:p>
        </p:txBody>
      </p:sp>
      <p:sp>
        <p:nvSpPr>
          <p:cNvPr id="14" name="object 13">
            <a:extLst>
              <a:ext uri="{FF2B5EF4-FFF2-40B4-BE49-F238E27FC236}">
                <a16:creationId xmlns:a16="http://schemas.microsoft.com/office/drawing/2014/main" id="{7E6D4990-3076-0208-B0B9-D0319A8A4CDE}"/>
              </a:ext>
            </a:extLst>
          </p:cNvPr>
          <p:cNvSpPr/>
          <p:nvPr/>
        </p:nvSpPr>
        <p:spPr>
          <a:xfrm>
            <a:off x="550999" y="2320676"/>
            <a:ext cx="0" cy="2716531"/>
          </a:xfrm>
          <a:custGeom>
            <a:avLst/>
            <a:gdLst/>
            <a:ahLst/>
            <a:cxnLst/>
            <a:rect l="l" t="t" r="r" b="b"/>
            <a:pathLst>
              <a:path h="2716529">
                <a:moveTo>
                  <a:pt x="0" y="0"/>
                </a:moveTo>
                <a:lnTo>
                  <a:pt x="0" y="2716212"/>
                </a:lnTo>
              </a:path>
            </a:pathLst>
          </a:custGeom>
          <a:ln w="12192">
            <a:solidFill>
              <a:srgbClr val="1A3A46"/>
            </a:solidFill>
          </a:ln>
        </p:spPr>
        <p:txBody>
          <a:bodyPr wrap="square" lIns="0" tIns="0" rIns="0" bIns="0" rtlCol="0"/>
          <a:lstStyle/>
          <a:p>
            <a:pPr>
              <a:defRPr/>
            </a:pPr>
            <a:endParaRPr sz="2400">
              <a:solidFill>
                <a:prstClr val="black"/>
              </a:solidFill>
              <a:latin typeface="Calibri"/>
            </a:endParaRPr>
          </a:p>
        </p:txBody>
      </p:sp>
      <p:sp>
        <p:nvSpPr>
          <p:cNvPr id="15" name="object 14">
            <a:extLst>
              <a:ext uri="{FF2B5EF4-FFF2-40B4-BE49-F238E27FC236}">
                <a16:creationId xmlns:a16="http://schemas.microsoft.com/office/drawing/2014/main" id="{8CE5D180-699F-E278-D15A-802394DD2548}"/>
              </a:ext>
            </a:extLst>
          </p:cNvPr>
          <p:cNvSpPr/>
          <p:nvPr/>
        </p:nvSpPr>
        <p:spPr>
          <a:xfrm flipH="1">
            <a:off x="6399072" y="2392834"/>
            <a:ext cx="0" cy="2916000"/>
          </a:xfrm>
          <a:custGeom>
            <a:avLst/>
            <a:gdLst/>
            <a:ahLst/>
            <a:cxnLst/>
            <a:rect l="l" t="t" r="r" b="b"/>
            <a:pathLst>
              <a:path h="1703704">
                <a:moveTo>
                  <a:pt x="0" y="1703451"/>
                </a:moveTo>
                <a:lnTo>
                  <a:pt x="0" y="0"/>
                </a:lnTo>
              </a:path>
            </a:pathLst>
          </a:custGeom>
          <a:ln w="12192">
            <a:solidFill>
              <a:srgbClr val="1A3A46"/>
            </a:solidFill>
          </a:ln>
        </p:spPr>
        <p:txBody>
          <a:bodyPr wrap="square" lIns="0" tIns="0" rIns="0" bIns="0" rtlCol="0"/>
          <a:lstStyle/>
          <a:p>
            <a:pPr>
              <a:defRPr/>
            </a:pPr>
            <a:endParaRPr sz="2400">
              <a:solidFill>
                <a:prstClr val="black"/>
              </a:solidFill>
              <a:latin typeface="Calibri"/>
            </a:endParaRPr>
          </a:p>
        </p:txBody>
      </p:sp>
      <p:sp>
        <p:nvSpPr>
          <p:cNvPr id="16" name="object 30">
            <a:extLst>
              <a:ext uri="{FF2B5EF4-FFF2-40B4-BE49-F238E27FC236}">
                <a16:creationId xmlns:a16="http://schemas.microsoft.com/office/drawing/2014/main" id="{F259C0E2-4553-8FB5-FEC9-0830F5664573}"/>
              </a:ext>
            </a:extLst>
          </p:cNvPr>
          <p:cNvSpPr/>
          <p:nvPr/>
        </p:nvSpPr>
        <p:spPr>
          <a:xfrm>
            <a:off x="6507034" y="1781802"/>
            <a:ext cx="244475" cy="245745"/>
          </a:xfrm>
          <a:custGeom>
            <a:avLst/>
            <a:gdLst/>
            <a:ahLst/>
            <a:cxnLst/>
            <a:rect l="l" t="t" r="r" b="b"/>
            <a:pathLst>
              <a:path w="244475" h="245745">
                <a:moveTo>
                  <a:pt x="244351" y="123928"/>
                </a:moveTo>
                <a:lnTo>
                  <a:pt x="234598" y="170592"/>
                </a:lnTo>
                <a:lnTo>
                  <a:pt x="208061" y="209282"/>
                </a:lnTo>
                <a:lnTo>
                  <a:pt x="168823" y="235671"/>
                </a:lnTo>
                <a:lnTo>
                  <a:pt x="120967" y="245429"/>
                </a:lnTo>
                <a:lnTo>
                  <a:pt x="73485" y="235671"/>
                </a:lnTo>
                <a:lnTo>
                  <a:pt x="35078" y="209282"/>
                </a:lnTo>
                <a:lnTo>
                  <a:pt x="9374" y="170592"/>
                </a:lnTo>
                <a:lnTo>
                  <a:pt x="0" y="123928"/>
                </a:lnTo>
                <a:lnTo>
                  <a:pt x="9374" y="75861"/>
                </a:lnTo>
                <a:lnTo>
                  <a:pt x="35078" y="36450"/>
                </a:lnTo>
                <a:lnTo>
                  <a:pt x="73485" y="9796"/>
                </a:lnTo>
                <a:lnTo>
                  <a:pt x="120967" y="0"/>
                </a:lnTo>
                <a:lnTo>
                  <a:pt x="168823" y="9796"/>
                </a:lnTo>
                <a:lnTo>
                  <a:pt x="208061" y="36450"/>
                </a:lnTo>
                <a:lnTo>
                  <a:pt x="234598" y="75861"/>
                </a:lnTo>
                <a:lnTo>
                  <a:pt x="244351" y="123928"/>
                </a:lnTo>
                <a:close/>
              </a:path>
            </a:pathLst>
          </a:custGeom>
          <a:ln w="19397">
            <a:solidFill>
              <a:schemeClr val="tx1"/>
            </a:solidFill>
          </a:ln>
        </p:spPr>
        <p:txBody>
          <a:bodyPr wrap="square" lIns="0" tIns="0" rIns="0" bIns="0" rtlCol="0"/>
          <a:lstStyle/>
          <a:p>
            <a:pPr>
              <a:defRPr/>
            </a:pPr>
            <a:endParaRPr sz="2400">
              <a:solidFill>
                <a:prstClr val="black"/>
              </a:solidFill>
              <a:latin typeface="Calibri"/>
            </a:endParaRPr>
          </a:p>
        </p:txBody>
      </p:sp>
      <p:sp>
        <p:nvSpPr>
          <p:cNvPr id="17" name="object 31">
            <a:extLst>
              <a:ext uri="{FF2B5EF4-FFF2-40B4-BE49-F238E27FC236}">
                <a16:creationId xmlns:a16="http://schemas.microsoft.com/office/drawing/2014/main" id="{D328BAAC-3F3E-3866-C62A-2DF38985FDCF}"/>
              </a:ext>
            </a:extLst>
          </p:cNvPr>
          <p:cNvSpPr/>
          <p:nvPr/>
        </p:nvSpPr>
        <p:spPr>
          <a:xfrm>
            <a:off x="6383647" y="1660300"/>
            <a:ext cx="491491" cy="488951"/>
          </a:xfrm>
          <a:custGeom>
            <a:avLst/>
            <a:gdLst/>
            <a:ahLst/>
            <a:cxnLst/>
            <a:rect l="l" t="t" r="r" b="b"/>
            <a:pathLst>
              <a:path w="491490" h="488950">
                <a:moveTo>
                  <a:pt x="486279" y="294029"/>
                </a:moveTo>
                <a:lnTo>
                  <a:pt x="488058" y="284498"/>
                </a:lnTo>
                <a:lnTo>
                  <a:pt x="489609" y="274285"/>
                </a:lnTo>
                <a:lnTo>
                  <a:pt x="490705" y="263617"/>
                </a:lnTo>
                <a:lnTo>
                  <a:pt x="491121" y="252720"/>
                </a:lnTo>
                <a:lnTo>
                  <a:pt x="464544" y="238671"/>
                </a:lnTo>
                <a:lnTo>
                  <a:pt x="450897" y="231457"/>
                </a:lnTo>
                <a:lnTo>
                  <a:pt x="445869" y="228799"/>
                </a:lnTo>
                <a:lnTo>
                  <a:pt x="445151" y="228420"/>
                </a:lnTo>
                <a:lnTo>
                  <a:pt x="444282" y="212434"/>
                </a:lnTo>
                <a:lnTo>
                  <a:pt x="441826" y="197132"/>
                </a:lnTo>
                <a:lnTo>
                  <a:pt x="438010" y="182285"/>
                </a:lnTo>
                <a:lnTo>
                  <a:pt x="433058" y="167665"/>
                </a:lnTo>
                <a:lnTo>
                  <a:pt x="451241" y="146595"/>
                </a:lnTo>
                <a:lnTo>
                  <a:pt x="460579" y="135775"/>
                </a:lnTo>
                <a:lnTo>
                  <a:pt x="464019" y="131788"/>
                </a:lnTo>
                <a:lnTo>
                  <a:pt x="464510" y="131219"/>
                </a:lnTo>
                <a:lnTo>
                  <a:pt x="460048" y="120321"/>
                </a:lnTo>
                <a:lnTo>
                  <a:pt x="454226" y="109651"/>
                </a:lnTo>
                <a:lnTo>
                  <a:pt x="447498" y="99437"/>
                </a:lnTo>
                <a:lnTo>
                  <a:pt x="440317" y="89909"/>
                </a:lnTo>
                <a:lnTo>
                  <a:pt x="412343" y="96931"/>
                </a:lnTo>
                <a:lnTo>
                  <a:pt x="397978" y="100537"/>
                </a:lnTo>
                <a:lnTo>
                  <a:pt x="392686" y="101866"/>
                </a:lnTo>
                <a:lnTo>
                  <a:pt x="391930" y="102055"/>
                </a:lnTo>
                <a:lnTo>
                  <a:pt x="381004" y="91579"/>
                </a:lnTo>
                <a:lnTo>
                  <a:pt x="369851" y="82012"/>
                </a:lnTo>
                <a:lnTo>
                  <a:pt x="358245" y="73354"/>
                </a:lnTo>
                <a:lnTo>
                  <a:pt x="345960" y="65609"/>
                </a:lnTo>
                <a:lnTo>
                  <a:pt x="347357" y="37512"/>
                </a:lnTo>
                <a:lnTo>
                  <a:pt x="348074" y="23084"/>
                </a:lnTo>
                <a:lnTo>
                  <a:pt x="348339" y="17768"/>
                </a:lnTo>
                <a:lnTo>
                  <a:pt x="348376" y="17009"/>
                </a:lnTo>
                <a:lnTo>
                  <a:pt x="337455" y="11959"/>
                </a:lnTo>
                <a:lnTo>
                  <a:pt x="326305" y="7594"/>
                </a:lnTo>
                <a:lnTo>
                  <a:pt x="314700" y="3684"/>
                </a:lnTo>
                <a:lnTo>
                  <a:pt x="302415" y="0"/>
                </a:lnTo>
                <a:lnTo>
                  <a:pt x="284231" y="23882"/>
                </a:lnTo>
                <a:lnTo>
                  <a:pt x="274894" y="36145"/>
                </a:lnTo>
                <a:lnTo>
                  <a:pt x="271454" y="40664"/>
                </a:lnTo>
                <a:lnTo>
                  <a:pt x="270962" y="41309"/>
                </a:lnTo>
                <a:lnTo>
                  <a:pt x="265103" y="39906"/>
                </a:lnTo>
                <a:lnTo>
                  <a:pt x="258563" y="39185"/>
                </a:lnTo>
                <a:lnTo>
                  <a:pt x="251571" y="38919"/>
                </a:lnTo>
                <a:lnTo>
                  <a:pt x="244352" y="38881"/>
                </a:lnTo>
                <a:lnTo>
                  <a:pt x="238492" y="38919"/>
                </a:lnTo>
                <a:lnTo>
                  <a:pt x="231952" y="39185"/>
                </a:lnTo>
                <a:lnTo>
                  <a:pt x="224957" y="39906"/>
                </a:lnTo>
                <a:lnTo>
                  <a:pt x="217733" y="41309"/>
                </a:lnTo>
                <a:lnTo>
                  <a:pt x="199555" y="17427"/>
                </a:lnTo>
                <a:lnTo>
                  <a:pt x="190220" y="5163"/>
                </a:lnTo>
                <a:lnTo>
                  <a:pt x="186780" y="645"/>
                </a:lnTo>
                <a:lnTo>
                  <a:pt x="186289" y="0"/>
                </a:lnTo>
                <a:lnTo>
                  <a:pt x="175023" y="3684"/>
                </a:lnTo>
                <a:lnTo>
                  <a:pt x="163304" y="7594"/>
                </a:lnTo>
                <a:lnTo>
                  <a:pt x="151585" y="11959"/>
                </a:lnTo>
                <a:lnTo>
                  <a:pt x="140319" y="17009"/>
                </a:lnTo>
                <a:lnTo>
                  <a:pt x="141716" y="45106"/>
                </a:lnTo>
                <a:lnTo>
                  <a:pt x="142434" y="59534"/>
                </a:lnTo>
                <a:lnTo>
                  <a:pt x="142698" y="64850"/>
                </a:lnTo>
                <a:lnTo>
                  <a:pt x="142736" y="65609"/>
                </a:lnTo>
                <a:lnTo>
                  <a:pt x="130488" y="73354"/>
                </a:lnTo>
                <a:lnTo>
                  <a:pt x="119148" y="82012"/>
                </a:lnTo>
                <a:lnTo>
                  <a:pt x="108715" y="91579"/>
                </a:lnTo>
                <a:lnTo>
                  <a:pt x="99191" y="102055"/>
                </a:lnTo>
                <a:lnTo>
                  <a:pt x="69819" y="95033"/>
                </a:lnTo>
                <a:lnTo>
                  <a:pt x="54736" y="91428"/>
                </a:lnTo>
                <a:lnTo>
                  <a:pt x="49180" y="90099"/>
                </a:lnTo>
                <a:lnTo>
                  <a:pt x="48386" y="89909"/>
                </a:lnTo>
                <a:lnTo>
                  <a:pt x="41543" y="99437"/>
                </a:lnTo>
                <a:lnTo>
                  <a:pt x="35381" y="109651"/>
                </a:lnTo>
                <a:lnTo>
                  <a:pt x="29672" y="120321"/>
                </a:lnTo>
                <a:lnTo>
                  <a:pt x="24191" y="131219"/>
                </a:lnTo>
                <a:lnTo>
                  <a:pt x="43773" y="152289"/>
                </a:lnTo>
                <a:lnTo>
                  <a:pt x="53828" y="163109"/>
                </a:lnTo>
                <a:lnTo>
                  <a:pt x="57533" y="167096"/>
                </a:lnTo>
                <a:lnTo>
                  <a:pt x="58062" y="167665"/>
                </a:lnTo>
                <a:lnTo>
                  <a:pt x="53073" y="182285"/>
                </a:lnTo>
                <a:lnTo>
                  <a:pt x="48990" y="197132"/>
                </a:lnTo>
                <a:lnTo>
                  <a:pt x="45815" y="212434"/>
                </a:lnTo>
                <a:lnTo>
                  <a:pt x="43547" y="228420"/>
                </a:lnTo>
                <a:lnTo>
                  <a:pt x="18371" y="242468"/>
                </a:lnTo>
                <a:lnTo>
                  <a:pt x="5443" y="249682"/>
                </a:lnTo>
                <a:lnTo>
                  <a:pt x="680" y="252340"/>
                </a:lnTo>
                <a:lnTo>
                  <a:pt x="0" y="252720"/>
                </a:lnTo>
                <a:lnTo>
                  <a:pt x="415" y="263617"/>
                </a:lnTo>
                <a:lnTo>
                  <a:pt x="1511" y="274285"/>
                </a:lnTo>
                <a:lnTo>
                  <a:pt x="3061" y="284498"/>
                </a:lnTo>
                <a:lnTo>
                  <a:pt x="4839" y="294029"/>
                </a:lnTo>
                <a:lnTo>
                  <a:pt x="32811" y="298244"/>
                </a:lnTo>
                <a:lnTo>
                  <a:pt x="47176" y="300409"/>
                </a:lnTo>
                <a:lnTo>
                  <a:pt x="52468" y="301206"/>
                </a:lnTo>
                <a:lnTo>
                  <a:pt x="53224" y="301320"/>
                </a:lnTo>
                <a:lnTo>
                  <a:pt x="59537" y="319089"/>
                </a:lnTo>
                <a:lnTo>
                  <a:pt x="67437" y="335946"/>
                </a:lnTo>
                <a:lnTo>
                  <a:pt x="76698" y="351892"/>
                </a:lnTo>
                <a:lnTo>
                  <a:pt x="87091" y="366930"/>
                </a:lnTo>
                <a:lnTo>
                  <a:pt x="75903" y="393619"/>
                </a:lnTo>
                <a:lnTo>
                  <a:pt x="70158" y="407324"/>
                </a:lnTo>
                <a:lnTo>
                  <a:pt x="68042" y="412373"/>
                </a:lnTo>
                <a:lnTo>
                  <a:pt x="67739" y="413094"/>
                </a:lnTo>
                <a:lnTo>
                  <a:pt x="74996" y="420006"/>
                </a:lnTo>
                <a:lnTo>
                  <a:pt x="82254" y="426462"/>
                </a:lnTo>
                <a:lnTo>
                  <a:pt x="89513" y="432917"/>
                </a:lnTo>
                <a:lnTo>
                  <a:pt x="96775" y="439827"/>
                </a:lnTo>
                <a:lnTo>
                  <a:pt x="120552" y="424372"/>
                </a:lnTo>
                <a:lnTo>
                  <a:pt x="132762" y="416436"/>
                </a:lnTo>
                <a:lnTo>
                  <a:pt x="137260" y="413512"/>
                </a:lnTo>
                <a:lnTo>
                  <a:pt x="137903" y="413094"/>
                </a:lnTo>
                <a:lnTo>
                  <a:pt x="155025" y="421715"/>
                </a:lnTo>
                <a:lnTo>
                  <a:pt x="173284" y="429195"/>
                </a:lnTo>
                <a:lnTo>
                  <a:pt x="191997" y="435309"/>
                </a:lnTo>
                <a:lnTo>
                  <a:pt x="210483" y="439827"/>
                </a:lnTo>
                <a:lnTo>
                  <a:pt x="220274" y="467924"/>
                </a:lnTo>
                <a:lnTo>
                  <a:pt x="225301" y="482352"/>
                </a:lnTo>
                <a:lnTo>
                  <a:pt x="227153" y="487667"/>
                </a:lnTo>
                <a:lnTo>
                  <a:pt x="227418" y="488427"/>
                </a:lnTo>
                <a:lnTo>
                  <a:pt x="232252" y="488427"/>
                </a:lnTo>
                <a:lnTo>
                  <a:pt x="239511" y="488427"/>
                </a:lnTo>
                <a:lnTo>
                  <a:pt x="244352" y="488427"/>
                </a:lnTo>
                <a:lnTo>
                  <a:pt x="251611" y="488427"/>
                </a:lnTo>
                <a:lnTo>
                  <a:pt x="256445" y="488427"/>
                </a:lnTo>
                <a:lnTo>
                  <a:pt x="263704" y="488427"/>
                </a:lnTo>
                <a:lnTo>
                  <a:pt x="272097" y="460330"/>
                </a:lnTo>
                <a:lnTo>
                  <a:pt x="276407" y="445902"/>
                </a:lnTo>
                <a:lnTo>
                  <a:pt x="277995" y="440586"/>
                </a:lnTo>
                <a:lnTo>
                  <a:pt x="278222" y="439827"/>
                </a:lnTo>
                <a:lnTo>
                  <a:pt x="297726" y="435309"/>
                </a:lnTo>
                <a:lnTo>
                  <a:pt x="316324" y="429195"/>
                </a:lnTo>
                <a:lnTo>
                  <a:pt x="334016" y="421715"/>
                </a:lnTo>
                <a:lnTo>
                  <a:pt x="350802" y="413094"/>
                </a:lnTo>
                <a:lnTo>
                  <a:pt x="375976" y="428549"/>
                </a:lnTo>
                <a:lnTo>
                  <a:pt x="388904" y="436485"/>
                </a:lnTo>
                <a:lnTo>
                  <a:pt x="393667" y="439409"/>
                </a:lnTo>
                <a:lnTo>
                  <a:pt x="394347" y="439827"/>
                </a:lnTo>
                <a:lnTo>
                  <a:pt x="401566" y="432917"/>
                </a:lnTo>
                <a:lnTo>
                  <a:pt x="408558" y="426462"/>
                </a:lnTo>
                <a:lnTo>
                  <a:pt x="415098" y="420006"/>
                </a:lnTo>
                <a:lnTo>
                  <a:pt x="406139" y="372700"/>
                </a:lnTo>
                <a:lnTo>
                  <a:pt x="404023" y="366930"/>
                </a:lnTo>
                <a:lnTo>
                  <a:pt x="414419" y="351892"/>
                </a:lnTo>
                <a:lnTo>
                  <a:pt x="423679" y="335946"/>
                </a:lnTo>
                <a:lnTo>
                  <a:pt x="431579" y="319089"/>
                </a:lnTo>
                <a:lnTo>
                  <a:pt x="437892" y="301320"/>
                </a:lnTo>
                <a:lnTo>
                  <a:pt x="486279" y="294029"/>
                </a:lnTo>
                <a:close/>
              </a:path>
            </a:pathLst>
          </a:custGeom>
          <a:noFill/>
          <a:ln w="19397">
            <a:solidFill>
              <a:schemeClr val="tx1"/>
            </a:solidFill>
          </a:ln>
        </p:spPr>
        <p:txBody>
          <a:bodyPr wrap="square" lIns="0" tIns="0" rIns="0" bIns="0" rtlCol="0"/>
          <a:lstStyle/>
          <a:p>
            <a:pPr>
              <a:defRPr/>
            </a:pPr>
            <a:endParaRPr sz="2400">
              <a:solidFill>
                <a:prstClr val="black"/>
              </a:solidFill>
              <a:latin typeface="Calibri"/>
            </a:endParaRPr>
          </a:p>
        </p:txBody>
      </p:sp>
      <p:sp>
        <p:nvSpPr>
          <p:cNvPr id="18" name="object 12">
            <a:extLst>
              <a:ext uri="{FF2B5EF4-FFF2-40B4-BE49-F238E27FC236}">
                <a16:creationId xmlns:a16="http://schemas.microsoft.com/office/drawing/2014/main" id="{2443788F-020D-9EB1-9016-5C10B97BAF08}"/>
              </a:ext>
            </a:extLst>
          </p:cNvPr>
          <p:cNvSpPr txBox="1"/>
          <p:nvPr/>
        </p:nvSpPr>
        <p:spPr>
          <a:xfrm>
            <a:off x="9322206" y="2195029"/>
            <a:ext cx="2869794" cy="4098558"/>
          </a:xfrm>
          <a:prstGeom prst="rect">
            <a:avLst/>
          </a:prstGeom>
        </p:spPr>
        <p:txBody>
          <a:bodyPr vert="horz" wrap="square" lIns="0" tIns="35560" rIns="0" bIns="0" rtlCol="0">
            <a:spAutoFit/>
          </a:bodyPr>
          <a:lstStyle/>
          <a:p>
            <a:pPr lvl="0"/>
            <a:r>
              <a:rPr lang="es-MX" sz="1200" dirty="0"/>
              <a:t>Desde </a:t>
            </a:r>
            <a:r>
              <a:rPr lang="es-MX" sz="1200" dirty="0" err="1"/>
              <a:t>Minsait</a:t>
            </a:r>
            <a:r>
              <a:rPr lang="es-MX" sz="1200" dirty="0"/>
              <a:t>, abordamos estos retos mediante:</a:t>
            </a:r>
          </a:p>
          <a:p>
            <a:pPr lvl="0"/>
            <a:endParaRPr lang="es-MX" sz="1200" dirty="0"/>
          </a:p>
          <a:p>
            <a:pPr marL="184146" indent="-184146">
              <a:buFont typeface="Arial" panose="020B0604020202020204" pitchFamily="34" charset="0"/>
              <a:buChar char="•"/>
            </a:pPr>
            <a:r>
              <a:rPr lang="es-ES" sz="1200" dirty="0"/>
              <a:t>Diseñar y documentar una </a:t>
            </a:r>
            <a:r>
              <a:rPr lang="es-ES" sz="1200" b="1" dirty="0"/>
              <a:t>metodología</a:t>
            </a:r>
            <a:r>
              <a:rPr lang="es-ES" sz="1200" dirty="0"/>
              <a:t> </a:t>
            </a:r>
            <a:r>
              <a:rPr lang="es-ES" sz="1200" b="1" dirty="0"/>
              <a:t>estándar</a:t>
            </a:r>
            <a:r>
              <a:rPr lang="es-ES" sz="1200" dirty="0"/>
              <a:t> de gestión de proyectos. Proveer </a:t>
            </a:r>
            <a:r>
              <a:rPr lang="es-ES" sz="1200" b="1" dirty="0"/>
              <a:t>guías</a:t>
            </a:r>
            <a:r>
              <a:rPr lang="es-ES" sz="1200" dirty="0"/>
              <a:t>, </a:t>
            </a:r>
            <a:r>
              <a:rPr lang="es-ES" sz="1200" b="1" dirty="0"/>
              <a:t>plantillas</a:t>
            </a:r>
            <a:r>
              <a:rPr lang="es-ES" sz="1200" dirty="0"/>
              <a:t> y </a:t>
            </a:r>
            <a:r>
              <a:rPr lang="es-ES" sz="1200" b="1" dirty="0"/>
              <a:t>herramientas</a:t>
            </a:r>
            <a:r>
              <a:rPr lang="es-ES" sz="1200" dirty="0"/>
              <a:t> de apoyo.</a:t>
            </a:r>
          </a:p>
          <a:p>
            <a:pPr marL="184146" indent="-184146">
              <a:buFont typeface="Arial" panose="020B0604020202020204" pitchFamily="34" charset="0"/>
              <a:buChar char="•"/>
            </a:pPr>
            <a:r>
              <a:rPr lang="es-ES" sz="1200" dirty="0"/>
              <a:t>Implementar </a:t>
            </a:r>
            <a:r>
              <a:rPr lang="es-ES" sz="1200" b="1" dirty="0"/>
              <a:t>paneles</a:t>
            </a:r>
            <a:r>
              <a:rPr lang="es-ES" sz="1200" dirty="0"/>
              <a:t> de </a:t>
            </a:r>
            <a:r>
              <a:rPr lang="es-ES" sz="1200" b="1" dirty="0"/>
              <a:t>control</a:t>
            </a:r>
            <a:r>
              <a:rPr lang="es-ES" sz="1200" dirty="0"/>
              <a:t> y </a:t>
            </a:r>
            <a:r>
              <a:rPr lang="es-ES" sz="1200" b="1" dirty="0"/>
              <a:t>reportes</a:t>
            </a:r>
            <a:r>
              <a:rPr lang="es-ES" sz="1200" dirty="0"/>
              <a:t> para monitorear indicadores clave de rendimiento (</a:t>
            </a:r>
            <a:r>
              <a:rPr lang="es-ES" sz="1200" dirty="0" err="1"/>
              <a:t>KPIs</a:t>
            </a:r>
            <a:r>
              <a:rPr lang="es-ES" sz="1200" dirty="0"/>
              <a:t>), como avance, costos y riesgos. </a:t>
            </a:r>
          </a:p>
          <a:p>
            <a:pPr marL="184146" indent="-184146">
              <a:buFont typeface="Arial" panose="020B0604020202020204" pitchFamily="34" charset="0"/>
              <a:buChar char="•"/>
            </a:pPr>
            <a:r>
              <a:rPr lang="es-ES" sz="1200" dirty="0"/>
              <a:t>Definir un </a:t>
            </a:r>
            <a:r>
              <a:rPr lang="es-ES" sz="1200" b="1" dirty="0"/>
              <a:t>marco</a:t>
            </a:r>
            <a:r>
              <a:rPr lang="es-ES" sz="1200" dirty="0"/>
              <a:t> de </a:t>
            </a:r>
            <a:r>
              <a:rPr lang="es-ES" sz="1200" b="1" dirty="0"/>
              <a:t>gobernanza</a:t>
            </a:r>
            <a:r>
              <a:rPr lang="es-ES" sz="1200" dirty="0"/>
              <a:t> claro.</a:t>
            </a:r>
            <a:endParaRPr lang="es-MX" sz="1200" dirty="0"/>
          </a:p>
          <a:p>
            <a:pPr marL="184146" indent="-184146">
              <a:buFont typeface="Arial" panose="020B0604020202020204" pitchFamily="34" charset="0"/>
              <a:buChar char="•"/>
            </a:pPr>
            <a:r>
              <a:rPr lang="es-ES" sz="1200" dirty="0"/>
              <a:t>Establecer un </a:t>
            </a:r>
            <a:r>
              <a:rPr lang="es-ES" sz="1200" b="1" dirty="0"/>
              <a:t>modelo integral de gobierno del proyecto</a:t>
            </a:r>
            <a:r>
              <a:rPr lang="es-ES" sz="1200" dirty="0"/>
              <a:t> y realizar </a:t>
            </a:r>
            <a:r>
              <a:rPr lang="es-ES" sz="1200" b="1" dirty="0"/>
              <a:t>reuniones</a:t>
            </a:r>
            <a:r>
              <a:rPr lang="es-ES" sz="1200" dirty="0"/>
              <a:t> de </a:t>
            </a:r>
            <a:r>
              <a:rPr lang="es-ES" sz="1200" b="1" dirty="0"/>
              <a:t>seguimiento</a:t>
            </a:r>
            <a:r>
              <a:rPr lang="es-ES" sz="1200" dirty="0"/>
              <a:t> regulares.</a:t>
            </a:r>
          </a:p>
          <a:p>
            <a:pPr marL="184146" indent="-184146">
              <a:buFont typeface="Arial" panose="020B0604020202020204" pitchFamily="34" charset="0"/>
              <a:buChar char="•"/>
            </a:pPr>
            <a:r>
              <a:rPr lang="es-ES" sz="1200" dirty="0"/>
              <a:t>Implementar un </a:t>
            </a:r>
            <a:r>
              <a:rPr lang="es-ES" sz="1200" b="1" dirty="0"/>
              <a:t>proceso</a:t>
            </a:r>
            <a:r>
              <a:rPr lang="es-ES" sz="1200" dirty="0"/>
              <a:t> de </a:t>
            </a:r>
            <a:r>
              <a:rPr lang="es-ES" sz="1200" b="1" dirty="0"/>
              <a:t>gestión</a:t>
            </a:r>
            <a:r>
              <a:rPr lang="es-ES" sz="1200" dirty="0"/>
              <a:t> de </a:t>
            </a:r>
            <a:r>
              <a:rPr lang="es-ES" sz="1200" b="1" dirty="0"/>
              <a:t>riesgos</a:t>
            </a:r>
            <a:r>
              <a:rPr lang="es-ES" sz="1200" dirty="0"/>
              <a:t> que incluya identificación, evaluación, planes de respuesta y monitoreo continuo. </a:t>
            </a:r>
          </a:p>
        </p:txBody>
      </p:sp>
      <p:pic>
        <p:nvPicPr>
          <p:cNvPr id="19" name="Imagen 18">
            <a:extLst>
              <a:ext uri="{FF2B5EF4-FFF2-40B4-BE49-F238E27FC236}">
                <a16:creationId xmlns:a16="http://schemas.microsoft.com/office/drawing/2014/main" id="{2FE7C326-B5E4-B088-934E-9DED260309F6}"/>
              </a:ext>
            </a:extLst>
          </p:cNvPr>
          <p:cNvPicPr>
            <a:picLocks noChangeAspect="1"/>
          </p:cNvPicPr>
          <p:nvPr/>
        </p:nvPicPr>
        <p:blipFill>
          <a:blip r:embed="rId6">
            <a:biLevel thresh="75000"/>
          </a:blip>
          <a:stretch>
            <a:fillRect/>
          </a:stretch>
        </p:blipFill>
        <p:spPr>
          <a:xfrm>
            <a:off x="492660" y="1658421"/>
            <a:ext cx="543860" cy="464145"/>
          </a:xfrm>
          <a:prstGeom prst="rect">
            <a:avLst/>
          </a:prstGeom>
          <a:ln>
            <a:noFill/>
          </a:ln>
        </p:spPr>
      </p:pic>
      <p:sp>
        <p:nvSpPr>
          <p:cNvPr id="20" name="object 12">
            <a:extLst>
              <a:ext uri="{FF2B5EF4-FFF2-40B4-BE49-F238E27FC236}">
                <a16:creationId xmlns:a16="http://schemas.microsoft.com/office/drawing/2014/main" id="{09700332-9505-4A81-AD24-16850E375D70}"/>
              </a:ext>
            </a:extLst>
          </p:cNvPr>
          <p:cNvSpPr txBox="1"/>
          <p:nvPr/>
        </p:nvSpPr>
        <p:spPr>
          <a:xfrm>
            <a:off x="6529884" y="2195029"/>
            <a:ext cx="2724889" cy="4098558"/>
          </a:xfrm>
          <a:prstGeom prst="rect">
            <a:avLst/>
          </a:prstGeom>
        </p:spPr>
        <p:txBody>
          <a:bodyPr vert="horz" wrap="square" lIns="0" tIns="35560" rIns="0" bIns="0" rtlCol="0">
            <a:spAutoFit/>
          </a:bodyPr>
          <a:lstStyle/>
          <a:p>
            <a:pPr lvl="0"/>
            <a:r>
              <a:rPr lang="es-MX" sz="1200" dirty="0"/>
              <a:t>Para promover una exitosa transición, </a:t>
            </a:r>
            <a:r>
              <a:rPr lang="es-MX" sz="1200" dirty="0" err="1"/>
              <a:t>Minsait</a:t>
            </a:r>
            <a:r>
              <a:rPr lang="es-MX" sz="1200" dirty="0"/>
              <a:t> ha definido los siguientes objetivos:</a:t>
            </a:r>
          </a:p>
          <a:p>
            <a:pPr lvl="0"/>
            <a:endParaRPr lang="es-MX" sz="1200" dirty="0"/>
          </a:p>
          <a:p>
            <a:pPr marL="184146" indent="-184146">
              <a:buFont typeface="Arial" panose="020B0604020202020204" pitchFamily="34" charset="0"/>
              <a:buChar char="•"/>
            </a:pPr>
            <a:r>
              <a:rPr lang="es-ES" sz="1200" b="1" dirty="0"/>
              <a:t>Establecer estándares y metodologías</a:t>
            </a:r>
            <a:r>
              <a:rPr lang="es-ES" sz="1200" dirty="0"/>
              <a:t>: Definir y promover el uso de estándares, marcos, y herramientas de gestión de proyectos para generar consistencia y calidad.</a:t>
            </a:r>
          </a:p>
          <a:p>
            <a:pPr marL="184146" indent="-184146">
              <a:buFont typeface="Arial" panose="020B0604020202020204" pitchFamily="34" charset="0"/>
              <a:buChar char="•"/>
            </a:pPr>
            <a:r>
              <a:rPr lang="es-ES" sz="1200" b="1" dirty="0"/>
              <a:t>Integrar los planes y controlar el proyecto</a:t>
            </a:r>
            <a:r>
              <a:rPr lang="es-ES" sz="1200" dirty="0"/>
              <a:t>: Supervisar el progreso, identificar riesgos y enfocarse en  la coordinación y el cumplimiento de plazos, presupuestos y alcance.</a:t>
            </a:r>
          </a:p>
          <a:p>
            <a:pPr marL="184146" indent="-184146">
              <a:buFont typeface="Arial" panose="020B0604020202020204" pitchFamily="34" charset="0"/>
              <a:buChar char="•"/>
            </a:pPr>
            <a:r>
              <a:rPr lang="es-ES" sz="1200" b="1" dirty="0"/>
              <a:t>Apoyar la comunicación y la toma de decisiones</a:t>
            </a:r>
            <a:r>
              <a:rPr lang="es-ES" sz="1200" dirty="0"/>
              <a:t>: Proveer información precisa y oportuna para la toma de decisiones mediante reportes y análisis consolidados.</a:t>
            </a:r>
          </a:p>
          <a:p>
            <a:endParaRPr lang="es-CL" sz="1200" dirty="0"/>
          </a:p>
        </p:txBody>
      </p:sp>
      <p:sp>
        <p:nvSpPr>
          <p:cNvPr id="21" name="object 11">
            <a:extLst>
              <a:ext uri="{FF2B5EF4-FFF2-40B4-BE49-F238E27FC236}">
                <a16:creationId xmlns:a16="http://schemas.microsoft.com/office/drawing/2014/main" id="{797DB751-ACCE-BCCA-53F7-7AE15C1FDE18}"/>
              </a:ext>
            </a:extLst>
          </p:cNvPr>
          <p:cNvSpPr txBox="1"/>
          <p:nvPr/>
        </p:nvSpPr>
        <p:spPr>
          <a:xfrm>
            <a:off x="550999" y="2195029"/>
            <a:ext cx="3240921" cy="3483005"/>
          </a:xfrm>
          <a:prstGeom prst="rect">
            <a:avLst/>
          </a:prstGeom>
        </p:spPr>
        <p:txBody>
          <a:bodyPr vert="horz" wrap="square" lIns="0" tIns="35560" rIns="0" bIns="0" rtlCol="0">
            <a:spAutoFit/>
          </a:bodyPr>
          <a:lstStyle/>
          <a:p>
            <a:pPr marL="182563" marR="0" lvl="0" indent="-182563" defTabSz="914034" rtl="0" eaLnBrk="1" fontAlgn="auto" latinLnBrk="0" hangingPunct="1">
              <a:lnSpc>
                <a:spcPct val="100000"/>
              </a:lnSpc>
              <a:spcBef>
                <a:spcPts val="600"/>
              </a:spcBef>
              <a:spcAft>
                <a:spcPts val="0"/>
              </a:spcAft>
              <a:buClrTx/>
              <a:buSzTx/>
              <a:buFont typeface="Wingdings" panose="05000000000000000000" pitchFamily="2" charset="2"/>
              <a:buChar char="§"/>
              <a:tabLst/>
              <a:defRPr b="0" i="0"/>
            </a:pPr>
            <a:r>
              <a:rPr kumimoji="0" lang="es-ES" sz="1200" b="1" i="0" u="none" strike="noStrike" kern="1200" cap="none" spc="0" normalizeH="0" baseline="0" noProof="0" dirty="0">
                <a:ln>
                  <a:noFill/>
                </a:ln>
                <a:solidFill>
                  <a:schemeClr val="tx2"/>
                </a:solidFill>
                <a:effectLst/>
                <a:uLnTx/>
                <a:uFillTx/>
                <a:latin typeface="ForFuture Sans (Cuerpo)"/>
              </a:rPr>
              <a:t>Coordinación de múltiples equipos </a:t>
            </a:r>
            <a:r>
              <a:rPr kumimoji="0" lang="es-ES" sz="1200" b="0" i="0" u="none" strike="noStrike" kern="1200" cap="none" spc="0" normalizeH="0" baseline="0" noProof="0" dirty="0">
                <a:ln>
                  <a:noFill/>
                </a:ln>
                <a:solidFill>
                  <a:schemeClr val="tx2"/>
                </a:solidFill>
                <a:effectLst/>
                <a:uLnTx/>
                <a:uFillTx/>
                <a:latin typeface="ForFuture Sans (Cuerpo)"/>
              </a:rPr>
              <a:t>y dependencias, enfocados a una planificación estructurada y un monitoreo efectivo del progreso.</a:t>
            </a:r>
          </a:p>
          <a:p>
            <a:pPr marL="182563" marR="0" lvl="0" indent="-182563" defTabSz="914034" rtl="0" eaLnBrk="1" fontAlgn="auto" latinLnBrk="0" hangingPunct="1">
              <a:lnSpc>
                <a:spcPct val="100000"/>
              </a:lnSpc>
              <a:spcBef>
                <a:spcPts val="600"/>
              </a:spcBef>
              <a:spcAft>
                <a:spcPts val="0"/>
              </a:spcAft>
              <a:buClrTx/>
              <a:buSzTx/>
              <a:buFont typeface="Wingdings" panose="05000000000000000000" pitchFamily="2" charset="2"/>
              <a:buChar char="§"/>
              <a:tabLst/>
              <a:defRPr b="0" i="0"/>
            </a:pPr>
            <a:r>
              <a:rPr lang="es-ES" sz="1200" dirty="0">
                <a:solidFill>
                  <a:schemeClr val="tx2"/>
                </a:solidFill>
                <a:latin typeface="ForFuture Sans (Cuerpo)"/>
              </a:rPr>
              <a:t>Procurar</a:t>
            </a:r>
            <a:r>
              <a:rPr kumimoji="0" lang="es-ES" sz="1200" b="0" i="0" u="none" strike="noStrike" kern="1200" cap="none" spc="0" normalizeH="0" baseline="0" noProof="0" dirty="0">
                <a:ln>
                  <a:noFill/>
                </a:ln>
                <a:solidFill>
                  <a:schemeClr val="tx2"/>
                </a:solidFill>
                <a:effectLst/>
                <a:uLnTx/>
                <a:uFillTx/>
                <a:latin typeface="ForFuture Sans (Cuerpo)"/>
              </a:rPr>
              <a:t> que la </a:t>
            </a:r>
            <a:r>
              <a:rPr lang="es-ES" sz="1200" b="1" dirty="0">
                <a:solidFill>
                  <a:schemeClr val="tx2"/>
                </a:solidFill>
                <a:latin typeface="ForFuture Sans (Cuerpo)"/>
              </a:rPr>
              <a:t>migración</a:t>
            </a:r>
            <a:r>
              <a:rPr kumimoji="0" lang="es-ES" sz="1200" b="0" i="0" u="none" strike="noStrike" kern="1200" cap="none" spc="0" normalizeH="0" baseline="0" noProof="0" dirty="0">
                <a:ln>
                  <a:noFill/>
                </a:ln>
                <a:solidFill>
                  <a:schemeClr val="tx2"/>
                </a:solidFill>
                <a:effectLst/>
                <a:uLnTx/>
                <a:uFillTx/>
                <a:latin typeface="ForFuture Sans (Cuerpo)"/>
              </a:rPr>
              <a:t> esté </a:t>
            </a:r>
            <a:r>
              <a:rPr lang="es-ES" sz="1200" b="1" dirty="0">
                <a:solidFill>
                  <a:schemeClr val="tx2"/>
                </a:solidFill>
                <a:latin typeface="ForFuture Sans (Cuerpo)"/>
              </a:rPr>
              <a:t>orientada</a:t>
            </a:r>
            <a:r>
              <a:rPr kumimoji="0" lang="es-ES" sz="1200" b="0" i="0" u="none" strike="noStrike" kern="1200" cap="none" spc="0" normalizeH="0" baseline="0" noProof="0" dirty="0">
                <a:ln>
                  <a:noFill/>
                </a:ln>
                <a:solidFill>
                  <a:schemeClr val="tx2"/>
                </a:solidFill>
                <a:effectLst/>
                <a:uLnTx/>
                <a:uFillTx/>
                <a:latin typeface="ForFuture Sans (Cuerpo)"/>
              </a:rPr>
              <a:t> a </a:t>
            </a:r>
            <a:r>
              <a:rPr lang="es-ES" sz="1200" b="1" dirty="0">
                <a:solidFill>
                  <a:schemeClr val="tx2"/>
                </a:solidFill>
                <a:latin typeface="ForFuture Sans (Cuerpo)"/>
              </a:rPr>
              <a:t>metas</a:t>
            </a:r>
            <a:r>
              <a:rPr kumimoji="0" lang="es-ES" sz="1200" b="0" i="0" u="none" strike="noStrike" kern="1200" cap="none" spc="0" normalizeH="0" baseline="0" noProof="0" dirty="0">
                <a:ln>
                  <a:noFill/>
                </a:ln>
                <a:solidFill>
                  <a:schemeClr val="tx2"/>
                </a:solidFill>
                <a:effectLst/>
                <a:uLnTx/>
                <a:uFillTx/>
                <a:latin typeface="ForFuture Sans (Cuerpo)"/>
              </a:rPr>
              <a:t> </a:t>
            </a:r>
            <a:r>
              <a:rPr lang="es-ES" sz="1200" b="1" dirty="0">
                <a:solidFill>
                  <a:schemeClr val="tx2"/>
                </a:solidFill>
                <a:latin typeface="ForFuture Sans (Cuerpo)"/>
              </a:rPr>
              <a:t>claras</a:t>
            </a:r>
            <a:r>
              <a:rPr kumimoji="0" lang="es-ES" sz="1200" b="0" i="0" u="none" strike="noStrike" kern="1200" cap="none" spc="0" normalizeH="0" baseline="0" noProof="0" dirty="0">
                <a:ln>
                  <a:noFill/>
                </a:ln>
                <a:solidFill>
                  <a:schemeClr val="tx2"/>
                </a:solidFill>
                <a:effectLst/>
                <a:uLnTx/>
                <a:uFillTx/>
                <a:latin typeface="ForFuture Sans (Cuerpo)"/>
              </a:rPr>
              <a:t>, </a:t>
            </a:r>
            <a:r>
              <a:rPr lang="es-ES" sz="1200" b="1" dirty="0">
                <a:solidFill>
                  <a:schemeClr val="tx2"/>
                </a:solidFill>
                <a:latin typeface="ForFuture Sans (Cuerpo)"/>
              </a:rPr>
              <a:t>medibles</a:t>
            </a:r>
            <a:r>
              <a:rPr kumimoji="0" lang="es-ES" sz="1200" b="0" i="0" u="none" strike="noStrike" kern="1200" cap="none" spc="0" normalizeH="0" baseline="0" noProof="0" dirty="0">
                <a:ln>
                  <a:noFill/>
                </a:ln>
                <a:solidFill>
                  <a:schemeClr val="tx2"/>
                </a:solidFill>
                <a:effectLst/>
                <a:uLnTx/>
                <a:uFillTx/>
                <a:latin typeface="ForFuture Sans (Cuerpo)"/>
              </a:rPr>
              <a:t> y </a:t>
            </a:r>
            <a:r>
              <a:rPr lang="es-ES" sz="1200" b="1" dirty="0">
                <a:solidFill>
                  <a:schemeClr val="tx2"/>
                </a:solidFill>
                <a:latin typeface="ForFuture Sans (Cuerpo)"/>
              </a:rPr>
              <a:t>alineadas</a:t>
            </a:r>
            <a:r>
              <a:rPr kumimoji="0" lang="es-ES" sz="1200" b="0" i="0" u="none" strike="noStrike" kern="1200" cap="none" spc="0" normalizeH="0" baseline="0" noProof="0" dirty="0">
                <a:ln>
                  <a:noFill/>
                </a:ln>
                <a:solidFill>
                  <a:schemeClr val="tx2"/>
                </a:solidFill>
                <a:effectLst/>
                <a:uLnTx/>
                <a:uFillTx/>
                <a:latin typeface="ForFuture Sans (Cuerpo)"/>
              </a:rPr>
              <a:t> con la </a:t>
            </a:r>
            <a:r>
              <a:rPr lang="es-ES" sz="1200" b="1" dirty="0">
                <a:solidFill>
                  <a:schemeClr val="tx2"/>
                </a:solidFill>
                <a:latin typeface="ForFuture Sans (Cuerpo)"/>
              </a:rPr>
              <a:t>estrategia</a:t>
            </a:r>
            <a:r>
              <a:rPr kumimoji="0" lang="es-ES" sz="1200" b="0" i="0" u="none" strike="noStrike" kern="1200" cap="none" spc="0" normalizeH="0" baseline="0" noProof="0" dirty="0">
                <a:ln>
                  <a:noFill/>
                </a:ln>
                <a:solidFill>
                  <a:schemeClr val="tx2"/>
                </a:solidFill>
                <a:effectLst/>
                <a:uLnTx/>
                <a:uFillTx/>
                <a:latin typeface="ForFuture Sans (Cuerpo)"/>
              </a:rPr>
              <a:t> empresarial.</a:t>
            </a:r>
          </a:p>
          <a:p>
            <a:pPr marL="182563" marR="0" lvl="0" indent="-182563" defTabSz="914034" rtl="0" eaLnBrk="1" fontAlgn="auto" latinLnBrk="0" hangingPunct="1">
              <a:lnSpc>
                <a:spcPct val="100000"/>
              </a:lnSpc>
              <a:spcBef>
                <a:spcPts val="600"/>
              </a:spcBef>
              <a:spcAft>
                <a:spcPts val="0"/>
              </a:spcAft>
              <a:buClrTx/>
              <a:buSzTx/>
              <a:buFont typeface="Wingdings" panose="05000000000000000000" pitchFamily="2" charset="2"/>
              <a:buChar char="§"/>
              <a:tabLst/>
              <a:defRPr b="0" i="0"/>
            </a:pPr>
            <a:r>
              <a:rPr lang="es-ES" sz="1200" b="1" dirty="0">
                <a:solidFill>
                  <a:schemeClr val="tx2"/>
                </a:solidFill>
                <a:latin typeface="ForFuture Sans (Cuerpo)"/>
              </a:rPr>
              <a:t>Facilitar</a:t>
            </a:r>
            <a:r>
              <a:rPr kumimoji="0" lang="es-ES" sz="1200" b="0" i="0" u="none" strike="noStrike" kern="1200" cap="none" spc="0" normalizeH="0" baseline="0" noProof="0" dirty="0">
                <a:ln>
                  <a:noFill/>
                </a:ln>
                <a:solidFill>
                  <a:schemeClr val="tx2"/>
                </a:solidFill>
                <a:effectLst/>
                <a:uLnTx/>
                <a:uFillTx/>
                <a:latin typeface="ForFuture Sans (Cuerpo)"/>
              </a:rPr>
              <a:t> la </a:t>
            </a:r>
            <a:r>
              <a:rPr lang="es-ES" sz="1200" b="1" dirty="0">
                <a:solidFill>
                  <a:schemeClr val="tx2"/>
                </a:solidFill>
                <a:latin typeface="ForFuture Sans (Cuerpo)"/>
              </a:rPr>
              <a:t>adopción</a:t>
            </a:r>
            <a:r>
              <a:rPr kumimoji="0" lang="es-ES" sz="1200" b="0" i="0" u="none" strike="noStrike" kern="1200" cap="none" spc="0" normalizeH="0" baseline="0" noProof="0" dirty="0">
                <a:ln>
                  <a:noFill/>
                </a:ln>
                <a:solidFill>
                  <a:schemeClr val="tx2"/>
                </a:solidFill>
                <a:effectLst/>
                <a:uLnTx/>
                <a:uFillTx/>
                <a:latin typeface="ForFuture Sans (Cuerpo)"/>
              </a:rPr>
              <a:t> de </a:t>
            </a:r>
            <a:r>
              <a:rPr lang="es-ES" sz="1200" b="1" dirty="0">
                <a:solidFill>
                  <a:schemeClr val="tx2"/>
                </a:solidFill>
                <a:latin typeface="ForFuture Sans (Cuerpo)"/>
              </a:rPr>
              <a:t>nuevos</a:t>
            </a:r>
            <a:r>
              <a:rPr kumimoji="0" lang="es-ES" sz="1200" b="0" i="0" u="none" strike="noStrike" kern="1200" cap="none" spc="0" normalizeH="0" baseline="0" noProof="0" dirty="0">
                <a:ln>
                  <a:noFill/>
                </a:ln>
                <a:solidFill>
                  <a:schemeClr val="tx2"/>
                </a:solidFill>
                <a:effectLst/>
                <a:uLnTx/>
                <a:uFillTx/>
                <a:latin typeface="ForFuture Sans (Cuerpo)"/>
              </a:rPr>
              <a:t> </a:t>
            </a:r>
            <a:r>
              <a:rPr lang="es-ES" sz="1200" b="1" dirty="0">
                <a:solidFill>
                  <a:schemeClr val="tx2"/>
                </a:solidFill>
                <a:latin typeface="ForFuture Sans (Cuerpo)"/>
              </a:rPr>
              <a:t>procesos</a:t>
            </a:r>
            <a:r>
              <a:rPr kumimoji="0" lang="es-ES" sz="1200" b="0" i="0" u="none" strike="noStrike" kern="1200" cap="none" spc="0" normalizeH="0" baseline="0" noProof="0" dirty="0">
                <a:ln>
                  <a:noFill/>
                </a:ln>
                <a:solidFill>
                  <a:schemeClr val="tx2"/>
                </a:solidFill>
                <a:effectLst/>
                <a:uLnTx/>
                <a:uFillTx/>
                <a:latin typeface="ForFuture Sans (Cuerpo)"/>
              </a:rPr>
              <a:t> y tecnologías mediante comunicación, capacitación y planes de cambio bien coordinados.</a:t>
            </a:r>
          </a:p>
          <a:p>
            <a:pPr marL="182563" marR="0" lvl="0" indent="-182563" defTabSz="914034" rtl="0" eaLnBrk="1" fontAlgn="auto" latinLnBrk="0" hangingPunct="1">
              <a:lnSpc>
                <a:spcPct val="100000"/>
              </a:lnSpc>
              <a:spcBef>
                <a:spcPts val="600"/>
              </a:spcBef>
              <a:spcAft>
                <a:spcPts val="0"/>
              </a:spcAft>
              <a:buClrTx/>
              <a:buSzTx/>
              <a:buFont typeface="Wingdings" panose="05000000000000000000" pitchFamily="2" charset="2"/>
              <a:buChar char="§"/>
              <a:tabLst/>
              <a:defRPr b="0" i="0"/>
            </a:pPr>
            <a:r>
              <a:rPr lang="es-ES" sz="1200" b="1" dirty="0">
                <a:solidFill>
                  <a:schemeClr val="tx2"/>
                </a:solidFill>
                <a:latin typeface="ForFuture Sans (Cuerpo)"/>
              </a:rPr>
              <a:t>Supervisar</a:t>
            </a:r>
            <a:r>
              <a:rPr kumimoji="0" lang="es-ES" sz="1200" b="0" i="0" u="none" strike="noStrike" kern="1200" cap="none" spc="0" normalizeH="0" baseline="0" noProof="0" dirty="0">
                <a:ln>
                  <a:noFill/>
                </a:ln>
                <a:solidFill>
                  <a:schemeClr val="tx2"/>
                </a:solidFill>
                <a:effectLst/>
                <a:uLnTx/>
                <a:uFillTx/>
                <a:latin typeface="ForFuture Sans (Cuerpo)"/>
              </a:rPr>
              <a:t> </a:t>
            </a:r>
            <a:r>
              <a:rPr lang="es-ES" sz="1200" b="1" dirty="0">
                <a:solidFill>
                  <a:schemeClr val="tx2"/>
                </a:solidFill>
                <a:latin typeface="ForFuture Sans (Cuerpo)"/>
              </a:rPr>
              <a:t>cronogramas</a:t>
            </a:r>
            <a:r>
              <a:rPr kumimoji="0" lang="es-ES" sz="1200" b="0" i="0" u="none" strike="noStrike" kern="1200" cap="none" spc="0" normalizeH="0" baseline="0" noProof="0" dirty="0">
                <a:ln>
                  <a:noFill/>
                </a:ln>
                <a:solidFill>
                  <a:schemeClr val="tx2"/>
                </a:solidFill>
                <a:effectLst/>
                <a:uLnTx/>
                <a:uFillTx/>
                <a:latin typeface="ForFuture Sans (Cuerpo)"/>
              </a:rPr>
              <a:t>, </a:t>
            </a:r>
            <a:r>
              <a:rPr lang="es-ES" sz="1200" b="1" dirty="0">
                <a:solidFill>
                  <a:schemeClr val="tx2"/>
                </a:solidFill>
                <a:latin typeface="ForFuture Sans (Cuerpo)"/>
              </a:rPr>
              <a:t>presupuestos</a:t>
            </a:r>
            <a:r>
              <a:rPr kumimoji="0" lang="es-ES" sz="1200" b="0" i="0" u="none" strike="noStrike" kern="1200" cap="none" spc="0" normalizeH="0" baseline="0" noProof="0" dirty="0">
                <a:ln>
                  <a:noFill/>
                </a:ln>
                <a:solidFill>
                  <a:schemeClr val="tx2"/>
                </a:solidFill>
                <a:effectLst/>
                <a:uLnTx/>
                <a:uFillTx/>
                <a:latin typeface="ForFuture Sans (Cuerpo)"/>
              </a:rPr>
              <a:t> y </a:t>
            </a:r>
            <a:r>
              <a:rPr lang="es-ES" sz="1200" b="1" dirty="0">
                <a:solidFill>
                  <a:schemeClr val="tx2"/>
                </a:solidFill>
                <a:latin typeface="ForFuture Sans (Cuerpo)"/>
              </a:rPr>
              <a:t>riesgos</a:t>
            </a:r>
            <a:r>
              <a:rPr kumimoji="0" lang="es-ES" sz="1200" b="0" i="0" u="none" strike="noStrike" kern="1200" cap="none" spc="0" normalizeH="0" baseline="0" noProof="0" dirty="0">
                <a:ln>
                  <a:noFill/>
                </a:ln>
                <a:solidFill>
                  <a:schemeClr val="tx2"/>
                </a:solidFill>
                <a:effectLst/>
                <a:uLnTx/>
                <a:uFillTx/>
                <a:latin typeface="ForFuture Sans (Cuerpo)"/>
              </a:rPr>
              <a:t>, implementando planes de mitigación y ajustes para mantener el proyecto en curso.</a:t>
            </a:r>
          </a:p>
          <a:p>
            <a:pPr marL="182563" marR="0" lvl="0" indent="-182563" defTabSz="914034" rtl="0" eaLnBrk="1" fontAlgn="auto" latinLnBrk="0" hangingPunct="1">
              <a:lnSpc>
                <a:spcPct val="100000"/>
              </a:lnSpc>
              <a:spcBef>
                <a:spcPts val="600"/>
              </a:spcBef>
              <a:spcAft>
                <a:spcPts val="0"/>
              </a:spcAft>
              <a:buClrTx/>
              <a:buSzTx/>
              <a:buFont typeface="Wingdings" panose="05000000000000000000" pitchFamily="2" charset="2"/>
              <a:buChar char="§"/>
              <a:tabLst/>
              <a:defRPr b="0" i="0"/>
            </a:pPr>
            <a:r>
              <a:rPr lang="es-ES" sz="1200" b="1" dirty="0">
                <a:solidFill>
                  <a:schemeClr val="tx2"/>
                </a:solidFill>
                <a:latin typeface="ForFuture Sans (Cuerpo)"/>
              </a:rPr>
              <a:t>Coordinar</a:t>
            </a:r>
            <a:r>
              <a:rPr kumimoji="0" lang="es-ES" sz="1200" b="0" i="0" u="none" strike="noStrike" kern="1200" cap="none" spc="0" normalizeH="0" baseline="0" noProof="0" dirty="0">
                <a:ln>
                  <a:noFill/>
                </a:ln>
                <a:solidFill>
                  <a:schemeClr val="tx2"/>
                </a:solidFill>
                <a:effectLst/>
                <a:uLnTx/>
                <a:uFillTx/>
                <a:latin typeface="ForFuture Sans (Cuerpo)"/>
              </a:rPr>
              <a:t> la </a:t>
            </a:r>
            <a:r>
              <a:rPr lang="es-ES" sz="1200" b="1" dirty="0">
                <a:solidFill>
                  <a:schemeClr val="tx2"/>
                </a:solidFill>
                <a:latin typeface="ForFuture Sans (Cuerpo)"/>
              </a:rPr>
              <a:t>migración</a:t>
            </a:r>
            <a:r>
              <a:rPr kumimoji="0" lang="es-ES" sz="1200" b="0" i="0" u="none" strike="noStrike" kern="1200" cap="none" spc="0" normalizeH="0" baseline="0" noProof="0" dirty="0">
                <a:ln>
                  <a:noFill/>
                </a:ln>
                <a:solidFill>
                  <a:schemeClr val="tx2"/>
                </a:solidFill>
                <a:effectLst/>
                <a:uLnTx/>
                <a:uFillTx/>
                <a:latin typeface="ForFuture Sans (Cuerpo)"/>
              </a:rPr>
              <a:t> de </a:t>
            </a:r>
            <a:r>
              <a:rPr lang="es-ES" sz="1200" b="1" dirty="0">
                <a:solidFill>
                  <a:schemeClr val="tx2"/>
                </a:solidFill>
                <a:latin typeface="ForFuture Sans (Cuerpo)"/>
              </a:rPr>
              <a:t>datos</a:t>
            </a:r>
            <a:r>
              <a:rPr kumimoji="0" lang="es-ES" sz="1200" b="0" i="0" u="none" strike="noStrike" kern="1200" cap="none" spc="0" normalizeH="0" baseline="0" noProof="0" dirty="0">
                <a:ln>
                  <a:noFill/>
                </a:ln>
                <a:solidFill>
                  <a:schemeClr val="tx2"/>
                </a:solidFill>
                <a:effectLst/>
                <a:uLnTx/>
                <a:uFillTx/>
                <a:latin typeface="ForFuture Sans (Cuerpo)"/>
              </a:rPr>
              <a:t> precisos y la integración fluida con otros sistemas.</a:t>
            </a:r>
            <a:endParaRPr kumimoji="0" lang="es-UY" sz="1200" b="0" i="0" u="none" strike="noStrike" kern="1200" cap="none" spc="0" normalizeH="0" baseline="0" noProof="0" dirty="0">
              <a:ln>
                <a:noFill/>
              </a:ln>
              <a:solidFill>
                <a:schemeClr val="tx2"/>
              </a:solidFill>
              <a:effectLst/>
              <a:uLnTx/>
              <a:uFillTx/>
              <a:latin typeface="ForFuture Sans (Cuerpo)"/>
            </a:endParaRPr>
          </a:p>
        </p:txBody>
      </p:sp>
    </p:spTree>
    <p:extLst>
      <p:ext uri="{BB962C8B-B14F-4D97-AF65-F5344CB8AC3E}">
        <p14:creationId xmlns:p14="http://schemas.microsoft.com/office/powerpoint/2010/main" val="3150392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CC9F8-FA3D-4843-DEF2-5A4D898EF6EB}"/>
            </a:ext>
          </a:extLst>
        </p:cNvPr>
        <p:cNvGrpSpPr/>
        <p:nvPr/>
      </p:nvGrpSpPr>
      <p:grpSpPr>
        <a:xfrm>
          <a:off x="0" y="0"/>
          <a:ext cx="0" cy="0"/>
          <a:chOff x="0" y="0"/>
          <a:chExt cx="0" cy="0"/>
        </a:xfrm>
      </p:grpSpPr>
      <p:graphicFrame>
        <p:nvGraphicFramePr>
          <p:cNvPr id="8" name="Objeto 7" hidden="1">
            <a:extLst>
              <a:ext uri="{FF2B5EF4-FFF2-40B4-BE49-F238E27FC236}">
                <a16:creationId xmlns:a16="http://schemas.microsoft.com/office/drawing/2014/main" id="{9CF7BB63-BA75-4268-B7CC-F1D79D5BF2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6" progId="TCLayout.ActiveDocument.1">
                  <p:embed/>
                </p:oleObj>
              </mc:Choice>
              <mc:Fallback>
                <p:oleObj name="Diapositiva de think-cell" r:id="rId4" imgW="395" imgH="396" progId="TCLayout.ActiveDocument.1">
                  <p:embed/>
                  <p:pic>
                    <p:nvPicPr>
                      <p:cNvPr id="8" name="Objeto 7" hidden="1">
                        <a:extLst>
                          <a:ext uri="{FF2B5EF4-FFF2-40B4-BE49-F238E27FC236}">
                            <a16:creationId xmlns:a16="http://schemas.microsoft.com/office/drawing/2014/main" id="{9CF7BB63-BA75-4268-B7CC-F1D79D5BF2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ítulo 5">
            <a:extLst>
              <a:ext uri="{FF2B5EF4-FFF2-40B4-BE49-F238E27FC236}">
                <a16:creationId xmlns:a16="http://schemas.microsoft.com/office/drawing/2014/main" id="{57093999-CDB9-CE5A-0F12-1009B04D4111}"/>
              </a:ext>
            </a:extLst>
          </p:cNvPr>
          <p:cNvSpPr>
            <a:spLocks noGrp="1"/>
          </p:cNvSpPr>
          <p:nvPr>
            <p:ph type="title"/>
          </p:nvPr>
        </p:nvSpPr>
        <p:spPr>
          <a:xfrm>
            <a:off x="335360" y="608055"/>
            <a:ext cx="11521678" cy="873124"/>
          </a:xfrm>
        </p:spPr>
        <p:txBody>
          <a:bodyPr vert="horz"/>
          <a:lstStyle/>
          <a:p>
            <a:r>
              <a:rPr lang="es-ES" sz="2000"/>
              <a:t>Preliminarmente hemos identificado que la PMO Avanzada tiene el siguiente alcance…</a:t>
            </a:r>
            <a:endParaRPr lang="es-ES" sz="2000">
              <a:latin typeface="+mj-lt"/>
              <a:sym typeface="ForFuture Sans" panose="020B0504020203020204" pitchFamily="34" charset="0"/>
            </a:endParaRPr>
          </a:p>
        </p:txBody>
      </p:sp>
      <p:sp>
        <p:nvSpPr>
          <p:cNvPr id="7" name="Marcador de texto 6">
            <a:extLst>
              <a:ext uri="{FF2B5EF4-FFF2-40B4-BE49-F238E27FC236}">
                <a16:creationId xmlns:a16="http://schemas.microsoft.com/office/drawing/2014/main" id="{6A2688C1-7FDF-3A21-A338-D79A1AD88D94}"/>
              </a:ext>
            </a:extLst>
          </p:cNvPr>
          <p:cNvSpPr>
            <a:spLocks noGrp="1"/>
          </p:cNvSpPr>
          <p:nvPr>
            <p:ph type="body" sz="quarter" idx="16"/>
          </p:nvPr>
        </p:nvSpPr>
        <p:spPr>
          <a:xfrm>
            <a:off x="335360" y="323548"/>
            <a:ext cx="11521678" cy="160813"/>
          </a:xfrm>
        </p:spPr>
        <p:txBody>
          <a:bodyPr/>
          <a:lstStyle/>
          <a:p>
            <a:r>
              <a:rPr lang="es-ES"/>
              <a:t>01. C</a:t>
            </a:r>
            <a:r>
              <a:rPr lang="es-ES">
                <a:latin typeface="ForFuture Sans" panose="020B0504020203020204" pitchFamily="34" charset="0"/>
                <a:sym typeface="ForFuture Sans" panose="020B0504020203020204" pitchFamily="34" charset="0"/>
              </a:rPr>
              <a:t>ontexto y objetivo</a:t>
            </a:r>
          </a:p>
        </p:txBody>
      </p:sp>
      <p:sp>
        <p:nvSpPr>
          <p:cNvPr id="13" name="Parallelogram 195">
            <a:extLst>
              <a:ext uri="{FF2B5EF4-FFF2-40B4-BE49-F238E27FC236}">
                <a16:creationId xmlns:a16="http://schemas.microsoft.com/office/drawing/2014/main" id="{6478381E-386A-EF1D-9D4B-733BAA6C2973}"/>
              </a:ext>
            </a:extLst>
          </p:cNvPr>
          <p:cNvSpPr/>
          <p:nvPr/>
        </p:nvSpPr>
        <p:spPr>
          <a:xfrm rot="5400000" flipH="1">
            <a:off x="8763757" y="1750118"/>
            <a:ext cx="3563940" cy="2614279"/>
          </a:xfrm>
          <a:prstGeom prst="parallelogram">
            <a:avLst>
              <a:gd name="adj" fmla="val 28134"/>
            </a:avLst>
          </a:prstGeom>
          <a:solidFill>
            <a:srgbClr val="D0C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n-US">
              <a:solidFill>
                <a:srgbClr val="FFFFFF"/>
              </a:solidFill>
              <a:latin typeface="Soho Gothic Pro Light"/>
            </a:endParaRPr>
          </a:p>
        </p:txBody>
      </p:sp>
      <p:sp>
        <p:nvSpPr>
          <p:cNvPr id="22" name="Freeform: Shape 230">
            <a:extLst>
              <a:ext uri="{FF2B5EF4-FFF2-40B4-BE49-F238E27FC236}">
                <a16:creationId xmlns:a16="http://schemas.microsoft.com/office/drawing/2014/main" id="{09A45C7B-F419-13DE-1E30-9A8BEED04173}"/>
              </a:ext>
            </a:extLst>
          </p:cNvPr>
          <p:cNvSpPr/>
          <p:nvPr/>
        </p:nvSpPr>
        <p:spPr>
          <a:xfrm rot="5400000" flipH="1" flipV="1">
            <a:off x="7279991" y="2880631"/>
            <a:ext cx="3563940" cy="353252"/>
          </a:xfrm>
          <a:custGeom>
            <a:avLst/>
            <a:gdLst>
              <a:gd name="connsiteX0" fmla="*/ 4564194 w 4564194"/>
              <a:gd name="connsiteY0" fmla="*/ 0 h 3348000"/>
              <a:gd name="connsiteX1" fmla="*/ 941926 w 4564194"/>
              <a:gd name="connsiteY1" fmla="*/ 0 h 3348000"/>
              <a:gd name="connsiteX2" fmla="*/ 0 w 4564194"/>
              <a:gd name="connsiteY2" fmla="*/ 3348000 h 3348000"/>
              <a:gd name="connsiteX3" fmla="*/ 3622268 w 4564194"/>
              <a:gd name="connsiteY3" fmla="*/ 3348000 h 3348000"/>
            </a:gdLst>
            <a:ahLst/>
            <a:cxnLst>
              <a:cxn ang="0">
                <a:pos x="connsiteX0" y="connsiteY0"/>
              </a:cxn>
              <a:cxn ang="0">
                <a:pos x="connsiteX1" y="connsiteY1"/>
              </a:cxn>
              <a:cxn ang="0">
                <a:pos x="connsiteX2" y="connsiteY2"/>
              </a:cxn>
              <a:cxn ang="0">
                <a:pos x="connsiteX3" y="connsiteY3"/>
              </a:cxn>
            </a:cxnLst>
            <a:rect l="l" t="t" r="r" b="b"/>
            <a:pathLst>
              <a:path w="4564194" h="3348000">
                <a:moveTo>
                  <a:pt x="4564194" y="0"/>
                </a:moveTo>
                <a:lnTo>
                  <a:pt x="941926" y="0"/>
                </a:lnTo>
                <a:lnTo>
                  <a:pt x="0" y="3348000"/>
                </a:lnTo>
                <a:lnTo>
                  <a:pt x="3622268" y="334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3768">
              <a:defRPr/>
            </a:pPr>
            <a:endParaRPr lang="en-US">
              <a:solidFill>
                <a:srgbClr val="FFFFFF"/>
              </a:solidFill>
              <a:latin typeface="Soho Gothic Pro Light"/>
            </a:endParaRPr>
          </a:p>
        </p:txBody>
      </p:sp>
      <p:sp>
        <p:nvSpPr>
          <p:cNvPr id="24" name="Parallelogram 194">
            <a:extLst>
              <a:ext uri="{FF2B5EF4-FFF2-40B4-BE49-F238E27FC236}">
                <a16:creationId xmlns:a16="http://schemas.microsoft.com/office/drawing/2014/main" id="{2E846A16-6836-8661-5AA4-B1F7C602EEF5}"/>
              </a:ext>
            </a:extLst>
          </p:cNvPr>
          <p:cNvSpPr/>
          <p:nvPr/>
        </p:nvSpPr>
        <p:spPr>
          <a:xfrm rot="5400000" flipH="1">
            <a:off x="5796223" y="1750116"/>
            <a:ext cx="3563940" cy="2614279"/>
          </a:xfrm>
          <a:prstGeom prst="parallelogram">
            <a:avLst>
              <a:gd name="adj" fmla="val 28134"/>
            </a:avLst>
          </a:pr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n-US">
              <a:solidFill>
                <a:srgbClr val="FFFFFF"/>
              </a:solidFill>
              <a:latin typeface="Soho Gothic Pro Light"/>
            </a:endParaRPr>
          </a:p>
        </p:txBody>
      </p:sp>
      <p:sp>
        <p:nvSpPr>
          <p:cNvPr id="25" name="Parallelogram 193">
            <a:extLst>
              <a:ext uri="{FF2B5EF4-FFF2-40B4-BE49-F238E27FC236}">
                <a16:creationId xmlns:a16="http://schemas.microsoft.com/office/drawing/2014/main" id="{F0E675CA-FD06-0B35-3D3E-218190CBD040}"/>
              </a:ext>
            </a:extLst>
          </p:cNvPr>
          <p:cNvSpPr/>
          <p:nvPr/>
        </p:nvSpPr>
        <p:spPr>
          <a:xfrm rot="5400000" flipH="1">
            <a:off x="-791138" y="2402421"/>
            <a:ext cx="4868550" cy="2614279"/>
          </a:xfrm>
          <a:prstGeom prst="parallelogram">
            <a:avLst>
              <a:gd name="adj" fmla="val 28134"/>
            </a:avLst>
          </a:prstGeom>
          <a:solidFill>
            <a:srgbClr val="4F062A">
              <a:alpha val="10000"/>
            </a:srgbClr>
          </a:solidFill>
          <a:ln>
            <a:noFill/>
          </a:ln>
          <a:effectLst>
            <a:glow>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n-US">
              <a:solidFill>
                <a:srgbClr val="FFFFFF"/>
              </a:solidFill>
              <a:latin typeface="Soho Gothic Pro Light"/>
            </a:endParaRPr>
          </a:p>
        </p:txBody>
      </p:sp>
      <p:sp>
        <p:nvSpPr>
          <p:cNvPr id="27" name="Parallelogram 194">
            <a:extLst>
              <a:ext uri="{FF2B5EF4-FFF2-40B4-BE49-F238E27FC236}">
                <a16:creationId xmlns:a16="http://schemas.microsoft.com/office/drawing/2014/main" id="{0E86D2EE-A6FE-3E1D-5B70-C4666F36DD50}"/>
              </a:ext>
            </a:extLst>
          </p:cNvPr>
          <p:cNvSpPr/>
          <p:nvPr/>
        </p:nvSpPr>
        <p:spPr>
          <a:xfrm rot="5400000" flipH="1">
            <a:off x="5811793" y="3039214"/>
            <a:ext cx="3572170" cy="2566561"/>
          </a:xfrm>
          <a:prstGeom prst="parallelogram">
            <a:avLst>
              <a:gd name="adj" fmla="val 28134"/>
            </a:avLst>
          </a:pr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n-US">
              <a:solidFill>
                <a:srgbClr val="FFFFFF"/>
              </a:solidFill>
              <a:latin typeface="Soho Gothic Pro Light"/>
            </a:endParaRPr>
          </a:p>
        </p:txBody>
      </p:sp>
      <p:sp>
        <p:nvSpPr>
          <p:cNvPr id="28" name="Parallelogram 195">
            <a:extLst>
              <a:ext uri="{FF2B5EF4-FFF2-40B4-BE49-F238E27FC236}">
                <a16:creationId xmlns:a16="http://schemas.microsoft.com/office/drawing/2014/main" id="{A10AF86E-D774-3D70-AEAF-38FFD868A036}"/>
              </a:ext>
            </a:extLst>
          </p:cNvPr>
          <p:cNvSpPr/>
          <p:nvPr/>
        </p:nvSpPr>
        <p:spPr>
          <a:xfrm rot="5400000" flipH="1">
            <a:off x="8763753" y="3019471"/>
            <a:ext cx="3563940" cy="2614279"/>
          </a:xfrm>
          <a:prstGeom prst="parallelogram">
            <a:avLst>
              <a:gd name="adj" fmla="val 28134"/>
            </a:avLst>
          </a:prstGeom>
          <a:solidFill>
            <a:srgbClr val="D0C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n-US">
              <a:solidFill>
                <a:srgbClr val="FFFFFF"/>
              </a:solidFill>
              <a:latin typeface="Soho Gothic Pro Light"/>
            </a:endParaRPr>
          </a:p>
        </p:txBody>
      </p:sp>
      <p:sp>
        <p:nvSpPr>
          <p:cNvPr id="29" name="Freeform: Shape 229">
            <a:extLst>
              <a:ext uri="{FF2B5EF4-FFF2-40B4-BE49-F238E27FC236}">
                <a16:creationId xmlns:a16="http://schemas.microsoft.com/office/drawing/2014/main" id="{C7AA1798-FD78-5C46-D591-4DC452A7B921}"/>
              </a:ext>
            </a:extLst>
          </p:cNvPr>
          <p:cNvSpPr/>
          <p:nvPr/>
        </p:nvSpPr>
        <p:spPr>
          <a:xfrm rot="5400000" flipH="1" flipV="1">
            <a:off x="4409030" y="4149984"/>
            <a:ext cx="3563940" cy="353252"/>
          </a:xfrm>
          <a:custGeom>
            <a:avLst/>
            <a:gdLst>
              <a:gd name="connsiteX0" fmla="*/ 4564194 w 4564194"/>
              <a:gd name="connsiteY0" fmla="*/ 0 h 3348000"/>
              <a:gd name="connsiteX1" fmla="*/ 941926 w 4564194"/>
              <a:gd name="connsiteY1" fmla="*/ 0 h 3348000"/>
              <a:gd name="connsiteX2" fmla="*/ 0 w 4564194"/>
              <a:gd name="connsiteY2" fmla="*/ 3348000 h 3348000"/>
              <a:gd name="connsiteX3" fmla="*/ 3622268 w 4564194"/>
              <a:gd name="connsiteY3" fmla="*/ 3348000 h 3348000"/>
            </a:gdLst>
            <a:ahLst/>
            <a:cxnLst>
              <a:cxn ang="0">
                <a:pos x="connsiteX0" y="connsiteY0"/>
              </a:cxn>
              <a:cxn ang="0">
                <a:pos x="connsiteX1" y="connsiteY1"/>
              </a:cxn>
              <a:cxn ang="0">
                <a:pos x="connsiteX2" y="connsiteY2"/>
              </a:cxn>
              <a:cxn ang="0">
                <a:pos x="connsiteX3" y="connsiteY3"/>
              </a:cxn>
            </a:cxnLst>
            <a:rect l="l" t="t" r="r" b="b"/>
            <a:pathLst>
              <a:path w="4564194" h="3348000">
                <a:moveTo>
                  <a:pt x="4564194" y="0"/>
                </a:moveTo>
                <a:lnTo>
                  <a:pt x="941926" y="0"/>
                </a:lnTo>
                <a:lnTo>
                  <a:pt x="0" y="3348000"/>
                </a:lnTo>
                <a:lnTo>
                  <a:pt x="3622268" y="3348000"/>
                </a:lnTo>
                <a:close/>
              </a:path>
            </a:pathLst>
          </a:custGeom>
          <a:solidFill>
            <a:srgbClr val="4F062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3768">
              <a:defRPr/>
            </a:pPr>
            <a:endParaRPr lang="en-US">
              <a:solidFill>
                <a:srgbClr val="FFFFFF"/>
              </a:solidFill>
              <a:latin typeface="Soho Gothic Pro Light"/>
            </a:endParaRPr>
          </a:p>
        </p:txBody>
      </p:sp>
      <p:sp>
        <p:nvSpPr>
          <p:cNvPr id="30" name="Freeform: Shape 230">
            <a:extLst>
              <a:ext uri="{FF2B5EF4-FFF2-40B4-BE49-F238E27FC236}">
                <a16:creationId xmlns:a16="http://schemas.microsoft.com/office/drawing/2014/main" id="{79367A17-0FD5-5C4C-AD31-C30366F94CDD}"/>
              </a:ext>
            </a:extLst>
          </p:cNvPr>
          <p:cNvSpPr/>
          <p:nvPr/>
        </p:nvSpPr>
        <p:spPr>
          <a:xfrm rot="5400000" flipH="1" flipV="1">
            <a:off x="7279987" y="4149984"/>
            <a:ext cx="3563940" cy="353252"/>
          </a:xfrm>
          <a:custGeom>
            <a:avLst/>
            <a:gdLst>
              <a:gd name="connsiteX0" fmla="*/ 4564194 w 4564194"/>
              <a:gd name="connsiteY0" fmla="*/ 0 h 3348000"/>
              <a:gd name="connsiteX1" fmla="*/ 941926 w 4564194"/>
              <a:gd name="connsiteY1" fmla="*/ 0 h 3348000"/>
              <a:gd name="connsiteX2" fmla="*/ 0 w 4564194"/>
              <a:gd name="connsiteY2" fmla="*/ 3348000 h 3348000"/>
              <a:gd name="connsiteX3" fmla="*/ 3622268 w 4564194"/>
              <a:gd name="connsiteY3" fmla="*/ 3348000 h 3348000"/>
            </a:gdLst>
            <a:ahLst/>
            <a:cxnLst>
              <a:cxn ang="0">
                <a:pos x="connsiteX0" y="connsiteY0"/>
              </a:cxn>
              <a:cxn ang="0">
                <a:pos x="connsiteX1" y="connsiteY1"/>
              </a:cxn>
              <a:cxn ang="0">
                <a:pos x="connsiteX2" y="connsiteY2"/>
              </a:cxn>
              <a:cxn ang="0">
                <a:pos x="connsiteX3" y="connsiteY3"/>
              </a:cxn>
            </a:cxnLst>
            <a:rect l="l" t="t" r="r" b="b"/>
            <a:pathLst>
              <a:path w="4564194" h="3348000">
                <a:moveTo>
                  <a:pt x="4564194" y="0"/>
                </a:moveTo>
                <a:lnTo>
                  <a:pt x="941926" y="0"/>
                </a:lnTo>
                <a:lnTo>
                  <a:pt x="0" y="3348000"/>
                </a:lnTo>
                <a:lnTo>
                  <a:pt x="3622268" y="334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3768">
              <a:defRPr/>
            </a:pPr>
            <a:endParaRPr lang="en-US">
              <a:solidFill>
                <a:srgbClr val="FFFFFF"/>
              </a:solidFill>
              <a:latin typeface="Soho Gothic Pro Light"/>
            </a:endParaRPr>
          </a:p>
        </p:txBody>
      </p:sp>
      <p:sp>
        <p:nvSpPr>
          <p:cNvPr id="32" name="Freeform: Shape 229">
            <a:extLst>
              <a:ext uri="{FF2B5EF4-FFF2-40B4-BE49-F238E27FC236}">
                <a16:creationId xmlns:a16="http://schemas.microsoft.com/office/drawing/2014/main" id="{F47B40BC-D54F-0590-E49D-B4A741AFE060}"/>
              </a:ext>
            </a:extLst>
          </p:cNvPr>
          <p:cNvSpPr/>
          <p:nvPr/>
        </p:nvSpPr>
        <p:spPr>
          <a:xfrm rot="5400000" flipH="1" flipV="1">
            <a:off x="1355659" y="4143997"/>
            <a:ext cx="3563940" cy="435734"/>
          </a:xfrm>
          <a:custGeom>
            <a:avLst/>
            <a:gdLst>
              <a:gd name="connsiteX0" fmla="*/ 4564194 w 4564194"/>
              <a:gd name="connsiteY0" fmla="*/ 0 h 3348000"/>
              <a:gd name="connsiteX1" fmla="*/ 941926 w 4564194"/>
              <a:gd name="connsiteY1" fmla="*/ 0 h 3348000"/>
              <a:gd name="connsiteX2" fmla="*/ 0 w 4564194"/>
              <a:gd name="connsiteY2" fmla="*/ 3348000 h 3348000"/>
              <a:gd name="connsiteX3" fmla="*/ 3622268 w 4564194"/>
              <a:gd name="connsiteY3" fmla="*/ 3348000 h 3348000"/>
            </a:gdLst>
            <a:ahLst/>
            <a:cxnLst>
              <a:cxn ang="0">
                <a:pos x="connsiteX0" y="connsiteY0"/>
              </a:cxn>
              <a:cxn ang="0">
                <a:pos x="connsiteX1" y="connsiteY1"/>
              </a:cxn>
              <a:cxn ang="0">
                <a:pos x="connsiteX2" y="connsiteY2"/>
              </a:cxn>
              <a:cxn ang="0">
                <a:pos x="connsiteX3" y="connsiteY3"/>
              </a:cxn>
            </a:cxnLst>
            <a:rect l="l" t="t" r="r" b="b"/>
            <a:pathLst>
              <a:path w="4564194" h="3348000">
                <a:moveTo>
                  <a:pt x="4564194" y="0"/>
                </a:moveTo>
                <a:lnTo>
                  <a:pt x="941926" y="0"/>
                </a:lnTo>
                <a:lnTo>
                  <a:pt x="0" y="3348000"/>
                </a:lnTo>
                <a:lnTo>
                  <a:pt x="3622268" y="3348000"/>
                </a:lnTo>
                <a:close/>
              </a:path>
            </a:pathLst>
          </a:custGeom>
          <a:solidFill>
            <a:srgbClr val="260717"/>
          </a:solidFill>
          <a:ln>
            <a:solidFill>
              <a:srgbClr val="260717"/>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3768">
              <a:defRPr/>
            </a:pPr>
            <a:endParaRPr lang="en-US">
              <a:solidFill>
                <a:srgbClr val="FFFFFF"/>
              </a:solidFill>
              <a:latin typeface="Soho Gothic Pro Light"/>
            </a:endParaRPr>
          </a:p>
        </p:txBody>
      </p:sp>
      <p:sp>
        <p:nvSpPr>
          <p:cNvPr id="33" name="Parallelogram 193">
            <a:extLst>
              <a:ext uri="{FF2B5EF4-FFF2-40B4-BE49-F238E27FC236}">
                <a16:creationId xmlns:a16="http://schemas.microsoft.com/office/drawing/2014/main" id="{4BED1607-0C1D-A6A0-D578-CAFAD463B28B}"/>
              </a:ext>
            </a:extLst>
          </p:cNvPr>
          <p:cNvSpPr/>
          <p:nvPr/>
        </p:nvSpPr>
        <p:spPr>
          <a:xfrm rot="5400000" flipH="1">
            <a:off x="2253761" y="2349995"/>
            <a:ext cx="4868550" cy="2665079"/>
          </a:xfrm>
          <a:prstGeom prst="parallelogram">
            <a:avLst>
              <a:gd name="adj" fmla="val 28134"/>
            </a:avLst>
          </a:prstGeom>
          <a:solidFill>
            <a:srgbClr val="FF0054">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n-US">
              <a:solidFill>
                <a:srgbClr val="FFFFFF"/>
              </a:solidFill>
              <a:latin typeface="Soho Gothic Pro Light"/>
            </a:endParaRPr>
          </a:p>
        </p:txBody>
      </p:sp>
      <p:sp>
        <p:nvSpPr>
          <p:cNvPr id="34" name="Freeform: Shape 229">
            <a:extLst>
              <a:ext uri="{FF2B5EF4-FFF2-40B4-BE49-F238E27FC236}">
                <a16:creationId xmlns:a16="http://schemas.microsoft.com/office/drawing/2014/main" id="{A56716F1-A815-22E7-AD89-4099484DF2BD}"/>
              </a:ext>
            </a:extLst>
          </p:cNvPr>
          <p:cNvSpPr/>
          <p:nvPr/>
        </p:nvSpPr>
        <p:spPr>
          <a:xfrm rot="5400000" flipH="1" flipV="1">
            <a:off x="4409030" y="2858856"/>
            <a:ext cx="3563940" cy="353252"/>
          </a:xfrm>
          <a:custGeom>
            <a:avLst/>
            <a:gdLst>
              <a:gd name="connsiteX0" fmla="*/ 4564194 w 4564194"/>
              <a:gd name="connsiteY0" fmla="*/ 0 h 3348000"/>
              <a:gd name="connsiteX1" fmla="*/ 941926 w 4564194"/>
              <a:gd name="connsiteY1" fmla="*/ 0 h 3348000"/>
              <a:gd name="connsiteX2" fmla="*/ 0 w 4564194"/>
              <a:gd name="connsiteY2" fmla="*/ 3348000 h 3348000"/>
              <a:gd name="connsiteX3" fmla="*/ 3622268 w 4564194"/>
              <a:gd name="connsiteY3" fmla="*/ 3348000 h 3348000"/>
            </a:gdLst>
            <a:ahLst/>
            <a:cxnLst>
              <a:cxn ang="0">
                <a:pos x="connsiteX0" y="connsiteY0"/>
              </a:cxn>
              <a:cxn ang="0">
                <a:pos x="connsiteX1" y="connsiteY1"/>
              </a:cxn>
              <a:cxn ang="0">
                <a:pos x="connsiteX2" y="connsiteY2"/>
              </a:cxn>
              <a:cxn ang="0">
                <a:pos x="connsiteX3" y="connsiteY3"/>
              </a:cxn>
            </a:cxnLst>
            <a:rect l="l" t="t" r="r" b="b"/>
            <a:pathLst>
              <a:path w="4564194" h="3348000">
                <a:moveTo>
                  <a:pt x="4564194" y="0"/>
                </a:moveTo>
                <a:lnTo>
                  <a:pt x="941926" y="0"/>
                </a:lnTo>
                <a:lnTo>
                  <a:pt x="0" y="3348000"/>
                </a:lnTo>
                <a:lnTo>
                  <a:pt x="3622268" y="3348000"/>
                </a:lnTo>
                <a:close/>
              </a:path>
            </a:pathLst>
          </a:custGeom>
          <a:solidFill>
            <a:srgbClr val="4F062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3768">
              <a:defRPr/>
            </a:pPr>
            <a:endParaRPr lang="en-US">
              <a:solidFill>
                <a:srgbClr val="FFFFFF"/>
              </a:solidFill>
              <a:latin typeface="Soho Gothic Pro Light"/>
            </a:endParaRPr>
          </a:p>
        </p:txBody>
      </p:sp>
      <p:sp>
        <p:nvSpPr>
          <p:cNvPr id="35" name="CuadroTexto 34">
            <a:extLst>
              <a:ext uri="{FF2B5EF4-FFF2-40B4-BE49-F238E27FC236}">
                <a16:creationId xmlns:a16="http://schemas.microsoft.com/office/drawing/2014/main" id="{F30A7A86-DDB1-BB2A-5B0F-153A5F87AA42}"/>
              </a:ext>
            </a:extLst>
          </p:cNvPr>
          <p:cNvSpPr txBox="1"/>
          <p:nvPr/>
        </p:nvSpPr>
        <p:spPr>
          <a:xfrm flipH="1">
            <a:off x="455889" y="2172547"/>
            <a:ext cx="2318820" cy="2462213"/>
          </a:xfrm>
          <a:prstGeom prst="rect">
            <a:avLst/>
          </a:prstGeom>
          <a:noFill/>
        </p:spPr>
        <p:txBody>
          <a:bodyPr wrap="square" lIns="0" tIns="0" rIns="0" bIns="0" rtlCol="0" anchor="t">
            <a:spAutoFit/>
          </a:bodyPr>
          <a:lstStyle>
            <a:defPPr>
              <a:defRPr lang="es-PE"/>
            </a:defPPr>
            <a:lvl1pPr marL="171446" indent="-171446">
              <a:spcBef>
                <a:spcPts val="400"/>
              </a:spcBef>
              <a:buFont typeface="Wingdings" panose="05000000000000000000" pitchFamily="2" charset="2"/>
              <a:buChar char="§"/>
              <a:defRPr sz="1100"/>
            </a:lvl1pPr>
          </a:lstStyle>
          <a:p>
            <a:r>
              <a:rPr lang="it-IT" sz="1200">
                <a:solidFill>
                  <a:schemeClr val="tx2"/>
                </a:solidFill>
              </a:rPr>
              <a:t>Mantenimiento</a:t>
            </a:r>
          </a:p>
          <a:p>
            <a:r>
              <a:rPr lang="it-IT" sz="1200">
                <a:solidFill>
                  <a:schemeClr val="tx2"/>
                </a:solidFill>
              </a:rPr>
              <a:t>Financieros</a:t>
            </a:r>
          </a:p>
          <a:p>
            <a:r>
              <a:rPr lang="it-IT" sz="1200">
                <a:solidFill>
                  <a:schemeClr val="tx2"/>
                </a:solidFill>
              </a:rPr>
              <a:t>Contabilidad</a:t>
            </a:r>
          </a:p>
          <a:p>
            <a:r>
              <a:rPr lang="it-IT" sz="1200">
                <a:solidFill>
                  <a:schemeClr val="tx2"/>
                </a:solidFill>
              </a:rPr>
              <a:t>Logísticos</a:t>
            </a:r>
          </a:p>
          <a:p>
            <a:r>
              <a:rPr lang="it-IT" sz="1200">
                <a:solidFill>
                  <a:schemeClr val="tx2"/>
                </a:solidFill>
              </a:rPr>
              <a:t>Comerciales</a:t>
            </a:r>
          </a:p>
          <a:p>
            <a:endParaRPr lang="it-IT" sz="1400">
              <a:solidFill>
                <a:schemeClr val="tx2"/>
              </a:solidFill>
              <a:highlight>
                <a:srgbClr val="FFFF00"/>
              </a:highlight>
            </a:endParaRPr>
          </a:p>
          <a:p>
            <a:endParaRPr lang="it-IT" sz="1400">
              <a:solidFill>
                <a:schemeClr val="tx2"/>
              </a:solidFill>
              <a:highlight>
                <a:srgbClr val="FFFF00"/>
              </a:highlight>
            </a:endParaRPr>
          </a:p>
          <a:p>
            <a:r>
              <a:rPr lang="es-ES" sz="1200">
                <a:solidFill>
                  <a:schemeClr val="tx2"/>
                </a:solidFill>
              </a:rPr>
              <a:t>Funcional</a:t>
            </a:r>
          </a:p>
          <a:p>
            <a:r>
              <a:rPr lang="es-ES" sz="1200">
                <a:solidFill>
                  <a:schemeClr val="tx2"/>
                </a:solidFill>
              </a:rPr>
              <a:t>Seguridad</a:t>
            </a:r>
          </a:p>
          <a:p>
            <a:r>
              <a:rPr lang="es-ES" sz="1200">
                <a:solidFill>
                  <a:schemeClr val="tx2"/>
                </a:solidFill>
              </a:rPr>
              <a:t>Infraestructura</a:t>
            </a:r>
            <a:endParaRPr lang="it-IT" sz="1200">
              <a:solidFill>
                <a:schemeClr val="tx2"/>
              </a:solidFill>
            </a:endParaRPr>
          </a:p>
        </p:txBody>
      </p:sp>
      <p:sp>
        <p:nvSpPr>
          <p:cNvPr id="36" name="CuadroTexto 35">
            <a:extLst>
              <a:ext uri="{FF2B5EF4-FFF2-40B4-BE49-F238E27FC236}">
                <a16:creationId xmlns:a16="http://schemas.microsoft.com/office/drawing/2014/main" id="{222E7C01-39AB-DAF3-9120-0739E2E1B2FA}"/>
              </a:ext>
            </a:extLst>
          </p:cNvPr>
          <p:cNvSpPr txBox="1"/>
          <p:nvPr/>
        </p:nvSpPr>
        <p:spPr>
          <a:xfrm>
            <a:off x="3380892" y="2264939"/>
            <a:ext cx="1189266" cy="3498394"/>
          </a:xfrm>
          <a:prstGeom prst="rect">
            <a:avLst/>
          </a:prstGeom>
          <a:noFill/>
        </p:spPr>
        <p:txBody>
          <a:bodyPr wrap="square" lIns="0" tIns="0" rIns="0" bIns="0" rtlCol="0" anchor="t">
            <a:spAutoFit/>
          </a:bodyPr>
          <a:lstStyle/>
          <a:p>
            <a:pPr marL="171446" indent="-171446">
              <a:spcBef>
                <a:spcPts val="400"/>
              </a:spcBef>
              <a:buFont typeface="Wingdings" panose="05000000000000000000" pitchFamily="2" charset="2"/>
              <a:buChar char="§"/>
            </a:pPr>
            <a:r>
              <a:rPr lang="es-ES" sz="1200">
                <a:solidFill>
                  <a:schemeClr val="tx2"/>
                </a:solidFill>
              </a:rPr>
              <a:t>Contabilidad</a:t>
            </a:r>
          </a:p>
          <a:p>
            <a:pPr marL="171446" indent="-171446">
              <a:spcBef>
                <a:spcPts val="400"/>
              </a:spcBef>
              <a:buFont typeface="Wingdings" panose="05000000000000000000" pitchFamily="2" charset="2"/>
              <a:buChar char="§"/>
            </a:pPr>
            <a:r>
              <a:rPr lang="es-ES" sz="1200">
                <a:solidFill>
                  <a:schemeClr val="tx2"/>
                </a:solidFill>
              </a:rPr>
              <a:t>Cuentas por Cobrar</a:t>
            </a:r>
          </a:p>
          <a:p>
            <a:pPr marL="171446" indent="-171446">
              <a:spcBef>
                <a:spcPts val="400"/>
              </a:spcBef>
              <a:buFont typeface="Wingdings" panose="05000000000000000000" pitchFamily="2" charset="2"/>
              <a:buChar char="§"/>
            </a:pPr>
            <a:r>
              <a:rPr lang="es-ES" sz="1200">
                <a:solidFill>
                  <a:schemeClr val="tx2"/>
                </a:solidFill>
              </a:rPr>
              <a:t>Gestión de Costos</a:t>
            </a:r>
          </a:p>
          <a:p>
            <a:pPr marL="171446" indent="-171446">
              <a:spcBef>
                <a:spcPts val="400"/>
              </a:spcBef>
              <a:buFont typeface="Wingdings" panose="05000000000000000000" pitchFamily="2" charset="2"/>
              <a:buChar char="§"/>
            </a:pPr>
            <a:r>
              <a:rPr lang="es-ES" sz="1200">
                <a:solidFill>
                  <a:schemeClr val="tx2"/>
                </a:solidFill>
              </a:rPr>
              <a:t>Gestión presupuestal</a:t>
            </a:r>
          </a:p>
          <a:p>
            <a:pPr marL="171446" indent="-171446">
              <a:spcBef>
                <a:spcPts val="400"/>
              </a:spcBef>
              <a:buFont typeface="Wingdings" panose="05000000000000000000" pitchFamily="2" charset="2"/>
              <a:buChar char="§"/>
            </a:pPr>
            <a:r>
              <a:rPr lang="es-ES" sz="1200">
                <a:solidFill>
                  <a:schemeClr val="tx2"/>
                </a:solidFill>
              </a:rPr>
              <a:t>Gestión de Tesorería</a:t>
            </a:r>
          </a:p>
          <a:p>
            <a:pPr marL="171446" indent="-171446">
              <a:spcBef>
                <a:spcPts val="400"/>
              </a:spcBef>
              <a:buFont typeface="Wingdings" panose="05000000000000000000" pitchFamily="2" charset="2"/>
              <a:buChar char="§"/>
            </a:pPr>
            <a:r>
              <a:rPr lang="es-ES" sz="1200">
                <a:solidFill>
                  <a:schemeClr val="tx2"/>
                </a:solidFill>
              </a:rPr>
              <a:t>Tesorería y Riesgos</a:t>
            </a:r>
          </a:p>
          <a:p>
            <a:pPr marL="171446" indent="-171446">
              <a:spcBef>
                <a:spcPts val="400"/>
              </a:spcBef>
              <a:buFont typeface="Wingdings" panose="05000000000000000000" pitchFamily="2" charset="2"/>
              <a:buChar char="§"/>
            </a:pPr>
            <a:r>
              <a:rPr lang="es-ES" sz="1200">
                <a:solidFill>
                  <a:schemeClr val="tx2"/>
                </a:solidFill>
              </a:rPr>
              <a:t>Gobierno corporativo, riesgos y cumplimiento</a:t>
            </a:r>
          </a:p>
          <a:p>
            <a:pPr marL="171446" indent="-171446">
              <a:spcBef>
                <a:spcPts val="400"/>
              </a:spcBef>
              <a:buFont typeface="Wingdings" panose="05000000000000000000" pitchFamily="2" charset="2"/>
              <a:buChar char="§"/>
            </a:pPr>
            <a:r>
              <a:rPr lang="es-ES" sz="1200">
                <a:solidFill>
                  <a:schemeClr val="tx2"/>
                </a:solidFill>
              </a:rPr>
              <a:t>Gestión de Servicios</a:t>
            </a:r>
          </a:p>
        </p:txBody>
      </p:sp>
      <p:sp>
        <p:nvSpPr>
          <p:cNvPr id="37" name="CuadroTexto 36">
            <a:extLst>
              <a:ext uri="{FF2B5EF4-FFF2-40B4-BE49-F238E27FC236}">
                <a16:creationId xmlns:a16="http://schemas.microsoft.com/office/drawing/2014/main" id="{3406D43D-15BF-46F2-3A98-1C57B4051666}"/>
              </a:ext>
            </a:extLst>
          </p:cNvPr>
          <p:cNvSpPr txBox="1"/>
          <p:nvPr/>
        </p:nvSpPr>
        <p:spPr>
          <a:xfrm flipH="1">
            <a:off x="6455954" y="2301652"/>
            <a:ext cx="2318820" cy="369332"/>
          </a:xfrm>
          <a:prstGeom prst="rect">
            <a:avLst/>
          </a:prstGeom>
          <a:noFill/>
        </p:spPr>
        <p:txBody>
          <a:bodyPr wrap="square" lIns="0" tIns="0" rIns="0" bIns="0" rtlCol="0" anchor="t">
            <a:spAutoFit/>
          </a:bodyPr>
          <a:lstStyle/>
          <a:p>
            <a:pPr marL="171446" indent="-171446">
              <a:spcBef>
                <a:spcPts val="400"/>
              </a:spcBef>
              <a:buFont typeface="Wingdings" panose="05000000000000000000" pitchFamily="2" charset="2"/>
              <a:buChar char="§"/>
            </a:pPr>
            <a:r>
              <a:rPr lang="es-ES" sz="1200"/>
              <a:t>1 500 usuarios finales  entre Lima y Regiones</a:t>
            </a:r>
          </a:p>
        </p:txBody>
      </p:sp>
      <p:sp>
        <p:nvSpPr>
          <p:cNvPr id="38" name="CuadroTexto 37">
            <a:extLst>
              <a:ext uri="{FF2B5EF4-FFF2-40B4-BE49-F238E27FC236}">
                <a16:creationId xmlns:a16="http://schemas.microsoft.com/office/drawing/2014/main" id="{FE82CB32-A030-8727-0A31-FFBD9D47EFD7}"/>
              </a:ext>
            </a:extLst>
          </p:cNvPr>
          <p:cNvSpPr txBox="1"/>
          <p:nvPr/>
        </p:nvSpPr>
        <p:spPr>
          <a:xfrm flipH="1">
            <a:off x="9321793" y="2313663"/>
            <a:ext cx="2318820" cy="656590"/>
          </a:xfrm>
          <a:prstGeom prst="rect">
            <a:avLst/>
          </a:prstGeom>
          <a:noFill/>
        </p:spPr>
        <p:txBody>
          <a:bodyPr wrap="square" lIns="0" tIns="0" rIns="0" bIns="0" rtlCol="0" anchor="t">
            <a:spAutoFit/>
          </a:bodyPr>
          <a:lstStyle/>
          <a:p>
            <a:pPr marL="171450" indent="-171450">
              <a:spcBef>
                <a:spcPts val="400"/>
              </a:spcBef>
              <a:buFont typeface="Arial" panose="020B0604020202020204" pitchFamily="34" charset="0"/>
              <a:buChar char="•"/>
            </a:pPr>
            <a:r>
              <a:rPr lang="es-ES" sz="1200"/>
              <a:t>1 Sede principal</a:t>
            </a:r>
          </a:p>
          <a:p>
            <a:pPr marL="171450" indent="-171450">
              <a:spcBef>
                <a:spcPts val="400"/>
              </a:spcBef>
              <a:buFont typeface="Arial" panose="020B0604020202020204" pitchFamily="34" charset="0"/>
              <a:buChar char="•"/>
            </a:pPr>
            <a:r>
              <a:rPr lang="es-ES" sz="1200"/>
              <a:t>12 Sucursales</a:t>
            </a:r>
          </a:p>
          <a:p>
            <a:pPr marL="171450" indent="-171450">
              <a:spcBef>
                <a:spcPts val="400"/>
              </a:spcBef>
              <a:buFont typeface="Arial" panose="020B0604020202020204" pitchFamily="34" charset="0"/>
              <a:buChar char="•"/>
            </a:pPr>
            <a:r>
              <a:rPr lang="es-ES" sz="1200"/>
              <a:t>11 tiendas</a:t>
            </a:r>
          </a:p>
        </p:txBody>
      </p:sp>
      <p:sp>
        <p:nvSpPr>
          <p:cNvPr id="39" name="CuadroTexto 38">
            <a:extLst>
              <a:ext uri="{FF2B5EF4-FFF2-40B4-BE49-F238E27FC236}">
                <a16:creationId xmlns:a16="http://schemas.microsoft.com/office/drawing/2014/main" id="{740A70D2-1A00-A3C5-B5FC-FE06A510CB28}"/>
              </a:ext>
            </a:extLst>
          </p:cNvPr>
          <p:cNvSpPr txBox="1"/>
          <p:nvPr/>
        </p:nvSpPr>
        <p:spPr>
          <a:xfrm>
            <a:off x="3500551" y="1782726"/>
            <a:ext cx="2220731" cy="276999"/>
          </a:xfrm>
          <a:prstGeom prst="rect">
            <a:avLst/>
          </a:prstGeom>
          <a:noFill/>
        </p:spPr>
        <p:txBody>
          <a:bodyPr wrap="square" lIns="0" tIns="0" rIns="0" bIns="0" rtlCol="0" anchor="b">
            <a:spAutoFit/>
          </a:bodyPr>
          <a:lstStyle/>
          <a:p>
            <a:pPr algn="r">
              <a:spcBef>
                <a:spcPts val="1200"/>
              </a:spcBef>
              <a:defRPr/>
            </a:pPr>
            <a:r>
              <a:rPr lang="es-ES" b="1">
                <a:solidFill>
                  <a:schemeClr val="tx2"/>
                </a:solidFill>
                <a:latin typeface="+mj-lt"/>
              </a:rPr>
              <a:t>Módulos</a:t>
            </a:r>
          </a:p>
        </p:txBody>
      </p:sp>
      <p:sp>
        <p:nvSpPr>
          <p:cNvPr id="40" name="CuadroTexto 39">
            <a:extLst>
              <a:ext uri="{FF2B5EF4-FFF2-40B4-BE49-F238E27FC236}">
                <a16:creationId xmlns:a16="http://schemas.microsoft.com/office/drawing/2014/main" id="{8DBA7EF1-CCEB-15D7-5CF1-55660B1586AE}"/>
              </a:ext>
            </a:extLst>
          </p:cNvPr>
          <p:cNvSpPr txBox="1"/>
          <p:nvPr/>
        </p:nvSpPr>
        <p:spPr>
          <a:xfrm>
            <a:off x="6491408" y="1782726"/>
            <a:ext cx="2220731" cy="276999"/>
          </a:xfrm>
          <a:prstGeom prst="rect">
            <a:avLst/>
          </a:prstGeom>
          <a:noFill/>
        </p:spPr>
        <p:txBody>
          <a:bodyPr wrap="square" lIns="0" tIns="0" rIns="0" bIns="0" rtlCol="0" anchor="b">
            <a:spAutoFit/>
          </a:bodyPr>
          <a:lstStyle/>
          <a:p>
            <a:pPr algn="r">
              <a:spcBef>
                <a:spcPts val="1200"/>
              </a:spcBef>
              <a:defRPr/>
            </a:pPr>
            <a:r>
              <a:rPr lang="es-ES" b="1">
                <a:latin typeface="+mj-lt"/>
              </a:rPr>
              <a:t>Usuarios</a:t>
            </a:r>
          </a:p>
        </p:txBody>
      </p:sp>
      <p:sp>
        <p:nvSpPr>
          <p:cNvPr id="41" name="CuadroTexto 40">
            <a:extLst>
              <a:ext uri="{FF2B5EF4-FFF2-40B4-BE49-F238E27FC236}">
                <a16:creationId xmlns:a16="http://schemas.microsoft.com/office/drawing/2014/main" id="{616B1889-E99C-2525-5C31-D4F7DBCDF42D}"/>
              </a:ext>
            </a:extLst>
          </p:cNvPr>
          <p:cNvSpPr txBox="1"/>
          <p:nvPr/>
        </p:nvSpPr>
        <p:spPr>
          <a:xfrm>
            <a:off x="9542004" y="1777617"/>
            <a:ext cx="2164511" cy="276999"/>
          </a:xfrm>
          <a:prstGeom prst="rect">
            <a:avLst/>
          </a:prstGeom>
          <a:noFill/>
        </p:spPr>
        <p:txBody>
          <a:bodyPr wrap="square" lIns="0" tIns="0" rIns="0" bIns="0" rtlCol="0" anchor="t">
            <a:spAutoFit/>
          </a:bodyPr>
          <a:lstStyle/>
          <a:p>
            <a:pPr algn="r">
              <a:spcBef>
                <a:spcPts val="1200"/>
              </a:spcBef>
              <a:defRPr/>
            </a:pPr>
            <a:r>
              <a:rPr lang="es-ES" b="1">
                <a:latin typeface="+mj-lt"/>
              </a:rPr>
              <a:t>Alcance ERP</a:t>
            </a:r>
          </a:p>
        </p:txBody>
      </p:sp>
      <p:sp>
        <p:nvSpPr>
          <p:cNvPr id="42" name="CuadroTexto 41">
            <a:extLst>
              <a:ext uri="{FF2B5EF4-FFF2-40B4-BE49-F238E27FC236}">
                <a16:creationId xmlns:a16="http://schemas.microsoft.com/office/drawing/2014/main" id="{B15A8B65-4238-F7D6-5413-6C991A4CE080}"/>
              </a:ext>
            </a:extLst>
          </p:cNvPr>
          <p:cNvSpPr txBox="1"/>
          <p:nvPr/>
        </p:nvSpPr>
        <p:spPr>
          <a:xfrm>
            <a:off x="543952" y="1782726"/>
            <a:ext cx="2220731" cy="276999"/>
          </a:xfrm>
          <a:prstGeom prst="rect">
            <a:avLst/>
          </a:prstGeom>
          <a:noFill/>
        </p:spPr>
        <p:txBody>
          <a:bodyPr wrap="square" lIns="0" tIns="0" rIns="0" bIns="0" rtlCol="0" anchor="b">
            <a:spAutoFit/>
          </a:bodyPr>
          <a:lstStyle/>
          <a:p>
            <a:pPr algn="r">
              <a:spcBef>
                <a:spcPts val="1200"/>
              </a:spcBef>
              <a:defRPr/>
            </a:pPr>
            <a:r>
              <a:rPr lang="es-ES" b="1">
                <a:solidFill>
                  <a:schemeClr val="tx2"/>
                </a:solidFill>
                <a:latin typeface="+mj-lt"/>
              </a:rPr>
              <a:t>Procesos</a:t>
            </a:r>
          </a:p>
        </p:txBody>
      </p:sp>
      <p:pic>
        <p:nvPicPr>
          <p:cNvPr id="43" name="Imagen 42">
            <a:extLst>
              <a:ext uri="{FF2B5EF4-FFF2-40B4-BE49-F238E27FC236}">
                <a16:creationId xmlns:a16="http://schemas.microsoft.com/office/drawing/2014/main" id="{9DFFAE46-2591-B3FF-E2A5-A1F40AFF3B3B}"/>
              </a:ext>
            </a:extLst>
          </p:cNvPr>
          <p:cNvPicPr>
            <a:picLocks noChangeAspect="1"/>
          </p:cNvPicPr>
          <p:nvPr/>
        </p:nvPicPr>
        <p:blipFill>
          <a:blip r:embed="rId6"/>
          <a:stretch>
            <a:fillRect/>
          </a:stretch>
        </p:blipFill>
        <p:spPr>
          <a:xfrm flipH="1">
            <a:off x="1551613" y="5244956"/>
            <a:ext cx="1368152" cy="1070727"/>
          </a:xfrm>
          <a:prstGeom prst="rect">
            <a:avLst/>
          </a:prstGeom>
        </p:spPr>
      </p:pic>
      <p:pic>
        <p:nvPicPr>
          <p:cNvPr id="44" name="Imagen 43">
            <a:extLst>
              <a:ext uri="{FF2B5EF4-FFF2-40B4-BE49-F238E27FC236}">
                <a16:creationId xmlns:a16="http://schemas.microsoft.com/office/drawing/2014/main" id="{11EC8A9E-279C-794C-D2DF-E7A2891962F4}"/>
              </a:ext>
            </a:extLst>
          </p:cNvPr>
          <p:cNvPicPr>
            <a:picLocks noChangeAspect="1"/>
          </p:cNvPicPr>
          <p:nvPr/>
        </p:nvPicPr>
        <p:blipFill>
          <a:blip r:embed="rId7"/>
          <a:stretch>
            <a:fillRect/>
          </a:stretch>
        </p:blipFill>
        <p:spPr>
          <a:xfrm>
            <a:off x="4551206" y="5207766"/>
            <a:ext cx="1268455" cy="1398331"/>
          </a:xfrm>
          <a:prstGeom prst="rect">
            <a:avLst/>
          </a:prstGeom>
        </p:spPr>
      </p:pic>
      <p:pic>
        <p:nvPicPr>
          <p:cNvPr id="45" name="Imagen 44">
            <a:extLst>
              <a:ext uri="{FF2B5EF4-FFF2-40B4-BE49-F238E27FC236}">
                <a16:creationId xmlns:a16="http://schemas.microsoft.com/office/drawing/2014/main" id="{16C45832-1316-B6E0-F595-23457BF4A8DD}"/>
              </a:ext>
            </a:extLst>
          </p:cNvPr>
          <p:cNvPicPr>
            <a:picLocks noChangeAspect="1"/>
          </p:cNvPicPr>
          <p:nvPr/>
        </p:nvPicPr>
        <p:blipFill>
          <a:blip r:embed="rId8"/>
          <a:stretch>
            <a:fillRect/>
          </a:stretch>
        </p:blipFill>
        <p:spPr>
          <a:xfrm>
            <a:off x="7277474" y="5343809"/>
            <a:ext cx="1607856" cy="873021"/>
          </a:xfrm>
          <a:prstGeom prst="rect">
            <a:avLst/>
          </a:prstGeom>
        </p:spPr>
      </p:pic>
      <p:pic>
        <p:nvPicPr>
          <p:cNvPr id="46" name="Imagen 45">
            <a:extLst>
              <a:ext uri="{FF2B5EF4-FFF2-40B4-BE49-F238E27FC236}">
                <a16:creationId xmlns:a16="http://schemas.microsoft.com/office/drawing/2014/main" id="{C3DE839C-6A26-2D18-CDEF-607A531E437F}"/>
              </a:ext>
            </a:extLst>
          </p:cNvPr>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516771" y="5252308"/>
            <a:ext cx="1189744" cy="1056023"/>
          </a:xfrm>
          <a:prstGeom prst="rect">
            <a:avLst/>
          </a:prstGeom>
          <a:noFill/>
          <a:ln>
            <a:noFill/>
          </a:ln>
        </p:spPr>
      </p:pic>
      <p:sp>
        <p:nvSpPr>
          <p:cNvPr id="47" name="CuadroTexto 46">
            <a:extLst>
              <a:ext uri="{FF2B5EF4-FFF2-40B4-BE49-F238E27FC236}">
                <a16:creationId xmlns:a16="http://schemas.microsoft.com/office/drawing/2014/main" id="{8B79B018-1FFA-3860-5AA1-19968A69E2BC}"/>
              </a:ext>
            </a:extLst>
          </p:cNvPr>
          <p:cNvSpPr txBox="1"/>
          <p:nvPr/>
        </p:nvSpPr>
        <p:spPr>
          <a:xfrm>
            <a:off x="4517670" y="2261987"/>
            <a:ext cx="1469911" cy="2893100"/>
          </a:xfrm>
          <a:prstGeom prst="rect">
            <a:avLst/>
          </a:prstGeom>
          <a:noFill/>
        </p:spPr>
        <p:txBody>
          <a:bodyPr wrap="square" lIns="0" tIns="0" rIns="0" bIns="0" rtlCol="0" anchor="t">
            <a:spAutoFit/>
          </a:bodyPr>
          <a:lstStyle/>
          <a:p>
            <a:pPr marL="171446" indent="-171446">
              <a:spcBef>
                <a:spcPts val="400"/>
              </a:spcBef>
              <a:buFont typeface="Wingdings" panose="05000000000000000000" pitchFamily="2" charset="2"/>
              <a:buChar char="§"/>
            </a:pPr>
            <a:r>
              <a:rPr lang="es-ES" sz="1200">
                <a:solidFill>
                  <a:schemeClr val="tx2"/>
                </a:solidFill>
              </a:rPr>
              <a:t>Gestión de materiales</a:t>
            </a:r>
          </a:p>
          <a:p>
            <a:pPr marL="171446" indent="-171446">
              <a:spcBef>
                <a:spcPts val="400"/>
              </a:spcBef>
              <a:buFont typeface="Wingdings" panose="05000000000000000000" pitchFamily="2" charset="2"/>
              <a:buChar char="§"/>
            </a:pPr>
            <a:r>
              <a:rPr lang="es-ES" sz="1200">
                <a:solidFill>
                  <a:schemeClr val="tx2"/>
                </a:solidFill>
              </a:rPr>
              <a:t>Ventas y Distribución</a:t>
            </a:r>
          </a:p>
          <a:p>
            <a:pPr marL="171446" indent="-171446">
              <a:spcBef>
                <a:spcPts val="400"/>
              </a:spcBef>
              <a:buFont typeface="Wingdings" panose="05000000000000000000" pitchFamily="2" charset="2"/>
              <a:buChar char="§"/>
            </a:pPr>
            <a:r>
              <a:rPr lang="es-ES" sz="1200">
                <a:solidFill>
                  <a:schemeClr val="tx2"/>
                </a:solidFill>
              </a:rPr>
              <a:t>Planificación de Producción</a:t>
            </a:r>
          </a:p>
          <a:p>
            <a:pPr marL="171446" indent="-171446">
              <a:spcBef>
                <a:spcPts val="400"/>
              </a:spcBef>
              <a:buFont typeface="Wingdings" panose="05000000000000000000" pitchFamily="2" charset="2"/>
              <a:buChar char="§"/>
            </a:pPr>
            <a:r>
              <a:rPr lang="es-ES" sz="1200">
                <a:solidFill>
                  <a:schemeClr val="tx2"/>
                </a:solidFill>
              </a:rPr>
              <a:t>Gestión de Proyectos</a:t>
            </a:r>
          </a:p>
          <a:p>
            <a:pPr marL="171446" indent="-171446">
              <a:spcBef>
                <a:spcPts val="400"/>
              </a:spcBef>
              <a:buFont typeface="Wingdings" panose="05000000000000000000" pitchFamily="2" charset="2"/>
              <a:buChar char="§"/>
            </a:pPr>
            <a:r>
              <a:rPr lang="es-ES" sz="1200">
                <a:solidFill>
                  <a:schemeClr val="tx2"/>
                </a:solidFill>
              </a:rPr>
              <a:t>Gestión avanzada de Almacenes</a:t>
            </a:r>
          </a:p>
          <a:p>
            <a:pPr marL="171446" indent="-171446">
              <a:spcBef>
                <a:spcPts val="400"/>
              </a:spcBef>
              <a:buFont typeface="Wingdings" panose="05000000000000000000" pitchFamily="2" charset="2"/>
              <a:buChar char="§"/>
            </a:pPr>
            <a:r>
              <a:rPr lang="es-ES" sz="1200">
                <a:solidFill>
                  <a:schemeClr val="tx2"/>
                </a:solidFill>
              </a:rPr>
              <a:t>Gestión de Transporte</a:t>
            </a:r>
          </a:p>
          <a:p>
            <a:pPr marL="171446" indent="-171446">
              <a:spcBef>
                <a:spcPts val="400"/>
              </a:spcBef>
              <a:buFont typeface="Wingdings" panose="05000000000000000000" pitchFamily="2" charset="2"/>
              <a:buChar char="§"/>
            </a:pPr>
            <a:r>
              <a:rPr lang="es-ES" sz="1200">
                <a:solidFill>
                  <a:schemeClr val="tx2"/>
                </a:solidFill>
              </a:rPr>
              <a:t>Mantenimiento de Activos</a:t>
            </a:r>
          </a:p>
        </p:txBody>
      </p:sp>
      <p:sp>
        <p:nvSpPr>
          <p:cNvPr id="48" name="CuadroTexto 47">
            <a:extLst>
              <a:ext uri="{FF2B5EF4-FFF2-40B4-BE49-F238E27FC236}">
                <a16:creationId xmlns:a16="http://schemas.microsoft.com/office/drawing/2014/main" id="{B7039BA9-2071-3A82-CD66-6E1910478451}"/>
              </a:ext>
            </a:extLst>
          </p:cNvPr>
          <p:cNvSpPr txBox="1"/>
          <p:nvPr/>
        </p:nvSpPr>
        <p:spPr>
          <a:xfrm>
            <a:off x="349025" y="3165823"/>
            <a:ext cx="2220731" cy="707886"/>
          </a:xfrm>
          <a:prstGeom prst="rect">
            <a:avLst/>
          </a:prstGeom>
          <a:noFill/>
        </p:spPr>
        <p:txBody>
          <a:bodyPr wrap="square" lIns="0" tIns="0" rIns="0" bIns="0" rtlCol="0" anchor="b">
            <a:spAutoFit/>
          </a:bodyPr>
          <a:lstStyle/>
          <a:p>
            <a:pPr algn="r">
              <a:spcBef>
                <a:spcPts val="1200"/>
              </a:spcBef>
              <a:defRPr/>
            </a:pPr>
            <a:endParaRPr lang="es-ES" b="1">
              <a:solidFill>
                <a:schemeClr val="tx2"/>
              </a:solidFill>
              <a:latin typeface="+mj-lt"/>
            </a:endParaRPr>
          </a:p>
          <a:p>
            <a:pPr algn="r">
              <a:spcBef>
                <a:spcPts val="1200"/>
              </a:spcBef>
              <a:defRPr/>
            </a:pPr>
            <a:r>
              <a:rPr lang="es-ES" b="1">
                <a:solidFill>
                  <a:schemeClr val="tx2"/>
                </a:solidFill>
                <a:latin typeface="+mj-lt"/>
              </a:rPr>
              <a:t>Frentes</a:t>
            </a:r>
          </a:p>
        </p:txBody>
      </p:sp>
      <p:sp>
        <p:nvSpPr>
          <p:cNvPr id="70" name="Freeform: Shape 229">
            <a:extLst>
              <a:ext uri="{FF2B5EF4-FFF2-40B4-BE49-F238E27FC236}">
                <a16:creationId xmlns:a16="http://schemas.microsoft.com/office/drawing/2014/main" id="{D4FB1E66-2587-CB82-CE06-731E99695CFE}"/>
              </a:ext>
            </a:extLst>
          </p:cNvPr>
          <p:cNvSpPr/>
          <p:nvPr/>
        </p:nvSpPr>
        <p:spPr>
          <a:xfrm rot="5400000" flipH="1" flipV="1">
            <a:off x="1355661" y="2857016"/>
            <a:ext cx="3563940" cy="435733"/>
          </a:xfrm>
          <a:custGeom>
            <a:avLst/>
            <a:gdLst>
              <a:gd name="connsiteX0" fmla="*/ 4564194 w 4564194"/>
              <a:gd name="connsiteY0" fmla="*/ 0 h 3348000"/>
              <a:gd name="connsiteX1" fmla="*/ 941926 w 4564194"/>
              <a:gd name="connsiteY1" fmla="*/ 0 h 3348000"/>
              <a:gd name="connsiteX2" fmla="*/ 0 w 4564194"/>
              <a:gd name="connsiteY2" fmla="*/ 3348000 h 3348000"/>
              <a:gd name="connsiteX3" fmla="*/ 3622268 w 4564194"/>
              <a:gd name="connsiteY3" fmla="*/ 3348000 h 3348000"/>
            </a:gdLst>
            <a:ahLst/>
            <a:cxnLst>
              <a:cxn ang="0">
                <a:pos x="connsiteX0" y="connsiteY0"/>
              </a:cxn>
              <a:cxn ang="0">
                <a:pos x="connsiteX1" y="connsiteY1"/>
              </a:cxn>
              <a:cxn ang="0">
                <a:pos x="connsiteX2" y="connsiteY2"/>
              </a:cxn>
              <a:cxn ang="0">
                <a:pos x="connsiteX3" y="connsiteY3"/>
              </a:cxn>
            </a:cxnLst>
            <a:rect l="l" t="t" r="r" b="b"/>
            <a:pathLst>
              <a:path w="4564194" h="3348000">
                <a:moveTo>
                  <a:pt x="4564194" y="0"/>
                </a:moveTo>
                <a:lnTo>
                  <a:pt x="941926" y="0"/>
                </a:lnTo>
                <a:lnTo>
                  <a:pt x="0" y="3348000"/>
                </a:lnTo>
                <a:lnTo>
                  <a:pt x="3622268" y="3348000"/>
                </a:lnTo>
                <a:close/>
              </a:path>
            </a:pathLst>
          </a:custGeom>
          <a:solidFill>
            <a:srgbClr val="260717"/>
          </a:solidFill>
          <a:ln>
            <a:solidFill>
              <a:srgbClr val="260717"/>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3768">
              <a:defRPr/>
            </a:pPr>
            <a:endParaRPr lang="en-US">
              <a:solidFill>
                <a:srgbClr val="FFFFFF"/>
              </a:solidFill>
              <a:latin typeface="Soho Gothic Pro Light"/>
            </a:endParaRPr>
          </a:p>
        </p:txBody>
      </p:sp>
      <p:sp>
        <p:nvSpPr>
          <p:cNvPr id="2" name="Marcador de pie de página 2">
            <a:extLst>
              <a:ext uri="{FF2B5EF4-FFF2-40B4-BE49-F238E27FC236}">
                <a16:creationId xmlns:a16="http://schemas.microsoft.com/office/drawing/2014/main" id="{7E6C0542-6508-517C-3C63-10FB7AE8452F}"/>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Tree>
    <p:extLst>
      <p:ext uri="{BB962C8B-B14F-4D97-AF65-F5344CB8AC3E}">
        <p14:creationId xmlns:p14="http://schemas.microsoft.com/office/powerpoint/2010/main" val="1564040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776E8-5E07-C4D3-0118-6C77B8A431FE}"/>
            </a:ext>
          </a:extLst>
        </p:cNvPr>
        <p:cNvGrpSpPr/>
        <p:nvPr/>
      </p:nvGrpSpPr>
      <p:grpSpPr>
        <a:xfrm>
          <a:off x="0" y="0"/>
          <a:ext cx="0" cy="0"/>
          <a:chOff x="0" y="0"/>
          <a:chExt cx="0" cy="0"/>
        </a:xfrm>
      </p:grpSpPr>
      <p:graphicFrame>
        <p:nvGraphicFramePr>
          <p:cNvPr id="8" name="Objeto 7" hidden="1">
            <a:extLst>
              <a:ext uri="{FF2B5EF4-FFF2-40B4-BE49-F238E27FC236}">
                <a16:creationId xmlns:a16="http://schemas.microsoft.com/office/drawing/2014/main" id="{B68FB452-7F3A-4F48-BEB0-6A5A1C7C86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6" progId="TCLayout.ActiveDocument.1">
                  <p:embed/>
                </p:oleObj>
              </mc:Choice>
              <mc:Fallback>
                <p:oleObj name="Diapositiva de think-cell" r:id="rId4" imgW="395" imgH="396" progId="TCLayout.ActiveDocument.1">
                  <p:embed/>
                  <p:pic>
                    <p:nvPicPr>
                      <p:cNvPr id="8" name="Objeto 7" hidden="1">
                        <a:extLst>
                          <a:ext uri="{FF2B5EF4-FFF2-40B4-BE49-F238E27FC236}">
                            <a16:creationId xmlns:a16="http://schemas.microsoft.com/office/drawing/2014/main" id="{B68FB452-7F3A-4F48-BEB0-6A5A1C7C86C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ítulo 5">
            <a:extLst>
              <a:ext uri="{FF2B5EF4-FFF2-40B4-BE49-F238E27FC236}">
                <a16:creationId xmlns:a16="http://schemas.microsoft.com/office/drawing/2014/main" id="{69F366E7-9D35-4385-5155-9E2679C997E2}"/>
              </a:ext>
            </a:extLst>
          </p:cNvPr>
          <p:cNvSpPr>
            <a:spLocks noGrp="1"/>
          </p:cNvSpPr>
          <p:nvPr>
            <p:ph type="title"/>
          </p:nvPr>
        </p:nvSpPr>
        <p:spPr>
          <a:xfrm>
            <a:off x="335360" y="548680"/>
            <a:ext cx="11521678" cy="873124"/>
          </a:xfrm>
        </p:spPr>
        <p:txBody>
          <a:bodyPr vert="horz"/>
          <a:lstStyle/>
          <a:p>
            <a:r>
              <a:rPr lang="es-CL" err="1"/>
              <a:t>Minsait</a:t>
            </a:r>
            <a:r>
              <a:rPr lang="es-CL"/>
              <a:t> posee la experiencia y visión integral de todo el proceso de evolución a PMO Avanzada…</a:t>
            </a:r>
            <a:endParaRPr lang="es-ES">
              <a:latin typeface="+mj-lt"/>
              <a:sym typeface="ForFuture Sans" panose="020B0504020203020204" pitchFamily="34" charset="0"/>
            </a:endParaRPr>
          </a:p>
        </p:txBody>
      </p:sp>
      <p:sp>
        <p:nvSpPr>
          <p:cNvPr id="7" name="Marcador de texto 6">
            <a:extLst>
              <a:ext uri="{FF2B5EF4-FFF2-40B4-BE49-F238E27FC236}">
                <a16:creationId xmlns:a16="http://schemas.microsoft.com/office/drawing/2014/main" id="{0A8E2DB7-D913-0CA9-1102-AC010E1092C9}"/>
              </a:ext>
            </a:extLst>
          </p:cNvPr>
          <p:cNvSpPr>
            <a:spLocks noGrp="1"/>
          </p:cNvSpPr>
          <p:nvPr>
            <p:ph type="body" sz="quarter" idx="16"/>
          </p:nvPr>
        </p:nvSpPr>
        <p:spPr>
          <a:xfrm>
            <a:off x="335360" y="323548"/>
            <a:ext cx="11521678" cy="160813"/>
          </a:xfrm>
        </p:spPr>
        <p:txBody>
          <a:bodyPr/>
          <a:lstStyle/>
          <a:p>
            <a:r>
              <a:rPr lang="es-ES">
                <a:latin typeface="ForFuture Sans" panose="020B0504020203020204" pitchFamily="34" charset="0"/>
                <a:sym typeface="ForFuture Sans" panose="020B0504020203020204" pitchFamily="34" charset="0"/>
              </a:rPr>
              <a:t>01. Contexto y objetivo</a:t>
            </a:r>
          </a:p>
        </p:txBody>
      </p:sp>
      <p:sp>
        <p:nvSpPr>
          <p:cNvPr id="60" name="Paralelogramo 59">
            <a:extLst>
              <a:ext uri="{FF2B5EF4-FFF2-40B4-BE49-F238E27FC236}">
                <a16:creationId xmlns:a16="http://schemas.microsoft.com/office/drawing/2014/main" id="{4D8E10F2-2511-69C7-CCBF-104FCF32457B}"/>
              </a:ext>
            </a:extLst>
          </p:cNvPr>
          <p:cNvSpPr/>
          <p:nvPr/>
        </p:nvSpPr>
        <p:spPr>
          <a:xfrm>
            <a:off x="-143420" y="1271015"/>
            <a:ext cx="5256000" cy="565416"/>
          </a:xfrm>
          <a:prstGeom prst="parallelogram">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ea typeface="+mn-ea"/>
              <a:cs typeface="+mn-cs"/>
            </a:endParaRPr>
          </a:p>
        </p:txBody>
      </p:sp>
      <p:sp>
        <p:nvSpPr>
          <p:cNvPr id="61" name="Paralelogramo 60">
            <a:extLst>
              <a:ext uri="{FF2B5EF4-FFF2-40B4-BE49-F238E27FC236}">
                <a16:creationId xmlns:a16="http://schemas.microsoft.com/office/drawing/2014/main" id="{20C3734D-A382-4BCA-83E9-5F7C9751C710}"/>
              </a:ext>
            </a:extLst>
          </p:cNvPr>
          <p:cNvSpPr/>
          <p:nvPr/>
        </p:nvSpPr>
        <p:spPr>
          <a:xfrm>
            <a:off x="5034690" y="1271015"/>
            <a:ext cx="4752000" cy="565416"/>
          </a:xfrm>
          <a:prstGeom prst="parallelogram">
            <a:avLst/>
          </a:prstGeom>
          <a:solidFill>
            <a:srgbClr val="FF00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ea typeface="+mn-ea"/>
              <a:cs typeface="+mn-cs"/>
            </a:endParaRPr>
          </a:p>
        </p:txBody>
      </p:sp>
      <p:sp>
        <p:nvSpPr>
          <p:cNvPr id="62" name="Paralelogramo 61">
            <a:extLst>
              <a:ext uri="{FF2B5EF4-FFF2-40B4-BE49-F238E27FC236}">
                <a16:creationId xmlns:a16="http://schemas.microsoft.com/office/drawing/2014/main" id="{9CBAEE6C-B637-C08C-F984-543048B3BEEB}"/>
              </a:ext>
            </a:extLst>
          </p:cNvPr>
          <p:cNvSpPr/>
          <p:nvPr/>
        </p:nvSpPr>
        <p:spPr>
          <a:xfrm>
            <a:off x="9711897" y="1271015"/>
            <a:ext cx="3057075" cy="565416"/>
          </a:xfrm>
          <a:prstGeom prst="parallelogram">
            <a:avLst/>
          </a:pr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ea typeface="+mn-ea"/>
              <a:cs typeface="+mn-cs"/>
            </a:endParaRPr>
          </a:p>
        </p:txBody>
      </p:sp>
      <p:sp>
        <p:nvSpPr>
          <p:cNvPr id="63" name="CuadroTexto 62">
            <a:extLst>
              <a:ext uri="{FF2B5EF4-FFF2-40B4-BE49-F238E27FC236}">
                <a16:creationId xmlns:a16="http://schemas.microsoft.com/office/drawing/2014/main" id="{C8A7FE09-89F4-FA81-AEAB-05F1EAE4FD2E}"/>
              </a:ext>
            </a:extLst>
          </p:cNvPr>
          <p:cNvSpPr txBox="1"/>
          <p:nvPr/>
        </p:nvSpPr>
        <p:spPr>
          <a:xfrm>
            <a:off x="1357162" y="1369057"/>
            <a:ext cx="197317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a:ln>
                  <a:noFill/>
                </a:ln>
                <a:solidFill>
                  <a:schemeClr val="bg1"/>
                </a:solidFill>
                <a:effectLst/>
                <a:uLnTx/>
                <a:uFillTx/>
                <a:latin typeface="+mj-lt"/>
                <a:ea typeface="+mn-ea"/>
                <a:cs typeface="+mn-cs"/>
              </a:rPr>
              <a:t>Preparación</a:t>
            </a:r>
          </a:p>
        </p:txBody>
      </p:sp>
      <p:sp>
        <p:nvSpPr>
          <p:cNvPr id="64" name="CuadroTexto 63">
            <a:extLst>
              <a:ext uri="{FF2B5EF4-FFF2-40B4-BE49-F238E27FC236}">
                <a16:creationId xmlns:a16="http://schemas.microsoft.com/office/drawing/2014/main" id="{79946A81-0FA7-EBD2-D996-DC85FE6C1650}"/>
              </a:ext>
            </a:extLst>
          </p:cNvPr>
          <p:cNvSpPr txBox="1"/>
          <p:nvPr/>
        </p:nvSpPr>
        <p:spPr>
          <a:xfrm>
            <a:off x="6408831" y="1369057"/>
            <a:ext cx="197317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a:ln>
                  <a:noFill/>
                </a:ln>
                <a:solidFill>
                  <a:schemeClr val="bg1"/>
                </a:solidFill>
                <a:effectLst/>
                <a:uLnTx/>
                <a:uFillTx/>
                <a:latin typeface="+mj-lt"/>
                <a:ea typeface="+mn-ea"/>
                <a:cs typeface="+mn-cs"/>
              </a:rPr>
              <a:t>Ejecución</a:t>
            </a:r>
          </a:p>
        </p:txBody>
      </p:sp>
      <p:sp>
        <p:nvSpPr>
          <p:cNvPr id="65" name="CuadroTexto 64">
            <a:extLst>
              <a:ext uri="{FF2B5EF4-FFF2-40B4-BE49-F238E27FC236}">
                <a16:creationId xmlns:a16="http://schemas.microsoft.com/office/drawing/2014/main" id="{2221C211-A057-9C59-330A-3744A5A33F4E}"/>
              </a:ext>
            </a:extLst>
          </p:cNvPr>
          <p:cNvSpPr txBox="1"/>
          <p:nvPr/>
        </p:nvSpPr>
        <p:spPr>
          <a:xfrm>
            <a:off x="10066422" y="1369057"/>
            <a:ext cx="197317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a:ln>
                  <a:noFill/>
                </a:ln>
                <a:solidFill>
                  <a:schemeClr val="tx2"/>
                </a:solidFill>
                <a:effectLst/>
                <a:uLnTx/>
                <a:uFillTx/>
                <a:latin typeface="+mj-lt"/>
                <a:ea typeface="+mn-ea"/>
                <a:cs typeface="+mn-cs"/>
              </a:rPr>
              <a:t>Cierre</a:t>
            </a:r>
          </a:p>
        </p:txBody>
      </p:sp>
      <p:sp>
        <p:nvSpPr>
          <p:cNvPr id="66" name="Paralelogramo 65">
            <a:extLst>
              <a:ext uri="{FF2B5EF4-FFF2-40B4-BE49-F238E27FC236}">
                <a16:creationId xmlns:a16="http://schemas.microsoft.com/office/drawing/2014/main" id="{0D5BB47A-BD47-FE8A-0ECD-7244F9AC6D31}"/>
              </a:ext>
            </a:extLst>
          </p:cNvPr>
          <p:cNvSpPr/>
          <p:nvPr/>
        </p:nvSpPr>
        <p:spPr>
          <a:xfrm>
            <a:off x="-125132" y="2572644"/>
            <a:ext cx="2688341" cy="443994"/>
          </a:xfrm>
          <a:prstGeom prst="parallelogram">
            <a:avLst/>
          </a:prstGeom>
          <a:solidFill>
            <a:srgbClr val="26071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ea typeface="+mn-ea"/>
              <a:cs typeface="+mn-cs"/>
            </a:endParaRPr>
          </a:p>
        </p:txBody>
      </p:sp>
      <p:sp>
        <p:nvSpPr>
          <p:cNvPr id="67" name="Paralelogramo 66">
            <a:extLst>
              <a:ext uri="{FF2B5EF4-FFF2-40B4-BE49-F238E27FC236}">
                <a16:creationId xmlns:a16="http://schemas.microsoft.com/office/drawing/2014/main" id="{749313C4-F848-EC29-C04F-658309A51E97}"/>
              </a:ext>
            </a:extLst>
          </p:cNvPr>
          <p:cNvSpPr/>
          <p:nvPr/>
        </p:nvSpPr>
        <p:spPr>
          <a:xfrm>
            <a:off x="2536576" y="2572644"/>
            <a:ext cx="2376000" cy="443994"/>
          </a:xfrm>
          <a:prstGeom prst="parallelogram">
            <a:avLst/>
          </a:prstGeom>
          <a:solidFill>
            <a:srgbClr val="26071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ea typeface="+mn-ea"/>
              <a:cs typeface="+mn-cs"/>
            </a:endParaRPr>
          </a:p>
        </p:txBody>
      </p:sp>
      <p:sp>
        <p:nvSpPr>
          <p:cNvPr id="68" name="Paralelogramo 67">
            <a:extLst>
              <a:ext uri="{FF2B5EF4-FFF2-40B4-BE49-F238E27FC236}">
                <a16:creationId xmlns:a16="http://schemas.microsoft.com/office/drawing/2014/main" id="{1CB15F80-E49F-22A7-1461-6B3D11E3EEAA}"/>
              </a:ext>
            </a:extLst>
          </p:cNvPr>
          <p:cNvSpPr/>
          <p:nvPr/>
        </p:nvSpPr>
        <p:spPr>
          <a:xfrm>
            <a:off x="4885943" y="2572644"/>
            <a:ext cx="2376000" cy="443994"/>
          </a:xfrm>
          <a:prstGeom prst="parallelogram">
            <a:avLst/>
          </a:prstGeom>
          <a:solidFill>
            <a:srgbClr val="FF0054">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ea typeface="+mn-ea"/>
              <a:cs typeface="+mn-cs"/>
            </a:endParaRPr>
          </a:p>
        </p:txBody>
      </p:sp>
      <p:sp>
        <p:nvSpPr>
          <p:cNvPr id="69" name="Paralelogramo 68">
            <a:extLst>
              <a:ext uri="{FF2B5EF4-FFF2-40B4-BE49-F238E27FC236}">
                <a16:creationId xmlns:a16="http://schemas.microsoft.com/office/drawing/2014/main" id="{3BEEE837-4134-8540-004A-7DD601CC6FD1}"/>
              </a:ext>
            </a:extLst>
          </p:cNvPr>
          <p:cNvSpPr/>
          <p:nvPr/>
        </p:nvSpPr>
        <p:spPr>
          <a:xfrm>
            <a:off x="7235310" y="2572644"/>
            <a:ext cx="2376000" cy="443994"/>
          </a:xfrm>
          <a:prstGeom prst="parallelogram">
            <a:avLst/>
          </a:prstGeom>
          <a:solidFill>
            <a:srgbClr val="FF0054">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ea typeface="+mn-ea"/>
              <a:cs typeface="+mn-cs"/>
            </a:endParaRPr>
          </a:p>
        </p:txBody>
      </p:sp>
      <p:sp>
        <p:nvSpPr>
          <p:cNvPr id="71" name="Paralelogramo 70">
            <a:extLst>
              <a:ext uri="{FF2B5EF4-FFF2-40B4-BE49-F238E27FC236}">
                <a16:creationId xmlns:a16="http://schemas.microsoft.com/office/drawing/2014/main" id="{FFB68447-4A2E-4595-5289-E00837343341}"/>
              </a:ext>
            </a:extLst>
          </p:cNvPr>
          <p:cNvSpPr/>
          <p:nvPr/>
        </p:nvSpPr>
        <p:spPr>
          <a:xfrm>
            <a:off x="9584676" y="2572644"/>
            <a:ext cx="2726036" cy="443994"/>
          </a:xfrm>
          <a:prstGeom prst="parallelogram">
            <a:avLst/>
          </a:prstGeom>
          <a:solidFill>
            <a:srgbClr val="F9C1D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ea typeface="+mn-ea"/>
              <a:cs typeface="+mn-cs"/>
            </a:endParaRPr>
          </a:p>
        </p:txBody>
      </p:sp>
      <p:sp>
        <p:nvSpPr>
          <p:cNvPr id="72" name="CuadroTexto 71">
            <a:extLst>
              <a:ext uri="{FF2B5EF4-FFF2-40B4-BE49-F238E27FC236}">
                <a16:creationId xmlns:a16="http://schemas.microsoft.com/office/drawing/2014/main" id="{28722944-20ED-A6AE-2C9C-7F9EF9A5C4D9}"/>
              </a:ext>
            </a:extLst>
          </p:cNvPr>
          <p:cNvSpPr txBox="1"/>
          <p:nvPr/>
        </p:nvSpPr>
        <p:spPr>
          <a:xfrm>
            <a:off x="336001" y="3099737"/>
            <a:ext cx="2079940" cy="3323987"/>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Evaluación y selección de alternativas de implantación y/o migración del ERP estableciendo el modelo óptimo de migración técnico y funcional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Definición del plan de proyecto para la migración o implantación de SAP PMO Avanzada, determinando solución y plan de implantación (esfuerzos y plazos)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Elaboración del caso de negocio para la implantación o evolución a PMO Avanzada, cuantificación de los costes y eficiencias y determinación de parámetros para la medición de los resultados.</a:t>
            </a:r>
          </a:p>
        </p:txBody>
      </p:sp>
      <p:sp>
        <p:nvSpPr>
          <p:cNvPr id="73" name="CuadroTexto 72">
            <a:extLst>
              <a:ext uri="{FF2B5EF4-FFF2-40B4-BE49-F238E27FC236}">
                <a16:creationId xmlns:a16="http://schemas.microsoft.com/office/drawing/2014/main" id="{C0653BF7-A80B-E787-2A9F-86C63D370625}"/>
              </a:ext>
            </a:extLst>
          </p:cNvPr>
          <p:cNvSpPr txBox="1"/>
          <p:nvPr/>
        </p:nvSpPr>
        <p:spPr>
          <a:xfrm>
            <a:off x="2586712" y="3098135"/>
            <a:ext cx="2079940" cy="270843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Determinación del GAP entre la situación actual y el modelo operativo futuro para cada uno de los diferentes empleados de la compañía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Evaluación de las alternativas para la cobertura del GAP a nivel de proceso, organización, funciones, roles y perfiles,…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Rediseño de los procesos y organización para la adaptación a la nueva operativa asociada al nuevo ERP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chemeClr val="tx2"/>
              </a:solidFill>
              <a:effectLst/>
              <a:uLnTx/>
              <a:uFillTx/>
              <a:ea typeface="+mn-ea"/>
              <a:cs typeface="+mn-cs"/>
            </a:endParaRPr>
          </a:p>
        </p:txBody>
      </p:sp>
      <p:sp>
        <p:nvSpPr>
          <p:cNvPr id="74" name="CuadroTexto 73">
            <a:extLst>
              <a:ext uri="{FF2B5EF4-FFF2-40B4-BE49-F238E27FC236}">
                <a16:creationId xmlns:a16="http://schemas.microsoft.com/office/drawing/2014/main" id="{F0531A11-F97B-41A3-E44C-D3425483E63C}"/>
              </a:ext>
            </a:extLst>
          </p:cNvPr>
          <p:cNvSpPr txBox="1"/>
          <p:nvPr/>
        </p:nvSpPr>
        <p:spPr>
          <a:xfrm>
            <a:off x="4973785" y="3098132"/>
            <a:ext cx="2079940" cy="301621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Supervisión y soporte en la elaboración del plan de proyecto detallado e integrado entre los diferentes participantes en el proyecto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Definición y coordinación del modelo de gobierno del proyecto de implantación o migración de PMO Avanzada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Elaboración de los informes de seguimiento y preparación de los comités de dirección y coordinación del proyecto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Gestión de riegos y de cambios de alcance del proyecto, y </a:t>
            </a:r>
            <a:r>
              <a:rPr lang="es-ES" sz="1000">
                <a:solidFill>
                  <a:schemeClr val="tx2"/>
                </a:solidFill>
              </a:rPr>
              <a:t>foco en</a:t>
            </a:r>
            <a:r>
              <a:rPr kumimoji="0" lang="es-ES" sz="1000" b="0" i="0" u="none" strike="noStrike" kern="1200" cap="none" spc="0" normalizeH="0" baseline="0" noProof="0">
                <a:ln>
                  <a:noFill/>
                </a:ln>
                <a:solidFill>
                  <a:schemeClr val="tx2"/>
                </a:solidFill>
                <a:effectLst/>
                <a:uLnTx/>
                <a:uFillTx/>
                <a:ea typeface="+mn-ea"/>
                <a:cs typeface="+mn-cs"/>
              </a:rPr>
              <a:t> la calidad del proyecto.</a:t>
            </a:r>
          </a:p>
        </p:txBody>
      </p:sp>
      <p:sp>
        <p:nvSpPr>
          <p:cNvPr id="75" name="CuadroTexto 74">
            <a:extLst>
              <a:ext uri="{FF2B5EF4-FFF2-40B4-BE49-F238E27FC236}">
                <a16:creationId xmlns:a16="http://schemas.microsoft.com/office/drawing/2014/main" id="{A339C1A9-CAB2-55C1-0B34-727CB4129CD9}"/>
              </a:ext>
            </a:extLst>
          </p:cNvPr>
          <p:cNvSpPr txBox="1"/>
          <p:nvPr/>
        </p:nvSpPr>
        <p:spPr>
          <a:xfrm>
            <a:off x="7262995" y="3096530"/>
            <a:ext cx="2174587" cy="2862322"/>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Preparación de la organización para la adopción de la nueva operativa y de la nueva herramienta.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Diseño, elaboración y ejecución del plan de capacitación, plan de comunicación y plan de soporte para todos los colectivos afectados.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Elaboración de la </a:t>
            </a:r>
            <a:r>
              <a:rPr kumimoji="0" lang="es-ES" sz="1000" b="0" i="0" u="none" strike="noStrike" kern="1200" cap="none" spc="0" normalizeH="0" baseline="0" noProof="0" err="1">
                <a:ln>
                  <a:noFill/>
                </a:ln>
                <a:solidFill>
                  <a:schemeClr val="tx2"/>
                </a:solidFill>
                <a:effectLst/>
                <a:uLnTx/>
                <a:uFillTx/>
                <a:ea typeface="+mn-ea"/>
                <a:cs typeface="+mn-cs"/>
              </a:rPr>
              <a:t>currícula</a:t>
            </a:r>
            <a:r>
              <a:rPr kumimoji="0" lang="es-ES" sz="1000" b="0" i="0" u="none" strike="noStrike" kern="1200" cap="none" spc="0" normalizeH="0" baseline="0" noProof="0">
                <a:ln>
                  <a:noFill/>
                </a:ln>
                <a:solidFill>
                  <a:schemeClr val="tx2"/>
                </a:solidFill>
                <a:effectLst/>
                <a:uLnTx/>
                <a:uFillTx/>
                <a:ea typeface="+mn-ea"/>
                <a:cs typeface="+mn-cs"/>
              </a:rPr>
              <a:t> y de los materiales formativos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Despliegue de la red de agentes de cambio en la organización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Seguimiento de la adopción de la nueva solución</a:t>
            </a:r>
          </a:p>
        </p:txBody>
      </p:sp>
      <p:sp>
        <p:nvSpPr>
          <p:cNvPr id="76" name="CuadroTexto 75">
            <a:extLst>
              <a:ext uri="{FF2B5EF4-FFF2-40B4-BE49-F238E27FC236}">
                <a16:creationId xmlns:a16="http://schemas.microsoft.com/office/drawing/2014/main" id="{160D9AB9-BB8D-6A43-3183-FC181BBD40D9}"/>
              </a:ext>
            </a:extLst>
          </p:cNvPr>
          <p:cNvSpPr txBox="1"/>
          <p:nvPr/>
        </p:nvSpPr>
        <p:spPr>
          <a:xfrm>
            <a:off x="9702272" y="3085661"/>
            <a:ext cx="2079940" cy="209288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Revisión de las eficiencias y/o </a:t>
            </a:r>
            <a:r>
              <a:rPr kumimoji="0" lang="es-ES" sz="1000" b="0" i="0" u="none" strike="noStrike" kern="1200" cap="none" spc="0" normalizeH="0" baseline="0" noProof="0" err="1">
                <a:ln>
                  <a:noFill/>
                </a:ln>
                <a:solidFill>
                  <a:schemeClr val="tx2"/>
                </a:solidFill>
                <a:effectLst/>
                <a:uLnTx/>
                <a:uFillTx/>
                <a:ea typeface="+mn-ea"/>
                <a:cs typeface="+mn-cs"/>
              </a:rPr>
              <a:t>best</a:t>
            </a:r>
            <a:r>
              <a:rPr kumimoji="0" lang="es-ES" sz="1000" b="0" i="0" u="none" strike="noStrike" kern="1200" cap="none" spc="0" normalizeH="0" baseline="0" noProof="0">
                <a:ln>
                  <a:noFill/>
                </a:ln>
                <a:solidFill>
                  <a:schemeClr val="tx2"/>
                </a:solidFill>
                <a:effectLst/>
                <a:uLnTx/>
                <a:uFillTx/>
                <a:ea typeface="+mn-ea"/>
                <a:cs typeface="+mn-cs"/>
              </a:rPr>
              <a:t> </a:t>
            </a:r>
            <a:r>
              <a:rPr kumimoji="0" lang="es-ES" sz="1000" b="0" i="0" u="none" strike="noStrike" kern="1200" cap="none" spc="0" normalizeH="0" baseline="0" noProof="0" err="1">
                <a:ln>
                  <a:noFill/>
                </a:ln>
                <a:solidFill>
                  <a:schemeClr val="tx2"/>
                </a:solidFill>
                <a:effectLst/>
                <a:uLnTx/>
                <a:uFillTx/>
                <a:ea typeface="+mn-ea"/>
                <a:cs typeface="+mn-cs"/>
              </a:rPr>
              <a:t>practices</a:t>
            </a:r>
            <a:r>
              <a:rPr kumimoji="0" lang="es-ES" sz="1000" b="0" i="0" u="none" strike="noStrike" kern="1200" cap="none" spc="0" normalizeH="0" baseline="0" noProof="0">
                <a:ln>
                  <a:noFill/>
                </a:ln>
                <a:solidFill>
                  <a:schemeClr val="tx2"/>
                </a:solidFill>
                <a:effectLst/>
                <a:uLnTx/>
                <a:uFillTx/>
                <a:ea typeface="+mn-ea"/>
                <a:cs typeface="+mn-cs"/>
              </a:rPr>
              <a:t> identificadas en el caso de negocio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Cuantificación de las eficiencias realmente alcanzadas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Identificación de nuevas líneas de eficiencia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0" i="0" u="none" strike="noStrike" kern="1200" cap="none" spc="0" normalizeH="0" baseline="0" noProof="0">
                <a:ln>
                  <a:noFill/>
                </a:ln>
                <a:solidFill>
                  <a:schemeClr val="tx2"/>
                </a:solidFill>
                <a:effectLst/>
                <a:uLnTx/>
                <a:uFillTx/>
                <a:ea typeface="+mn-ea"/>
                <a:cs typeface="+mn-cs"/>
              </a:rPr>
              <a:t>Elaboración de plan para la captación de las eficiencias y cuantificación de las mismas. </a:t>
            </a:r>
          </a:p>
        </p:txBody>
      </p:sp>
      <p:sp>
        <p:nvSpPr>
          <p:cNvPr id="77" name="CuadroTexto 76">
            <a:extLst>
              <a:ext uri="{FF2B5EF4-FFF2-40B4-BE49-F238E27FC236}">
                <a16:creationId xmlns:a16="http://schemas.microsoft.com/office/drawing/2014/main" id="{A0EB5EB7-1D2E-EE03-89FB-8DC8D08727B6}"/>
              </a:ext>
            </a:extLst>
          </p:cNvPr>
          <p:cNvSpPr txBox="1"/>
          <p:nvPr/>
        </p:nvSpPr>
        <p:spPr>
          <a:xfrm>
            <a:off x="267023" y="2645263"/>
            <a:ext cx="207994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chemeClr val="tx2"/>
                </a:solidFill>
                <a:effectLst/>
                <a:uLnTx/>
                <a:uFillTx/>
                <a:latin typeface="+mj-lt"/>
                <a:ea typeface="+mn-ea"/>
                <a:cs typeface="+mn-cs"/>
              </a:rPr>
              <a:t>Evaluación</a:t>
            </a:r>
          </a:p>
        </p:txBody>
      </p:sp>
      <p:sp>
        <p:nvSpPr>
          <p:cNvPr id="78" name="CuadroTexto 77">
            <a:extLst>
              <a:ext uri="{FF2B5EF4-FFF2-40B4-BE49-F238E27FC236}">
                <a16:creationId xmlns:a16="http://schemas.microsoft.com/office/drawing/2014/main" id="{C13A9272-93CE-CFA2-8C58-DEFA18F19652}"/>
              </a:ext>
            </a:extLst>
          </p:cNvPr>
          <p:cNvSpPr txBox="1"/>
          <p:nvPr/>
        </p:nvSpPr>
        <p:spPr>
          <a:xfrm>
            <a:off x="2604359" y="2643661"/>
            <a:ext cx="207994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chemeClr val="tx2"/>
                </a:solidFill>
                <a:effectLst/>
                <a:uLnTx/>
                <a:uFillTx/>
                <a:latin typeface="+mj-lt"/>
                <a:ea typeface="+mn-ea"/>
                <a:cs typeface="+mn-cs"/>
              </a:rPr>
              <a:t>Adaptación Operativa</a:t>
            </a:r>
          </a:p>
        </p:txBody>
      </p:sp>
      <p:sp>
        <p:nvSpPr>
          <p:cNvPr id="79" name="CuadroTexto 78">
            <a:extLst>
              <a:ext uri="{FF2B5EF4-FFF2-40B4-BE49-F238E27FC236}">
                <a16:creationId xmlns:a16="http://schemas.microsoft.com/office/drawing/2014/main" id="{E4D24090-542C-F7D9-B5D7-76432F0E4924}"/>
              </a:ext>
            </a:extLst>
          </p:cNvPr>
          <p:cNvSpPr txBox="1"/>
          <p:nvPr/>
        </p:nvSpPr>
        <p:spPr>
          <a:xfrm>
            <a:off x="5001057" y="2643658"/>
            <a:ext cx="207994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chemeClr val="tx2"/>
                </a:solidFill>
                <a:effectLst/>
                <a:uLnTx/>
                <a:uFillTx/>
                <a:latin typeface="+mj-lt"/>
                <a:ea typeface="+mn-ea"/>
                <a:cs typeface="+mn-cs"/>
              </a:rPr>
              <a:t>PMO</a:t>
            </a:r>
          </a:p>
        </p:txBody>
      </p:sp>
      <p:sp>
        <p:nvSpPr>
          <p:cNvPr id="80" name="CuadroTexto 79">
            <a:extLst>
              <a:ext uri="{FF2B5EF4-FFF2-40B4-BE49-F238E27FC236}">
                <a16:creationId xmlns:a16="http://schemas.microsoft.com/office/drawing/2014/main" id="{79A12F80-CA68-8BD6-45D7-E3CD571E93F6}"/>
              </a:ext>
            </a:extLst>
          </p:cNvPr>
          <p:cNvSpPr txBox="1"/>
          <p:nvPr/>
        </p:nvSpPr>
        <p:spPr>
          <a:xfrm>
            <a:off x="7367268" y="2642056"/>
            <a:ext cx="207994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chemeClr val="tx2"/>
                </a:solidFill>
                <a:effectLst/>
                <a:uLnTx/>
                <a:uFillTx/>
                <a:latin typeface="+mj-lt"/>
                <a:ea typeface="+mn-ea"/>
                <a:cs typeface="+mn-cs"/>
              </a:rPr>
              <a:t>Gestión del Cambio</a:t>
            </a:r>
          </a:p>
        </p:txBody>
      </p:sp>
      <p:sp>
        <p:nvSpPr>
          <p:cNvPr id="81" name="CuadroTexto 80">
            <a:extLst>
              <a:ext uri="{FF2B5EF4-FFF2-40B4-BE49-F238E27FC236}">
                <a16:creationId xmlns:a16="http://schemas.microsoft.com/office/drawing/2014/main" id="{4B0D2351-020B-B01C-6B31-166D837B6BE5}"/>
              </a:ext>
            </a:extLst>
          </p:cNvPr>
          <p:cNvSpPr txBox="1"/>
          <p:nvPr/>
        </p:nvSpPr>
        <p:spPr>
          <a:xfrm>
            <a:off x="9739169" y="2631187"/>
            <a:ext cx="2233374"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chemeClr val="tx2"/>
                </a:solidFill>
                <a:effectLst/>
                <a:uLnTx/>
                <a:uFillTx/>
                <a:latin typeface="+mj-lt"/>
                <a:ea typeface="+mn-ea"/>
                <a:cs typeface="+mn-cs"/>
              </a:rPr>
              <a:t>Captura de Eficiencias</a:t>
            </a:r>
          </a:p>
        </p:txBody>
      </p:sp>
      <p:pic>
        <p:nvPicPr>
          <p:cNvPr id="82" name="Imagen 81">
            <a:extLst>
              <a:ext uri="{FF2B5EF4-FFF2-40B4-BE49-F238E27FC236}">
                <a16:creationId xmlns:a16="http://schemas.microsoft.com/office/drawing/2014/main" id="{8C11F60F-A96A-79EF-064F-0B001FFFFBD2}"/>
              </a:ext>
            </a:extLst>
          </p:cNvPr>
          <p:cNvPicPr>
            <a:picLocks noChangeAspect="1"/>
          </p:cNvPicPr>
          <p:nvPr/>
        </p:nvPicPr>
        <p:blipFill>
          <a:blip r:embed="rId6"/>
          <a:stretch>
            <a:fillRect/>
          </a:stretch>
        </p:blipFill>
        <p:spPr>
          <a:xfrm>
            <a:off x="1059359" y="1952136"/>
            <a:ext cx="531121" cy="504000"/>
          </a:xfrm>
          <a:prstGeom prst="rect">
            <a:avLst/>
          </a:prstGeom>
        </p:spPr>
      </p:pic>
      <p:pic>
        <p:nvPicPr>
          <p:cNvPr id="83" name="Imagen 82">
            <a:extLst>
              <a:ext uri="{FF2B5EF4-FFF2-40B4-BE49-F238E27FC236}">
                <a16:creationId xmlns:a16="http://schemas.microsoft.com/office/drawing/2014/main" id="{315ACC06-B597-AEDC-3390-B7C5FBDCD1EF}"/>
              </a:ext>
            </a:extLst>
          </p:cNvPr>
          <p:cNvPicPr>
            <a:picLocks noChangeAspect="1"/>
          </p:cNvPicPr>
          <p:nvPr/>
        </p:nvPicPr>
        <p:blipFill>
          <a:blip r:embed="rId7"/>
          <a:stretch>
            <a:fillRect/>
          </a:stretch>
        </p:blipFill>
        <p:spPr>
          <a:xfrm>
            <a:off x="3549728" y="1922607"/>
            <a:ext cx="590520" cy="563059"/>
          </a:xfrm>
          <a:prstGeom prst="rect">
            <a:avLst/>
          </a:prstGeom>
        </p:spPr>
      </p:pic>
      <p:pic>
        <p:nvPicPr>
          <p:cNvPr id="84" name="Imagen 83">
            <a:extLst>
              <a:ext uri="{FF2B5EF4-FFF2-40B4-BE49-F238E27FC236}">
                <a16:creationId xmlns:a16="http://schemas.microsoft.com/office/drawing/2014/main" id="{02E2987D-725C-131C-D2B9-902922E923D1}"/>
              </a:ext>
            </a:extLst>
          </p:cNvPr>
          <p:cNvPicPr>
            <a:picLocks noChangeAspect="1"/>
          </p:cNvPicPr>
          <p:nvPr/>
        </p:nvPicPr>
        <p:blipFill>
          <a:blip r:embed="rId8"/>
          <a:stretch>
            <a:fillRect/>
          </a:stretch>
        </p:blipFill>
        <p:spPr>
          <a:xfrm>
            <a:off x="10742242" y="2019666"/>
            <a:ext cx="504000" cy="368941"/>
          </a:xfrm>
          <a:prstGeom prst="rect">
            <a:avLst/>
          </a:prstGeom>
        </p:spPr>
      </p:pic>
      <p:pic>
        <p:nvPicPr>
          <p:cNvPr id="85" name="Imagen 84">
            <a:extLst>
              <a:ext uri="{FF2B5EF4-FFF2-40B4-BE49-F238E27FC236}">
                <a16:creationId xmlns:a16="http://schemas.microsoft.com/office/drawing/2014/main" id="{9DE36E39-9B27-673B-266D-4CA4A665639B}"/>
              </a:ext>
            </a:extLst>
          </p:cNvPr>
          <p:cNvPicPr>
            <a:picLocks noChangeAspect="1"/>
          </p:cNvPicPr>
          <p:nvPr/>
        </p:nvPicPr>
        <p:blipFill>
          <a:blip r:embed="rId9"/>
          <a:stretch>
            <a:fillRect/>
          </a:stretch>
        </p:blipFill>
        <p:spPr>
          <a:xfrm>
            <a:off x="5784389" y="1970136"/>
            <a:ext cx="491337" cy="468000"/>
          </a:xfrm>
          <a:prstGeom prst="rect">
            <a:avLst/>
          </a:prstGeom>
        </p:spPr>
      </p:pic>
      <p:pic>
        <p:nvPicPr>
          <p:cNvPr id="86" name="Imagen 85">
            <a:extLst>
              <a:ext uri="{FF2B5EF4-FFF2-40B4-BE49-F238E27FC236}">
                <a16:creationId xmlns:a16="http://schemas.microsoft.com/office/drawing/2014/main" id="{C2BAF96B-78F1-05D4-93BD-0B1AD8E44E9A}"/>
              </a:ext>
            </a:extLst>
          </p:cNvPr>
          <p:cNvPicPr>
            <a:picLocks noChangeAspect="1"/>
          </p:cNvPicPr>
          <p:nvPr/>
        </p:nvPicPr>
        <p:blipFill>
          <a:blip r:embed="rId10"/>
          <a:stretch>
            <a:fillRect/>
          </a:stretch>
        </p:blipFill>
        <p:spPr>
          <a:xfrm>
            <a:off x="8308539" y="1936830"/>
            <a:ext cx="432000" cy="534612"/>
          </a:xfrm>
          <a:prstGeom prst="rect">
            <a:avLst/>
          </a:prstGeom>
        </p:spPr>
      </p:pic>
      <p:pic>
        <p:nvPicPr>
          <p:cNvPr id="87" name="Imagen 86">
            <a:extLst>
              <a:ext uri="{FF2B5EF4-FFF2-40B4-BE49-F238E27FC236}">
                <a16:creationId xmlns:a16="http://schemas.microsoft.com/office/drawing/2014/main" id="{5560E5AC-CE21-A633-BC09-31917BA69C5E}"/>
              </a:ext>
            </a:extLst>
          </p:cNvPr>
          <p:cNvPicPr>
            <a:picLocks noChangeAspect="1"/>
          </p:cNvPicPr>
          <p:nvPr/>
        </p:nvPicPr>
        <p:blipFill>
          <a:blip r:embed="rId11">
            <a:lum bright="70000" contrast="-70000"/>
          </a:blip>
          <a:stretch>
            <a:fillRect/>
          </a:stretch>
        </p:blipFill>
        <p:spPr>
          <a:xfrm>
            <a:off x="934672" y="1367389"/>
            <a:ext cx="372321" cy="372669"/>
          </a:xfrm>
          <a:prstGeom prst="rect">
            <a:avLst/>
          </a:prstGeom>
          <a:ln>
            <a:noFill/>
          </a:ln>
        </p:spPr>
      </p:pic>
      <p:pic>
        <p:nvPicPr>
          <p:cNvPr id="88" name="Imagen 87">
            <a:extLst>
              <a:ext uri="{FF2B5EF4-FFF2-40B4-BE49-F238E27FC236}">
                <a16:creationId xmlns:a16="http://schemas.microsoft.com/office/drawing/2014/main" id="{520B6DF1-9CE5-2E23-C54F-077E489441BB}"/>
              </a:ext>
            </a:extLst>
          </p:cNvPr>
          <p:cNvPicPr>
            <a:picLocks noChangeAspect="1"/>
          </p:cNvPicPr>
          <p:nvPr/>
        </p:nvPicPr>
        <p:blipFill>
          <a:blip r:embed="rId12"/>
          <a:stretch>
            <a:fillRect/>
          </a:stretch>
        </p:blipFill>
        <p:spPr>
          <a:xfrm>
            <a:off x="5859117" y="1369396"/>
            <a:ext cx="363819" cy="368654"/>
          </a:xfrm>
          <a:prstGeom prst="rect">
            <a:avLst/>
          </a:prstGeom>
        </p:spPr>
      </p:pic>
      <p:pic>
        <p:nvPicPr>
          <p:cNvPr id="89" name="Imagen 88">
            <a:extLst>
              <a:ext uri="{FF2B5EF4-FFF2-40B4-BE49-F238E27FC236}">
                <a16:creationId xmlns:a16="http://schemas.microsoft.com/office/drawing/2014/main" id="{58AE78F1-1B22-CB56-7828-FABD55442B4A}"/>
              </a:ext>
            </a:extLst>
          </p:cNvPr>
          <p:cNvPicPr>
            <a:picLocks noChangeAspect="1"/>
          </p:cNvPicPr>
          <p:nvPr/>
        </p:nvPicPr>
        <p:blipFill>
          <a:blip r:embed="rId13"/>
          <a:stretch>
            <a:fillRect/>
          </a:stretch>
        </p:blipFill>
        <p:spPr>
          <a:xfrm>
            <a:off x="10068019" y="1358392"/>
            <a:ext cx="428929" cy="390663"/>
          </a:xfrm>
          <a:prstGeom prst="rect">
            <a:avLst/>
          </a:prstGeom>
        </p:spPr>
      </p:pic>
      <p:sp>
        <p:nvSpPr>
          <p:cNvPr id="2" name="Marcador de pie de página 2">
            <a:extLst>
              <a:ext uri="{FF2B5EF4-FFF2-40B4-BE49-F238E27FC236}">
                <a16:creationId xmlns:a16="http://schemas.microsoft.com/office/drawing/2014/main" id="{5C099E6D-072D-381A-B9C9-E5C4D67D0293}"/>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Tree>
    <p:extLst>
      <p:ext uri="{BB962C8B-B14F-4D97-AF65-F5344CB8AC3E}">
        <p14:creationId xmlns:p14="http://schemas.microsoft.com/office/powerpoint/2010/main" val="4285771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23CFA-30CD-58B2-361C-78BD44769FA4}"/>
            </a:ext>
          </a:extLst>
        </p:cNvPr>
        <p:cNvGrpSpPr/>
        <p:nvPr/>
      </p:nvGrpSpPr>
      <p:grpSpPr>
        <a:xfrm>
          <a:off x="0" y="0"/>
          <a:ext cx="0" cy="0"/>
          <a:chOff x="0" y="0"/>
          <a:chExt cx="0" cy="0"/>
        </a:xfrm>
      </p:grpSpPr>
      <p:graphicFrame>
        <p:nvGraphicFramePr>
          <p:cNvPr id="8" name="Objeto 7" hidden="1">
            <a:extLst>
              <a:ext uri="{FF2B5EF4-FFF2-40B4-BE49-F238E27FC236}">
                <a16:creationId xmlns:a16="http://schemas.microsoft.com/office/drawing/2014/main" id="{83947382-54E0-3953-2510-B62A6874B1F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6" progId="TCLayout.ActiveDocument.1">
                  <p:embed/>
                </p:oleObj>
              </mc:Choice>
              <mc:Fallback>
                <p:oleObj name="Diapositiva de think-cell" r:id="rId4" imgW="395" imgH="396" progId="TCLayout.ActiveDocument.1">
                  <p:embed/>
                  <p:pic>
                    <p:nvPicPr>
                      <p:cNvPr id="8" name="Objeto 7" hidden="1">
                        <a:extLst>
                          <a:ext uri="{FF2B5EF4-FFF2-40B4-BE49-F238E27FC236}">
                            <a16:creationId xmlns:a16="http://schemas.microsoft.com/office/drawing/2014/main" id="{83947382-54E0-3953-2510-B62A6874B1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Marcador de texto 6">
            <a:extLst>
              <a:ext uri="{FF2B5EF4-FFF2-40B4-BE49-F238E27FC236}">
                <a16:creationId xmlns:a16="http://schemas.microsoft.com/office/drawing/2014/main" id="{1EE77F02-8023-54B6-C689-6E85090B0A8E}"/>
              </a:ext>
            </a:extLst>
          </p:cNvPr>
          <p:cNvSpPr>
            <a:spLocks noGrp="1"/>
          </p:cNvSpPr>
          <p:nvPr>
            <p:ph type="body" sz="quarter" idx="16"/>
          </p:nvPr>
        </p:nvSpPr>
        <p:spPr>
          <a:xfrm>
            <a:off x="335360" y="323548"/>
            <a:ext cx="11521678" cy="160813"/>
          </a:xfrm>
        </p:spPr>
        <p:txBody>
          <a:bodyPr/>
          <a:lstStyle/>
          <a:p>
            <a:r>
              <a:rPr lang="es-ES">
                <a:latin typeface="ForFuture Sans" panose="020B0504020203020204" pitchFamily="34" charset="0"/>
                <a:sym typeface="ForFuture Sans" panose="020B0504020203020204" pitchFamily="34" charset="0"/>
              </a:rPr>
              <a:t>01. Contexto y objetivo</a:t>
            </a:r>
          </a:p>
        </p:txBody>
      </p:sp>
      <p:sp>
        <p:nvSpPr>
          <p:cNvPr id="5" name="Título 1">
            <a:extLst>
              <a:ext uri="{FF2B5EF4-FFF2-40B4-BE49-F238E27FC236}">
                <a16:creationId xmlns:a16="http://schemas.microsoft.com/office/drawing/2014/main" id="{4CEB19E0-998C-F09D-CBA3-37067A095A83}"/>
              </a:ext>
            </a:extLst>
          </p:cNvPr>
          <p:cNvSpPr>
            <a:spLocks noGrp="1"/>
          </p:cNvSpPr>
          <p:nvPr>
            <p:ph type="title"/>
          </p:nvPr>
        </p:nvSpPr>
        <p:spPr>
          <a:xfrm>
            <a:off x="336001" y="649097"/>
            <a:ext cx="11519451" cy="919343"/>
          </a:xfrm>
        </p:spPr>
        <p:txBody>
          <a:bodyPr vert="horz"/>
          <a:lstStyle/>
          <a:p>
            <a:r>
              <a:rPr lang="es-ES"/>
              <a:t>…y ha desarrollado las funciones, roles, </a:t>
            </a:r>
            <a:r>
              <a:rPr lang="es-CL"/>
              <a:t>capacidades y metodología </a:t>
            </a:r>
            <a:r>
              <a:rPr lang="es-ES"/>
              <a:t>necesarios para brindar el servicio de PMO requerido por Ferreyros.</a:t>
            </a:r>
          </a:p>
        </p:txBody>
      </p:sp>
      <p:sp>
        <p:nvSpPr>
          <p:cNvPr id="14" name="Forma libre 41">
            <a:extLst>
              <a:ext uri="{FF2B5EF4-FFF2-40B4-BE49-F238E27FC236}">
                <a16:creationId xmlns:a16="http://schemas.microsoft.com/office/drawing/2014/main" id="{CDE681D6-3844-5743-58D3-C7E144DE411A}"/>
              </a:ext>
            </a:extLst>
          </p:cNvPr>
          <p:cNvSpPr/>
          <p:nvPr/>
        </p:nvSpPr>
        <p:spPr>
          <a:xfrm rot="10800000">
            <a:off x="8368997" y="3970396"/>
            <a:ext cx="440989" cy="305623"/>
          </a:xfrm>
          <a:custGeom>
            <a:avLst/>
            <a:gdLst>
              <a:gd name="connsiteX0" fmla="*/ 354806 w 440989"/>
              <a:gd name="connsiteY0" fmla="*/ 305623 h 305623"/>
              <a:gd name="connsiteX1" fmla="*/ 0 w 440989"/>
              <a:gd name="connsiteY1" fmla="*/ 305623 h 305623"/>
              <a:gd name="connsiteX2" fmla="*/ 86183 w 440989"/>
              <a:gd name="connsiteY2" fmla="*/ 0 h 305623"/>
              <a:gd name="connsiteX3" fmla="*/ 440989 w 440989"/>
              <a:gd name="connsiteY3" fmla="*/ 0 h 305623"/>
            </a:gdLst>
            <a:ahLst/>
            <a:cxnLst>
              <a:cxn ang="0">
                <a:pos x="connsiteX0" y="connsiteY0"/>
              </a:cxn>
              <a:cxn ang="0">
                <a:pos x="connsiteX1" y="connsiteY1"/>
              </a:cxn>
              <a:cxn ang="0">
                <a:pos x="connsiteX2" y="connsiteY2"/>
              </a:cxn>
              <a:cxn ang="0">
                <a:pos x="connsiteX3" y="connsiteY3"/>
              </a:cxn>
            </a:cxnLst>
            <a:rect l="l" t="t" r="r" b="b"/>
            <a:pathLst>
              <a:path w="440989" h="305623">
                <a:moveTo>
                  <a:pt x="354806" y="305623"/>
                </a:moveTo>
                <a:lnTo>
                  <a:pt x="0" y="305623"/>
                </a:lnTo>
                <a:lnTo>
                  <a:pt x="86183" y="0"/>
                </a:lnTo>
                <a:lnTo>
                  <a:pt x="440989" y="0"/>
                </a:lnTo>
                <a:close/>
              </a:path>
            </a:pathLst>
          </a:custGeom>
          <a:solidFill>
            <a:schemeClr val="accent6"/>
          </a:solidFill>
          <a:ln w="152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379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FFFF"/>
              </a:solidFill>
              <a:effectLst/>
              <a:uLnTx/>
              <a:uFillTx/>
              <a:latin typeface="Soho Gothic Pro Light"/>
              <a:ea typeface="+mn-ea"/>
              <a:cs typeface="+mn-cs"/>
            </a:endParaRPr>
          </a:p>
        </p:txBody>
      </p:sp>
      <p:sp>
        <p:nvSpPr>
          <p:cNvPr id="15" name="Forma libre 55">
            <a:extLst>
              <a:ext uri="{FF2B5EF4-FFF2-40B4-BE49-F238E27FC236}">
                <a16:creationId xmlns:a16="http://schemas.microsoft.com/office/drawing/2014/main" id="{BACA90FD-3E18-C9A5-CCAA-FCA133F71263}"/>
              </a:ext>
            </a:extLst>
          </p:cNvPr>
          <p:cNvSpPr/>
          <p:nvPr/>
        </p:nvSpPr>
        <p:spPr>
          <a:xfrm rot="10800000">
            <a:off x="8239025" y="1458975"/>
            <a:ext cx="440989" cy="305623"/>
          </a:xfrm>
          <a:custGeom>
            <a:avLst/>
            <a:gdLst>
              <a:gd name="connsiteX0" fmla="*/ 354806 w 440989"/>
              <a:gd name="connsiteY0" fmla="*/ 305623 h 305623"/>
              <a:gd name="connsiteX1" fmla="*/ 0 w 440989"/>
              <a:gd name="connsiteY1" fmla="*/ 305623 h 305623"/>
              <a:gd name="connsiteX2" fmla="*/ 86183 w 440989"/>
              <a:gd name="connsiteY2" fmla="*/ 0 h 305623"/>
              <a:gd name="connsiteX3" fmla="*/ 440989 w 440989"/>
              <a:gd name="connsiteY3" fmla="*/ 0 h 305623"/>
            </a:gdLst>
            <a:ahLst/>
            <a:cxnLst>
              <a:cxn ang="0">
                <a:pos x="connsiteX0" y="connsiteY0"/>
              </a:cxn>
              <a:cxn ang="0">
                <a:pos x="connsiteX1" y="connsiteY1"/>
              </a:cxn>
              <a:cxn ang="0">
                <a:pos x="connsiteX2" y="connsiteY2"/>
              </a:cxn>
              <a:cxn ang="0">
                <a:pos x="connsiteX3" y="connsiteY3"/>
              </a:cxn>
            </a:cxnLst>
            <a:rect l="l" t="t" r="r" b="b"/>
            <a:pathLst>
              <a:path w="440989" h="305623">
                <a:moveTo>
                  <a:pt x="354806" y="305623"/>
                </a:moveTo>
                <a:lnTo>
                  <a:pt x="0" y="305623"/>
                </a:lnTo>
                <a:lnTo>
                  <a:pt x="86183" y="0"/>
                </a:lnTo>
                <a:lnTo>
                  <a:pt x="440989" y="0"/>
                </a:lnTo>
                <a:close/>
              </a:path>
            </a:pathLst>
          </a:custGeom>
          <a:solidFill>
            <a:srgbClr val="77093F"/>
          </a:solidFill>
          <a:ln w="152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379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FFFF"/>
              </a:solidFill>
              <a:effectLst/>
              <a:uLnTx/>
              <a:uFillTx/>
              <a:latin typeface="Soho Gothic Pro Light"/>
              <a:ea typeface="+mn-ea"/>
              <a:cs typeface="+mn-cs"/>
            </a:endParaRPr>
          </a:p>
        </p:txBody>
      </p:sp>
      <p:sp>
        <p:nvSpPr>
          <p:cNvPr id="16" name="Forma libre 56">
            <a:extLst>
              <a:ext uri="{FF2B5EF4-FFF2-40B4-BE49-F238E27FC236}">
                <a16:creationId xmlns:a16="http://schemas.microsoft.com/office/drawing/2014/main" id="{CA1F3209-C98C-E077-ECCE-050C324705C1}"/>
              </a:ext>
            </a:extLst>
          </p:cNvPr>
          <p:cNvSpPr/>
          <p:nvPr/>
        </p:nvSpPr>
        <p:spPr>
          <a:xfrm rot="10800000">
            <a:off x="345791" y="3961585"/>
            <a:ext cx="440989" cy="305623"/>
          </a:xfrm>
          <a:custGeom>
            <a:avLst/>
            <a:gdLst>
              <a:gd name="connsiteX0" fmla="*/ 354806 w 440989"/>
              <a:gd name="connsiteY0" fmla="*/ 305623 h 305623"/>
              <a:gd name="connsiteX1" fmla="*/ 0 w 440989"/>
              <a:gd name="connsiteY1" fmla="*/ 305623 h 305623"/>
              <a:gd name="connsiteX2" fmla="*/ 86183 w 440989"/>
              <a:gd name="connsiteY2" fmla="*/ 0 h 305623"/>
              <a:gd name="connsiteX3" fmla="*/ 440989 w 440989"/>
              <a:gd name="connsiteY3" fmla="*/ 0 h 305623"/>
            </a:gdLst>
            <a:ahLst/>
            <a:cxnLst>
              <a:cxn ang="0">
                <a:pos x="connsiteX0" y="connsiteY0"/>
              </a:cxn>
              <a:cxn ang="0">
                <a:pos x="connsiteX1" y="connsiteY1"/>
              </a:cxn>
              <a:cxn ang="0">
                <a:pos x="connsiteX2" y="connsiteY2"/>
              </a:cxn>
              <a:cxn ang="0">
                <a:pos x="connsiteX3" y="connsiteY3"/>
              </a:cxn>
            </a:cxnLst>
            <a:rect l="l" t="t" r="r" b="b"/>
            <a:pathLst>
              <a:path w="440989" h="305623">
                <a:moveTo>
                  <a:pt x="354806" y="305623"/>
                </a:moveTo>
                <a:lnTo>
                  <a:pt x="0" y="305623"/>
                </a:lnTo>
                <a:lnTo>
                  <a:pt x="86183" y="0"/>
                </a:lnTo>
                <a:lnTo>
                  <a:pt x="440989" y="0"/>
                </a:lnTo>
                <a:close/>
              </a:path>
            </a:pathLst>
          </a:custGeom>
          <a:solidFill>
            <a:srgbClr val="FF0054"/>
          </a:solidFill>
          <a:ln w="152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379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FFFF"/>
              </a:solidFill>
              <a:effectLst/>
              <a:uLnTx/>
              <a:uFillTx/>
              <a:latin typeface="Soho Gothic Pro Light"/>
              <a:ea typeface="+mn-ea"/>
              <a:cs typeface="+mn-cs"/>
            </a:endParaRPr>
          </a:p>
        </p:txBody>
      </p:sp>
      <p:sp>
        <p:nvSpPr>
          <p:cNvPr id="17" name="Forma libre 57">
            <a:extLst>
              <a:ext uri="{FF2B5EF4-FFF2-40B4-BE49-F238E27FC236}">
                <a16:creationId xmlns:a16="http://schemas.microsoft.com/office/drawing/2014/main" id="{98B8649F-84DA-76FB-5B50-04A8453621D3}"/>
              </a:ext>
            </a:extLst>
          </p:cNvPr>
          <p:cNvSpPr/>
          <p:nvPr/>
        </p:nvSpPr>
        <p:spPr>
          <a:xfrm rot="10800000">
            <a:off x="345791" y="1458975"/>
            <a:ext cx="440989" cy="305623"/>
          </a:xfrm>
          <a:custGeom>
            <a:avLst/>
            <a:gdLst>
              <a:gd name="connsiteX0" fmla="*/ 354806 w 440989"/>
              <a:gd name="connsiteY0" fmla="*/ 305623 h 305623"/>
              <a:gd name="connsiteX1" fmla="*/ 0 w 440989"/>
              <a:gd name="connsiteY1" fmla="*/ 305623 h 305623"/>
              <a:gd name="connsiteX2" fmla="*/ 86183 w 440989"/>
              <a:gd name="connsiteY2" fmla="*/ 0 h 305623"/>
              <a:gd name="connsiteX3" fmla="*/ 440989 w 440989"/>
              <a:gd name="connsiteY3" fmla="*/ 0 h 305623"/>
            </a:gdLst>
            <a:ahLst/>
            <a:cxnLst>
              <a:cxn ang="0">
                <a:pos x="connsiteX0" y="connsiteY0"/>
              </a:cxn>
              <a:cxn ang="0">
                <a:pos x="connsiteX1" y="connsiteY1"/>
              </a:cxn>
              <a:cxn ang="0">
                <a:pos x="connsiteX2" y="connsiteY2"/>
              </a:cxn>
              <a:cxn ang="0">
                <a:pos x="connsiteX3" y="connsiteY3"/>
              </a:cxn>
            </a:cxnLst>
            <a:rect l="l" t="t" r="r" b="b"/>
            <a:pathLst>
              <a:path w="440989" h="305623">
                <a:moveTo>
                  <a:pt x="354806" y="305623"/>
                </a:moveTo>
                <a:lnTo>
                  <a:pt x="0" y="305623"/>
                </a:lnTo>
                <a:lnTo>
                  <a:pt x="86183" y="0"/>
                </a:lnTo>
                <a:lnTo>
                  <a:pt x="440989" y="0"/>
                </a:lnTo>
                <a:close/>
              </a:path>
            </a:pathLst>
          </a:custGeom>
          <a:solidFill>
            <a:schemeClr val="bg2">
              <a:lumMod val="50000"/>
            </a:schemeClr>
          </a:solidFill>
          <a:ln w="152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379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FFFF"/>
              </a:solidFill>
              <a:effectLst/>
              <a:uLnTx/>
              <a:uFillTx/>
              <a:latin typeface="Soho Gothic Pro Light"/>
              <a:ea typeface="+mn-ea"/>
              <a:cs typeface="+mn-cs"/>
            </a:endParaRPr>
          </a:p>
        </p:txBody>
      </p:sp>
      <p:sp>
        <p:nvSpPr>
          <p:cNvPr id="18" name="Rectangle 21">
            <a:extLst>
              <a:ext uri="{FF2B5EF4-FFF2-40B4-BE49-F238E27FC236}">
                <a16:creationId xmlns:a16="http://schemas.microsoft.com/office/drawing/2014/main" id="{53BFBA09-F995-50C9-CC0E-B7059F436CFA}"/>
              </a:ext>
            </a:extLst>
          </p:cNvPr>
          <p:cNvSpPr/>
          <p:nvPr/>
        </p:nvSpPr>
        <p:spPr>
          <a:xfrm>
            <a:off x="1919538" y="1275153"/>
            <a:ext cx="9001001" cy="760549"/>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t"/>
          <a:lstStyle/>
          <a:p>
            <a:pPr marL="0" marR="0" lvl="0" indent="0" algn="just" defTabSz="91379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a:ln>
                <a:noFill/>
              </a:ln>
              <a:solidFill>
                <a:srgbClr val="1A3B47"/>
              </a:solidFill>
              <a:effectLst/>
              <a:uLnTx/>
              <a:uFillTx/>
              <a:latin typeface="Soho Gothic Pro Light"/>
              <a:ea typeface="+mn-ea"/>
              <a:cs typeface="+mn-cs"/>
            </a:endParaRPr>
          </a:p>
        </p:txBody>
      </p:sp>
      <p:sp>
        <p:nvSpPr>
          <p:cNvPr id="19" name="Marcador de contenido 4">
            <a:extLst>
              <a:ext uri="{FF2B5EF4-FFF2-40B4-BE49-F238E27FC236}">
                <a16:creationId xmlns:a16="http://schemas.microsoft.com/office/drawing/2014/main" id="{069DAF2B-372D-7698-1BAD-94829EA2B69B}"/>
              </a:ext>
            </a:extLst>
          </p:cNvPr>
          <p:cNvSpPr txBox="1">
            <a:spLocks/>
          </p:cNvSpPr>
          <p:nvPr/>
        </p:nvSpPr>
        <p:spPr>
          <a:xfrm>
            <a:off x="728691" y="1459102"/>
            <a:ext cx="3390347" cy="2292935"/>
          </a:xfrm>
          <a:prstGeom prst="rect">
            <a:avLst/>
          </a:prstGeom>
        </p:spPr>
        <p:txBody>
          <a:bodyPr wrap="square">
            <a:spAutoFit/>
          </a:bodyPr>
          <a:lstStyle>
            <a:lvl1pPr marL="179388" indent="-179388" algn="just" defTabSz="914400" rtl="0" eaLnBrk="1" latinLnBrk="0" hangingPunct="1">
              <a:spcBef>
                <a:spcPct val="20000"/>
              </a:spcBef>
              <a:buClr>
                <a:schemeClr val="tx1">
                  <a:lumMod val="75000"/>
                </a:schemeClr>
              </a:buClr>
              <a:buFont typeface="Arial" pitchFamily="34" charset="0"/>
              <a:buChar char="•"/>
              <a:defRPr lang="es-ES" sz="1200" kern="1200" smtClean="0">
                <a:solidFill>
                  <a:schemeClr val="tx1"/>
                </a:solidFill>
                <a:latin typeface="Arial"/>
                <a:ea typeface="+mn-ea"/>
                <a:cs typeface="Arial"/>
              </a:defRPr>
            </a:lvl1pPr>
            <a:lvl2pPr marL="536575" indent="-168275" algn="just" defTabSz="914400" rtl="0" eaLnBrk="1" latinLnBrk="0" hangingPunct="1">
              <a:spcBef>
                <a:spcPct val="20000"/>
              </a:spcBef>
              <a:buFont typeface="Arial" pitchFamily="34" charset="0"/>
              <a:buChar char="•"/>
              <a:tabLst/>
              <a:defRPr lang="es-ES" sz="1200" kern="1200" smtClean="0">
                <a:solidFill>
                  <a:schemeClr val="tx1"/>
                </a:solidFill>
                <a:latin typeface="Arial"/>
                <a:ea typeface="+mn-ea"/>
                <a:cs typeface="Arial"/>
              </a:defRPr>
            </a:lvl2pPr>
            <a:lvl3pPr marL="893763" indent="-158750" algn="just" defTabSz="914400" rtl="0" eaLnBrk="1" latinLnBrk="0" hangingPunct="1">
              <a:spcBef>
                <a:spcPct val="20000"/>
              </a:spcBef>
              <a:buFont typeface="Arial" pitchFamily="34" charset="0"/>
              <a:buChar char="•"/>
              <a:defRPr lang="es-ES" sz="1200" kern="1200" smtClean="0">
                <a:solidFill>
                  <a:schemeClr val="tx1"/>
                </a:solidFill>
                <a:latin typeface="Arial"/>
                <a:ea typeface="+mn-ea"/>
                <a:cs typeface="Arial"/>
              </a:defRPr>
            </a:lvl3pPr>
            <a:lvl4pPr marL="1252538" indent="-149225" algn="just" defTabSz="914400" rtl="0" eaLnBrk="1" latinLnBrk="0" hangingPunct="1">
              <a:spcBef>
                <a:spcPct val="20000"/>
              </a:spcBef>
              <a:buFont typeface="Arial" pitchFamily="34" charset="0"/>
              <a:buChar char="•"/>
              <a:defRPr lang="es-ES" sz="1200" kern="1200" smtClean="0">
                <a:solidFill>
                  <a:schemeClr val="tx1"/>
                </a:solidFill>
                <a:latin typeface="Arial"/>
                <a:ea typeface="+mn-ea"/>
                <a:cs typeface="Arial"/>
              </a:defRPr>
            </a:lvl4pPr>
            <a:lvl5pPr marL="1609725" indent="-149225" algn="just" defTabSz="914400" rtl="0" eaLnBrk="1" latinLnBrk="0" hangingPunct="1">
              <a:spcBef>
                <a:spcPct val="20000"/>
              </a:spcBef>
              <a:buFont typeface="Arial" pitchFamily="34" charset="0"/>
              <a:buChar char="•"/>
              <a:defRPr lang="es-ES" sz="1200" kern="1200" dirty="0" smtClean="0">
                <a:solidFill>
                  <a:schemeClr val="tx1"/>
                </a:solidFill>
                <a:latin typeface="Arial"/>
                <a:ea typeface="+mn-ea"/>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eaLnBrk="1" fontAlgn="auto" latinLnBrk="0" hangingPunct="1">
              <a:lnSpc>
                <a:spcPct val="100000"/>
              </a:lnSpc>
              <a:spcBef>
                <a:spcPct val="20000"/>
              </a:spcBef>
              <a:spcAft>
                <a:spcPts val="0"/>
              </a:spcAft>
              <a:buClr>
                <a:srgbClr val="1A3B47">
                  <a:lumMod val="75000"/>
                </a:srgbClr>
              </a:buClr>
              <a:buSzTx/>
              <a:buFont typeface="Arial" pitchFamily="34" charset="0"/>
              <a:buNone/>
              <a:tabLst/>
              <a:defRPr/>
            </a:pPr>
            <a:r>
              <a:rPr kumimoji="0" lang="es-ES" b="0" i="0" u="none" strike="noStrike" kern="1200" cap="none" spc="0" normalizeH="0" baseline="0" noProof="0">
                <a:ln>
                  <a:noFill/>
                </a:ln>
                <a:solidFill>
                  <a:srgbClr val="4F062A"/>
                </a:solidFill>
                <a:effectLst/>
                <a:uLnTx/>
                <a:uFillTx/>
                <a:latin typeface="+mn-lt"/>
              </a:rPr>
              <a:t>Visión y dirección</a:t>
            </a:r>
          </a:p>
          <a:p>
            <a:pPr lvl="0" algn="l">
              <a:buClr>
                <a:srgbClr val="4F062A"/>
              </a:buClr>
            </a:pPr>
            <a:r>
              <a:rPr lang="es-ES" sz="1000">
                <a:solidFill>
                  <a:srgbClr val="4F062A"/>
                </a:solidFill>
                <a:latin typeface="+mn-lt"/>
              </a:rPr>
              <a:t>Definir el plan estratégico para la implementación del proyecto, obteniendo el compromiso de los Sponsor y Líderes del Proyecto</a:t>
            </a:r>
          </a:p>
          <a:p>
            <a:pPr lvl="0" algn="l">
              <a:buClr>
                <a:srgbClr val="4F062A"/>
              </a:buClr>
            </a:pPr>
            <a:r>
              <a:rPr lang="es-ES" sz="1000">
                <a:solidFill>
                  <a:srgbClr val="4F062A"/>
                </a:solidFill>
                <a:latin typeface="+mn-lt"/>
              </a:rPr>
              <a:t>Gestionar el gobierno del Proyecto con la alta dirección de la empresa y el cliente </a:t>
            </a:r>
          </a:p>
          <a:p>
            <a:pPr lvl="0" algn="l">
              <a:buClr>
                <a:srgbClr val="4F062A"/>
              </a:buClr>
            </a:pPr>
            <a:r>
              <a:rPr lang="es-ES" sz="1000">
                <a:solidFill>
                  <a:srgbClr val="4F062A"/>
                </a:solidFill>
                <a:latin typeface="+mn-lt"/>
              </a:rPr>
              <a:t>Levantamiento, preparación e implementación del modelo de trabajo </a:t>
            </a:r>
          </a:p>
          <a:p>
            <a:pPr lvl="1" algn="l">
              <a:buClr>
                <a:srgbClr val="4F062A"/>
              </a:buClr>
            </a:pPr>
            <a:r>
              <a:rPr lang="es-ES" sz="1000">
                <a:solidFill>
                  <a:srgbClr val="4F062A"/>
                </a:solidFill>
                <a:latin typeface="+mn-lt"/>
              </a:rPr>
              <a:t>Gestión de los comités ejecutivos o </a:t>
            </a:r>
            <a:r>
              <a:rPr lang="es-ES" sz="1000" err="1">
                <a:solidFill>
                  <a:srgbClr val="4F062A"/>
                </a:solidFill>
                <a:latin typeface="+mn-lt"/>
              </a:rPr>
              <a:t>steering</a:t>
            </a:r>
            <a:r>
              <a:rPr lang="es-ES" sz="1000">
                <a:solidFill>
                  <a:srgbClr val="4F062A"/>
                </a:solidFill>
                <a:latin typeface="+mn-lt"/>
              </a:rPr>
              <a:t> comités con todo el material necesario </a:t>
            </a:r>
          </a:p>
          <a:p>
            <a:pPr lvl="1" algn="l">
              <a:buClr>
                <a:srgbClr val="4F062A"/>
              </a:buClr>
            </a:pPr>
            <a:r>
              <a:rPr lang="es-ES" sz="1000" i="1">
                <a:solidFill>
                  <a:srgbClr val="4F062A"/>
                </a:solidFill>
                <a:latin typeface="+mn-lt"/>
              </a:rPr>
              <a:t>(ej.: presentaciones ejecutivas y reportes de seguimiento )</a:t>
            </a:r>
            <a:br>
              <a:rPr kumimoji="0" lang="es-ES" sz="900" b="0" i="0" u="none" strike="noStrike" kern="1200" cap="none" spc="0" normalizeH="0" baseline="0" noProof="0">
                <a:ln>
                  <a:noFill/>
                </a:ln>
                <a:solidFill>
                  <a:schemeClr val="bg1">
                    <a:lumMod val="50000"/>
                  </a:schemeClr>
                </a:solidFill>
                <a:effectLst/>
                <a:uLnTx/>
                <a:uFillTx/>
                <a:latin typeface="+mj-lt"/>
              </a:rPr>
            </a:br>
            <a:endParaRPr kumimoji="0" lang="es-ES" sz="900" b="0" i="0" u="none" strike="noStrike" kern="1200" cap="none" spc="0" normalizeH="0" baseline="0" noProof="0">
              <a:ln>
                <a:noFill/>
              </a:ln>
              <a:solidFill>
                <a:schemeClr val="bg1">
                  <a:lumMod val="50000"/>
                </a:schemeClr>
              </a:solidFill>
              <a:effectLst/>
              <a:uLnTx/>
              <a:uFillTx/>
              <a:latin typeface="+mj-lt"/>
            </a:endParaRPr>
          </a:p>
        </p:txBody>
      </p:sp>
      <p:sp>
        <p:nvSpPr>
          <p:cNvPr id="20" name="Marcador de contenido 4">
            <a:extLst>
              <a:ext uri="{FF2B5EF4-FFF2-40B4-BE49-F238E27FC236}">
                <a16:creationId xmlns:a16="http://schemas.microsoft.com/office/drawing/2014/main" id="{88DB3288-6989-DF7C-1409-E2D4A4F7F893}"/>
              </a:ext>
            </a:extLst>
          </p:cNvPr>
          <p:cNvSpPr txBox="1">
            <a:spLocks noChangeAspect="1"/>
          </p:cNvSpPr>
          <p:nvPr/>
        </p:nvSpPr>
        <p:spPr>
          <a:xfrm>
            <a:off x="422285" y="1458975"/>
            <a:ext cx="288000" cy="288000"/>
          </a:xfrm>
          <a:prstGeom prst="ellipse">
            <a:avLst/>
          </a:prstGeom>
          <a:solidFill>
            <a:schemeClr val="bg2">
              <a:lumMod val="50000"/>
            </a:schemeClr>
          </a:solidFill>
        </p:spPr>
        <p:txBody>
          <a:bodyPr wrap="square" lIns="0" tIns="0" rIns="0" bIns="0" anchor="ctr">
            <a:noAutofit/>
          </a:bodyPr>
          <a:lstStyle>
            <a:lvl1pPr marL="179388" indent="-179388" algn="just" defTabSz="914400" rtl="0" eaLnBrk="1" latinLnBrk="0" hangingPunct="1">
              <a:spcBef>
                <a:spcPct val="20000"/>
              </a:spcBef>
              <a:buClr>
                <a:schemeClr val="tx1">
                  <a:lumMod val="75000"/>
                </a:schemeClr>
              </a:buClr>
              <a:buFont typeface="Arial" pitchFamily="34" charset="0"/>
              <a:buChar char="•"/>
              <a:defRPr lang="es-ES" sz="1200" kern="1200" smtClean="0">
                <a:solidFill>
                  <a:schemeClr val="tx1"/>
                </a:solidFill>
                <a:latin typeface="Arial"/>
                <a:ea typeface="+mn-ea"/>
                <a:cs typeface="Arial"/>
              </a:defRPr>
            </a:lvl1pPr>
            <a:lvl2pPr marL="536575" indent="-168275" algn="just" defTabSz="914400" rtl="0" eaLnBrk="1" latinLnBrk="0" hangingPunct="1">
              <a:spcBef>
                <a:spcPct val="20000"/>
              </a:spcBef>
              <a:buFont typeface="Arial" pitchFamily="34" charset="0"/>
              <a:buChar char="•"/>
              <a:tabLst/>
              <a:defRPr lang="es-ES" sz="1200" kern="1200" smtClean="0">
                <a:solidFill>
                  <a:schemeClr val="tx1"/>
                </a:solidFill>
                <a:latin typeface="Arial"/>
                <a:ea typeface="+mn-ea"/>
                <a:cs typeface="Arial"/>
              </a:defRPr>
            </a:lvl2pPr>
            <a:lvl3pPr marL="893763" indent="-158750" algn="just" defTabSz="914400" rtl="0" eaLnBrk="1" latinLnBrk="0" hangingPunct="1">
              <a:spcBef>
                <a:spcPct val="20000"/>
              </a:spcBef>
              <a:buFont typeface="Arial" pitchFamily="34" charset="0"/>
              <a:buChar char="•"/>
              <a:defRPr lang="es-ES" sz="1200" kern="1200" smtClean="0">
                <a:solidFill>
                  <a:schemeClr val="tx1"/>
                </a:solidFill>
                <a:latin typeface="Arial"/>
                <a:ea typeface="+mn-ea"/>
                <a:cs typeface="Arial"/>
              </a:defRPr>
            </a:lvl3pPr>
            <a:lvl4pPr marL="1252538" indent="-149225" algn="just" defTabSz="914400" rtl="0" eaLnBrk="1" latinLnBrk="0" hangingPunct="1">
              <a:spcBef>
                <a:spcPct val="20000"/>
              </a:spcBef>
              <a:buFont typeface="Arial" pitchFamily="34" charset="0"/>
              <a:buChar char="•"/>
              <a:defRPr lang="es-ES" sz="1200" kern="1200" smtClean="0">
                <a:solidFill>
                  <a:schemeClr val="tx1"/>
                </a:solidFill>
                <a:latin typeface="Arial"/>
                <a:ea typeface="+mn-ea"/>
                <a:cs typeface="Arial"/>
              </a:defRPr>
            </a:lvl4pPr>
            <a:lvl5pPr marL="1609725" indent="-149225" algn="just" defTabSz="914400" rtl="0" eaLnBrk="1" latinLnBrk="0" hangingPunct="1">
              <a:spcBef>
                <a:spcPct val="20000"/>
              </a:spcBef>
              <a:buFont typeface="Arial" pitchFamily="34" charset="0"/>
              <a:buChar char="•"/>
              <a:defRPr lang="es-ES" sz="1200" kern="1200" dirty="0" smtClean="0">
                <a:solidFill>
                  <a:schemeClr val="tx1"/>
                </a:solidFill>
                <a:latin typeface="Arial"/>
                <a:ea typeface="+mn-ea"/>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ct val="20000"/>
              </a:spcBef>
              <a:spcAft>
                <a:spcPts val="0"/>
              </a:spcAft>
              <a:buClr>
                <a:srgbClr val="1A3B47">
                  <a:lumMod val="75000"/>
                </a:srgbClr>
              </a:buClr>
              <a:buSzTx/>
              <a:buFont typeface="Arial" pitchFamily="34" charset="0"/>
              <a:buNone/>
              <a:tabLst/>
              <a:defRPr/>
            </a:pPr>
            <a:r>
              <a:rPr kumimoji="0" lang="es-ES" sz="1400" b="0" i="0" u="none" strike="noStrike" kern="1200" cap="none" spc="0" normalizeH="0" baseline="0" noProof="0">
                <a:ln>
                  <a:noFill/>
                </a:ln>
                <a:solidFill>
                  <a:srgbClr val="FFFFFF"/>
                </a:solidFill>
                <a:effectLst/>
                <a:uLnTx/>
                <a:uFillTx/>
                <a:latin typeface="Soho Gothic Pro Light"/>
                <a:ea typeface="+mn-ea"/>
                <a:cs typeface="Arial"/>
              </a:rPr>
              <a:t>1</a:t>
            </a:r>
            <a:endParaRPr kumimoji="0" lang="es-ES" sz="800" b="0" i="0" u="none" strike="noStrike" kern="1200" cap="none" spc="0" normalizeH="0" baseline="0" noProof="0">
              <a:ln>
                <a:noFill/>
              </a:ln>
              <a:solidFill>
                <a:srgbClr val="FFFFFF"/>
              </a:solidFill>
              <a:effectLst/>
              <a:uLnTx/>
              <a:uFillTx/>
              <a:latin typeface="Soho Gothic Pro Light"/>
              <a:ea typeface="+mn-ea"/>
              <a:cs typeface="Arial"/>
            </a:endParaRPr>
          </a:p>
        </p:txBody>
      </p:sp>
      <p:sp>
        <p:nvSpPr>
          <p:cNvPr id="21" name="Marcador de contenido 4">
            <a:extLst>
              <a:ext uri="{FF2B5EF4-FFF2-40B4-BE49-F238E27FC236}">
                <a16:creationId xmlns:a16="http://schemas.microsoft.com/office/drawing/2014/main" id="{33B96FF6-E446-BE1B-8E02-317F6AD208AC}"/>
              </a:ext>
            </a:extLst>
          </p:cNvPr>
          <p:cNvSpPr txBox="1">
            <a:spLocks/>
          </p:cNvSpPr>
          <p:nvPr/>
        </p:nvSpPr>
        <p:spPr>
          <a:xfrm>
            <a:off x="8615141" y="1459102"/>
            <a:ext cx="3189451" cy="2462213"/>
          </a:xfrm>
          <a:prstGeom prst="rect">
            <a:avLst/>
          </a:prstGeom>
        </p:spPr>
        <p:txBody>
          <a:bodyPr wrap="square">
            <a:spAutoFit/>
          </a:bodyPr>
          <a:lstStyle>
            <a:lvl1pPr marL="179388" indent="-179388" algn="just" defTabSz="914400" rtl="0" eaLnBrk="1" latinLnBrk="0" hangingPunct="1">
              <a:spcBef>
                <a:spcPct val="20000"/>
              </a:spcBef>
              <a:buClr>
                <a:schemeClr val="tx1">
                  <a:lumMod val="75000"/>
                </a:schemeClr>
              </a:buClr>
              <a:buFont typeface="Arial" pitchFamily="34" charset="0"/>
              <a:buChar char="•"/>
              <a:defRPr lang="es-ES" sz="1200" kern="1200" smtClean="0">
                <a:solidFill>
                  <a:schemeClr val="tx1"/>
                </a:solidFill>
                <a:latin typeface="Arial"/>
                <a:ea typeface="+mn-ea"/>
                <a:cs typeface="Arial"/>
              </a:defRPr>
            </a:lvl1pPr>
            <a:lvl2pPr marL="536575" indent="-168275" algn="just" defTabSz="914400" rtl="0" eaLnBrk="1" latinLnBrk="0" hangingPunct="1">
              <a:spcBef>
                <a:spcPct val="20000"/>
              </a:spcBef>
              <a:buFont typeface="Arial" pitchFamily="34" charset="0"/>
              <a:buChar char="•"/>
              <a:tabLst/>
              <a:defRPr lang="es-ES" sz="1200" kern="1200" smtClean="0">
                <a:solidFill>
                  <a:schemeClr val="tx1"/>
                </a:solidFill>
                <a:latin typeface="Arial"/>
                <a:ea typeface="+mn-ea"/>
                <a:cs typeface="Arial"/>
              </a:defRPr>
            </a:lvl2pPr>
            <a:lvl3pPr marL="893763" indent="-158750" algn="just" defTabSz="914400" rtl="0" eaLnBrk="1" latinLnBrk="0" hangingPunct="1">
              <a:spcBef>
                <a:spcPct val="20000"/>
              </a:spcBef>
              <a:buFont typeface="Arial" pitchFamily="34" charset="0"/>
              <a:buChar char="•"/>
              <a:defRPr lang="es-ES" sz="1200" kern="1200" smtClean="0">
                <a:solidFill>
                  <a:schemeClr val="tx1"/>
                </a:solidFill>
                <a:latin typeface="Arial"/>
                <a:ea typeface="+mn-ea"/>
                <a:cs typeface="Arial"/>
              </a:defRPr>
            </a:lvl3pPr>
            <a:lvl4pPr marL="1252538" indent="-149225" algn="just" defTabSz="914400" rtl="0" eaLnBrk="1" latinLnBrk="0" hangingPunct="1">
              <a:spcBef>
                <a:spcPct val="20000"/>
              </a:spcBef>
              <a:buFont typeface="Arial" pitchFamily="34" charset="0"/>
              <a:buChar char="•"/>
              <a:defRPr lang="es-ES" sz="1200" kern="1200" smtClean="0">
                <a:solidFill>
                  <a:schemeClr val="tx1"/>
                </a:solidFill>
                <a:latin typeface="Arial"/>
                <a:ea typeface="+mn-ea"/>
                <a:cs typeface="Arial"/>
              </a:defRPr>
            </a:lvl4pPr>
            <a:lvl5pPr marL="1609725" indent="-149225" algn="just" defTabSz="914400" rtl="0" eaLnBrk="1" latinLnBrk="0" hangingPunct="1">
              <a:spcBef>
                <a:spcPct val="20000"/>
              </a:spcBef>
              <a:buFont typeface="Arial" pitchFamily="34" charset="0"/>
              <a:buChar char="•"/>
              <a:defRPr lang="es-ES" sz="1200" kern="1200" dirty="0" smtClean="0">
                <a:solidFill>
                  <a:schemeClr val="tx1"/>
                </a:solidFill>
                <a:latin typeface="Arial"/>
                <a:ea typeface="+mn-ea"/>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l">
              <a:buClr>
                <a:srgbClr val="1A3B47">
                  <a:lumMod val="75000"/>
                </a:srgbClr>
              </a:buClr>
              <a:buNone/>
            </a:pPr>
            <a:r>
              <a:rPr lang="es-ES">
                <a:solidFill>
                  <a:srgbClr val="4F062A"/>
                </a:solidFill>
                <a:latin typeface="+mn-lt"/>
              </a:rPr>
              <a:t>Planificación y Ejecución</a:t>
            </a:r>
          </a:p>
          <a:p>
            <a:pPr algn="l">
              <a:buClr>
                <a:srgbClr val="4F062A"/>
              </a:buClr>
            </a:pPr>
            <a:r>
              <a:rPr lang="es-ES" sz="1000">
                <a:solidFill>
                  <a:srgbClr val="4F062A"/>
                </a:solidFill>
                <a:latin typeface="+mn-lt"/>
              </a:rPr>
              <a:t>Definición e implementación del Modelo de PMO </a:t>
            </a:r>
          </a:p>
          <a:p>
            <a:pPr marR="0" lvl="1" algn="l" defTabSz="914400" eaLnBrk="1" fontAlgn="auto" latinLnBrk="0" hangingPunct="1">
              <a:lnSpc>
                <a:spcPct val="100000"/>
              </a:lnSpc>
              <a:spcBef>
                <a:spcPct val="20000"/>
              </a:spcBef>
              <a:spcAft>
                <a:spcPts val="0"/>
              </a:spcAft>
              <a:buClr>
                <a:srgbClr val="4F062A"/>
              </a:buClr>
              <a:buSzTx/>
              <a:tabLst/>
              <a:defRPr/>
            </a:pPr>
            <a:r>
              <a:rPr kumimoji="0" lang="es-ES" sz="1000" b="0" i="0" u="none" strike="noStrike" kern="1200" cap="none" spc="0" normalizeH="0" baseline="0" noProof="0">
                <a:ln>
                  <a:noFill/>
                </a:ln>
                <a:solidFill>
                  <a:srgbClr val="4F062A"/>
                </a:solidFill>
                <a:effectLst/>
                <a:uLnTx/>
                <a:uFillTx/>
                <a:latin typeface="+mn-lt"/>
              </a:rPr>
              <a:t>Metodologías </a:t>
            </a:r>
          </a:p>
          <a:p>
            <a:pPr marR="0" lvl="1" algn="l" defTabSz="914400" eaLnBrk="1" fontAlgn="auto" latinLnBrk="0" hangingPunct="1">
              <a:lnSpc>
                <a:spcPct val="100000"/>
              </a:lnSpc>
              <a:spcBef>
                <a:spcPct val="20000"/>
              </a:spcBef>
              <a:spcAft>
                <a:spcPts val="0"/>
              </a:spcAft>
              <a:buClr>
                <a:srgbClr val="4F062A"/>
              </a:buClr>
              <a:buSzTx/>
              <a:tabLst/>
              <a:defRPr/>
            </a:pPr>
            <a:r>
              <a:rPr kumimoji="0" lang="es-ES" sz="1000" b="0" i="0" u="none" strike="noStrike" kern="1200" cap="none" spc="0" normalizeH="0" baseline="0" noProof="0">
                <a:ln>
                  <a:noFill/>
                </a:ln>
                <a:solidFill>
                  <a:srgbClr val="4F062A"/>
                </a:solidFill>
                <a:effectLst/>
                <a:uLnTx/>
                <a:uFillTx/>
                <a:latin typeface="+mn-lt"/>
              </a:rPr>
              <a:t>Herramientas</a:t>
            </a:r>
          </a:p>
          <a:p>
            <a:pPr marR="0" lvl="1" algn="l" defTabSz="914400" eaLnBrk="1" fontAlgn="auto" latinLnBrk="0" hangingPunct="1">
              <a:lnSpc>
                <a:spcPct val="100000"/>
              </a:lnSpc>
              <a:spcBef>
                <a:spcPct val="20000"/>
              </a:spcBef>
              <a:spcAft>
                <a:spcPts val="0"/>
              </a:spcAft>
              <a:buClr>
                <a:srgbClr val="4F062A"/>
              </a:buClr>
              <a:buSzTx/>
              <a:tabLst/>
              <a:defRPr/>
            </a:pPr>
            <a:r>
              <a:rPr kumimoji="0" lang="es-ES" sz="1000" b="0" i="0" u="none" strike="noStrike" kern="1200" cap="none" spc="0" normalizeH="0" baseline="0" noProof="0">
                <a:ln>
                  <a:noFill/>
                </a:ln>
                <a:solidFill>
                  <a:srgbClr val="4F062A"/>
                </a:solidFill>
                <a:effectLst/>
                <a:uLnTx/>
                <a:uFillTx/>
                <a:latin typeface="+mn-lt"/>
              </a:rPr>
              <a:t>Procesos de oficina ( Gestión de la demanda</a:t>
            </a:r>
            <a:r>
              <a:rPr lang="es-ES" sz="1000">
                <a:solidFill>
                  <a:srgbClr val="4F062A"/>
                </a:solidFill>
                <a:latin typeface="+mn-lt"/>
              </a:rPr>
              <a:t>, ciclo de vida , etc. ) </a:t>
            </a:r>
            <a:r>
              <a:rPr kumimoji="0" lang="es-ES" sz="1000" b="0" i="0" u="none" strike="noStrike" kern="1200" cap="none" spc="0" normalizeH="0" noProof="0">
                <a:ln>
                  <a:noFill/>
                </a:ln>
                <a:solidFill>
                  <a:srgbClr val="4F062A"/>
                </a:solidFill>
                <a:effectLst/>
                <a:uLnTx/>
                <a:uFillTx/>
                <a:latin typeface="+mn-lt"/>
              </a:rPr>
              <a:t> </a:t>
            </a:r>
            <a:endParaRPr kumimoji="0" lang="es-ES" sz="1000" b="0" i="0" u="none" strike="noStrike" kern="1200" cap="none" spc="0" normalizeH="0" baseline="0" noProof="0">
              <a:ln>
                <a:noFill/>
              </a:ln>
              <a:solidFill>
                <a:srgbClr val="4F062A"/>
              </a:solidFill>
              <a:effectLst/>
              <a:uLnTx/>
              <a:uFillTx/>
              <a:latin typeface="+mn-lt"/>
            </a:endParaRPr>
          </a:p>
          <a:p>
            <a:pPr marR="0" lvl="0" algn="l" fontAlgn="auto">
              <a:lnSpc>
                <a:spcPct val="100000"/>
              </a:lnSpc>
              <a:spcAft>
                <a:spcPts val="0"/>
              </a:spcAft>
              <a:buClr>
                <a:srgbClr val="4F062A"/>
              </a:buClr>
              <a:buSzTx/>
              <a:tabLst/>
              <a:defRPr/>
            </a:pPr>
            <a:r>
              <a:rPr lang="es-ES" sz="1000">
                <a:solidFill>
                  <a:srgbClr val="4F062A"/>
                </a:solidFill>
                <a:latin typeface="+mn-lt"/>
              </a:rPr>
              <a:t>Recursos </a:t>
            </a:r>
          </a:p>
          <a:p>
            <a:pPr marR="0" lvl="1" algn="l" defTabSz="914400" eaLnBrk="1" fontAlgn="auto" latinLnBrk="0" hangingPunct="1">
              <a:lnSpc>
                <a:spcPct val="100000"/>
              </a:lnSpc>
              <a:spcBef>
                <a:spcPct val="20000"/>
              </a:spcBef>
              <a:spcAft>
                <a:spcPts val="0"/>
              </a:spcAft>
              <a:buClr>
                <a:srgbClr val="4F062A"/>
              </a:buClr>
              <a:buSzTx/>
              <a:tabLst/>
              <a:defRPr/>
            </a:pPr>
            <a:r>
              <a:rPr kumimoji="0" lang="es-ES" sz="1000" b="0" i="0" u="none" strike="noStrike" kern="1200" cap="none" spc="0" normalizeH="0" baseline="0" noProof="0">
                <a:ln>
                  <a:noFill/>
                </a:ln>
                <a:solidFill>
                  <a:srgbClr val="4F062A"/>
                </a:solidFill>
                <a:effectLst/>
                <a:uLnTx/>
                <a:uFillTx/>
                <a:latin typeface="+mn-lt"/>
              </a:rPr>
              <a:t>Personas</a:t>
            </a:r>
            <a:r>
              <a:rPr kumimoji="0" lang="es-ES" sz="1000" b="0" i="0" u="none" strike="noStrike" kern="1200" cap="none" spc="0" normalizeH="0" noProof="0">
                <a:ln>
                  <a:noFill/>
                </a:ln>
                <a:solidFill>
                  <a:srgbClr val="4F062A"/>
                </a:solidFill>
                <a:effectLst/>
                <a:uLnTx/>
                <a:uFillTx/>
                <a:latin typeface="+mn-lt"/>
              </a:rPr>
              <a:t> </a:t>
            </a:r>
          </a:p>
          <a:p>
            <a:pPr marR="0" lvl="1" algn="l" defTabSz="914400" eaLnBrk="1" fontAlgn="auto" latinLnBrk="0" hangingPunct="1">
              <a:lnSpc>
                <a:spcPct val="100000"/>
              </a:lnSpc>
              <a:spcBef>
                <a:spcPct val="20000"/>
              </a:spcBef>
              <a:spcAft>
                <a:spcPts val="0"/>
              </a:spcAft>
              <a:buClr>
                <a:srgbClr val="4F062A"/>
              </a:buClr>
              <a:buSzTx/>
              <a:tabLst/>
              <a:defRPr/>
            </a:pPr>
            <a:r>
              <a:rPr lang="es-ES" sz="1000" baseline="0">
                <a:solidFill>
                  <a:srgbClr val="4F062A"/>
                </a:solidFill>
                <a:latin typeface="+mn-lt"/>
              </a:rPr>
              <a:t>Matriz RACI</a:t>
            </a:r>
            <a:endParaRPr kumimoji="0" lang="es-ES" sz="1000" b="0" i="0" u="none" strike="noStrike" kern="1200" cap="none" spc="0" normalizeH="0" baseline="0" noProof="0">
              <a:ln>
                <a:noFill/>
              </a:ln>
              <a:solidFill>
                <a:srgbClr val="4F062A"/>
              </a:solidFill>
              <a:effectLst/>
              <a:uLnTx/>
              <a:uFillTx/>
              <a:latin typeface="+mn-lt"/>
            </a:endParaRPr>
          </a:p>
          <a:p>
            <a:pPr algn="l">
              <a:buClr>
                <a:srgbClr val="4F062A"/>
              </a:buClr>
            </a:pPr>
            <a:r>
              <a:rPr lang="es-ES" sz="1000">
                <a:solidFill>
                  <a:srgbClr val="4F062A"/>
                </a:solidFill>
                <a:latin typeface="+mn-lt"/>
              </a:rPr>
              <a:t>Ejecución de proyectos:</a:t>
            </a:r>
          </a:p>
          <a:p>
            <a:pPr marR="0" lvl="1" algn="l" defTabSz="914400" eaLnBrk="1" fontAlgn="auto" latinLnBrk="0" hangingPunct="1">
              <a:lnSpc>
                <a:spcPct val="100000"/>
              </a:lnSpc>
              <a:spcBef>
                <a:spcPct val="20000"/>
              </a:spcBef>
              <a:spcAft>
                <a:spcPts val="0"/>
              </a:spcAft>
              <a:buClr>
                <a:srgbClr val="4F062A"/>
              </a:buClr>
              <a:buSzTx/>
              <a:tabLst/>
              <a:defRPr/>
            </a:pPr>
            <a:r>
              <a:rPr kumimoji="0" lang="es-ES" sz="1000" b="0" i="0" u="none" strike="noStrike" kern="1200" cap="none" spc="0" normalizeH="0" baseline="0" noProof="0">
                <a:ln>
                  <a:noFill/>
                </a:ln>
                <a:solidFill>
                  <a:srgbClr val="4F062A"/>
                </a:solidFill>
                <a:effectLst/>
                <a:uLnTx/>
                <a:uFillTx/>
                <a:latin typeface="+mn-lt"/>
              </a:rPr>
              <a:t>Diagrama de Gantt</a:t>
            </a:r>
          </a:p>
          <a:p>
            <a:pPr marR="0" lvl="1" algn="l" defTabSz="914400" eaLnBrk="1" fontAlgn="auto" latinLnBrk="0" hangingPunct="1">
              <a:lnSpc>
                <a:spcPct val="100000"/>
              </a:lnSpc>
              <a:spcBef>
                <a:spcPct val="20000"/>
              </a:spcBef>
              <a:spcAft>
                <a:spcPts val="0"/>
              </a:spcAft>
              <a:buClr>
                <a:srgbClr val="4F062A"/>
              </a:buClr>
              <a:buSzTx/>
              <a:tabLst/>
              <a:defRPr/>
            </a:pPr>
            <a:r>
              <a:rPr kumimoji="0" lang="es-ES" sz="1000" b="0" i="0" u="none" strike="noStrike" kern="1200" cap="none" spc="0" normalizeH="0" baseline="0" noProof="0">
                <a:ln>
                  <a:noFill/>
                </a:ln>
                <a:solidFill>
                  <a:srgbClr val="4F062A"/>
                </a:solidFill>
                <a:effectLst/>
                <a:uLnTx/>
                <a:uFillTx/>
                <a:latin typeface="+mn-lt"/>
              </a:rPr>
              <a:t>Riesgos y planes de acción</a:t>
            </a:r>
          </a:p>
        </p:txBody>
      </p:sp>
      <p:sp>
        <p:nvSpPr>
          <p:cNvPr id="22" name="Marcador de contenido 4">
            <a:extLst>
              <a:ext uri="{FF2B5EF4-FFF2-40B4-BE49-F238E27FC236}">
                <a16:creationId xmlns:a16="http://schemas.microsoft.com/office/drawing/2014/main" id="{36DCCBA5-0550-C668-D949-244254E2E395}"/>
              </a:ext>
            </a:extLst>
          </p:cNvPr>
          <p:cNvSpPr txBox="1">
            <a:spLocks noChangeAspect="1"/>
          </p:cNvSpPr>
          <p:nvPr/>
        </p:nvSpPr>
        <p:spPr>
          <a:xfrm>
            <a:off x="8315519" y="1467786"/>
            <a:ext cx="288000" cy="288000"/>
          </a:xfrm>
          <a:prstGeom prst="ellipse">
            <a:avLst/>
          </a:prstGeom>
          <a:solidFill>
            <a:srgbClr val="77093F"/>
          </a:solidFill>
        </p:spPr>
        <p:txBody>
          <a:bodyPr wrap="square" lIns="0" tIns="0" rIns="0" bIns="0" anchor="ctr">
            <a:noAutofit/>
          </a:bodyPr>
          <a:lstStyle>
            <a:defPPr>
              <a:defRPr lang="es-ES"/>
            </a:defPPr>
            <a:lvl1pPr indent="0" algn="ctr" defTabSz="914400">
              <a:spcBef>
                <a:spcPct val="20000"/>
              </a:spcBef>
              <a:buClr>
                <a:schemeClr val="tx1">
                  <a:lumMod val="75000"/>
                </a:schemeClr>
              </a:buClr>
              <a:buFont typeface="Arial" pitchFamily="34" charset="0"/>
              <a:buNone/>
              <a:defRPr sz="1400">
                <a:solidFill>
                  <a:schemeClr val="bg1"/>
                </a:solidFill>
                <a:cs typeface="Arial"/>
              </a:defRPr>
            </a:lvl1pPr>
            <a:lvl2pPr marL="536575" indent="-168275" algn="just" defTabSz="914400">
              <a:spcBef>
                <a:spcPct val="20000"/>
              </a:spcBef>
              <a:buFont typeface="Arial" pitchFamily="34" charset="0"/>
              <a:buChar char="•"/>
              <a:tabLst/>
              <a:defRPr sz="1200">
                <a:latin typeface="Arial"/>
                <a:cs typeface="Arial"/>
              </a:defRPr>
            </a:lvl2pPr>
            <a:lvl3pPr marL="893763" indent="-158750" algn="just" defTabSz="914400">
              <a:spcBef>
                <a:spcPct val="20000"/>
              </a:spcBef>
              <a:buFont typeface="Arial" pitchFamily="34" charset="0"/>
              <a:buChar char="•"/>
              <a:defRPr sz="1200">
                <a:latin typeface="Arial"/>
                <a:cs typeface="Arial"/>
              </a:defRPr>
            </a:lvl3pPr>
            <a:lvl4pPr marL="1252538" indent="-149225" algn="just" defTabSz="914400">
              <a:spcBef>
                <a:spcPct val="20000"/>
              </a:spcBef>
              <a:buFont typeface="Arial" pitchFamily="34" charset="0"/>
              <a:buChar char="•"/>
              <a:defRPr sz="1200">
                <a:latin typeface="Arial"/>
                <a:cs typeface="Arial"/>
              </a:defRPr>
            </a:lvl4pPr>
            <a:lvl5pPr marL="1609725" indent="-149225" algn="just" defTabSz="914400">
              <a:spcBef>
                <a:spcPct val="20000"/>
              </a:spcBef>
              <a:buFont typeface="Arial" pitchFamily="34" charset="0"/>
              <a:buChar char="•"/>
              <a:defRPr sz="1200">
                <a:latin typeface="Arial"/>
                <a:cs typeface="Arial"/>
              </a:defRPr>
            </a:lvl5pPr>
            <a:lvl6pPr marL="2514600" indent="-228600" defTabSz="914400">
              <a:spcBef>
                <a:spcPct val="20000"/>
              </a:spcBef>
              <a:buFont typeface="Arial" pitchFamily="34" charset="0"/>
              <a:buChar char="•"/>
              <a:defRPr sz="2000"/>
            </a:lvl6pPr>
            <a:lvl7pPr marL="2971800" indent="-228600" defTabSz="914400">
              <a:spcBef>
                <a:spcPct val="20000"/>
              </a:spcBef>
              <a:buFont typeface="Arial" pitchFamily="34" charset="0"/>
              <a:buChar char="•"/>
              <a:defRPr sz="2000"/>
            </a:lvl7pPr>
            <a:lvl8pPr marL="3429000" indent="-228600" defTabSz="914400">
              <a:spcBef>
                <a:spcPct val="20000"/>
              </a:spcBef>
              <a:buFont typeface="Arial" pitchFamily="34" charset="0"/>
              <a:buChar char="•"/>
              <a:defRPr sz="2000"/>
            </a:lvl8pPr>
            <a:lvl9pPr marL="3886200" indent="-228600" defTabSz="914400">
              <a:spcBef>
                <a:spcPct val="20000"/>
              </a:spcBef>
              <a:buFont typeface="Arial" pitchFamily="34" charset="0"/>
              <a:buChar char="•"/>
              <a:defRPr sz="2000"/>
            </a:lvl9pPr>
          </a:lstStyle>
          <a:p>
            <a:pPr marL="0" marR="0" lvl="0" indent="0" algn="ctr" defTabSz="914400" eaLnBrk="1" fontAlgn="auto" latinLnBrk="0" hangingPunct="1">
              <a:lnSpc>
                <a:spcPct val="100000"/>
              </a:lnSpc>
              <a:spcBef>
                <a:spcPct val="20000"/>
              </a:spcBef>
              <a:spcAft>
                <a:spcPts val="0"/>
              </a:spcAft>
              <a:buClr>
                <a:srgbClr val="1A3B47">
                  <a:lumMod val="75000"/>
                </a:srgbClr>
              </a:buClr>
              <a:buSzTx/>
              <a:buFont typeface="Arial" pitchFamily="34" charset="0"/>
              <a:buNone/>
              <a:tabLst/>
              <a:defRPr/>
            </a:pPr>
            <a:r>
              <a:rPr kumimoji="0" lang="es-ES" sz="1400" b="0" i="0" u="none" strike="noStrike" kern="1200" cap="none" spc="0" normalizeH="0" baseline="0" noProof="0">
                <a:ln>
                  <a:noFill/>
                </a:ln>
                <a:solidFill>
                  <a:srgbClr val="FFFFFF"/>
                </a:solidFill>
                <a:effectLst/>
                <a:uLnTx/>
                <a:uFillTx/>
                <a:latin typeface="Soho Gothic Pro Light"/>
                <a:ea typeface="+mn-ea"/>
                <a:cs typeface="Arial"/>
              </a:rPr>
              <a:t>2</a:t>
            </a:r>
          </a:p>
        </p:txBody>
      </p:sp>
      <p:sp>
        <p:nvSpPr>
          <p:cNvPr id="23" name="Marcador de contenido 4">
            <a:extLst>
              <a:ext uri="{FF2B5EF4-FFF2-40B4-BE49-F238E27FC236}">
                <a16:creationId xmlns:a16="http://schemas.microsoft.com/office/drawing/2014/main" id="{A3C4D4F5-AEE5-C5AC-A4DC-30D14AB4C606}"/>
              </a:ext>
            </a:extLst>
          </p:cNvPr>
          <p:cNvSpPr txBox="1">
            <a:spLocks/>
          </p:cNvSpPr>
          <p:nvPr/>
        </p:nvSpPr>
        <p:spPr>
          <a:xfrm>
            <a:off x="728691" y="3979919"/>
            <a:ext cx="3512624" cy="2246769"/>
          </a:xfrm>
          <a:prstGeom prst="rect">
            <a:avLst/>
          </a:prstGeom>
        </p:spPr>
        <p:txBody>
          <a:bodyPr wrap="square">
            <a:spAutoFit/>
          </a:bodyPr>
          <a:lstStyle>
            <a:lvl1pPr marL="179388" indent="-179388" algn="just" defTabSz="914400" rtl="0" eaLnBrk="1" latinLnBrk="0" hangingPunct="1">
              <a:spcBef>
                <a:spcPct val="20000"/>
              </a:spcBef>
              <a:buClr>
                <a:schemeClr val="tx1">
                  <a:lumMod val="75000"/>
                </a:schemeClr>
              </a:buClr>
              <a:buFont typeface="Arial" pitchFamily="34" charset="0"/>
              <a:buChar char="•"/>
              <a:defRPr lang="es-ES" sz="1200" kern="1200" smtClean="0">
                <a:solidFill>
                  <a:schemeClr val="tx1"/>
                </a:solidFill>
                <a:latin typeface="Arial"/>
                <a:ea typeface="+mn-ea"/>
                <a:cs typeface="Arial"/>
              </a:defRPr>
            </a:lvl1pPr>
            <a:lvl2pPr marL="536575" indent="-168275" algn="just" defTabSz="914400" rtl="0" eaLnBrk="1" latinLnBrk="0" hangingPunct="1">
              <a:spcBef>
                <a:spcPct val="20000"/>
              </a:spcBef>
              <a:buFont typeface="Arial" pitchFamily="34" charset="0"/>
              <a:buChar char="•"/>
              <a:tabLst/>
              <a:defRPr lang="es-ES" sz="1200" kern="1200" smtClean="0">
                <a:solidFill>
                  <a:schemeClr val="tx1"/>
                </a:solidFill>
                <a:latin typeface="Arial"/>
                <a:ea typeface="+mn-ea"/>
                <a:cs typeface="Arial"/>
              </a:defRPr>
            </a:lvl2pPr>
            <a:lvl3pPr marL="893763" indent="-158750" algn="just" defTabSz="914400" rtl="0" eaLnBrk="1" latinLnBrk="0" hangingPunct="1">
              <a:spcBef>
                <a:spcPct val="20000"/>
              </a:spcBef>
              <a:buFont typeface="Arial" pitchFamily="34" charset="0"/>
              <a:buChar char="•"/>
              <a:defRPr lang="es-ES" sz="1200" kern="1200" smtClean="0">
                <a:solidFill>
                  <a:schemeClr val="tx1"/>
                </a:solidFill>
                <a:latin typeface="Arial"/>
                <a:ea typeface="+mn-ea"/>
                <a:cs typeface="Arial"/>
              </a:defRPr>
            </a:lvl3pPr>
            <a:lvl4pPr marL="1252538" indent="-149225" algn="just" defTabSz="914400" rtl="0" eaLnBrk="1" latinLnBrk="0" hangingPunct="1">
              <a:spcBef>
                <a:spcPct val="20000"/>
              </a:spcBef>
              <a:buFont typeface="Arial" pitchFamily="34" charset="0"/>
              <a:buChar char="•"/>
              <a:defRPr lang="es-ES" sz="1200" kern="1200" smtClean="0">
                <a:solidFill>
                  <a:schemeClr val="tx1"/>
                </a:solidFill>
                <a:latin typeface="Arial"/>
                <a:ea typeface="+mn-ea"/>
                <a:cs typeface="Arial"/>
              </a:defRPr>
            </a:lvl4pPr>
            <a:lvl5pPr marL="1609725" indent="-149225" algn="just" defTabSz="914400" rtl="0" eaLnBrk="1" latinLnBrk="0" hangingPunct="1">
              <a:spcBef>
                <a:spcPct val="20000"/>
              </a:spcBef>
              <a:buFont typeface="Arial" pitchFamily="34" charset="0"/>
              <a:buChar char="•"/>
              <a:defRPr lang="es-ES" sz="1200" kern="1200" dirty="0" smtClean="0">
                <a:solidFill>
                  <a:schemeClr val="tx1"/>
                </a:solidFill>
                <a:latin typeface="Arial"/>
                <a:ea typeface="+mn-ea"/>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eaLnBrk="1" fontAlgn="auto" latinLnBrk="0" hangingPunct="1">
              <a:lnSpc>
                <a:spcPct val="100000"/>
              </a:lnSpc>
              <a:spcBef>
                <a:spcPct val="20000"/>
              </a:spcBef>
              <a:spcAft>
                <a:spcPts val="0"/>
              </a:spcAft>
              <a:buClr>
                <a:srgbClr val="4F062A"/>
              </a:buClr>
              <a:buSzTx/>
              <a:buNone/>
              <a:tabLst/>
              <a:defRPr/>
            </a:pPr>
            <a:r>
              <a:rPr kumimoji="0" lang="es-ES" b="0" i="0" u="none" strike="noStrike" kern="1200" cap="none" spc="0" normalizeH="0" baseline="0" noProof="0">
                <a:ln>
                  <a:noFill/>
                </a:ln>
                <a:solidFill>
                  <a:srgbClr val="4F062A"/>
                </a:solidFill>
                <a:effectLst/>
                <a:uLnTx/>
                <a:uFillTx/>
                <a:latin typeface="+mn-lt"/>
                <a:ea typeface="+mn-ea"/>
                <a:cs typeface="Arial"/>
              </a:rPr>
              <a:t>Seguimiento y monitorización </a:t>
            </a:r>
          </a:p>
          <a:p>
            <a:pPr lvl="0" algn="l">
              <a:buClr>
                <a:srgbClr val="4F062A"/>
              </a:buClr>
              <a:defRPr/>
            </a:pPr>
            <a:r>
              <a:rPr lang="es-ES" sz="1000">
                <a:solidFill>
                  <a:srgbClr val="4F062A"/>
                </a:solidFill>
                <a:latin typeface="+mn-lt"/>
              </a:rPr>
              <a:t>Definición del modelo de seguimiento</a:t>
            </a:r>
          </a:p>
          <a:p>
            <a:pPr lvl="0" algn="l">
              <a:buClr>
                <a:srgbClr val="4F062A"/>
              </a:buClr>
              <a:defRPr/>
            </a:pPr>
            <a:r>
              <a:rPr lang="es-ES" sz="1000">
                <a:solidFill>
                  <a:srgbClr val="4F062A"/>
                </a:solidFill>
                <a:latin typeface="+mn-lt"/>
              </a:rPr>
              <a:t>Implementación y evaluación de resultados </a:t>
            </a:r>
          </a:p>
          <a:p>
            <a:pPr marR="0" lvl="0" algn="l" defTabSz="914400" eaLnBrk="1" fontAlgn="auto" latinLnBrk="0" hangingPunct="1">
              <a:lnSpc>
                <a:spcPct val="100000"/>
              </a:lnSpc>
              <a:spcBef>
                <a:spcPct val="20000"/>
              </a:spcBef>
              <a:spcAft>
                <a:spcPts val="0"/>
              </a:spcAft>
              <a:buClr>
                <a:srgbClr val="4F062A"/>
              </a:buClr>
              <a:buSzTx/>
              <a:tabLst/>
              <a:defRPr/>
            </a:pPr>
            <a:r>
              <a:rPr kumimoji="0" lang="es-ES" sz="1000" b="0" i="0" u="none" strike="noStrike" kern="1200" cap="none" spc="0" normalizeH="0" baseline="0" noProof="0">
                <a:ln>
                  <a:noFill/>
                </a:ln>
                <a:solidFill>
                  <a:srgbClr val="4F062A"/>
                </a:solidFill>
                <a:effectLst/>
                <a:uLnTx/>
                <a:uFillTx/>
                <a:latin typeface="+mn-lt"/>
                <a:ea typeface="+mn-ea"/>
                <a:cs typeface="Arial"/>
              </a:rPr>
              <a:t>Participación en Comités y reuniones</a:t>
            </a:r>
            <a:r>
              <a:rPr kumimoji="0" lang="es-ES" sz="1000" b="0" i="0" u="none" strike="noStrike" kern="1200" cap="none" spc="0" normalizeH="0" noProof="0">
                <a:ln>
                  <a:noFill/>
                </a:ln>
                <a:solidFill>
                  <a:srgbClr val="4F062A"/>
                </a:solidFill>
                <a:effectLst/>
                <a:uLnTx/>
                <a:uFillTx/>
                <a:latin typeface="+mn-lt"/>
                <a:ea typeface="+mn-ea"/>
                <a:cs typeface="Arial"/>
              </a:rPr>
              <a:t> de seguimiento</a:t>
            </a:r>
            <a:r>
              <a:rPr kumimoji="0" lang="es-ES" sz="1000" b="0" i="0" u="none" strike="noStrike" kern="1200" cap="none" spc="0" normalizeH="0" baseline="0" noProof="0">
                <a:ln>
                  <a:noFill/>
                </a:ln>
                <a:solidFill>
                  <a:srgbClr val="4F062A"/>
                </a:solidFill>
                <a:effectLst/>
                <a:uLnTx/>
                <a:uFillTx/>
                <a:latin typeface="+mn-lt"/>
                <a:ea typeface="+mn-ea"/>
                <a:cs typeface="Arial"/>
              </a:rPr>
              <a:t>: </a:t>
            </a:r>
          </a:p>
          <a:p>
            <a:pPr marR="0" lvl="1" algn="l" defTabSz="914400" eaLnBrk="1" fontAlgn="auto" latinLnBrk="0" hangingPunct="1">
              <a:lnSpc>
                <a:spcPct val="100000"/>
              </a:lnSpc>
              <a:spcBef>
                <a:spcPct val="20000"/>
              </a:spcBef>
              <a:spcAft>
                <a:spcPts val="0"/>
              </a:spcAft>
              <a:buClr>
                <a:srgbClr val="4F062A"/>
              </a:buClr>
              <a:buSzTx/>
              <a:tabLst/>
              <a:defRPr/>
            </a:pPr>
            <a:r>
              <a:rPr kumimoji="0" lang="es-ES" sz="1000" b="0" i="0" u="none" strike="noStrike" kern="1200" cap="none" spc="0" normalizeH="0" baseline="0" noProof="0">
                <a:ln>
                  <a:noFill/>
                </a:ln>
                <a:solidFill>
                  <a:srgbClr val="4F062A"/>
                </a:solidFill>
                <a:effectLst/>
                <a:uLnTx/>
                <a:uFillTx/>
                <a:latin typeface="+mn-lt"/>
                <a:ea typeface="+mn-ea"/>
                <a:cs typeface="Arial"/>
              </a:rPr>
              <a:t>Plantilla y materiales</a:t>
            </a:r>
          </a:p>
          <a:p>
            <a:pPr marR="0" lvl="1" algn="l" defTabSz="914400" eaLnBrk="1" fontAlgn="auto" latinLnBrk="0" hangingPunct="1">
              <a:lnSpc>
                <a:spcPct val="100000"/>
              </a:lnSpc>
              <a:spcBef>
                <a:spcPct val="20000"/>
              </a:spcBef>
              <a:spcAft>
                <a:spcPts val="0"/>
              </a:spcAft>
              <a:buClr>
                <a:srgbClr val="4F062A"/>
              </a:buClr>
              <a:buSzTx/>
              <a:tabLst/>
              <a:defRPr/>
            </a:pPr>
            <a:r>
              <a:rPr kumimoji="0" lang="es-ES" sz="1000" b="0" i="0" u="none" strike="noStrike" kern="1200" cap="none" spc="0" normalizeH="0" baseline="0" noProof="0">
                <a:ln>
                  <a:noFill/>
                </a:ln>
                <a:solidFill>
                  <a:srgbClr val="4F062A"/>
                </a:solidFill>
                <a:effectLst/>
                <a:uLnTx/>
                <a:uFillTx/>
                <a:latin typeface="+mn-lt"/>
                <a:ea typeface="+mn-ea"/>
                <a:cs typeface="Arial"/>
              </a:rPr>
              <a:t>Generación de contenidos y liderazgo en presentaciones</a:t>
            </a:r>
          </a:p>
          <a:p>
            <a:pPr marR="0" lvl="0" algn="l" defTabSz="914400" eaLnBrk="1" fontAlgn="auto" latinLnBrk="0" hangingPunct="1">
              <a:lnSpc>
                <a:spcPct val="100000"/>
              </a:lnSpc>
              <a:spcBef>
                <a:spcPct val="20000"/>
              </a:spcBef>
              <a:spcAft>
                <a:spcPts val="0"/>
              </a:spcAft>
              <a:buClr>
                <a:srgbClr val="4F062A"/>
              </a:buClr>
              <a:buSzTx/>
              <a:tabLst/>
              <a:defRPr/>
            </a:pPr>
            <a:r>
              <a:rPr kumimoji="0" lang="es-ES" sz="1000" b="0" i="0" u="none" strike="noStrike" kern="1200" cap="none" spc="0" normalizeH="0" baseline="0" noProof="0">
                <a:ln>
                  <a:noFill/>
                </a:ln>
                <a:solidFill>
                  <a:srgbClr val="4F062A"/>
                </a:solidFill>
                <a:effectLst/>
                <a:uLnTx/>
                <a:uFillTx/>
                <a:latin typeface="+mn-lt"/>
                <a:ea typeface="+mn-ea"/>
                <a:cs typeface="Arial"/>
              </a:rPr>
              <a:t>Comité Directivo:</a:t>
            </a:r>
          </a:p>
          <a:p>
            <a:pPr marR="0" lvl="1" algn="l" defTabSz="914400" eaLnBrk="1" fontAlgn="auto" latinLnBrk="0" hangingPunct="1">
              <a:lnSpc>
                <a:spcPct val="100000"/>
              </a:lnSpc>
              <a:spcBef>
                <a:spcPct val="20000"/>
              </a:spcBef>
              <a:spcAft>
                <a:spcPts val="0"/>
              </a:spcAft>
              <a:buClr>
                <a:srgbClr val="4F062A"/>
              </a:buClr>
              <a:buSzTx/>
              <a:tabLst/>
              <a:defRPr/>
            </a:pPr>
            <a:r>
              <a:rPr kumimoji="0" lang="es-ES" sz="1000" b="0" i="0" u="none" strike="noStrike" kern="1200" cap="none" spc="0" normalizeH="0" baseline="0" noProof="0">
                <a:ln>
                  <a:noFill/>
                </a:ln>
                <a:solidFill>
                  <a:srgbClr val="4F062A"/>
                </a:solidFill>
                <a:effectLst/>
                <a:uLnTx/>
                <a:uFillTx/>
                <a:latin typeface="+mn-lt"/>
                <a:ea typeface="+mn-ea"/>
                <a:cs typeface="Arial"/>
              </a:rPr>
              <a:t>Plantilla y materiales </a:t>
            </a:r>
          </a:p>
          <a:p>
            <a:pPr marR="0" lvl="1" algn="l" defTabSz="914400" eaLnBrk="1" fontAlgn="auto" latinLnBrk="0" hangingPunct="1">
              <a:lnSpc>
                <a:spcPct val="100000"/>
              </a:lnSpc>
              <a:spcBef>
                <a:spcPct val="20000"/>
              </a:spcBef>
              <a:spcAft>
                <a:spcPts val="0"/>
              </a:spcAft>
              <a:buClr>
                <a:srgbClr val="4F062A"/>
              </a:buClr>
              <a:buSzTx/>
              <a:tabLst/>
              <a:defRPr/>
            </a:pPr>
            <a:r>
              <a:rPr kumimoji="0" lang="es-ES" sz="1000" b="0" i="0" u="none" strike="noStrike" kern="1200" cap="none" spc="0" normalizeH="0" baseline="0" noProof="0">
                <a:ln>
                  <a:noFill/>
                </a:ln>
                <a:solidFill>
                  <a:srgbClr val="4F062A"/>
                </a:solidFill>
                <a:effectLst/>
                <a:uLnTx/>
                <a:uFillTx/>
                <a:latin typeface="+mn-lt"/>
                <a:ea typeface="+mn-ea"/>
                <a:cs typeface="Arial"/>
              </a:rPr>
              <a:t>Generación de contenidos y participación en presentaciones</a:t>
            </a:r>
          </a:p>
        </p:txBody>
      </p:sp>
      <p:sp>
        <p:nvSpPr>
          <p:cNvPr id="24" name="Marcador de contenido 4">
            <a:extLst>
              <a:ext uri="{FF2B5EF4-FFF2-40B4-BE49-F238E27FC236}">
                <a16:creationId xmlns:a16="http://schemas.microsoft.com/office/drawing/2014/main" id="{5BBA9A72-5FCE-345B-1028-F53A4F27B653}"/>
              </a:ext>
            </a:extLst>
          </p:cNvPr>
          <p:cNvSpPr txBox="1">
            <a:spLocks noChangeAspect="1"/>
          </p:cNvSpPr>
          <p:nvPr/>
        </p:nvSpPr>
        <p:spPr>
          <a:xfrm>
            <a:off x="422285" y="3970396"/>
            <a:ext cx="288000" cy="288000"/>
          </a:xfrm>
          <a:prstGeom prst="ellipse">
            <a:avLst/>
          </a:prstGeom>
          <a:solidFill>
            <a:srgbClr val="FF0054"/>
          </a:solidFill>
        </p:spPr>
        <p:txBody>
          <a:bodyPr wrap="square" lIns="0" tIns="0" rIns="0" bIns="0" anchor="ctr">
            <a:noAutofit/>
          </a:bodyPr>
          <a:lstStyle>
            <a:defPPr>
              <a:defRPr lang="es-ES"/>
            </a:defPPr>
            <a:lvl1pPr indent="0" algn="ctr" defTabSz="914400">
              <a:spcBef>
                <a:spcPct val="20000"/>
              </a:spcBef>
              <a:buClr>
                <a:schemeClr val="tx1">
                  <a:lumMod val="75000"/>
                </a:schemeClr>
              </a:buClr>
              <a:buFont typeface="Arial" pitchFamily="34" charset="0"/>
              <a:buNone/>
              <a:defRPr sz="1400">
                <a:solidFill>
                  <a:schemeClr val="bg1"/>
                </a:solidFill>
                <a:cs typeface="Arial"/>
              </a:defRPr>
            </a:lvl1pPr>
            <a:lvl2pPr marL="536575" indent="-168275" algn="just" defTabSz="914400">
              <a:spcBef>
                <a:spcPct val="20000"/>
              </a:spcBef>
              <a:buFont typeface="Arial" pitchFamily="34" charset="0"/>
              <a:buChar char="•"/>
              <a:tabLst/>
              <a:defRPr sz="1200">
                <a:latin typeface="Arial"/>
                <a:cs typeface="Arial"/>
              </a:defRPr>
            </a:lvl2pPr>
            <a:lvl3pPr marL="893763" indent="-158750" algn="just" defTabSz="914400">
              <a:spcBef>
                <a:spcPct val="20000"/>
              </a:spcBef>
              <a:buFont typeface="Arial" pitchFamily="34" charset="0"/>
              <a:buChar char="•"/>
              <a:defRPr sz="1200">
                <a:latin typeface="Arial"/>
                <a:cs typeface="Arial"/>
              </a:defRPr>
            </a:lvl3pPr>
            <a:lvl4pPr marL="1252538" indent="-149225" algn="just" defTabSz="914400">
              <a:spcBef>
                <a:spcPct val="20000"/>
              </a:spcBef>
              <a:buFont typeface="Arial" pitchFamily="34" charset="0"/>
              <a:buChar char="•"/>
              <a:defRPr sz="1200">
                <a:latin typeface="Arial"/>
                <a:cs typeface="Arial"/>
              </a:defRPr>
            </a:lvl4pPr>
            <a:lvl5pPr marL="1609725" indent="-149225" algn="just" defTabSz="914400">
              <a:spcBef>
                <a:spcPct val="20000"/>
              </a:spcBef>
              <a:buFont typeface="Arial" pitchFamily="34" charset="0"/>
              <a:buChar char="•"/>
              <a:defRPr sz="1200">
                <a:latin typeface="Arial"/>
                <a:cs typeface="Arial"/>
              </a:defRPr>
            </a:lvl5pPr>
            <a:lvl6pPr marL="2514600" indent="-228600" defTabSz="914400">
              <a:spcBef>
                <a:spcPct val="20000"/>
              </a:spcBef>
              <a:buFont typeface="Arial" pitchFamily="34" charset="0"/>
              <a:buChar char="•"/>
              <a:defRPr sz="2000"/>
            </a:lvl6pPr>
            <a:lvl7pPr marL="2971800" indent="-228600" defTabSz="914400">
              <a:spcBef>
                <a:spcPct val="20000"/>
              </a:spcBef>
              <a:buFont typeface="Arial" pitchFamily="34" charset="0"/>
              <a:buChar char="•"/>
              <a:defRPr sz="2000"/>
            </a:lvl7pPr>
            <a:lvl8pPr marL="3429000" indent="-228600" defTabSz="914400">
              <a:spcBef>
                <a:spcPct val="20000"/>
              </a:spcBef>
              <a:buFont typeface="Arial" pitchFamily="34" charset="0"/>
              <a:buChar char="•"/>
              <a:defRPr sz="2000"/>
            </a:lvl8pPr>
            <a:lvl9pPr marL="3886200" indent="-228600" defTabSz="914400">
              <a:spcBef>
                <a:spcPct val="20000"/>
              </a:spcBef>
              <a:buFont typeface="Arial" pitchFamily="34" charset="0"/>
              <a:buChar char="•"/>
              <a:defRPr sz="2000"/>
            </a:lvl9pPr>
          </a:lstStyle>
          <a:p>
            <a:pPr marL="0" marR="0" lvl="0" indent="0" algn="ctr" defTabSz="914400" eaLnBrk="1" fontAlgn="auto" latinLnBrk="0" hangingPunct="1">
              <a:lnSpc>
                <a:spcPct val="100000"/>
              </a:lnSpc>
              <a:spcBef>
                <a:spcPct val="20000"/>
              </a:spcBef>
              <a:spcAft>
                <a:spcPts val="0"/>
              </a:spcAft>
              <a:buClr>
                <a:srgbClr val="1A3B47">
                  <a:lumMod val="75000"/>
                </a:srgbClr>
              </a:buClr>
              <a:buSzTx/>
              <a:buFont typeface="Arial" pitchFamily="34" charset="0"/>
              <a:buNone/>
              <a:tabLst/>
              <a:defRPr/>
            </a:pPr>
            <a:r>
              <a:rPr kumimoji="0" lang="es-ES" sz="1400" b="0" i="0" u="none" strike="noStrike" kern="1200" cap="none" spc="0" normalizeH="0" baseline="0" noProof="0">
                <a:ln>
                  <a:noFill/>
                </a:ln>
                <a:solidFill>
                  <a:srgbClr val="FFFFFF"/>
                </a:solidFill>
                <a:effectLst/>
                <a:uLnTx/>
                <a:uFillTx/>
                <a:latin typeface="Soho Gothic Pro Light"/>
                <a:ea typeface="+mn-ea"/>
                <a:cs typeface="Arial"/>
              </a:rPr>
              <a:t>4</a:t>
            </a:r>
          </a:p>
        </p:txBody>
      </p:sp>
      <p:sp>
        <p:nvSpPr>
          <p:cNvPr id="25" name="Marcador de contenido 4">
            <a:extLst>
              <a:ext uri="{FF2B5EF4-FFF2-40B4-BE49-F238E27FC236}">
                <a16:creationId xmlns:a16="http://schemas.microsoft.com/office/drawing/2014/main" id="{769D6EAC-8448-8D97-2B4B-5980F6C5A046}"/>
              </a:ext>
            </a:extLst>
          </p:cNvPr>
          <p:cNvSpPr txBox="1">
            <a:spLocks/>
          </p:cNvSpPr>
          <p:nvPr/>
        </p:nvSpPr>
        <p:spPr>
          <a:xfrm>
            <a:off x="8759158" y="3979919"/>
            <a:ext cx="3045434" cy="1969770"/>
          </a:xfrm>
          <a:prstGeom prst="rect">
            <a:avLst/>
          </a:prstGeom>
        </p:spPr>
        <p:txBody>
          <a:bodyPr wrap="square">
            <a:spAutoFit/>
          </a:bodyPr>
          <a:lstStyle>
            <a:lvl1pPr marL="179388" indent="-179388" algn="just" defTabSz="914400" rtl="0" eaLnBrk="1" latinLnBrk="0" hangingPunct="1">
              <a:spcBef>
                <a:spcPct val="20000"/>
              </a:spcBef>
              <a:buClr>
                <a:schemeClr val="tx1">
                  <a:lumMod val="75000"/>
                </a:schemeClr>
              </a:buClr>
              <a:buFont typeface="Arial" pitchFamily="34" charset="0"/>
              <a:buChar char="•"/>
              <a:defRPr lang="es-ES" sz="1200" kern="1200" smtClean="0">
                <a:solidFill>
                  <a:schemeClr val="tx1"/>
                </a:solidFill>
                <a:latin typeface="Arial"/>
                <a:ea typeface="+mn-ea"/>
                <a:cs typeface="Arial"/>
              </a:defRPr>
            </a:lvl1pPr>
            <a:lvl2pPr marL="536575" indent="-168275" algn="just" defTabSz="914400" rtl="0" eaLnBrk="1" latinLnBrk="0" hangingPunct="1">
              <a:spcBef>
                <a:spcPct val="20000"/>
              </a:spcBef>
              <a:buFont typeface="Arial" pitchFamily="34" charset="0"/>
              <a:buChar char="•"/>
              <a:tabLst/>
              <a:defRPr lang="es-ES" sz="1200" kern="1200" smtClean="0">
                <a:solidFill>
                  <a:schemeClr val="tx1"/>
                </a:solidFill>
                <a:latin typeface="Arial"/>
                <a:ea typeface="+mn-ea"/>
                <a:cs typeface="Arial"/>
              </a:defRPr>
            </a:lvl2pPr>
            <a:lvl3pPr marL="893763" indent="-158750" algn="just" defTabSz="914400" rtl="0" eaLnBrk="1" latinLnBrk="0" hangingPunct="1">
              <a:spcBef>
                <a:spcPct val="20000"/>
              </a:spcBef>
              <a:buFont typeface="Arial" pitchFamily="34" charset="0"/>
              <a:buChar char="•"/>
              <a:defRPr lang="es-ES" sz="1200" kern="1200" smtClean="0">
                <a:solidFill>
                  <a:schemeClr val="tx1"/>
                </a:solidFill>
                <a:latin typeface="Arial"/>
                <a:ea typeface="+mn-ea"/>
                <a:cs typeface="Arial"/>
              </a:defRPr>
            </a:lvl3pPr>
            <a:lvl4pPr marL="1252538" indent="-149225" algn="just" defTabSz="914400" rtl="0" eaLnBrk="1" latinLnBrk="0" hangingPunct="1">
              <a:spcBef>
                <a:spcPct val="20000"/>
              </a:spcBef>
              <a:buFont typeface="Arial" pitchFamily="34" charset="0"/>
              <a:buChar char="•"/>
              <a:defRPr lang="es-ES" sz="1200" kern="1200" smtClean="0">
                <a:solidFill>
                  <a:schemeClr val="tx1"/>
                </a:solidFill>
                <a:latin typeface="Arial"/>
                <a:ea typeface="+mn-ea"/>
                <a:cs typeface="Arial"/>
              </a:defRPr>
            </a:lvl4pPr>
            <a:lvl5pPr marL="1609725" indent="-149225" algn="just" defTabSz="914400" rtl="0" eaLnBrk="1" latinLnBrk="0" hangingPunct="1">
              <a:spcBef>
                <a:spcPct val="20000"/>
              </a:spcBef>
              <a:buFont typeface="Arial" pitchFamily="34" charset="0"/>
              <a:buChar char="•"/>
              <a:defRPr lang="es-ES" sz="1200" kern="1200" dirty="0" smtClean="0">
                <a:solidFill>
                  <a:schemeClr val="tx1"/>
                </a:solidFill>
                <a:latin typeface="Arial"/>
                <a:ea typeface="+mn-ea"/>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eaLnBrk="1" fontAlgn="auto" latinLnBrk="0" hangingPunct="1">
              <a:lnSpc>
                <a:spcPct val="100000"/>
              </a:lnSpc>
              <a:spcBef>
                <a:spcPct val="20000"/>
              </a:spcBef>
              <a:spcAft>
                <a:spcPts val="0"/>
              </a:spcAft>
              <a:buClr>
                <a:srgbClr val="4F062A"/>
              </a:buClr>
              <a:buSzTx/>
              <a:buNone/>
              <a:tabLst/>
              <a:defRPr/>
            </a:pPr>
            <a:r>
              <a:rPr lang="es-ES">
                <a:solidFill>
                  <a:srgbClr val="4F062A"/>
                </a:solidFill>
                <a:latin typeface="+mn-lt"/>
              </a:rPr>
              <a:t>Coordinación con Gestión del cambio </a:t>
            </a:r>
            <a:endParaRPr kumimoji="0" lang="es-ES" b="0" i="0" u="none" strike="noStrike" kern="1200" cap="none" spc="0" normalizeH="0" baseline="0" noProof="0">
              <a:ln>
                <a:noFill/>
              </a:ln>
              <a:solidFill>
                <a:srgbClr val="4F062A"/>
              </a:solidFill>
              <a:effectLst/>
              <a:uLnTx/>
              <a:uFillTx/>
              <a:latin typeface="+mn-lt"/>
            </a:endParaRPr>
          </a:p>
          <a:p>
            <a:pPr lvl="0" algn="l">
              <a:buClr>
                <a:srgbClr val="4F062A"/>
              </a:buClr>
            </a:pPr>
            <a:r>
              <a:rPr lang="es-ES" sz="1000">
                <a:solidFill>
                  <a:srgbClr val="4F062A"/>
                </a:solidFill>
                <a:latin typeface="+mn-lt"/>
              </a:rPr>
              <a:t>Coordinación de todos los </a:t>
            </a:r>
            <a:r>
              <a:rPr lang="es-ES" sz="1000" err="1">
                <a:solidFill>
                  <a:srgbClr val="4F062A"/>
                </a:solidFill>
                <a:latin typeface="+mn-lt"/>
              </a:rPr>
              <a:t>stakeholders</a:t>
            </a:r>
            <a:r>
              <a:rPr lang="es-ES" sz="1000">
                <a:solidFill>
                  <a:srgbClr val="4F062A"/>
                </a:solidFill>
                <a:latin typeface="+mn-lt"/>
              </a:rPr>
              <a:t> necesarios</a:t>
            </a:r>
          </a:p>
          <a:p>
            <a:pPr lvl="0" algn="l">
              <a:buClr>
                <a:srgbClr val="4F062A"/>
              </a:buClr>
            </a:pPr>
            <a:r>
              <a:rPr lang="es-ES" sz="1000">
                <a:solidFill>
                  <a:srgbClr val="4F062A"/>
                </a:solidFill>
                <a:latin typeface="+mn-lt"/>
              </a:rPr>
              <a:t>Preparación de plan de despliegue</a:t>
            </a:r>
          </a:p>
          <a:p>
            <a:pPr lvl="0" algn="l">
              <a:buClr>
                <a:srgbClr val="4F062A"/>
              </a:buClr>
            </a:pPr>
            <a:r>
              <a:rPr lang="es-ES" sz="1000">
                <a:solidFill>
                  <a:srgbClr val="4F062A"/>
                </a:solidFill>
                <a:latin typeface="+mn-lt"/>
              </a:rPr>
              <a:t>Plan de comunicación </a:t>
            </a:r>
          </a:p>
          <a:p>
            <a:pPr lvl="0" algn="l">
              <a:buClr>
                <a:srgbClr val="4F062A"/>
              </a:buClr>
            </a:pPr>
            <a:r>
              <a:rPr lang="es-ES" sz="1000">
                <a:solidFill>
                  <a:srgbClr val="4F062A"/>
                </a:solidFill>
                <a:latin typeface="+mn-lt"/>
              </a:rPr>
              <a:t>Diseño de formaciones y capacitación necesaria </a:t>
            </a:r>
          </a:p>
          <a:p>
            <a:pPr lvl="0" algn="l">
              <a:buClr>
                <a:srgbClr val="4F062A"/>
              </a:buClr>
            </a:pPr>
            <a:r>
              <a:rPr lang="es-ES" sz="1000">
                <a:solidFill>
                  <a:srgbClr val="4F062A"/>
                </a:solidFill>
                <a:latin typeface="+mn-lt"/>
              </a:rPr>
              <a:t>Implementación de nuevos de métodos de trabajo</a:t>
            </a:r>
            <a:br>
              <a:rPr lang="es-ES" sz="1000">
                <a:solidFill>
                  <a:srgbClr val="C00000"/>
                </a:solidFill>
                <a:latin typeface="+mn-lt"/>
              </a:rPr>
            </a:br>
            <a:br>
              <a:rPr lang="es-ES" sz="1000">
                <a:solidFill>
                  <a:srgbClr val="C00000"/>
                </a:solidFill>
                <a:latin typeface="+mn-lt"/>
              </a:rPr>
            </a:br>
            <a:endParaRPr lang="es-ES" sz="1000">
              <a:solidFill>
                <a:srgbClr val="C00000"/>
              </a:solidFill>
              <a:latin typeface="+mn-lt"/>
            </a:endParaRPr>
          </a:p>
        </p:txBody>
      </p:sp>
      <p:sp>
        <p:nvSpPr>
          <p:cNvPr id="26" name="Marcador de contenido 4">
            <a:extLst>
              <a:ext uri="{FF2B5EF4-FFF2-40B4-BE49-F238E27FC236}">
                <a16:creationId xmlns:a16="http://schemas.microsoft.com/office/drawing/2014/main" id="{59F09C2B-A684-7F0C-224E-6C22CC7ADCFB}"/>
              </a:ext>
            </a:extLst>
          </p:cNvPr>
          <p:cNvSpPr txBox="1">
            <a:spLocks noChangeAspect="1"/>
          </p:cNvSpPr>
          <p:nvPr/>
        </p:nvSpPr>
        <p:spPr>
          <a:xfrm>
            <a:off x="8445491" y="3980555"/>
            <a:ext cx="288000" cy="288000"/>
          </a:xfrm>
          <a:prstGeom prst="ellipse">
            <a:avLst/>
          </a:prstGeom>
          <a:solidFill>
            <a:schemeClr val="accent6"/>
          </a:solidFill>
        </p:spPr>
        <p:txBody>
          <a:bodyPr wrap="square" lIns="0" tIns="0" rIns="0" bIns="0" anchor="ctr">
            <a:noAutofit/>
          </a:bodyPr>
          <a:lstStyle>
            <a:defPPr>
              <a:defRPr lang="es-ES"/>
            </a:defPPr>
            <a:lvl1pPr indent="0" algn="ctr" defTabSz="914400">
              <a:spcBef>
                <a:spcPct val="20000"/>
              </a:spcBef>
              <a:buClr>
                <a:schemeClr val="tx1">
                  <a:lumMod val="75000"/>
                </a:schemeClr>
              </a:buClr>
              <a:buFont typeface="Arial" pitchFamily="34" charset="0"/>
              <a:buNone/>
              <a:defRPr sz="1400">
                <a:solidFill>
                  <a:schemeClr val="bg1"/>
                </a:solidFill>
                <a:cs typeface="Arial"/>
              </a:defRPr>
            </a:lvl1pPr>
            <a:lvl2pPr marL="536575" indent="-168275" algn="just" defTabSz="914400">
              <a:spcBef>
                <a:spcPct val="20000"/>
              </a:spcBef>
              <a:buFont typeface="Arial" pitchFamily="34" charset="0"/>
              <a:buChar char="•"/>
              <a:tabLst/>
              <a:defRPr sz="1200">
                <a:latin typeface="Arial"/>
                <a:cs typeface="Arial"/>
              </a:defRPr>
            </a:lvl2pPr>
            <a:lvl3pPr marL="893763" indent="-158750" algn="just" defTabSz="914400">
              <a:spcBef>
                <a:spcPct val="20000"/>
              </a:spcBef>
              <a:buFont typeface="Arial" pitchFamily="34" charset="0"/>
              <a:buChar char="•"/>
              <a:defRPr sz="1200">
                <a:latin typeface="Arial"/>
                <a:cs typeface="Arial"/>
              </a:defRPr>
            </a:lvl3pPr>
            <a:lvl4pPr marL="1252538" indent="-149225" algn="just" defTabSz="914400">
              <a:spcBef>
                <a:spcPct val="20000"/>
              </a:spcBef>
              <a:buFont typeface="Arial" pitchFamily="34" charset="0"/>
              <a:buChar char="•"/>
              <a:defRPr sz="1200">
                <a:latin typeface="Arial"/>
                <a:cs typeface="Arial"/>
              </a:defRPr>
            </a:lvl4pPr>
            <a:lvl5pPr marL="1609725" indent="-149225" algn="just" defTabSz="914400">
              <a:spcBef>
                <a:spcPct val="20000"/>
              </a:spcBef>
              <a:buFont typeface="Arial" pitchFamily="34" charset="0"/>
              <a:buChar char="•"/>
              <a:defRPr sz="1200">
                <a:latin typeface="Arial"/>
                <a:cs typeface="Arial"/>
              </a:defRPr>
            </a:lvl5pPr>
            <a:lvl6pPr marL="2514600" indent="-228600" defTabSz="914400">
              <a:spcBef>
                <a:spcPct val="20000"/>
              </a:spcBef>
              <a:buFont typeface="Arial" pitchFamily="34" charset="0"/>
              <a:buChar char="•"/>
              <a:defRPr sz="2000"/>
            </a:lvl6pPr>
            <a:lvl7pPr marL="2971800" indent="-228600" defTabSz="914400">
              <a:spcBef>
                <a:spcPct val="20000"/>
              </a:spcBef>
              <a:buFont typeface="Arial" pitchFamily="34" charset="0"/>
              <a:buChar char="•"/>
              <a:defRPr sz="2000"/>
            </a:lvl7pPr>
            <a:lvl8pPr marL="3429000" indent="-228600" defTabSz="914400">
              <a:spcBef>
                <a:spcPct val="20000"/>
              </a:spcBef>
              <a:buFont typeface="Arial" pitchFamily="34" charset="0"/>
              <a:buChar char="•"/>
              <a:defRPr sz="2000"/>
            </a:lvl8pPr>
            <a:lvl9pPr marL="3886200" indent="-228600" defTabSz="914400">
              <a:spcBef>
                <a:spcPct val="20000"/>
              </a:spcBef>
              <a:buFont typeface="Arial" pitchFamily="34" charset="0"/>
              <a:buChar char="•"/>
              <a:defRPr sz="2000"/>
            </a:lvl9pPr>
          </a:lstStyle>
          <a:p>
            <a:pPr marL="0" marR="0" lvl="0" indent="0" algn="ctr" defTabSz="914400" eaLnBrk="1" fontAlgn="auto" latinLnBrk="0" hangingPunct="1">
              <a:lnSpc>
                <a:spcPct val="100000"/>
              </a:lnSpc>
              <a:spcBef>
                <a:spcPct val="20000"/>
              </a:spcBef>
              <a:spcAft>
                <a:spcPts val="0"/>
              </a:spcAft>
              <a:buClr>
                <a:srgbClr val="1A3B47">
                  <a:lumMod val="75000"/>
                </a:srgbClr>
              </a:buClr>
              <a:buSzTx/>
              <a:buFont typeface="Arial" pitchFamily="34" charset="0"/>
              <a:buNone/>
              <a:tabLst/>
              <a:defRPr/>
            </a:pPr>
            <a:r>
              <a:rPr kumimoji="0" lang="es-ES" sz="1400" b="0" i="0" u="none" strike="noStrike" kern="1200" cap="none" spc="0" normalizeH="0" baseline="0" noProof="0">
                <a:ln>
                  <a:noFill/>
                </a:ln>
                <a:solidFill>
                  <a:srgbClr val="FFFFFF"/>
                </a:solidFill>
                <a:effectLst/>
                <a:uLnTx/>
                <a:uFillTx/>
                <a:latin typeface="Soho Gothic Pro Light"/>
                <a:ea typeface="+mn-ea"/>
                <a:cs typeface="Arial"/>
              </a:rPr>
              <a:t>3</a:t>
            </a:r>
          </a:p>
        </p:txBody>
      </p:sp>
      <p:grpSp>
        <p:nvGrpSpPr>
          <p:cNvPr id="27" name="Grupo 275">
            <a:extLst>
              <a:ext uri="{FF2B5EF4-FFF2-40B4-BE49-F238E27FC236}">
                <a16:creationId xmlns:a16="http://schemas.microsoft.com/office/drawing/2014/main" id="{0299A42B-C6AD-B576-7C97-606B589AD153}"/>
              </a:ext>
            </a:extLst>
          </p:cNvPr>
          <p:cNvGrpSpPr/>
          <p:nvPr/>
        </p:nvGrpSpPr>
        <p:grpSpPr>
          <a:xfrm>
            <a:off x="4019922" y="1387630"/>
            <a:ext cx="4380225" cy="4474851"/>
            <a:chOff x="2359931" y="1316666"/>
            <a:chExt cx="4897214" cy="5003009"/>
          </a:xfrm>
        </p:grpSpPr>
        <p:grpSp>
          <p:nvGrpSpPr>
            <p:cNvPr id="28" name="Grupo 276">
              <a:extLst>
                <a:ext uri="{FF2B5EF4-FFF2-40B4-BE49-F238E27FC236}">
                  <a16:creationId xmlns:a16="http://schemas.microsoft.com/office/drawing/2014/main" id="{126F9A65-A033-ACC8-8AD5-864A67174ECD}"/>
                </a:ext>
              </a:extLst>
            </p:cNvPr>
            <p:cNvGrpSpPr/>
            <p:nvPr/>
          </p:nvGrpSpPr>
          <p:grpSpPr>
            <a:xfrm>
              <a:off x="2359931" y="1316666"/>
              <a:ext cx="4897214" cy="5003009"/>
              <a:chOff x="2359931" y="1316666"/>
              <a:chExt cx="4897214" cy="5003009"/>
            </a:xfrm>
          </p:grpSpPr>
          <p:sp>
            <p:nvSpPr>
              <p:cNvPr id="56" name="Circular 96">
                <a:extLst>
                  <a:ext uri="{FF2B5EF4-FFF2-40B4-BE49-F238E27FC236}">
                    <a16:creationId xmlns:a16="http://schemas.microsoft.com/office/drawing/2014/main" id="{C855CB37-8F64-0FEE-9B26-957F7B2F4483}"/>
                  </a:ext>
                </a:extLst>
              </p:cNvPr>
              <p:cNvSpPr/>
              <p:nvPr/>
            </p:nvSpPr>
            <p:spPr>
              <a:xfrm>
                <a:off x="2648521" y="1604454"/>
                <a:ext cx="4320480" cy="4320480"/>
              </a:xfrm>
              <a:prstGeom prst="pie">
                <a:avLst>
                  <a:gd name="adj1" fmla="val 10803058"/>
                  <a:gd name="adj2" fmla="val 17097641"/>
                </a:avLst>
              </a:prstGeom>
              <a:solidFill>
                <a:schemeClr val="bg2">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379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a:ln>
                    <a:noFill/>
                  </a:ln>
                  <a:solidFill>
                    <a:srgbClr val="1A3B47"/>
                  </a:solidFill>
                  <a:effectLst/>
                  <a:uLnTx/>
                  <a:uFillTx/>
                  <a:latin typeface="Soho Gothic Pro Light"/>
                  <a:ea typeface="+mn-ea"/>
                  <a:cs typeface="+mn-cs"/>
                </a:endParaRPr>
              </a:p>
            </p:txBody>
          </p:sp>
          <p:sp>
            <p:nvSpPr>
              <p:cNvPr id="57" name="Circular 97">
                <a:extLst>
                  <a:ext uri="{FF2B5EF4-FFF2-40B4-BE49-F238E27FC236}">
                    <a16:creationId xmlns:a16="http://schemas.microsoft.com/office/drawing/2014/main" id="{FB6AA67C-BD46-2F8A-EC63-3E01FAAE4400}"/>
                  </a:ext>
                </a:extLst>
              </p:cNvPr>
              <p:cNvSpPr/>
              <p:nvPr/>
            </p:nvSpPr>
            <p:spPr>
              <a:xfrm>
                <a:off x="2648521" y="1604454"/>
                <a:ext cx="4320480" cy="4320480"/>
              </a:xfrm>
              <a:prstGeom prst="pie">
                <a:avLst>
                  <a:gd name="adj1" fmla="val 17073796"/>
                  <a:gd name="adj2" fmla="val 864098"/>
                </a:avLst>
              </a:prstGeom>
              <a:solidFill>
                <a:srgbClr val="77093F"/>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379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a:ln>
                    <a:noFill/>
                  </a:ln>
                  <a:solidFill>
                    <a:srgbClr val="1A3B47"/>
                  </a:solidFill>
                  <a:effectLst/>
                  <a:uLnTx/>
                  <a:uFillTx/>
                  <a:latin typeface="Soho Gothic Pro Light"/>
                  <a:ea typeface="+mn-ea"/>
                  <a:cs typeface="+mn-cs"/>
                </a:endParaRPr>
              </a:p>
            </p:txBody>
          </p:sp>
          <p:sp>
            <p:nvSpPr>
              <p:cNvPr id="58" name="Circular 98">
                <a:extLst>
                  <a:ext uri="{FF2B5EF4-FFF2-40B4-BE49-F238E27FC236}">
                    <a16:creationId xmlns:a16="http://schemas.microsoft.com/office/drawing/2014/main" id="{5381850E-6B6C-D918-3E5C-CEFB8931C6E3}"/>
                  </a:ext>
                </a:extLst>
              </p:cNvPr>
              <p:cNvSpPr/>
              <p:nvPr/>
            </p:nvSpPr>
            <p:spPr>
              <a:xfrm>
                <a:off x="2648521" y="1604454"/>
                <a:ext cx="4320480" cy="4320480"/>
              </a:xfrm>
              <a:prstGeom prst="pie">
                <a:avLst>
                  <a:gd name="adj1" fmla="val 852314"/>
                  <a:gd name="adj2" fmla="val 6280373"/>
                </a:avLst>
              </a:prstGeom>
              <a:solidFill>
                <a:schemeClr val="accent6">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379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a:ln>
                    <a:noFill/>
                  </a:ln>
                  <a:solidFill>
                    <a:srgbClr val="1A3B47"/>
                  </a:solidFill>
                  <a:effectLst/>
                  <a:uLnTx/>
                  <a:uFillTx/>
                  <a:latin typeface="Soho Gothic Pro Light"/>
                  <a:ea typeface="+mn-ea"/>
                  <a:cs typeface="+mn-cs"/>
                </a:endParaRPr>
              </a:p>
            </p:txBody>
          </p:sp>
          <p:sp>
            <p:nvSpPr>
              <p:cNvPr id="59" name="Circular 99">
                <a:extLst>
                  <a:ext uri="{FF2B5EF4-FFF2-40B4-BE49-F238E27FC236}">
                    <a16:creationId xmlns:a16="http://schemas.microsoft.com/office/drawing/2014/main" id="{5140DAF7-B0C8-2519-3A84-AF9790F7D6F2}"/>
                  </a:ext>
                </a:extLst>
              </p:cNvPr>
              <p:cNvSpPr/>
              <p:nvPr/>
            </p:nvSpPr>
            <p:spPr>
              <a:xfrm>
                <a:off x="2648521" y="1604454"/>
                <a:ext cx="4320480" cy="4320480"/>
              </a:xfrm>
              <a:prstGeom prst="pie">
                <a:avLst>
                  <a:gd name="adj1" fmla="val 6258406"/>
                  <a:gd name="adj2" fmla="val 10793999"/>
                </a:avLst>
              </a:prstGeom>
              <a:solidFill>
                <a:srgbClr val="FF005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379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a:ln>
                    <a:noFill/>
                  </a:ln>
                  <a:solidFill>
                    <a:schemeClr val="bg1"/>
                  </a:solidFill>
                  <a:effectLst/>
                  <a:uLnTx/>
                  <a:uFillTx/>
                  <a:latin typeface="Soho Gothic Pro Light"/>
                  <a:ea typeface="+mn-ea"/>
                  <a:cs typeface="+mn-cs"/>
                </a:endParaRPr>
              </a:p>
            </p:txBody>
          </p:sp>
          <p:grpSp>
            <p:nvGrpSpPr>
              <p:cNvPr id="70" name="Grupo 310">
                <a:extLst>
                  <a:ext uri="{FF2B5EF4-FFF2-40B4-BE49-F238E27FC236}">
                    <a16:creationId xmlns:a16="http://schemas.microsoft.com/office/drawing/2014/main" id="{DF72F1BA-E4D0-7AC8-390B-6DB5CE895E0E}"/>
                  </a:ext>
                </a:extLst>
              </p:cNvPr>
              <p:cNvGrpSpPr/>
              <p:nvPr/>
            </p:nvGrpSpPr>
            <p:grpSpPr>
              <a:xfrm>
                <a:off x="2648521" y="1604454"/>
                <a:ext cx="4248026" cy="4321641"/>
                <a:chOff x="2648744" y="1484784"/>
                <a:chExt cx="4248026" cy="4321641"/>
              </a:xfrm>
            </p:grpSpPr>
            <p:cxnSp>
              <p:nvCxnSpPr>
                <p:cNvPr id="107" name="Conector recto 106">
                  <a:extLst>
                    <a:ext uri="{FF2B5EF4-FFF2-40B4-BE49-F238E27FC236}">
                      <a16:creationId xmlns:a16="http://schemas.microsoft.com/office/drawing/2014/main" id="{DB35B2D1-DCCC-51D3-0AA7-747A93E4EFBE}"/>
                    </a:ext>
                  </a:extLst>
                </p:cNvPr>
                <p:cNvCxnSpPr/>
                <p:nvPr/>
              </p:nvCxnSpPr>
              <p:spPr>
                <a:xfrm flipH="1" flipV="1">
                  <a:off x="3153023" y="2062361"/>
                  <a:ext cx="1655961" cy="158266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8" name="Conector recto 107">
                  <a:extLst>
                    <a:ext uri="{FF2B5EF4-FFF2-40B4-BE49-F238E27FC236}">
                      <a16:creationId xmlns:a16="http://schemas.microsoft.com/office/drawing/2014/main" id="{208093DC-8FD7-061F-5ECE-9694BADFE64F}"/>
                    </a:ext>
                  </a:extLst>
                </p:cNvPr>
                <p:cNvCxnSpPr/>
                <p:nvPr/>
              </p:nvCxnSpPr>
              <p:spPr>
                <a:xfrm flipH="1" flipV="1">
                  <a:off x="4232920" y="1556792"/>
                  <a:ext cx="576064" cy="20882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9" name="Conector recto 108">
                  <a:extLst>
                    <a:ext uri="{FF2B5EF4-FFF2-40B4-BE49-F238E27FC236}">
                      <a16:creationId xmlns:a16="http://schemas.microsoft.com/office/drawing/2014/main" id="{C7BCAD86-0E42-E964-C181-655439071D41}"/>
                    </a:ext>
                  </a:extLst>
                </p:cNvPr>
                <p:cNvCxnSpPr/>
                <p:nvPr/>
              </p:nvCxnSpPr>
              <p:spPr>
                <a:xfrm flipH="1" flipV="1">
                  <a:off x="3657079" y="1774329"/>
                  <a:ext cx="1151905" cy="187069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0" name="Conector recto 109">
                  <a:extLst>
                    <a:ext uri="{FF2B5EF4-FFF2-40B4-BE49-F238E27FC236}">
                      <a16:creationId xmlns:a16="http://schemas.microsoft.com/office/drawing/2014/main" id="{963D0992-7BF1-2F9C-9E0F-81923D8B8572}"/>
                    </a:ext>
                  </a:extLst>
                </p:cNvPr>
                <p:cNvCxnSpPr/>
                <p:nvPr/>
              </p:nvCxnSpPr>
              <p:spPr>
                <a:xfrm flipH="1" flipV="1">
                  <a:off x="2936776" y="2600908"/>
                  <a:ext cx="1872208" cy="1044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 name="Conector recto 110">
                  <a:extLst>
                    <a:ext uri="{FF2B5EF4-FFF2-40B4-BE49-F238E27FC236}">
                      <a16:creationId xmlns:a16="http://schemas.microsoft.com/office/drawing/2014/main" id="{1877E106-3F7B-708D-97D9-1F3E4C34B1A0}"/>
                    </a:ext>
                  </a:extLst>
                </p:cNvPr>
                <p:cNvCxnSpPr/>
                <p:nvPr/>
              </p:nvCxnSpPr>
              <p:spPr>
                <a:xfrm flipH="1" flipV="1">
                  <a:off x="2720752" y="3100499"/>
                  <a:ext cx="2088232" cy="5445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2" name="Conector recto 111">
                  <a:extLst>
                    <a:ext uri="{FF2B5EF4-FFF2-40B4-BE49-F238E27FC236}">
                      <a16:creationId xmlns:a16="http://schemas.microsoft.com/office/drawing/2014/main" id="{A5EA42B9-4417-5FBE-ED7C-E7F2C6354AD4}"/>
                    </a:ext>
                  </a:extLst>
                </p:cNvPr>
                <p:cNvCxnSpPr/>
                <p:nvPr/>
              </p:nvCxnSpPr>
              <p:spPr>
                <a:xfrm flipH="1">
                  <a:off x="2648744" y="3645024"/>
                  <a:ext cx="21597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3" name="Conector recto 112">
                  <a:extLst>
                    <a:ext uri="{FF2B5EF4-FFF2-40B4-BE49-F238E27FC236}">
                      <a16:creationId xmlns:a16="http://schemas.microsoft.com/office/drawing/2014/main" id="{56B2D1BA-3B87-F2A8-00D9-7730C5BD394E}"/>
                    </a:ext>
                  </a:extLst>
                </p:cNvPr>
                <p:cNvCxnSpPr/>
                <p:nvPr/>
              </p:nvCxnSpPr>
              <p:spPr>
                <a:xfrm flipV="1">
                  <a:off x="4808538" y="1484784"/>
                  <a:ext cx="446" cy="2160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14" name="Grupo 337">
                  <a:extLst>
                    <a:ext uri="{FF2B5EF4-FFF2-40B4-BE49-F238E27FC236}">
                      <a16:creationId xmlns:a16="http://schemas.microsoft.com/office/drawing/2014/main" id="{F75977F4-8806-1210-4369-22E0F0E66BB8}"/>
                    </a:ext>
                  </a:extLst>
                </p:cNvPr>
                <p:cNvGrpSpPr/>
                <p:nvPr/>
              </p:nvGrpSpPr>
              <p:grpSpPr>
                <a:xfrm rot="5400000">
                  <a:off x="4688998" y="1677851"/>
                  <a:ext cx="2134407" cy="1895322"/>
                  <a:chOff x="5456610" y="2253697"/>
                  <a:chExt cx="2134407" cy="1895322"/>
                </a:xfrm>
              </p:grpSpPr>
              <p:cxnSp>
                <p:nvCxnSpPr>
                  <p:cNvPr id="129" name="Conector recto 128">
                    <a:extLst>
                      <a:ext uri="{FF2B5EF4-FFF2-40B4-BE49-F238E27FC236}">
                        <a16:creationId xmlns:a16="http://schemas.microsoft.com/office/drawing/2014/main" id="{4CCA4038-EF9D-0763-8828-2926F1B94ADF}"/>
                      </a:ext>
                    </a:extLst>
                  </p:cNvPr>
                  <p:cNvCxnSpPr/>
                  <p:nvPr/>
                </p:nvCxnSpPr>
                <p:spPr>
                  <a:xfrm rot="16200000" flipV="1">
                    <a:off x="6166445" y="2724446"/>
                    <a:ext cx="1895322" cy="95382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0" name="Conector recto 129">
                    <a:extLst>
                      <a:ext uri="{FF2B5EF4-FFF2-40B4-BE49-F238E27FC236}">
                        <a16:creationId xmlns:a16="http://schemas.microsoft.com/office/drawing/2014/main" id="{2B572DC3-7A40-5624-992E-3E339998F62B}"/>
                      </a:ext>
                    </a:extLst>
                  </p:cNvPr>
                  <p:cNvCxnSpPr/>
                  <p:nvPr/>
                </p:nvCxnSpPr>
                <p:spPr>
                  <a:xfrm rot="16200000" flipV="1">
                    <a:off x="6088032" y="2575483"/>
                    <a:ext cx="1251150" cy="166247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1" name="Conector recto 130">
                    <a:extLst>
                      <a:ext uri="{FF2B5EF4-FFF2-40B4-BE49-F238E27FC236}">
                        <a16:creationId xmlns:a16="http://schemas.microsoft.com/office/drawing/2014/main" id="{F3220C5F-4DF7-5C6E-A219-47BA9F3BB2AA}"/>
                      </a:ext>
                    </a:extLst>
                  </p:cNvPr>
                  <p:cNvCxnSpPr/>
                  <p:nvPr/>
                </p:nvCxnSpPr>
                <p:spPr>
                  <a:xfrm flipH="1" flipV="1">
                    <a:off x="5456610" y="3604493"/>
                    <a:ext cx="2088232" cy="5445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15" name="Grupo 338">
                  <a:extLst>
                    <a:ext uri="{FF2B5EF4-FFF2-40B4-BE49-F238E27FC236}">
                      <a16:creationId xmlns:a16="http://schemas.microsoft.com/office/drawing/2014/main" id="{9082F440-BBEB-BA79-10AF-A8EDC68C4DD9}"/>
                    </a:ext>
                  </a:extLst>
                </p:cNvPr>
                <p:cNvGrpSpPr/>
                <p:nvPr/>
              </p:nvGrpSpPr>
              <p:grpSpPr>
                <a:xfrm rot="10800000">
                  <a:off x="4808538" y="3636119"/>
                  <a:ext cx="2088232" cy="2160240"/>
                  <a:chOff x="5456610" y="1988778"/>
                  <a:chExt cx="2088232" cy="2160240"/>
                </a:xfrm>
              </p:grpSpPr>
              <p:cxnSp>
                <p:nvCxnSpPr>
                  <p:cNvPr id="123" name="Conector recto 122">
                    <a:extLst>
                      <a:ext uri="{FF2B5EF4-FFF2-40B4-BE49-F238E27FC236}">
                        <a16:creationId xmlns:a16="http://schemas.microsoft.com/office/drawing/2014/main" id="{4086239D-4560-E8E9-7926-0A418536395A}"/>
                      </a:ext>
                    </a:extLst>
                  </p:cNvPr>
                  <p:cNvCxnSpPr/>
                  <p:nvPr/>
                </p:nvCxnSpPr>
                <p:spPr>
                  <a:xfrm flipH="1" flipV="1">
                    <a:off x="5960666" y="2708858"/>
                    <a:ext cx="1584176" cy="144016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4" name="Conector recto 123">
                    <a:extLst>
                      <a:ext uri="{FF2B5EF4-FFF2-40B4-BE49-F238E27FC236}">
                        <a16:creationId xmlns:a16="http://schemas.microsoft.com/office/drawing/2014/main" id="{7BA510C4-D373-C0F6-0C10-B18EEC1E3FAF}"/>
                      </a:ext>
                    </a:extLst>
                  </p:cNvPr>
                  <p:cNvCxnSpPr/>
                  <p:nvPr/>
                </p:nvCxnSpPr>
                <p:spPr>
                  <a:xfrm flipH="1" flipV="1">
                    <a:off x="6968778" y="2060786"/>
                    <a:ext cx="576064" cy="20882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5" name="Conector recto 124">
                    <a:extLst>
                      <a:ext uri="{FF2B5EF4-FFF2-40B4-BE49-F238E27FC236}">
                        <a16:creationId xmlns:a16="http://schemas.microsoft.com/office/drawing/2014/main" id="{9DCE4399-5C2E-BA07-3F65-B7256E0FDF47}"/>
                      </a:ext>
                    </a:extLst>
                  </p:cNvPr>
                  <p:cNvCxnSpPr/>
                  <p:nvPr/>
                </p:nvCxnSpPr>
                <p:spPr>
                  <a:xfrm rot="10800000">
                    <a:off x="6401434" y="2266746"/>
                    <a:ext cx="1143408" cy="188227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6" name="Conector recto 125">
                    <a:extLst>
                      <a:ext uri="{FF2B5EF4-FFF2-40B4-BE49-F238E27FC236}">
                        <a16:creationId xmlns:a16="http://schemas.microsoft.com/office/drawing/2014/main" id="{32CF213F-9186-1ED3-D1CC-E89553CA84BC}"/>
                      </a:ext>
                    </a:extLst>
                  </p:cNvPr>
                  <p:cNvCxnSpPr/>
                  <p:nvPr/>
                </p:nvCxnSpPr>
                <p:spPr>
                  <a:xfrm flipH="1" flipV="1">
                    <a:off x="5672634" y="3104902"/>
                    <a:ext cx="1872208" cy="1044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7" name="Conector recto 126">
                    <a:extLst>
                      <a:ext uri="{FF2B5EF4-FFF2-40B4-BE49-F238E27FC236}">
                        <a16:creationId xmlns:a16="http://schemas.microsoft.com/office/drawing/2014/main" id="{6F6C1B7D-B57A-D3BD-93D4-6BD2DD15E7E3}"/>
                      </a:ext>
                    </a:extLst>
                  </p:cNvPr>
                  <p:cNvCxnSpPr/>
                  <p:nvPr/>
                </p:nvCxnSpPr>
                <p:spPr>
                  <a:xfrm flipH="1" flipV="1">
                    <a:off x="5456610" y="3604493"/>
                    <a:ext cx="2088232" cy="5445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8" name="Conector recto 127">
                    <a:extLst>
                      <a:ext uri="{FF2B5EF4-FFF2-40B4-BE49-F238E27FC236}">
                        <a16:creationId xmlns:a16="http://schemas.microsoft.com/office/drawing/2014/main" id="{36217BAD-EADF-16EF-A6B1-70F5AF9FD057}"/>
                      </a:ext>
                    </a:extLst>
                  </p:cNvPr>
                  <p:cNvCxnSpPr/>
                  <p:nvPr/>
                </p:nvCxnSpPr>
                <p:spPr>
                  <a:xfrm flipV="1">
                    <a:off x="7544396" y="1988778"/>
                    <a:ext cx="446" cy="2160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16" name="Grupo 339">
                  <a:extLst>
                    <a:ext uri="{FF2B5EF4-FFF2-40B4-BE49-F238E27FC236}">
                      <a16:creationId xmlns:a16="http://schemas.microsoft.com/office/drawing/2014/main" id="{EE5CD155-0839-E50B-971B-1D59B246DD2A}"/>
                    </a:ext>
                  </a:extLst>
                </p:cNvPr>
                <p:cNvGrpSpPr/>
                <p:nvPr/>
              </p:nvGrpSpPr>
              <p:grpSpPr>
                <a:xfrm rot="16200000">
                  <a:off x="2684305" y="3682188"/>
                  <a:ext cx="2160240" cy="2088234"/>
                  <a:chOff x="5384602" y="2060786"/>
                  <a:chExt cx="2160240" cy="2088234"/>
                </a:xfrm>
              </p:grpSpPr>
              <p:cxnSp>
                <p:nvCxnSpPr>
                  <p:cNvPr id="117" name="Conector recto 116">
                    <a:extLst>
                      <a:ext uri="{FF2B5EF4-FFF2-40B4-BE49-F238E27FC236}">
                        <a16:creationId xmlns:a16="http://schemas.microsoft.com/office/drawing/2014/main" id="{F978518B-7419-2707-8D26-9CCC3C2A33C6}"/>
                      </a:ext>
                    </a:extLst>
                  </p:cNvPr>
                  <p:cNvCxnSpPr/>
                  <p:nvPr/>
                </p:nvCxnSpPr>
                <p:spPr>
                  <a:xfrm flipH="1" flipV="1">
                    <a:off x="5960666" y="2708858"/>
                    <a:ext cx="1584176" cy="144016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8" name="Conector recto 117">
                    <a:extLst>
                      <a:ext uri="{FF2B5EF4-FFF2-40B4-BE49-F238E27FC236}">
                        <a16:creationId xmlns:a16="http://schemas.microsoft.com/office/drawing/2014/main" id="{3757274A-2094-37C5-532D-A4450F27D084}"/>
                      </a:ext>
                    </a:extLst>
                  </p:cNvPr>
                  <p:cNvCxnSpPr/>
                  <p:nvPr/>
                </p:nvCxnSpPr>
                <p:spPr>
                  <a:xfrm flipH="1" flipV="1">
                    <a:off x="6968778" y="2060786"/>
                    <a:ext cx="576064" cy="20882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9" name="Conector recto 118">
                    <a:extLst>
                      <a:ext uri="{FF2B5EF4-FFF2-40B4-BE49-F238E27FC236}">
                        <a16:creationId xmlns:a16="http://schemas.microsoft.com/office/drawing/2014/main" id="{141E5A5B-88BA-2385-E4F5-C35BD71FF02D}"/>
                      </a:ext>
                    </a:extLst>
                  </p:cNvPr>
                  <p:cNvCxnSpPr/>
                  <p:nvPr/>
                </p:nvCxnSpPr>
                <p:spPr>
                  <a:xfrm rot="5400000" flipH="1">
                    <a:off x="6047186" y="2651363"/>
                    <a:ext cx="1871762" cy="112354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0" name="Conector recto 119">
                    <a:extLst>
                      <a:ext uri="{FF2B5EF4-FFF2-40B4-BE49-F238E27FC236}">
                        <a16:creationId xmlns:a16="http://schemas.microsoft.com/office/drawing/2014/main" id="{2FB2553F-21D9-2853-9D8E-678CD4C95319}"/>
                      </a:ext>
                    </a:extLst>
                  </p:cNvPr>
                  <p:cNvCxnSpPr/>
                  <p:nvPr/>
                </p:nvCxnSpPr>
                <p:spPr>
                  <a:xfrm flipH="1" flipV="1">
                    <a:off x="5672634" y="3104902"/>
                    <a:ext cx="1872208" cy="10441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1" name="Conector recto 120">
                    <a:extLst>
                      <a:ext uri="{FF2B5EF4-FFF2-40B4-BE49-F238E27FC236}">
                        <a16:creationId xmlns:a16="http://schemas.microsoft.com/office/drawing/2014/main" id="{BE35D618-7ADC-0512-87C2-407D89C70119}"/>
                      </a:ext>
                    </a:extLst>
                  </p:cNvPr>
                  <p:cNvCxnSpPr/>
                  <p:nvPr/>
                </p:nvCxnSpPr>
                <p:spPr>
                  <a:xfrm rot="5400000" flipH="1">
                    <a:off x="6229325" y="2833503"/>
                    <a:ext cx="544082" cy="20869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2" name="Conector recto 121">
                    <a:extLst>
                      <a:ext uri="{FF2B5EF4-FFF2-40B4-BE49-F238E27FC236}">
                        <a16:creationId xmlns:a16="http://schemas.microsoft.com/office/drawing/2014/main" id="{C819A3BA-AE23-02FA-9DDF-82A90A2955FA}"/>
                      </a:ext>
                    </a:extLst>
                  </p:cNvPr>
                  <p:cNvCxnSpPr/>
                  <p:nvPr/>
                </p:nvCxnSpPr>
                <p:spPr>
                  <a:xfrm flipH="1">
                    <a:off x="5384602" y="4149018"/>
                    <a:ext cx="21597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90" name="Arco de bloque 89">
                <a:extLst>
                  <a:ext uri="{FF2B5EF4-FFF2-40B4-BE49-F238E27FC236}">
                    <a16:creationId xmlns:a16="http://schemas.microsoft.com/office/drawing/2014/main" id="{66F58FBE-1003-2197-AD3F-5A923BE04C15}"/>
                  </a:ext>
                </a:extLst>
              </p:cNvPr>
              <p:cNvSpPr/>
              <p:nvPr/>
            </p:nvSpPr>
            <p:spPr>
              <a:xfrm>
                <a:off x="2359931" y="1316666"/>
                <a:ext cx="4897214" cy="4897214"/>
              </a:xfrm>
              <a:prstGeom prst="blockArc">
                <a:avLst>
                  <a:gd name="adj1" fmla="val 10809801"/>
                  <a:gd name="adj2" fmla="val 17068987"/>
                  <a:gd name="adj3" fmla="val 6292"/>
                </a:avLst>
              </a:prstGeom>
              <a:solidFill>
                <a:schemeClr val="bg2">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379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a:ln>
                    <a:noFill/>
                  </a:ln>
                  <a:solidFill>
                    <a:srgbClr val="1A3B47"/>
                  </a:solidFill>
                  <a:effectLst/>
                  <a:uLnTx/>
                  <a:uFillTx/>
                  <a:latin typeface="Soho Gothic Pro Light"/>
                  <a:ea typeface="+mn-ea"/>
                  <a:cs typeface="+mn-cs"/>
                </a:endParaRPr>
              </a:p>
            </p:txBody>
          </p:sp>
          <p:sp>
            <p:nvSpPr>
              <p:cNvPr id="91" name="Arco de bloque 90">
                <a:extLst>
                  <a:ext uri="{FF2B5EF4-FFF2-40B4-BE49-F238E27FC236}">
                    <a16:creationId xmlns:a16="http://schemas.microsoft.com/office/drawing/2014/main" id="{8046FF14-3044-5839-D4BA-EC880A840DE7}"/>
                  </a:ext>
                </a:extLst>
              </p:cNvPr>
              <p:cNvSpPr/>
              <p:nvPr/>
            </p:nvSpPr>
            <p:spPr>
              <a:xfrm>
                <a:off x="2359931" y="1316666"/>
                <a:ext cx="4897214" cy="4897214"/>
              </a:xfrm>
              <a:prstGeom prst="blockArc">
                <a:avLst>
                  <a:gd name="adj1" fmla="val 6285798"/>
                  <a:gd name="adj2" fmla="val 10791010"/>
                  <a:gd name="adj3" fmla="val 6196"/>
                </a:avLst>
              </a:prstGeom>
              <a:solidFill>
                <a:srgbClr val="FF005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379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a:ln>
                    <a:noFill/>
                  </a:ln>
                  <a:solidFill>
                    <a:srgbClr val="1A3B47"/>
                  </a:solidFill>
                  <a:effectLst/>
                  <a:uLnTx/>
                  <a:uFillTx/>
                  <a:latin typeface="Soho Gothic Pro Light"/>
                  <a:ea typeface="+mn-ea"/>
                  <a:cs typeface="+mn-cs"/>
                </a:endParaRPr>
              </a:p>
            </p:txBody>
          </p:sp>
          <p:grpSp>
            <p:nvGrpSpPr>
              <p:cNvPr id="92" name="Grupo 313">
                <a:extLst>
                  <a:ext uri="{FF2B5EF4-FFF2-40B4-BE49-F238E27FC236}">
                    <a16:creationId xmlns:a16="http://schemas.microsoft.com/office/drawing/2014/main" id="{90240A7D-EEB1-2F26-A015-6763DAC65C0E}"/>
                  </a:ext>
                </a:extLst>
              </p:cNvPr>
              <p:cNvGrpSpPr/>
              <p:nvPr/>
            </p:nvGrpSpPr>
            <p:grpSpPr>
              <a:xfrm>
                <a:off x="2700234" y="1414027"/>
                <a:ext cx="3268671" cy="2274741"/>
                <a:chOff x="2700234" y="1414027"/>
                <a:chExt cx="3268671" cy="2274741"/>
              </a:xfrm>
            </p:grpSpPr>
            <p:sp>
              <p:nvSpPr>
                <p:cNvPr id="105" name="54 Rectángulo redondeado">
                  <a:extLst>
                    <a:ext uri="{FF2B5EF4-FFF2-40B4-BE49-F238E27FC236}">
                      <a16:creationId xmlns:a16="http://schemas.microsoft.com/office/drawing/2014/main" id="{F2428BA4-4AA2-98F8-AAB0-A3F67BAAE513}"/>
                    </a:ext>
                  </a:extLst>
                </p:cNvPr>
                <p:cNvSpPr/>
                <p:nvPr/>
              </p:nvSpPr>
              <p:spPr>
                <a:xfrm>
                  <a:off x="3926055" y="1414027"/>
                  <a:ext cx="2042850" cy="602453"/>
                </a:xfrm>
                <a:prstGeom prst="roundRect">
                  <a:avLst>
                    <a:gd name="adj" fmla="val 50000"/>
                  </a:avLst>
                </a:prstGeom>
                <a:noFill/>
                <a:ln w="9525" cap="flat" cmpd="sng" algn="ctr">
                  <a:noFill/>
                  <a:prstDash val="solid"/>
                </a:ln>
                <a:effectLst/>
              </p:spPr>
              <p:txBody>
                <a:bodyPr spcFirstLastPara="1" numCol="1" rtlCol="0" anchor="ctr">
                  <a:prstTxWarp prst="textArchUp">
                    <a:avLst/>
                  </a:prstTxWarp>
                </a:bodyPr>
                <a:lstStyle/>
                <a:p>
                  <a:pPr marL="177792" marR="0" lvl="0" indent="0" algn="l" defTabSz="913790" eaLnBrk="1" fontAlgn="auto" latinLnBrk="0" hangingPunct="1">
                    <a:lnSpc>
                      <a:spcPct val="100000"/>
                    </a:lnSpc>
                    <a:spcBef>
                      <a:spcPts val="0"/>
                    </a:spcBef>
                    <a:spcAft>
                      <a:spcPts val="0"/>
                    </a:spcAft>
                    <a:buClrTx/>
                    <a:buSzTx/>
                    <a:buFontTx/>
                    <a:buNone/>
                    <a:tabLst/>
                    <a:defRPr/>
                  </a:pPr>
                  <a:r>
                    <a:rPr kumimoji="0" lang="es-ES" sz="1050" b="1" i="0" u="none" strike="noStrike" kern="0" cap="none" spc="0" normalizeH="0" baseline="0" noProof="0">
                      <a:ln>
                        <a:noFill/>
                      </a:ln>
                      <a:solidFill>
                        <a:srgbClr val="FFFFFF"/>
                      </a:solidFill>
                      <a:effectLst/>
                      <a:uLnTx/>
                      <a:uFillTx/>
                      <a:latin typeface="Soho Gothic Pro Light"/>
                      <a:ea typeface="+mn-ea"/>
                      <a:cs typeface="+mn-cs"/>
                    </a:rPr>
                    <a:t>Dirección</a:t>
                  </a:r>
                </a:p>
              </p:txBody>
            </p:sp>
            <p:sp>
              <p:nvSpPr>
                <p:cNvPr id="106" name="56 Rectángulo redondeado">
                  <a:extLst>
                    <a:ext uri="{FF2B5EF4-FFF2-40B4-BE49-F238E27FC236}">
                      <a16:creationId xmlns:a16="http://schemas.microsoft.com/office/drawing/2014/main" id="{AD085E9C-74C2-A24E-3E5D-C9C5106138B6}"/>
                    </a:ext>
                  </a:extLst>
                </p:cNvPr>
                <p:cNvSpPr/>
                <p:nvPr/>
              </p:nvSpPr>
              <p:spPr>
                <a:xfrm rot="18054071">
                  <a:off x="2129952" y="2216201"/>
                  <a:ext cx="2042849" cy="902285"/>
                </a:xfrm>
                <a:prstGeom prst="roundRect">
                  <a:avLst>
                    <a:gd name="adj" fmla="val 50000"/>
                  </a:avLst>
                </a:prstGeom>
                <a:noFill/>
                <a:ln w="9525" cap="flat" cmpd="sng" algn="ctr">
                  <a:noFill/>
                  <a:prstDash val="solid"/>
                </a:ln>
                <a:effectLst/>
              </p:spPr>
              <p:txBody>
                <a:bodyPr spcFirstLastPara="1" numCol="1" rtlCol="0" anchor="ctr">
                  <a:prstTxWarp prst="textArchUp">
                    <a:avLst/>
                  </a:prstTxWarp>
                </a:bodyPr>
                <a:lstStyle/>
                <a:p>
                  <a:pPr marL="177792" marR="0" lvl="0" indent="0" algn="l" defTabSz="913790" eaLnBrk="1" fontAlgn="auto" latinLnBrk="0" hangingPunct="1">
                    <a:lnSpc>
                      <a:spcPct val="100000"/>
                    </a:lnSpc>
                    <a:spcBef>
                      <a:spcPts val="0"/>
                    </a:spcBef>
                    <a:spcAft>
                      <a:spcPts val="0"/>
                    </a:spcAft>
                    <a:buClrTx/>
                    <a:buSzTx/>
                    <a:buFontTx/>
                    <a:buNone/>
                    <a:tabLst/>
                    <a:defRPr/>
                  </a:pPr>
                  <a:r>
                    <a:rPr kumimoji="0" lang="es-ES" sz="1050" b="1" i="0" u="none" strike="noStrike" kern="0" cap="none" spc="0" normalizeH="0" baseline="0">
                      <a:ln>
                        <a:noFill/>
                      </a:ln>
                      <a:solidFill>
                        <a:srgbClr val="FFFFFF"/>
                      </a:solidFill>
                      <a:effectLst/>
                      <a:uLnTx/>
                      <a:uFillTx/>
                      <a:latin typeface="Soho Gothic Pro Light"/>
                      <a:ea typeface="+mn-ea"/>
                      <a:cs typeface="+mn-cs"/>
                    </a:rPr>
                    <a:t>Visión </a:t>
                  </a:r>
                </a:p>
              </p:txBody>
            </p:sp>
          </p:grpSp>
          <p:sp>
            <p:nvSpPr>
              <p:cNvPr id="93" name="Arco de bloque 92">
                <a:extLst>
                  <a:ext uri="{FF2B5EF4-FFF2-40B4-BE49-F238E27FC236}">
                    <a16:creationId xmlns:a16="http://schemas.microsoft.com/office/drawing/2014/main" id="{3EAD862B-6E91-23EC-6E11-B8381AABB6DA}"/>
                  </a:ext>
                </a:extLst>
              </p:cNvPr>
              <p:cNvSpPr/>
              <p:nvPr/>
            </p:nvSpPr>
            <p:spPr>
              <a:xfrm>
                <a:off x="2359931" y="1316666"/>
                <a:ext cx="4897214" cy="4897214"/>
              </a:xfrm>
              <a:prstGeom prst="blockArc">
                <a:avLst>
                  <a:gd name="adj1" fmla="val 866736"/>
                  <a:gd name="adj2" fmla="val 6267345"/>
                  <a:gd name="adj3" fmla="val 6329"/>
                </a:avLst>
              </a:prstGeom>
              <a:solidFill>
                <a:schemeClr val="accent6"/>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379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a:ln>
                    <a:noFill/>
                  </a:ln>
                  <a:solidFill>
                    <a:srgbClr val="1A3B47"/>
                  </a:solidFill>
                  <a:effectLst/>
                  <a:uLnTx/>
                  <a:uFillTx/>
                  <a:latin typeface="Soho Gothic Pro Light"/>
                  <a:ea typeface="+mn-ea"/>
                  <a:cs typeface="+mn-cs"/>
                </a:endParaRPr>
              </a:p>
            </p:txBody>
          </p:sp>
          <p:cxnSp>
            <p:nvCxnSpPr>
              <p:cNvPr id="94" name="Conector recto 93">
                <a:extLst>
                  <a:ext uri="{FF2B5EF4-FFF2-40B4-BE49-F238E27FC236}">
                    <a16:creationId xmlns:a16="http://schemas.microsoft.com/office/drawing/2014/main" id="{A0D2EB81-2D90-E3B3-16B5-C1B947AB2F2D}"/>
                  </a:ext>
                </a:extLst>
              </p:cNvPr>
              <p:cNvCxnSpPr/>
              <p:nvPr/>
            </p:nvCxnSpPr>
            <p:spPr>
              <a:xfrm flipH="1">
                <a:off x="4809207" y="3766577"/>
                <a:ext cx="21597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5" name="Grupo 316">
                <a:extLst>
                  <a:ext uri="{FF2B5EF4-FFF2-40B4-BE49-F238E27FC236}">
                    <a16:creationId xmlns:a16="http://schemas.microsoft.com/office/drawing/2014/main" id="{1CCEE32E-8C1C-060D-C467-0389B46A9753}"/>
                  </a:ext>
                </a:extLst>
              </p:cNvPr>
              <p:cNvGrpSpPr/>
              <p:nvPr/>
            </p:nvGrpSpPr>
            <p:grpSpPr>
              <a:xfrm>
                <a:off x="4141862" y="5563978"/>
                <a:ext cx="2003971" cy="566337"/>
                <a:chOff x="4141862" y="5563978"/>
                <a:chExt cx="2003971" cy="566337"/>
              </a:xfrm>
            </p:grpSpPr>
            <p:sp>
              <p:nvSpPr>
                <p:cNvPr id="103" name="54 Rectángulo redondeado">
                  <a:extLst>
                    <a:ext uri="{FF2B5EF4-FFF2-40B4-BE49-F238E27FC236}">
                      <a16:creationId xmlns:a16="http://schemas.microsoft.com/office/drawing/2014/main" id="{D88B2433-3481-B482-7CC7-C6B6890DB795}"/>
                    </a:ext>
                  </a:extLst>
                </p:cNvPr>
                <p:cNvSpPr/>
                <p:nvPr/>
              </p:nvSpPr>
              <p:spPr>
                <a:xfrm rot="10043195" flipH="1" flipV="1">
                  <a:off x="4327508" y="5590527"/>
                  <a:ext cx="1818325" cy="496561"/>
                </a:xfrm>
                <a:prstGeom prst="roundRect">
                  <a:avLst>
                    <a:gd name="adj" fmla="val 50000"/>
                  </a:avLst>
                </a:prstGeom>
                <a:noFill/>
                <a:ln w="9525" cap="flat" cmpd="sng" algn="ctr">
                  <a:noFill/>
                  <a:prstDash val="solid"/>
                </a:ln>
                <a:effectLst/>
              </p:spPr>
              <p:txBody>
                <a:bodyPr spcFirstLastPara="1" numCol="1" rtlCol="0" anchor="ctr">
                  <a:prstTxWarp prst="textArchDown">
                    <a:avLst/>
                  </a:prstTxWarp>
                </a:bodyPr>
                <a:lstStyle/>
                <a:p>
                  <a:pPr marL="177792" marR="0" lvl="0" indent="0" algn="l" defTabSz="91379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rgbClr val="FFFFFF"/>
                      </a:solidFill>
                      <a:effectLst/>
                      <a:uLnTx/>
                      <a:uFillTx/>
                      <a:latin typeface="Soho Gothic Pro Light"/>
                      <a:ea typeface="+mn-ea"/>
                      <a:cs typeface="+mn-cs"/>
                    </a:rPr>
                    <a:t>Gestión del cambio</a:t>
                  </a:r>
                </a:p>
              </p:txBody>
            </p:sp>
            <p:sp>
              <p:nvSpPr>
                <p:cNvPr id="104" name="56 Rectángulo redondeado">
                  <a:extLst>
                    <a:ext uri="{FF2B5EF4-FFF2-40B4-BE49-F238E27FC236}">
                      <a16:creationId xmlns:a16="http://schemas.microsoft.com/office/drawing/2014/main" id="{E2F06FD6-4C82-94DA-AE1C-E0AA51CABAF3}"/>
                    </a:ext>
                  </a:extLst>
                </p:cNvPr>
                <p:cNvSpPr/>
                <p:nvPr/>
              </p:nvSpPr>
              <p:spPr>
                <a:xfrm rot="10153681" flipH="1" flipV="1">
                  <a:off x="4141862" y="5563978"/>
                  <a:ext cx="1874895" cy="566337"/>
                </a:xfrm>
                <a:prstGeom prst="roundRect">
                  <a:avLst>
                    <a:gd name="adj" fmla="val 50000"/>
                  </a:avLst>
                </a:prstGeom>
                <a:noFill/>
                <a:ln w="9525" cap="flat" cmpd="sng" algn="ctr">
                  <a:noFill/>
                  <a:prstDash val="solid"/>
                </a:ln>
                <a:effectLst/>
              </p:spPr>
              <p:txBody>
                <a:bodyPr spcFirstLastPara="1" numCol="1" rtlCol="0" anchor="ctr">
                  <a:prstTxWarp prst="textArchDown">
                    <a:avLst/>
                  </a:prstTxWarp>
                </a:bodyPr>
                <a:lstStyle/>
                <a:p>
                  <a:pPr marL="177792" marR="0" lvl="0" indent="0" algn="ctr" defTabSz="913790" eaLnBrk="1" fontAlgn="auto" latinLnBrk="0" hangingPunct="1">
                    <a:lnSpc>
                      <a:spcPct val="100000"/>
                    </a:lnSpc>
                    <a:spcBef>
                      <a:spcPts val="0"/>
                    </a:spcBef>
                    <a:spcAft>
                      <a:spcPts val="0"/>
                    </a:spcAft>
                    <a:buClrTx/>
                    <a:buSzTx/>
                    <a:buFontTx/>
                    <a:buNone/>
                    <a:tabLst/>
                    <a:defRPr/>
                  </a:pPr>
                  <a:endParaRPr kumimoji="0" lang="es-ES" sz="1000" b="0" i="0" u="none" strike="noStrike" kern="0" cap="none" spc="0" normalizeH="0" baseline="0" noProof="0">
                    <a:ln>
                      <a:noFill/>
                    </a:ln>
                    <a:solidFill>
                      <a:srgbClr val="FFFFFF"/>
                    </a:solidFill>
                    <a:effectLst/>
                    <a:uLnTx/>
                    <a:uFillTx/>
                    <a:latin typeface="Soho Gothic Pro Light"/>
                    <a:ea typeface="+mn-ea"/>
                    <a:cs typeface="+mn-cs"/>
                  </a:endParaRPr>
                </a:p>
              </p:txBody>
            </p:sp>
          </p:grpSp>
          <p:grpSp>
            <p:nvGrpSpPr>
              <p:cNvPr id="96" name="Grupo 317">
                <a:extLst>
                  <a:ext uri="{FF2B5EF4-FFF2-40B4-BE49-F238E27FC236}">
                    <a16:creationId xmlns:a16="http://schemas.microsoft.com/office/drawing/2014/main" id="{133C74CE-9C0C-83FC-D276-FB0E3C398733}"/>
                  </a:ext>
                </a:extLst>
              </p:cNvPr>
              <p:cNvGrpSpPr/>
              <p:nvPr/>
            </p:nvGrpSpPr>
            <p:grpSpPr>
              <a:xfrm rot="4256284">
                <a:off x="1672719" y="4514915"/>
                <a:ext cx="2828505" cy="781015"/>
                <a:chOff x="3883698" y="5384288"/>
                <a:chExt cx="2828505" cy="781015"/>
              </a:xfrm>
            </p:grpSpPr>
            <p:sp>
              <p:nvSpPr>
                <p:cNvPr id="101" name="55 Rectángulo redondeado">
                  <a:extLst>
                    <a:ext uri="{FF2B5EF4-FFF2-40B4-BE49-F238E27FC236}">
                      <a16:creationId xmlns:a16="http://schemas.microsoft.com/office/drawing/2014/main" id="{7E2E8811-D1E0-5000-74BF-9203E486665B}"/>
                    </a:ext>
                  </a:extLst>
                </p:cNvPr>
                <p:cNvSpPr/>
                <p:nvPr/>
              </p:nvSpPr>
              <p:spPr>
                <a:xfrm rot="9052110" flipH="1" flipV="1">
                  <a:off x="4893879" y="5384288"/>
                  <a:ext cx="1818324" cy="531382"/>
                </a:xfrm>
                <a:prstGeom prst="roundRect">
                  <a:avLst>
                    <a:gd name="adj" fmla="val 50000"/>
                  </a:avLst>
                </a:prstGeom>
                <a:noFill/>
                <a:ln w="9525" cap="flat" cmpd="sng" algn="ctr">
                  <a:noFill/>
                  <a:prstDash val="solid"/>
                </a:ln>
                <a:effectLst/>
              </p:spPr>
              <p:txBody>
                <a:bodyPr rtlCol="0" anchor="ctr">
                  <a:prstTxWarp prst="textArchDown">
                    <a:avLst/>
                  </a:prstTxWarp>
                </a:bodyPr>
                <a:lstStyle/>
                <a:p>
                  <a:pPr marL="177792" marR="0" lvl="0" indent="0" algn="ctr" defTabSz="913790" eaLnBrk="1" fontAlgn="auto" latinLnBrk="0" hangingPunct="1">
                    <a:lnSpc>
                      <a:spcPct val="100000"/>
                    </a:lnSpc>
                    <a:spcBef>
                      <a:spcPts val="0"/>
                    </a:spcBef>
                    <a:spcAft>
                      <a:spcPts val="0"/>
                    </a:spcAft>
                    <a:buClrTx/>
                    <a:buSzTx/>
                    <a:buFontTx/>
                    <a:buNone/>
                    <a:tabLst/>
                    <a:defRPr/>
                  </a:pPr>
                  <a:r>
                    <a:rPr lang="es-ES" sz="1050" b="1" kern="0" noProof="0">
                      <a:solidFill>
                        <a:srgbClr val="FFFFFF"/>
                      </a:solidFill>
                      <a:latin typeface="Soho Gothic Pro Light"/>
                    </a:rPr>
                    <a:t>Monitorización</a:t>
                  </a:r>
                  <a:endParaRPr kumimoji="0" lang="es-ES" sz="1050" b="1" i="0" u="none" strike="noStrike" kern="0" cap="none" spc="0" normalizeH="0" baseline="0" noProof="0">
                    <a:ln>
                      <a:noFill/>
                    </a:ln>
                    <a:solidFill>
                      <a:srgbClr val="FFFFFF"/>
                    </a:solidFill>
                    <a:effectLst/>
                    <a:uLnTx/>
                    <a:uFillTx/>
                    <a:latin typeface="Soho Gothic Pro Light"/>
                  </a:endParaRPr>
                </a:p>
              </p:txBody>
            </p:sp>
            <p:sp>
              <p:nvSpPr>
                <p:cNvPr id="102" name="56 Rectángulo redondeado">
                  <a:extLst>
                    <a:ext uri="{FF2B5EF4-FFF2-40B4-BE49-F238E27FC236}">
                      <a16:creationId xmlns:a16="http://schemas.microsoft.com/office/drawing/2014/main" id="{EE6D2D8D-D76D-FE84-EDD5-7BEC48C7B4F6}"/>
                    </a:ext>
                  </a:extLst>
                </p:cNvPr>
                <p:cNvSpPr/>
                <p:nvPr/>
              </p:nvSpPr>
              <p:spPr>
                <a:xfrm rot="10800000" flipH="1" flipV="1">
                  <a:off x="3883698" y="5598966"/>
                  <a:ext cx="1874895" cy="566337"/>
                </a:xfrm>
                <a:prstGeom prst="roundRect">
                  <a:avLst>
                    <a:gd name="adj" fmla="val 50000"/>
                  </a:avLst>
                </a:prstGeom>
                <a:noFill/>
                <a:ln w="9525" cap="flat" cmpd="sng" algn="ctr">
                  <a:noFill/>
                  <a:prstDash val="solid"/>
                </a:ln>
                <a:effectLst/>
              </p:spPr>
              <p:txBody>
                <a:bodyPr spcFirstLastPara="1" numCol="1" rtlCol="0" anchor="ctr">
                  <a:prstTxWarp prst="textArchDown">
                    <a:avLst/>
                  </a:prstTxWarp>
                </a:bodyPr>
                <a:lstStyle/>
                <a:p>
                  <a:pPr marL="177792" marR="0" lvl="0" indent="0" algn="ctr" defTabSz="913790" eaLnBrk="1" fontAlgn="auto" latinLnBrk="0" hangingPunct="1">
                    <a:lnSpc>
                      <a:spcPct val="100000"/>
                    </a:lnSpc>
                    <a:spcBef>
                      <a:spcPts val="0"/>
                    </a:spcBef>
                    <a:spcAft>
                      <a:spcPts val="0"/>
                    </a:spcAft>
                    <a:buClrTx/>
                    <a:buSzTx/>
                    <a:buFontTx/>
                    <a:buNone/>
                    <a:tabLst/>
                    <a:defRPr/>
                  </a:pPr>
                  <a:r>
                    <a:rPr kumimoji="0" lang="es-ES" sz="1050" b="1" i="0" u="none" strike="noStrike" kern="0" cap="none" spc="0" normalizeH="0" baseline="0" noProof="0">
                      <a:ln>
                        <a:noFill/>
                      </a:ln>
                      <a:solidFill>
                        <a:srgbClr val="FFFFFF"/>
                      </a:solidFill>
                      <a:effectLst/>
                      <a:uLnTx/>
                      <a:uFillTx/>
                      <a:latin typeface="Soho Gothic Pro Light"/>
                      <a:ea typeface="+mn-ea"/>
                      <a:cs typeface="+mn-cs"/>
                    </a:rPr>
                    <a:t>Seguimiento</a:t>
                  </a:r>
                </a:p>
              </p:txBody>
            </p:sp>
          </p:grpSp>
          <p:sp>
            <p:nvSpPr>
              <p:cNvPr id="97" name="Arco de bloque 96">
                <a:extLst>
                  <a:ext uri="{FF2B5EF4-FFF2-40B4-BE49-F238E27FC236}">
                    <a16:creationId xmlns:a16="http://schemas.microsoft.com/office/drawing/2014/main" id="{B4A84A69-BBDF-7F0A-3555-B1F7F43980D1}"/>
                  </a:ext>
                </a:extLst>
              </p:cNvPr>
              <p:cNvSpPr/>
              <p:nvPr/>
            </p:nvSpPr>
            <p:spPr>
              <a:xfrm>
                <a:off x="2359931" y="1316666"/>
                <a:ext cx="4897214" cy="4897214"/>
              </a:xfrm>
              <a:prstGeom prst="blockArc">
                <a:avLst>
                  <a:gd name="adj1" fmla="val 17087339"/>
                  <a:gd name="adj2" fmla="val 854184"/>
                  <a:gd name="adj3" fmla="val 6366"/>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379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a:ln>
                    <a:noFill/>
                  </a:ln>
                  <a:solidFill>
                    <a:srgbClr val="1A3B47"/>
                  </a:solidFill>
                  <a:effectLst/>
                  <a:uLnTx/>
                  <a:uFillTx/>
                  <a:latin typeface="Soho Gothic Pro Light"/>
                  <a:ea typeface="+mn-ea"/>
                  <a:cs typeface="+mn-cs"/>
                </a:endParaRPr>
              </a:p>
            </p:txBody>
          </p:sp>
          <p:grpSp>
            <p:nvGrpSpPr>
              <p:cNvPr id="98" name="Grupo 319">
                <a:extLst>
                  <a:ext uri="{FF2B5EF4-FFF2-40B4-BE49-F238E27FC236}">
                    <a16:creationId xmlns:a16="http://schemas.microsoft.com/office/drawing/2014/main" id="{640259AA-704B-AD0E-31C5-38507E049D8D}"/>
                  </a:ext>
                </a:extLst>
              </p:cNvPr>
              <p:cNvGrpSpPr/>
              <p:nvPr/>
            </p:nvGrpSpPr>
            <p:grpSpPr>
              <a:xfrm>
                <a:off x="5067488" y="1864356"/>
                <a:ext cx="2125837" cy="2810284"/>
                <a:chOff x="5067488" y="1864356"/>
                <a:chExt cx="2125837" cy="2810284"/>
              </a:xfrm>
            </p:grpSpPr>
            <p:sp>
              <p:nvSpPr>
                <p:cNvPr id="99" name="54 Rectángulo redondeado">
                  <a:extLst>
                    <a:ext uri="{FF2B5EF4-FFF2-40B4-BE49-F238E27FC236}">
                      <a16:creationId xmlns:a16="http://schemas.microsoft.com/office/drawing/2014/main" id="{B6E108EA-32A8-A0A3-51B8-7FD876079B99}"/>
                    </a:ext>
                  </a:extLst>
                </p:cNvPr>
                <p:cNvSpPr/>
                <p:nvPr/>
              </p:nvSpPr>
              <p:spPr>
                <a:xfrm rot="5171611">
                  <a:off x="5793457" y="3274772"/>
                  <a:ext cx="2042852" cy="756884"/>
                </a:xfrm>
                <a:prstGeom prst="roundRect">
                  <a:avLst>
                    <a:gd name="adj" fmla="val 50000"/>
                  </a:avLst>
                </a:prstGeom>
                <a:noFill/>
                <a:ln w="9525" cap="flat" cmpd="sng" algn="ctr">
                  <a:noFill/>
                  <a:prstDash val="solid"/>
                </a:ln>
                <a:effectLst/>
              </p:spPr>
              <p:txBody>
                <a:bodyPr spcFirstLastPara="1" numCol="1" rtlCol="0" anchor="ctr">
                  <a:prstTxWarp prst="textArchUp">
                    <a:avLst/>
                  </a:prstTxWarp>
                </a:bodyPr>
                <a:lstStyle/>
                <a:p>
                  <a:pPr marL="177792" marR="0" lvl="0" indent="0" algn="l" defTabSz="913790" eaLnBrk="1" fontAlgn="auto" latinLnBrk="0" hangingPunct="1">
                    <a:lnSpc>
                      <a:spcPct val="100000"/>
                    </a:lnSpc>
                    <a:spcBef>
                      <a:spcPts val="0"/>
                    </a:spcBef>
                    <a:spcAft>
                      <a:spcPts val="0"/>
                    </a:spcAft>
                    <a:buClrTx/>
                    <a:buSzTx/>
                    <a:buFontTx/>
                    <a:buNone/>
                    <a:tabLst/>
                    <a:defRPr/>
                  </a:pPr>
                  <a:r>
                    <a:rPr kumimoji="0" lang="es-ES" sz="1050" b="1" i="0" u="none" strike="noStrike" kern="0" cap="none" spc="0" normalizeH="0" baseline="0" noProof="0">
                      <a:ln>
                        <a:noFill/>
                      </a:ln>
                      <a:solidFill>
                        <a:srgbClr val="FFFFFF"/>
                      </a:solidFill>
                      <a:effectLst/>
                      <a:uLnTx/>
                      <a:uFillTx/>
                      <a:latin typeface="Soho Gothic Pro Light"/>
                      <a:ea typeface="+mn-ea"/>
                      <a:cs typeface="+mn-cs"/>
                    </a:rPr>
                    <a:t>Ejecución </a:t>
                  </a:r>
                </a:p>
              </p:txBody>
            </p:sp>
            <p:sp>
              <p:nvSpPr>
                <p:cNvPr id="100" name="56 Rectángulo redondeado">
                  <a:extLst>
                    <a:ext uri="{FF2B5EF4-FFF2-40B4-BE49-F238E27FC236}">
                      <a16:creationId xmlns:a16="http://schemas.microsoft.com/office/drawing/2014/main" id="{8BB78B48-EC2A-178D-ADAC-0D8C732032C4}"/>
                    </a:ext>
                  </a:extLst>
                </p:cNvPr>
                <p:cNvSpPr/>
                <p:nvPr/>
              </p:nvSpPr>
              <p:spPr>
                <a:xfrm rot="2353114">
                  <a:off x="5067488" y="1864356"/>
                  <a:ext cx="2042849" cy="713764"/>
                </a:xfrm>
                <a:prstGeom prst="roundRect">
                  <a:avLst>
                    <a:gd name="adj" fmla="val 50000"/>
                  </a:avLst>
                </a:prstGeom>
                <a:noFill/>
                <a:ln w="9525" cap="flat" cmpd="sng" algn="ctr">
                  <a:noFill/>
                  <a:prstDash val="solid"/>
                </a:ln>
                <a:effectLst/>
              </p:spPr>
              <p:txBody>
                <a:bodyPr spcFirstLastPara="1" numCol="1" rtlCol="0" anchor="ctr">
                  <a:prstTxWarp prst="textArchUp">
                    <a:avLst/>
                  </a:prstTxWarp>
                </a:bodyPr>
                <a:lstStyle/>
                <a:p>
                  <a:pPr marL="177792" marR="0" lvl="0" indent="0" algn="l" defTabSz="913790" eaLnBrk="1" fontAlgn="auto" latinLnBrk="0" hangingPunct="1">
                    <a:lnSpc>
                      <a:spcPct val="100000"/>
                    </a:lnSpc>
                    <a:spcBef>
                      <a:spcPts val="0"/>
                    </a:spcBef>
                    <a:spcAft>
                      <a:spcPts val="0"/>
                    </a:spcAft>
                    <a:buClrTx/>
                    <a:buSzTx/>
                    <a:buFontTx/>
                    <a:buNone/>
                    <a:tabLst/>
                    <a:defRPr/>
                  </a:pPr>
                  <a:r>
                    <a:rPr kumimoji="0" lang="es-ES" sz="1050" b="1" i="0" u="none" strike="noStrike" kern="0" cap="none" spc="0" normalizeH="0" baseline="0" noProof="0">
                      <a:ln>
                        <a:noFill/>
                      </a:ln>
                      <a:solidFill>
                        <a:srgbClr val="FFFFFF"/>
                      </a:solidFill>
                      <a:effectLst/>
                      <a:uLnTx/>
                      <a:uFillTx/>
                      <a:latin typeface="Soho Gothic Pro Light"/>
                      <a:ea typeface="+mn-ea"/>
                      <a:cs typeface="+mn-cs"/>
                    </a:rPr>
                    <a:t>Planificación</a:t>
                  </a:r>
                  <a:r>
                    <a:rPr kumimoji="0" lang="es-ES" sz="1050" b="1" i="0" u="none" strike="noStrike" kern="0" cap="none" spc="0" normalizeH="0" noProof="0">
                      <a:ln>
                        <a:noFill/>
                      </a:ln>
                      <a:solidFill>
                        <a:srgbClr val="FFFFFF"/>
                      </a:solidFill>
                      <a:effectLst/>
                      <a:uLnTx/>
                      <a:uFillTx/>
                      <a:latin typeface="Soho Gothic Pro Light"/>
                      <a:ea typeface="+mn-ea"/>
                      <a:cs typeface="+mn-cs"/>
                    </a:rPr>
                    <a:t> </a:t>
                  </a:r>
                  <a:endParaRPr kumimoji="0" lang="es-ES" sz="1050" b="1" i="0" u="none" strike="noStrike" kern="0" cap="none" spc="0" normalizeH="0" baseline="0" noProof="0">
                    <a:ln>
                      <a:noFill/>
                    </a:ln>
                    <a:solidFill>
                      <a:srgbClr val="FFFFFF"/>
                    </a:solidFill>
                    <a:effectLst/>
                    <a:uLnTx/>
                    <a:uFillTx/>
                    <a:latin typeface="Soho Gothic Pro Light"/>
                    <a:ea typeface="+mn-ea"/>
                    <a:cs typeface="+mn-cs"/>
                  </a:endParaRPr>
                </a:p>
              </p:txBody>
            </p:sp>
          </p:grpSp>
        </p:grpSp>
        <p:grpSp>
          <p:nvGrpSpPr>
            <p:cNvPr id="29" name="Grupo 277">
              <a:extLst>
                <a:ext uri="{FF2B5EF4-FFF2-40B4-BE49-F238E27FC236}">
                  <a16:creationId xmlns:a16="http://schemas.microsoft.com/office/drawing/2014/main" id="{E913D4D7-4567-8D47-2F97-9692D6CD4DD0}"/>
                </a:ext>
              </a:extLst>
            </p:cNvPr>
            <p:cNvGrpSpPr/>
            <p:nvPr/>
          </p:nvGrpSpPr>
          <p:grpSpPr>
            <a:xfrm>
              <a:off x="2774028" y="1707025"/>
              <a:ext cx="4121572" cy="4084808"/>
              <a:chOff x="2774028" y="1707025"/>
              <a:chExt cx="4121572" cy="4084808"/>
            </a:xfrm>
          </p:grpSpPr>
          <p:grpSp>
            <p:nvGrpSpPr>
              <p:cNvPr id="32" name="Grupo 280">
                <a:extLst>
                  <a:ext uri="{FF2B5EF4-FFF2-40B4-BE49-F238E27FC236}">
                    <a16:creationId xmlns:a16="http://schemas.microsoft.com/office/drawing/2014/main" id="{F33BC94F-CCF8-52B5-BF61-704E15ED8C0A}"/>
                  </a:ext>
                </a:extLst>
              </p:cNvPr>
              <p:cNvGrpSpPr/>
              <p:nvPr/>
            </p:nvGrpSpPr>
            <p:grpSpPr>
              <a:xfrm>
                <a:off x="2774028" y="1715418"/>
                <a:ext cx="2169614" cy="2285117"/>
                <a:chOff x="2774028" y="1715418"/>
                <a:chExt cx="2169614" cy="2285117"/>
              </a:xfrm>
            </p:grpSpPr>
            <p:sp>
              <p:nvSpPr>
                <p:cNvPr id="50" name="Text Placeholder 74">
                  <a:extLst>
                    <a:ext uri="{FF2B5EF4-FFF2-40B4-BE49-F238E27FC236}">
                      <a16:creationId xmlns:a16="http://schemas.microsoft.com/office/drawing/2014/main" id="{549376C9-DAD9-AF37-C3EC-0CDAA698E620}"/>
                    </a:ext>
                  </a:extLst>
                </p:cNvPr>
                <p:cNvSpPr txBox="1">
                  <a:spLocks/>
                </p:cNvSpPr>
                <p:nvPr/>
              </p:nvSpPr>
              <p:spPr bwMode="auto">
                <a:xfrm rot="559036">
                  <a:off x="2774028" y="3540222"/>
                  <a:ext cx="2039160"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l" defTabSz="955963" eaLnBrk="1" fontAlgn="base" latinLnBrk="0" hangingPunct="1">
                    <a:lnSpc>
                      <a:spcPct val="100000"/>
                    </a:lnSpc>
                    <a:spcBef>
                      <a:spcPct val="0"/>
                    </a:spcBef>
                    <a:spcAft>
                      <a:spcPts val="551"/>
                    </a:spcAft>
                    <a:buClrTx/>
                    <a:buSzTx/>
                    <a:buFont typeface="Arial" charset="0"/>
                    <a:buNone/>
                    <a:tabLst/>
                    <a:defRPr/>
                  </a:pPr>
                  <a:r>
                    <a:rPr kumimoji="0" lang="es-ES" sz="1000" b="0" i="0" u="none" strike="noStrike" kern="1200" cap="none" spc="0" normalizeH="0" baseline="0" noProof="0">
                      <a:ln>
                        <a:noFill/>
                      </a:ln>
                      <a:solidFill>
                        <a:schemeClr val="bg1"/>
                      </a:solidFill>
                      <a:effectLst/>
                      <a:uLnTx/>
                      <a:uFillTx/>
                      <a:latin typeface="Soho Gothic Pro Light"/>
                    </a:rPr>
                    <a:t>Estrategia</a:t>
                  </a:r>
                  <a:r>
                    <a:rPr lang="es-ES" sz="1000">
                      <a:solidFill>
                        <a:schemeClr val="bg1"/>
                      </a:solidFill>
                      <a:latin typeface="Soho Gothic Pro Light"/>
                    </a:rPr>
                    <a:t> </a:t>
                  </a:r>
                  <a:endParaRPr kumimoji="0" lang="es-ES" sz="1000" b="0" i="0" u="none" strike="noStrike" kern="1200" cap="none" spc="0" normalizeH="0" baseline="0" noProof="0">
                    <a:ln>
                      <a:noFill/>
                    </a:ln>
                    <a:solidFill>
                      <a:schemeClr val="bg1"/>
                    </a:solidFill>
                    <a:effectLst/>
                    <a:uLnTx/>
                    <a:uFillTx/>
                    <a:latin typeface="Soho Gothic Pro Light"/>
                  </a:endParaRPr>
                </a:p>
              </p:txBody>
            </p:sp>
            <p:sp>
              <p:nvSpPr>
                <p:cNvPr id="51" name="Text Placeholder 74">
                  <a:extLst>
                    <a:ext uri="{FF2B5EF4-FFF2-40B4-BE49-F238E27FC236}">
                      <a16:creationId xmlns:a16="http://schemas.microsoft.com/office/drawing/2014/main" id="{2E7210F1-671B-CD22-6BD5-31DC0516DC1F}"/>
                    </a:ext>
                  </a:extLst>
                </p:cNvPr>
                <p:cNvSpPr txBox="1">
                  <a:spLocks/>
                </p:cNvSpPr>
                <p:nvPr/>
              </p:nvSpPr>
              <p:spPr bwMode="auto">
                <a:xfrm rot="1229629">
                  <a:off x="2846850" y="3276041"/>
                  <a:ext cx="2039160"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l" defTabSz="955963" eaLnBrk="1" fontAlgn="base" latinLnBrk="0" hangingPunct="1">
                    <a:lnSpc>
                      <a:spcPct val="100000"/>
                    </a:lnSpc>
                    <a:spcBef>
                      <a:spcPct val="0"/>
                    </a:spcBef>
                    <a:spcAft>
                      <a:spcPts val="551"/>
                    </a:spcAft>
                    <a:buClrTx/>
                    <a:buSzTx/>
                    <a:buFont typeface="Arial" charset="0"/>
                    <a:buNone/>
                    <a:tabLst/>
                    <a:defRPr/>
                  </a:pPr>
                  <a:r>
                    <a:rPr kumimoji="0" lang="es-ES" sz="1000" b="0" i="0" u="none" strike="noStrike" kern="1200" cap="none" spc="0" normalizeH="0" baseline="0" noProof="0" err="1">
                      <a:ln>
                        <a:noFill/>
                      </a:ln>
                      <a:solidFill>
                        <a:schemeClr val="bg1"/>
                      </a:solidFill>
                      <a:effectLst/>
                      <a:uLnTx/>
                      <a:uFillTx/>
                      <a:latin typeface="Soho Gothic Pro Light"/>
                      <a:ea typeface="+mn-ea"/>
                      <a:cs typeface="+mn-cs"/>
                    </a:rPr>
                    <a:t>Sponsorización</a:t>
                  </a:r>
                  <a:r>
                    <a:rPr kumimoji="0" lang="es-ES" sz="1000" b="0" i="0" u="none" strike="noStrike" kern="1200" cap="none" spc="0" normalizeH="0" baseline="0" noProof="0">
                      <a:ln>
                        <a:noFill/>
                      </a:ln>
                      <a:solidFill>
                        <a:schemeClr val="bg1"/>
                      </a:solidFill>
                      <a:effectLst/>
                      <a:uLnTx/>
                      <a:uFillTx/>
                      <a:latin typeface="Soho Gothic Pro Light"/>
                      <a:ea typeface="+mn-ea"/>
                      <a:cs typeface="+mn-cs"/>
                    </a:rPr>
                    <a:t> </a:t>
                  </a:r>
                </a:p>
              </p:txBody>
            </p:sp>
            <p:sp>
              <p:nvSpPr>
                <p:cNvPr id="52" name="Text Placeholder 74">
                  <a:extLst>
                    <a:ext uri="{FF2B5EF4-FFF2-40B4-BE49-F238E27FC236}">
                      <a16:creationId xmlns:a16="http://schemas.microsoft.com/office/drawing/2014/main" id="{3482A49B-BB19-77F1-EDF8-92BDC2FB1129}"/>
                    </a:ext>
                  </a:extLst>
                </p:cNvPr>
                <p:cNvSpPr txBox="1">
                  <a:spLocks/>
                </p:cNvSpPr>
                <p:nvPr/>
              </p:nvSpPr>
              <p:spPr bwMode="auto">
                <a:xfrm rot="2267529">
                  <a:off x="2904482" y="3066130"/>
                  <a:ext cx="2039160" cy="154846"/>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l" defTabSz="955963" eaLnBrk="1" fontAlgn="base" latinLnBrk="0" hangingPunct="1">
                    <a:lnSpc>
                      <a:spcPct val="100000"/>
                    </a:lnSpc>
                    <a:spcBef>
                      <a:spcPct val="0"/>
                    </a:spcBef>
                    <a:spcAft>
                      <a:spcPts val="551"/>
                    </a:spcAft>
                    <a:buClrTx/>
                    <a:buSzTx/>
                    <a:buFont typeface="Arial" charset="0"/>
                    <a:buNone/>
                    <a:tabLst/>
                    <a:defRPr/>
                  </a:pPr>
                  <a:r>
                    <a:rPr kumimoji="0" lang="es-ES" sz="900" b="0" i="0" u="none" strike="noStrike" kern="1200" cap="none" spc="0" normalizeH="0" baseline="0" noProof="0">
                      <a:ln>
                        <a:noFill/>
                      </a:ln>
                      <a:solidFill>
                        <a:schemeClr val="bg1"/>
                      </a:solidFill>
                      <a:effectLst/>
                      <a:uLnTx/>
                      <a:uFillTx/>
                      <a:latin typeface="Soho Gothic Pro Light"/>
                      <a:ea typeface="+mn-ea"/>
                      <a:cs typeface="+mn-cs"/>
                    </a:rPr>
                    <a:t>Definición de objetivos</a:t>
                  </a:r>
                  <a:r>
                    <a:rPr kumimoji="0" lang="es-ES" sz="900" b="0" i="0" u="none" strike="noStrike" kern="1200" cap="none" spc="0" normalizeH="0" noProof="0">
                      <a:ln>
                        <a:noFill/>
                      </a:ln>
                      <a:solidFill>
                        <a:schemeClr val="bg1"/>
                      </a:solidFill>
                      <a:effectLst/>
                      <a:uLnTx/>
                      <a:uFillTx/>
                      <a:latin typeface="Soho Gothic Pro Light"/>
                      <a:ea typeface="+mn-ea"/>
                      <a:cs typeface="+mn-cs"/>
                    </a:rPr>
                    <a:t> </a:t>
                  </a:r>
                  <a:endParaRPr kumimoji="0" lang="es-ES" sz="900" b="0" i="0" u="none" strike="noStrike" kern="1200" cap="none" spc="0" normalizeH="0" baseline="0" noProof="0">
                    <a:ln>
                      <a:noFill/>
                    </a:ln>
                    <a:solidFill>
                      <a:schemeClr val="bg1"/>
                    </a:solidFill>
                    <a:effectLst/>
                    <a:uLnTx/>
                    <a:uFillTx/>
                    <a:latin typeface="Soho Gothic Pro Light"/>
                    <a:ea typeface="+mn-ea"/>
                    <a:cs typeface="+mn-cs"/>
                  </a:endParaRPr>
                </a:p>
              </p:txBody>
            </p:sp>
            <p:sp>
              <p:nvSpPr>
                <p:cNvPr id="53" name="Text Placeholder 74">
                  <a:extLst>
                    <a:ext uri="{FF2B5EF4-FFF2-40B4-BE49-F238E27FC236}">
                      <a16:creationId xmlns:a16="http://schemas.microsoft.com/office/drawing/2014/main" id="{4EB4495D-A48E-5535-5EF9-8DD5CDACCD2E}"/>
                    </a:ext>
                  </a:extLst>
                </p:cNvPr>
                <p:cNvSpPr txBox="1">
                  <a:spLocks/>
                </p:cNvSpPr>
                <p:nvPr/>
              </p:nvSpPr>
              <p:spPr bwMode="auto">
                <a:xfrm rot="3022594">
                  <a:off x="3141634" y="2894930"/>
                  <a:ext cx="2039159"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l" defTabSz="955963" eaLnBrk="1" fontAlgn="base" latinLnBrk="0" hangingPunct="1">
                    <a:lnSpc>
                      <a:spcPct val="100000"/>
                    </a:lnSpc>
                    <a:spcBef>
                      <a:spcPct val="0"/>
                    </a:spcBef>
                    <a:spcAft>
                      <a:spcPts val="551"/>
                    </a:spcAft>
                    <a:buClrTx/>
                    <a:buSzTx/>
                    <a:buFont typeface="Arial" charset="0"/>
                    <a:buNone/>
                    <a:tabLst/>
                    <a:defRPr/>
                  </a:pPr>
                  <a:r>
                    <a:rPr kumimoji="0" lang="es-ES" sz="1000" b="0" i="0" u="none" strike="noStrike" kern="1200" cap="none" spc="0" normalizeH="0" baseline="0" noProof="0">
                      <a:ln>
                        <a:noFill/>
                      </a:ln>
                      <a:solidFill>
                        <a:schemeClr val="bg1"/>
                      </a:solidFill>
                      <a:effectLst/>
                      <a:uLnTx/>
                      <a:uFillTx/>
                      <a:latin typeface="Soho Gothic Pro Light"/>
                      <a:ea typeface="+mn-ea"/>
                      <a:cs typeface="+mn-cs"/>
                    </a:rPr>
                    <a:t>Aprobación</a:t>
                  </a:r>
                </a:p>
              </p:txBody>
            </p:sp>
            <p:sp>
              <p:nvSpPr>
                <p:cNvPr id="54" name="Text Placeholder 74">
                  <a:extLst>
                    <a:ext uri="{FF2B5EF4-FFF2-40B4-BE49-F238E27FC236}">
                      <a16:creationId xmlns:a16="http://schemas.microsoft.com/office/drawing/2014/main" id="{BE72878A-E1BC-6FEC-35EC-6DD50DFCCD54}"/>
                    </a:ext>
                  </a:extLst>
                </p:cNvPr>
                <p:cNvSpPr txBox="1">
                  <a:spLocks/>
                </p:cNvSpPr>
                <p:nvPr/>
              </p:nvSpPr>
              <p:spPr bwMode="auto">
                <a:xfrm rot="4027098">
                  <a:off x="3388830" y="2748888"/>
                  <a:ext cx="2039159"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l" defTabSz="955963" eaLnBrk="1" fontAlgn="base" latinLnBrk="0" hangingPunct="1">
                    <a:lnSpc>
                      <a:spcPct val="100000"/>
                    </a:lnSpc>
                    <a:spcBef>
                      <a:spcPct val="0"/>
                    </a:spcBef>
                    <a:spcAft>
                      <a:spcPts val="551"/>
                    </a:spcAft>
                    <a:buClrTx/>
                    <a:buSzTx/>
                    <a:buFont typeface="Arial" charset="0"/>
                    <a:buNone/>
                    <a:tabLst/>
                    <a:defRPr/>
                  </a:pPr>
                  <a:r>
                    <a:rPr kumimoji="0" lang="es-ES" sz="1000" b="0" i="0" u="none" strike="noStrike" kern="1200" cap="none" spc="0" normalizeH="0" baseline="0" noProof="0">
                      <a:ln>
                        <a:noFill/>
                      </a:ln>
                      <a:solidFill>
                        <a:schemeClr val="bg1"/>
                      </a:solidFill>
                      <a:effectLst/>
                      <a:uLnTx/>
                      <a:uFillTx/>
                      <a:latin typeface="Soho Gothic Pro Light"/>
                      <a:ea typeface="+mn-ea"/>
                      <a:cs typeface="+mn-cs"/>
                    </a:rPr>
                    <a:t>Organización </a:t>
                  </a:r>
                </a:p>
              </p:txBody>
            </p:sp>
            <p:sp>
              <p:nvSpPr>
                <p:cNvPr id="55" name="Text Placeholder 74">
                  <a:extLst>
                    <a:ext uri="{FF2B5EF4-FFF2-40B4-BE49-F238E27FC236}">
                      <a16:creationId xmlns:a16="http://schemas.microsoft.com/office/drawing/2014/main" id="{EA0DD8C5-1566-AA61-0880-99D9D5041113}"/>
                    </a:ext>
                  </a:extLst>
                </p:cNvPr>
                <p:cNvSpPr txBox="1">
                  <a:spLocks/>
                </p:cNvSpPr>
                <p:nvPr/>
              </p:nvSpPr>
              <p:spPr bwMode="auto">
                <a:xfrm rot="4869581">
                  <a:off x="3662562" y="2648972"/>
                  <a:ext cx="2039159"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l" defTabSz="955963" eaLnBrk="1" fontAlgn="base" latinLnBrk="0" hangingPunct="1">
                    <a:lnSpc>
                      <a:spcPct val="100000"/>
                    </a:lnSpc>
                    <a:spcBef>
                      <a:spcPct val="0"/>
                    </a:spcBef>
                    <a:spcAft>
                      <a:spcPts val="551"/>
                    </a:spcAft>
                    <a:buClrTx/>
                    <a:buSzTx/>
                    <a:buFont typeface="Arial" charset="0"/>
                    <a:buNone/>
                    <a:tabLst/>
                    <a:defRPr/>
                  </a:pPr>
                  <a:r>
                    <a:rPr lang="es-ES" sz="1000">
                      <a:solidFill>
                        <a:schemeClr val="bg1"/>
                      </a:solidFill>
                      <a:latin typeface="Soho Gothic Pro Light"/>
                    </a:rPr>
                    <a:t>Preparación </a:t>
                  </a:r>
                  <a:endParaRPr kumimoji="0" lang="es-ES" sz="1000" b="0" i="0" u="none" strike="noStrike" kern="1200" cap="none" spc="0" normalizeH="0" baseline="0" noProof="0">
                    <a:ln>
                      <a:noFill/>
                    </a:ln>
                    <a:solidFill>
                      <a:schemeClr val="bg1"/>
                    </a:solidFill>
                    <a:effectLst/>
                    <a:uLnTx/>
                    <a:uFillTx/>
                    <a:latin typeface="Soho Gothic Pro Light"/>
                    <a:ea typeface="+mn-ea"/>
                    <a:cs typeface="+mn-cs"/>
                  </a:endParaRPr>
                </a:p>
              </p:txBody>
            </p:sp>
          </p:grpSp>
          <p:sp>
            <p:nvSpPr>
              <p:cNvPr id="33" name="Text Placeholder 74">
                <a:extLst>
                  <a:ext uri="{FF2B5EF4-FFF2-40B4-BE49-F238E27FC236}">
                    <a16:creationId xmlns:a16="http://schemas.microsoft.com/office/drawing/2014/main" id="{155184A2-DE88-6907-0F9A-0D891772EDFC}"/>
                  </a:ext>
                </a:extLst>
              </p:cNvPr>
              <p:cNvSpPr txBox="1">
                <a:spLocks/>
              </p:cNvSpPr>
              <p:nvPr/>
            </p:nvSpPr>
            <p:spPr bwMode="auto">
              <a:xfrm rot="16720433">
                <a:off x="3910718" y="2640578"/>
                <a:ext cx="2039158"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r" defTabSz="955963" eaLnBrk="1" fontAlgn="base" latinLnBrk="0" hangingPunct="1">
                  <a:lnSpc>
                    <a:spcPct val="100000"/>
                  </a:lnSpc>
                  <a:spcBef>
                    <a:spcPct val="0"/>
                  </a:spcBef>
                  <a:spcAft>
                    <a:spcPts val="551"/>
                  </a:spcAft>
                  <a:buClrTx/>
                  <a:buSzTx/>
                  <a:buFont typeface="Arial" charset="0"/>
                  <a:buNone/>
                  <a:tabLst/>
                  <a:defRPr/>
                </a:pPr>
                <a:r>
                  <a:rPr kumimoji="0" lang="es-ES" sz="1000" b="0" i="0" u="none" strike="noStrike" kern="1200" cap="none" spc="0" normalizeH="0" baseline="0" noProof="0">
                    <a:ln>
                      <a:noFill/>
                    </a:ln>
                    <a:solidFill>
                      <a:schemeClr val="bg1"/>
                    </a:solidFill>
                    <a:effectLst/>
                    <a:uLnTx/>
                    <a:uFillTx/>
                    <a:latin typeface="Soho Gothic Pro Light"/>
                    <a:ea typeface="+mn-ea"/>
                    <a:cs typeface="+mn-cs"/>
                  </a:rPr>
                  <a:t>Gobierno  </a:t>
                </a:r>
              </a:p>
            </p:txBody>
          </p:sp>
          <p:sp>
            <p:nvSpPr>
              <p:cNvPr id="34" name="Text Placeholder 74">
                <a:extLst>
                  <a:ext uri="{FF2B5EF4-FFF2-40B4-BE49-F238E27FC236}">
                    <a16:creationId xmlns:a16="http://schemas.microsoft.com/office/drawing/2014/main" id="{926AF736-94C2-D51B-4025-054F43ACF477}"/>
                  </a:ext>
                </a:extLst>
              </p:cNvPr>
              <p:cNvSpPr txBox="1">
                <a:spLocks/>
              </p:cNvSpPr>
              <p:nvPr/>
            </p:nvSpPr>
            <p:spPr bwMode="auto">
              <a:xfrm rot="16759036">
                <a:off x="3665671" y="4686228"/>
                <a:ext cx="2039159"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l" defTabSz="955963" eaLnBrk="1" fontAlgn="base" latinLnBrk="0" hangingPunct="1">
                  <a:lnSpc>
                    <a:spcPct val="100000"/>
                  </a:lnSpc>
                  <a:spcBef>
                    <a:spcPct val="0"/>
                  </a:spcBef>
                  <a:spcAft>
                    <a:spcPts val="551"/>
                  </a:spcAft>
                  <a:buClrTx/>
                  <a:buSzTx/>
                  <a:buFont typeface="Arial" charset="0"/>
                  <a:buNone/>
                  <a:tabLst/>
                  <a:defRPr/>
                </a:pPr>
                <a:r>
                  <a:rPr kumimoji="0" lang="es-ES" sz="1000" b="0" i="0" u="none" strike="noStrike" kern="1200" cap="none" spc="0" normalizeH="0" baseline="0" noProof="0">
                    <a:ln>
                      <a:noFill/>
                    </a:ln>
                    <a:solidFill>
                      <a:schemeClr val="bg1"/>
                    </a:solidFill>
                    <a:effectLst/>
                    <a:uLnTx/>
                    <a:uFillTx/>
                    <a:latin typeface="Soho Gothic Pro Light"/>
                    <a:ea typeface="+mn-ea"/>
                    <a:cs typeface="+mn-cs"/>
                  </a:rPr>
                  <a:t>Método </a:t>
                </a:r>
              </a:p>
            </p:txBody>
          </p:sp>
          <p:sp>
            <p:nvSpPr>
              <p:cNvPr id="35" name="Text Placeholder 74">
                <a:extLst>
                  <a:ext uri="{FF2B5EF4-FFF2-40B4-BE49-F238E27FC236}">
                    <a16:creationId xmlns:a16="http://schemas.microsoft.com/office/drawing/2014/main" id="{93AAB5FB-EC5E-7C83-7C37-DD145C72E650}"/>
                  </a:ext>
                </a:extLst>
              </p:cNvPr>
              <p:cNvSpPr txBox="1">
                <a:spLocks/>
              </p:cNvSpPr>
              <p:nvPr/>
            </p:nvSpPr>
            <p:spPr bwMode="auto">
              <a:xfrm rot="17429629">
                <a:off x="3401490" y="4613404"/>
                <a:ext cx="2039158"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1" defTabSz="955963">
                  <a:spcAft>
                    <a:spcPts val="551"/>
                  </a:spcAft>
                  <a:defRPr/>
                </a:pPr>
                <a:r>
                  <a:rPr lang="es-ES" sz="1000">
                    <a:solidFill>
                      <a:schemeClr val="bg1"/>
                    </a:solidFill>
                  </a:rPr>
                  <a:t>Reportes e informes</a:t>
                </a:r>
                <a:r>
                  <a:rPr lang="es-ES" sz="1000">
                    <a:solidFill>
                      <a:schemeClr val="bg1"/>
                    </a:solidFill>
                    <a:latin typeface="Soho Gothic Pro Light"/>
                  </a:rPr>
                  <a:t> </a:t>
                </a:r>
                <a:endParaRPr kumimoji="0" lang="es-ES" sz="1000" b="0" i="0" u="none" strike="noStrike" kern="1200" cap="none" spc="0" normalizeH="0" baseline="0" noProof="0">
                  <a:ln>
                    <a:noFill/>
                  </a:ln>
                  <a:solidFill>
                    <a:schemeClr val="bg1"/>
                  </a:solidFill>
                  <a:effectLst/>
                  <a:uLnTx/>
                  <a:uFillTx/>
                  <a:latin typeface="Soho Gothic Pro Light"/>
                  <a:ea typeface="+mn-ea"/>
                  <a:cs typeface="+mn-cs"/>
                </a:endParaRPr>
              </a:p>
            </p:txBody>
          </p:sp>
          <p:sp>
            <p:nvSpPr>
              <p:cNvPr id="36" name="Text Placeholder 74">
                <a:extLst>
                  <a:ext uri="{FF2B5EF4-FFF2-40B4-BE49-F238E27FC236}">
                    <a16:creationId xmlns:a16="http://schemas.microsoft.com/office/drawing/2014/main" id="{F699FF86-6D42-00AB-6089-B832CB82293E}"/>
                  </a:ext>
                </a:extLst>
              </p:cNvPr>
              <p:cNvSpPr txBox="1">
                <a:spLocks/>
              </p:cNvSpPr>
              <p:nvPr/>
            </p:nvSpPr>
            <p:spPr bwMode="auto">
              <a:xfrm rot="18467529">
                <a:off x="3192751" y="4499383"/>
                <a:ext cx="2039158"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l" defTabSz="955963" eaLnBrk="1" fontAlgn="base" latinLnBrk="0" hangingPunct="1">
                  <a:lnSpc>
                    <a:spcPct val="100000"/>
                  </a:lnSpc>
                  <a:spcBef>
                    <a:spcPct val="0"/>
                  </a:spcBef>
                  <a:spcAft>
                    <a:spcPts val="551"/>
                  </a:spcAft>
                  <a:buClrTx/>
                  <a:buSzTx/>
                  <a:buFont typeface="Arial" charset="0"/>
                  <a:buNone/>
                  <a:tabLst/>
                  <a:defRPr/>
                </a:pPr>
                <a:r>
                  <a:rPr lang="es-ES" sz="1000">
                    <a:solidFill>
                      <a:schemeClr val="bg1"/>
                    </a:solidFill>
                    <a:latin typeface="Soho Gothic Pro Light"/>
                  </a:rPr>
                  <a:t>Consolidación </a:t>
                </a:r>
                <a:endParaRPr kumimoji="0" lang="es-ES" sz="1000" b="0" i="0" u="none" strike="noStrike" kern="1200" cap="none" spc="0" normalizeH="0" baseline="0" noProof="0">
                  <a:ln>
                    <a:noFill/>
                  </a:ln>
                  <a:solidFill>
                    <a:schemeClr val="bg1"/>
                  </a:solidFill>
                  <a:effectLst/>
                  <a:uLnTx/>
                  <a:uFillTx/>
                  <a:latin typeface="Soho Gothic Pro Light"/>
                  <a:ea typeface="+mn-ea"/>
                  <a:cs typeface="+mn-cs"/>
                </a:endParaRPr>
              </a:p>
            </p:txBody>
          </p:sp>
          <p:sp>
            <p:nvSpPr>
              <p:cNvPr id="37" name="Text Placeholder 74">
                <a:extLst>
                  <a:ext uri="{FF2B5EF4-FFF2-40B4-BE49-F238E27FC236}">
                    <a16:creationId xmlns:a16="http://schemas.microsoft.com/office/drawing/2014/main" id="{695D333A-3083-6B63-FB96-9DE863207A0C}"/>
                  </a:ext>
                </a:extLst>
              </p:cNvPr>
              <p:cNvSpPr txBox="1">
                <a:spLocks/>
              </p:cNvSpPr>
              <p:nvPr/>
            </p:nvSpPr>
            <p:spPr bwMode="auto">
              <a:xfrm rot="19222594">
                <a:off x="3020377" y="4318619"/>
                <a:ext cx="2039159"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l" defTabSz="955963" eaLnBrk="1" fontAlgn="base" latinLnBrk="0" hangingPunct="1">
                  <a:lnSpc>
                    <a:spcPct val="100000"/>
                  </a:lnSpc>
                  <a:spcBef>
                    <a:spcPct val="0"/>
                  </a:spcBef>
                  <a:spcAft>
                    <a:spcPts val="551"/>
                  </a:spcAft>
                  <a:buClrTx/>
                  <a:buSzTx/>
                  <a:buFont typeface="Arial" charset="0"/>
                  <a:buNone/>
                  <a:tabLst/>
                  <a:defRPr/>
                </a:pPr>
                <a:r>
                  <a:rPr lang="es-ES" sz="1000" noProof="0">
                    <a:solidFill>
                      <a:schemeClr val="bg1"/>
                    </a:solidFill>
                    <a:latin typeface="Soho Gothic Pro Light"/>
                  </a:rPr>
                  <a:t>Fuentes de datos</a:t>
                </a:r>
                <a:endParaRPr kumimoji="0" lang="es-ES" sz="1000" b="0" i="0" u="none" strike="noStrike" kern="1200" cap="none" spc="0" normalizeH="0" baseline="0" noProof="0">
                  <a:ln>
                    <a:noFill/>
                  </a:ln>
                  <a:solidFill>
                    <a:schemeClr val="bg1"/>
                  </a:solidFill>
                  <a:effectLst/>
                  <a:uLnTx/>
                  <a:uFillTx/>
                  <a:latin typeface="Soho Gothic Pro Light"/>
                  <a:ea typeface="+mn-ea"/>
                  <a:cs typeface="+mn-cs"/>
                </a:endParaRPr>
              </a:p>
            </p:txBody>
          </p:sp>
          <p:sp>
            <p:nvSpPr>
              <p:cNvPr id="38" name="Text Placeholder 74">
                <a:extLst>
                  <a:ext uri="{FF2B5EF4-FFF2-40B4-BE49-F238E27FC236}">
                    <a16:creationId xmlns:a16="http://schemas.microsoft.com/office/drawing/2014/main" id="{9B0CF713-02D7-03FD-5A3C-F370FA77B102}"/>
                  </a:ext>
                </a:extLst>
              </p:cNvPr>
              <p:cNvSpPr txBox="1">
                <a:spLocks/>
              </p:cNvSpPr>
              <p:nvPr/>
            </p:nvSpPr>
            <p:spPr bwMode="auto">
              <a:xfrm rot="20227098">
                <a:off x="2874337" y="4071420"/>
                <a:ext cx="2039159"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l" defTabSz="955963" eaLnBrk="1" fontAlgn="base" latinLnBrk="0" hangingPunct="1">
                  <a:lnSpc>
                    <a:spcPct val="100000"/>
                  </a:lnSpc>
                  <a:spcBef>
                    <a:spcPct val="0"/>
                  </a:spcBef>
                  <a:spcAft>
                    <a:spcPts val="551"/>
                  </a:spcAft>
                  <a:buClrTx/>
                  <a:buSzTx/>
                  <a:buFont typeface="Arial" charset="0"/>
                  <a:buNone/>
                  <a:tabLst/>
                  <a:defRPr/>
                </a:pPr>
                <a:r>
                  <a:rPr kumimoji="0" lang="es-ES" sz="1000" b="0" i="0" u="none" strike="noStrike" kern="1200" cap="none" spc="0" normalizeH="0" baseline="0" noProof="0" err="1">
                    <a:ln>
                      <a:noFill/>
                    </a:ln>
                    <a:solidFill>
                      <a:schemeClr val="bg1"/>
                    </a:solidFill>
                    <a:effectLst/>
                    <a:uLnTx/>
                    <a:uFillTx/>
                    <a:latin typeface="Soho Gothic Pro Light"/>
                    <a:ea typeface="+mn-ea"/>
                    <a:cs typeface="+mn-cs"/>
                  </a:rPr>
                  <a:t>Steering</a:t>
                </a:r>
                <a:r>
                  <a:rPr kumimoji="0" lang="es-ES" sz="1000" b="0" i="0" u="none" strike="noStrike" kern="1200" cap="none" spc="0" normalizeH="0" baseline="0" noProof="0">
                    <a:ln>
                      <a:noFill/>
                    </a:ln>
                    <a:solidFill>
                      <a:schemeClr val="bg1"/>
                    </a:solidFill>
                    <a:effectLst/>
                    <a:uLnTx/>
                    <a:uFillTx/>
                    <a:latin typeface="Soho Gothic Pro Light"/>
                    <a:ea typeface="+mn-ea"/>
                    <a:cs typeface="+mn-cs"/>
                  </a:rPr>
                  <a:t> </a:t>
                </a:r>
                <a:r>
                  <a:rPr kumimoji="0" lang="es-ES" sz="1000" b="0" i="0" u="none" strike="noStrike" kern="1200" cap="none" spc="0" normalizeH="0" baseline="0" noProof="0" err="1">
                    <a:ln>
                      <a:noFill/>
                    </a:ln>
                    <a:solidFill>
                      <a:schemeClr val="bg1"/>
                    </a:solidFill>
                    <a:effectLst/>
                    <a:uLnTx/>
                    <a:uFillTx/>
                    <a:latin typeface="Soho Gothic Pro Light"/>
                    <a:ea typeface="+mn-ea"/>
                    <a:cs typeface="+mn-cs"/>
                  </a:rPr>
                  <a:t>Committee</a:t>
                </a:r>
                <a:endParaRPr kumimoji="0" lang="es-ES" sz="1000" b="0" i="0" u="none" strike="noStrike" kern="1200" cap="none" spc="0" normalizeH="0" baseline="0" noProof="0">
                  <a:ln>
                    <a:noFill/>
                  </a:ln>
                  <a:solidFill>
                    <a:schemeClr val="bg1"/>
                  </a:solidFill>
                  <a:effectLst/>
                  <a:uLnTx/>
                  <a:uFillTx/>
                  <a:latin typeface="Soho Gothic Pro Light"/>
                  <a:ea typeface="+mn-ea"/>
                  <a:cs typeface="+mn-cs"/>
                </a:endParaRPr>
              </a:p>
            </p:txBody>
          </p:sp>
          <p:sp>
            <p:nvSpPr>
              <p:cNvPr id="39" name="Text Placeholder 74">
                <a:extLst>
                  <a:ext uri="{FF2B5EF4-FFF2-40B4-BE49-F238E27FC236}">
                    <a16:creationId xmlns:a16="http://schemas.microsoft.com/office/drawing/2014/main" id="{B52D9D44-8B25-481B-302F-B02D10C8E283}"/>
                  </a:ext>
                </a:extLst>
              </p:cNvPr>
              <p:cNvSpPr txBox="1">
                <a:spLocks/>
              </p:cNvSpPr>
              <p:nvPr/>
            </p:nvSpPr>
            <p:spPr bwMode="auto">
              <a:xfrm rot="21069581">
                <a:off x="2774420" y="3797688"/>
                <a:ext cx="2039159"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l" defTabSz="955963" eaLnBrk="1" fontAlgn="base" latinLnBrk="0" hangingPunct="1">
                  <a:lnSpc>
                    <a:spcPct val="100000"/>
                  </a:lnSpc>
                  <a:spcBef>
                    <a:spcPct val="0"/>
                  </a:spcBef>
                  <a:spcAft>
                    <a:spcPts val="551"/>
                  </a:spcAft>
                  <a:buClrTx/>
                  <a:buSzTx/>
                  <a:buFont typeface="Arial" charset="0"/>
                  <a:buNone/>
                  <a:tabLst/>
                  <a:defRPr/>
                </a:pPr>
                <a:r>
                  <a:rPr lang="es-ES" sz="1000" noProof="0">
                    <a:solidFill>
                      <a:schemeClr val="bg1"/>
                    </a:solidFill>
                    <a:latin typeface="Soho Gothic Pro Light"/>
                  </a:rPr>
                  <a:t>Análisis</a:t>
                </a:r>
                <a:endParaRPr kumimoji="0" lang="es-ES" sz="1000" b="0" i="0" u="none" strike="noStrike" kern="1200" cap="none" spc="0" normalizeH="0" baseline="0" noProof="0">
                  <a:ln>
                    <a:noFill/>
                  </a:ln>
                  <a:solidFill>
                    <a:schemeClr val="bg1"/>
                  </a:solidFill>
                  <a:effectLst/>
                  <a:uLnTx/>
                  <a:uFillTx/>
                  <a:latin typeface="Soho Gothic Pro Light"/>
                  <a:ea typeface="+mn-ea"/>
                  <a:cs typeface="+mn-cs"/>
                </a:endParaRPr>
              </a:p>
            </p:txBody>
          </p:sp>
          <p:grpSp>
            <p:nvGrpSpPr>
              <p:cNvPr id="40" name="Grupo 288">
                <a:extLst>
                  <a:ext uri="{FF2B5EF4-FFF2-40B4-BE49-F238E27FC236}">
                    <a16:creationId xmlns:a16="http://schemas.microsoft.com/office/drawing/2014/main" id="{06B01FCE-4062-E872-5B00-8CAA21CC7EBA}"/>
                  </a:ext>
                </a:extLst>
              </p:cNvPr>
              <p:cNvGrpSpPr/>
              <p:nvPr/>
            </p:nvGrpSpPr>
            <p:grpSpPr>
              <a:xfrm>
                <a:off x="4474416" y="1870040"/>
                <a:ext cx="2421184" cy="2094629"/>
                <a:chOff x="4474416" y="1870040"/>
                <a:chExt cx="2421184" cy="2094629"/>
              </a:xfrm>
            </p:grpSpPr>
            <p:sp>
              <p:nvSpPr>
                <p:cNvPr id="46" name="Text Placeholder 74">
                  <a:extLst>
                    <a:ext uri="{FF2B5EF4-FFF2-40B4-BE49-F238E27FC236}">
                      <a16:creationId xmlns:a16="http://schemas.microsoft.com/office/drawing/2014/main" id="{B5DEDD7A-B8FF-A0B3-8D70-AB6B5894E79B}"/>
                    </a:ext>
                  </a:extLst>
                </p:cNvPr>
                <p:cNvSpPr txBox="1">
                  <a:spLocks/>
                </p:cNvSpPr>
                <p:nvPr/>
              </p:nvSpPr>
              <p:spPr bwMode="auto">
                <a:xfrm rot="11223735" flipV="1">
                  <a:off x="4824836" y="3792618"/>
                  <a:ext cx="2039158"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r" defTabSz="955963" eaLnBrk="1" fontAlgn="base" latinLnBrk="0" hangingPunct="1">
                    <a:lnSpc>
                      <a:spcPct val="100000"/>
                    </a:lnSpc>
                    <a:spcBef>
                      <a:spcPct val="0"/>
                    </a:spcBef>
                    <a:spcAft>
                      <a:spcPts val="551"/>
                    </a:spcAft>
                    <a:buClrTx/>
                    <a:buSzTx/>
                    <a:buFont typeface="Arial" charset="0"/>
                    <a:buNone/>
                    <a:tabLst/>
                    <a:defRPr/>
                  </a:pPr>
                  <a:r>
                    <a:rPr kumimoji="0" lang="es-ES" sz="1000" b="0" i="0" u="none" strike="noStrike" kern="1200" cap="none" spc="0" normalizeH="0" baseline="0" noProof="0">
                      <a:ln>
                        <a:noFill/>
                      </a:ln>
                      <a:solidFill>
                        <a:schemeClr val="bg1"/>
                      </a:solidFill>
                      <a:effectLst/>
                      <a:uLnTx/>
                      <a:uFillTx/>
                      <a:latin typeface="Soho Gothic Pro Light"/>
                      <a:ea typeface="+mn-ea"/>
                      <a:cs typeface="+mn-cs"/>
                    </a:rPr>
                    <a:t>Planes de acción</a:t>
                  </a:r>
                </a:p>
              </p:txBody>
            </p:sp>
            <p:sp>
              <p:nvSpPr>
                <p:cNvPr id="47" name="Text Placeholder 74">
                  <a:extLst>
                    <a:ext uri="{FF2B5EF4-FFF2-40B4-BE49-F238E27FC236}">
                      <a16:creationId xmlns:a16="http://schemas.microsoft.com/office/drawing/2014/main" id="{EA0A86FE-60F4-DB71-89AE-F576449DD357}"/>
                    </a:ext>
                  </a:extLst>
                </p:cNvPr>
                <p:cNvSpPr txBox="1">
                  <a:spLocks/>
                </p:cNvSpPr>
                <p:nvPr/>
              </p:nvSpPr>
              <p:spPr bwMode="auto">
                <a:xfrm rot="10428314" flipV="1">
                  <a:off x="4856442" y="3438858"/>
                  <a:ext cx="2039158"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1" algn="r" defTabSz="955963">
                    <a:spcAft>
                      <a:spcPts val="551"/>
                    </a:spcAft>
                    <a:defRPr/>
                  </a:pPr>
                  <a:r>
                    <a:rPr lang="es-ES" sz="1000">
                      <a:solidFill>
                        <a:schemeClr val="bg1"/>
                      </a:solidFill>
                    </a:rPr>
                    <a:t>Diagrama de Gantt</a:t>
                  </a:r>
                </a:p>
              </p:txBody>
            </p:sp>
            <p:sp>
              <p:nvSpPr>
                <p:cNvPr id="48" name="Text Placeholder 74">
                  <a:extLst>
                    <a:ext uri="{FF2B5EF4-FFF2-40B4-BE49-F238E27FC236}">
                      <a16:creationId xmlns:a16="http://schemas.microsoft.com/office/drawing/2014/main" id="{6909E6F0-6277-1B22-CD76-D1BA597FAB61}"/>
                    </a:ext>
                  </a:extLst>
                </p:cNvPr>
                <p:cNvSpPr txBox="1">
                  <a:spLocks/>
                </p:cNvSpPr>
                <p:nvPr/>
              </p:nvSpPr>
              <p:spPr bwMode="auto">
                <a:xfrm rot="8495278" flipV="1">
                  <a:off x="4474416" y="3243312"/>
                  <a:ext cx="2039160"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r" defTabSz="955963" eaLnBrk="1" fontAlgn="base" latinLnBrk="0" hangingPunct="1">
                    <a:lnSpc>
                      <a:spcPct val="100000"/>
                    </a:lnSpc>
                    <a:spcBef>
                      <a:spcPct val="0"/>
                    </a:spcBef>
                    <a:spcAft>
                      <a:spcPts val="551"/>
                    </a:spcAft>
                    <a:buClrTx/>
                    <a:buSzTx/>
                    <a:buFont typeface="Arial" charset="0"/>
                    <a:buNone/>
                    <a:tabLst/>
                    <a:defRPr/>
                  </a:pPr>
                  <a:r>
                    <a:rPr kumimoji="0" lang="es-ES" sz="1000" b="0" i="0" u="none" strike="noStrike" kern="1200" cap="none" spc="0" normalizeH="0" baseline="0" noProof="0">
                      <a:ln>
                        <a:noFill/>
                      </a:ln>
                      <a:solidFill>
                        <a:schemeClr val="bg1"/>
                      </a:solidFill>
                      <a:effectLst/>
                      <a:uLnTx/>
                      <a:uFillTx/>
                      <a:latin typeface="Soho Gothic Pro Light"/>
                      <a:ea typeface="+mn-ea"/>
                      <a:cs typeface="+mn-cs"/>
                    </a:rPr>
                    <a:t>Matriz RACI</a:t>
                  </a:r>
                  <a:r>
                    <a:rPr kumimoji="0" lang="es-ES" sz="1000" b="0" i="0" u="none" strike="noStrike" kern="1200" cap="none" spc="0" normalizeH="0" noProof="0">
                      <a:ln>
                        <a:noFill/>
                      </a:ln>
                      <a:solidFill>
                        <a:schemeClr val="bg1"/>
                      </a:solidFill>
                      <a:effectLst/>
                      <a:uLnTx/>
                      <a:uFillTx/>
                      <a:latin typeface="Soho Gothic Pro Light"/>
                      <a:ea typeface="+mn-ea"/>
                      <a:cs typeface="+mn-cs"/>
                    </a:rPr>
                    <a:t> </a:t>
                  </a:r>
                  <a:endParaRPr kumimoji="0" lang="es-ES" sz="1000" b="0" i="0" u="none" strike="noStrike" kern="1200" cap="none" spc="0" normalizeH="0" baseline="0" noProof="0">
                    <a:ln>
                      <a:noFill/>
                    </a:ln>
                    <a:solidFill>
                      <a:schemeClr val="bg1"/>
                    </a:solidFill>
                    <a:effectLst/>
                    <a:uLnTx/>
                    <a:uFillTx/>
                    <a:latin typeface="Soho Gothic Pro Light"/>
                    <a:ea typeface="+mn-ea"/>
                    <a:cs typeface="+mn-cs"/>
                  </a:endParaRPr>
                </a:p>
              </p:txBody>
            </p:sp>
            <p:sp>
              <p:nvSpPr>
                <p:cNvPr id="49" name="Text Placeholder 74">
                  <a:extLst>
                    <a:ext uri="{FF2B5EF4-FFF2-40B4-BE49-F238E27FC236}">
                      <a16:creationId xmlns:a16="http://schemas.microsoft.com/office/drawing/2014/main" id="{B98A57C7-A026-4BDA-F7E8-285A96A8D3A9}"/>
                    </a:ext>
                  </a:extLst>
                </p:cNvPr>
                <p:cNvSpPr txBox="1">
                  <a:spLocks/>
                </p:cNvSpPr>
                <p:nvPr/>
              </p:nvSpPr>
              <p:spPr bwMode="auto">
                <a:xfrm rot="6854545" flipV="1">
                  <a:off x="4314286" y="2803594"/>
                  <a:ext cx="2039160"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r" defTabSz="955963" eaLnBrk="1" fontAlgn="base" latinLnBrk="0" hangingPunct="1">
                    <a:lnSpc>
                      <a:spcPct val="100000"/>
                    </a:lnSpc>
                    <a:spcBef>
                      <a:spcPct val="0"/>
                    </a:spcBef>
                    <a:spcAft>
                      <a:spcPts val="551"/>
                    </a:spcAft>
                    <a:buClrTx/>
                    <a:buSzTx/>
                    <a:buFont typeface="Arial" charset="0"/>
                    <a:buNone/>
                    <a:tabLst/>
                    <a:defRPr/>
                  </a:pPr>
                  <a:r>
                    <a:rPr kumimoji="0" lang="es-ES" sz="1000" b="0" i="0" u="none" strike="noStrike" kern="1200" cap="none" spc="0" normalizeH="0" baseline="0" noProof="0">
                      <a:ln>
                        <a:noFill/>
                      </a:ln>
                      <a:solidFill>
                        <a:schemeClr val="bg1"/>
                      </a:solidFill>
                      <a:effectLst/>
                      <a:uLnTx/>
                      <a:uFillTx/>
                      <a:latin typeface="Soho Gothic Pro Light"/>
                      <a:ea typeface="+mn-ea"/>
                      <a:cs typeface="+mn-cs"/>
                    </a:rPr>
                    <a:t>Modelo de trabajo</a:t>
                  </a:r>
                </a:p>
              </p:txBody>
            </p:sp>
          </p:grpSp>
          <p:sp>
            <p:nvSpPr>
              <p:cNvPr id="41" name="Text Placeholder 74">
                <a:extLst>
                  <a:ext uri="{FF2B5EF4-FFF2-40B4-BE49-F238E27FC236}">
                    <a16:creationId xmlns:a16="http://schemas.microsoft.com/office/drawing/2014/main" id="{301DBB16-5D37-5CC3-F30D-BA87D0EBE674}"/>
                  </a:ext>
                </a:extLst>
              </p:cNvPr>
              <p:cNvSpPr txBox="1">
                <a:spLocks/>
              </p:cNvSpPr>
              <p:nvPr/>
            </p:nvSpPr>
            <p:spPr bwMode="auto">
              <a:xfrm rot="15896581" flipV="1">
                <a:off x="3969666" y="4649315"/>
                <a:ext cx="2039158"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r" defTabSz="955963" eaLnBrk="1" fontAlgn="base" latinLnBrk="0" hangingPunct="1">
                  <a:lnSpc>
                    <a:spcPct val="100000"/>
                  </a:lnSpc>
                  <a:spcBef>
                    <a:spcPct val="0"/>
                  </a:spcBef>
                  <a:spcAft>
                    <a:spcPts val="551"/>
                  </a:spcAft>
                  <a:buClrTx/>
                  <a:buSzTx/>
                  <a:buFont typeface="Arial" charset="0"/>
                  <a:buNone/>
                  <a:tabLst/>
                  <a:defRPr/>
                </a:pPr>
                <a:r>
                  <a:rPr kumimoji="0" lang="es-ES" sz="1000" b="0" i="0" u="none" strike="noStrike" kern="1200" cap="none" spc="0" normalizeH="0" baseline="0" noProof="0">
                    <a:ln>
                      <a:noFill/>
                    </a:ln>
                    <a:solidFill>
                      <a:schemeClr val="bg1"/>
                    </a:solidFill>
                    <a:effectLst/>
                    <a:uLnTx/>
                    <a:uFillTx/>
                    <a:latin typeface="Soho Gothic Pro Light"/>
                    <a:ea typeface="+mn-ea"/>
                    <a:cs typeface="+mn-cs"/>
                  </a:rPr>
                  <a:t>Capacitación</a:t>
                </a:r>
              </a:p>
            </p:txBody>
          </p:sp>
          <p:sp>
            <p:nvSpPr>
              <p:cNvPr id="42" name="Text Placeholder 74">
                <a:extLst>
                  <a:ext uri="{FF2B5EF4-FFF2-40B4-BE49-F238E27FC236}">
                    <a16:creationId xmlns:a16="http://schemas.microsoft.com/office/drawing/2014/main" id="{F0DE5E98-9C51-244A-409A-FF18F1B8F670}"/>
                  </a:ext>
                </a:extLst>
              </p:cNvPr>
              <p:cNvSpPr txBox="1">
                <a:spLocks/>
              </p:cNvSpPr>
              <p:nvPr/>
            </p:nvSpPr>
            <p:spPr bwMode="auto">
              <a:xfrm rot="14734291" flipV="1">
                <a:off x="4210963" y="4620457"/>
                <a:ext cx="2039158"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r" defTabSz="955963" eaLnBrk="1" fontAlgn="base" latinLnBrk="0" hangingPunct="1">
                  <a:lnSpc>
                    <a:spcPct val="100000"/>
                  </a:lnSpc>
                  <a:spcBef>
                    <a:spcPct val="0"/>
                  </a:spcBef>
                  <a:spcAft>
                    <a:spcPts val="551"/>
                  </a:spcAft>
                  <a:buClrTx/>
                  <a:buSzTx/>
                  <a:buFont typeface="Arial" charset="0"/>
                  <a:buNone/>
                  <a:tabLst/>
                  <a:defRPr/>
                </a:pPr>
                <a:r>
                  <a:rPr kumimoji="0" lang="es-ES" sz="1000" b="0" i="0" u="none" strike="noStrike" kern="1200" cap="none" spc="0" normalizeH="0" baseline="0" noProof="0">
                    <a:ln>
                      <a:noFill/>
                    </a:ln>
                    <a:solidFill>
                      <a:schemeClr val="bg1"/>
                    </a:solidFill>
                    <a:effectLst/>
                    <a:uLnTx/>
                    <a:uFillTx/>
                    <a:latin typeface="Soho Gothic Pro Light"/>
                    <a:ea typeface="+mn-ea"/>
                    <a:cs typeface="+mn-cs"/>
                  </a:rPr>
                  <a:t>Formaciones</a:t>
                </a:r>
              </a:p>
            </p:txBody>
          </p:sp>
          <p:sp>
            <p:nvSpPr>
              <p:cNvPr id="43" name="Text Placeholder 74">
                <a:extLst>
                  <a:ext uri="{FF2B5EF4-FFF2-40B4-BE49-F238E27FC236}">
                    <a16:creationId xmlns:a16="http://schemas.microsoft.com/office/drawing/2014/main" id="{0DC844DC-DDCD-8ABF-D78C-267B6A4FF6F4}"/>
                  </a:ext>
                </a:extLst>
              </p:cNvPr>
              <p:cNvSpPr txBox="1">
                <a:spLocks/>
              </p:cNvSpPr>
              <p:nvPr/>
            </p:nvSpPr>
            <p:spPr bwMode="auto">
              <a:xfrm rot="13923189" flipV="1">
                <a:off x="4454496" y="4458528"/>
                <a:ext cx="2039158"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r" defTabSz="955963" eaLnBrk="1" fontAlgn="base" latinLnBrk="0" hangingPunct="1">
                  <a:lnSpc>
                    <a:spcPct val="100000"/>
                  </a:lnSpc>
                  <a:spcBef>
                    <a:spcPct val="0"/>
                  </a:spcBef>
                  <a:spcAft>
                    <a:spcPts val="551"/>
                  </a:spcAft>
                  <a:buClrTx/>
                  <a:buSzTx/>
                  <a:buFont typeface="Arial" charset="0"/>
                  <a:buNone/>
                  <a:tabLst/>
                  <a:defRPr/>
                </a:pPr>
                <a:r>
                  <a:rPr kumimoji="0" lang="es-ES" sz="1000" b="0" i="0" u="none" strike="noStrike" kern="1200" cap="none" spc="0" normalizeH="0" baseline="0" noProof="0">
                    <a:ln>
                      <a:noFill/>
                    </a:ln>
                    <a:solidFill>
                      <a:schemeClr val="bg1"/>
                    </a:solidFill>
                    <a:effectLst/>
                    <a:uLnTx/>
                    <a:uFillTx/>
                    <a:latin typeface="Soho Gothic Pro Light"/>
                    <a:ea typeface="+mn-ea"/>
                    <a:cs typeface="+mn-cs"/>
                  </a:rPr>
                  <a:t>Comunicación</a:t>
                </a:r>
                <a:r>
                  <a:rPr kumimoji="0" lang="es-ES" sz="1000" b="0" i="0" u="none" strike="noStrike" kern="1200" cap="none" spc="0" normalizeH="0" noProof="0">
                    <a:ln>
                      <a:noFill/>
                    </a:ln>
                    <a:solidFill>
                      <a:schemeClr val="bg1"/>
                    </a:solidFill>
                    <a:effectLst/>
                    <a:uLnTx/>
                    <a:uFillTx/>
                    <a:latin typeface="Soho Gothic Pro Light"/>
                    <a:ea typeface="+mn-ea"/>
                    <a:cs typeface="+mn-cs"/>
                  </a:rPr>
                  <a:t> </a:t>
                </a:r>
                <a:endParaRPr kumimoji="0" lang="es-ES" sz="1000" b="0" i="0" u="none" strike="noStrike" kern="1200" cap="none" spc="0" normalizeH="0" baseline="0" noProof="0">
                  <a:ln>
                    <a:noFill/>
                  </a:ln>
                  <a:solidFill>
                    <a:schemeClr val="bg1"/>
                  </a:solidFill>
                  <a:effectLst/>
                  <a:uLnTx/>
                  <a:uFillTx/>
                  <a:latin typeface="Soho Gothic Pro Light"/>
                  <a:ea typeface="+mn-ea"/>
                  <a:cs typeface="+mn-cs"/>
                </a:endParaRPr>
              </a:p>
            </p:txBody>
          </p:sp>
          <p:sp>
            <p:nvSpPr>
              <p:cNvPr id="44" name="Text Placeholder 74">
                <a:extLst>
                  <a:ext uri="{FF2B5EF4-FFF2-40B4-BE49-F238E27FC236}">
                    <a16:creationId xmlns:a16="http://schemas.microsoft.com/office/drawing/2014/main" id="{F8E3C211-C456-F90F-A29B-0DF001D1630E}"/>
                  </a:ext>
                </a:extLst>
              </p:cNvPr>
              <p:cNvSpPr txBox="1">
                <a:spLocks/>
              </p:cNvSpPr>
              <p:nvPr/>
            </p:nvSpPr>
            <p:spPr bwMode="auto">
              <a:xfrm rot="13168124" flipV="1">
                <a:off x="4664905" y="4295516"/>
                <a:ext cx="2039159"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r" defTabSz="955963" eaLnBrk="1" fontAlgn="base" latinLnBrk="0" hangingPunct="1">
                  <a:lnSpc>
                    <a:spcPct val="100000"/>
                  </a:lnSpc>
                  <a:spcBef>
                    <a:spcPct val="0"/>
                  </a:spcBef>
                  <a:spcAft>
                    <a:spcPts val="551"/>
                  </a:spcAft>
                  <a:buClrTx/>
                  <a:buSzTx/>
                  <a:buFont typeface="Arial" charset="0"/>
                  <a:buNone/>
                  <a:tabLst/>
                  <a:defRPr/>
                </a:pPr>
                <a:r>
                  <a:rPr kumimoji="0" lang="es-ES" sz="1000" b="0" i="0" u="none" strike="noStrike" kern="1200" cap="none" spc="0" normalizeH="0" baseline="0" noProof="0">
                    <a:ln>
                      <a:noFill/>
                    </a:ln>
                    <a:solidFill>
                      <a:schemeClr val="bg1"/>
                    </a:solidFill>
                    <a:effectLst/>
                    <a:uLnTx/>
                    <a:uFillTx/>
                    <a:latin typeface="Soho Gothic Pro Light"/>
                    <a:ea typeface="+mn-ea"/>
                    <a:cs typeface="+mn-cs"/>
                  </a:rPr>
                  <a:t>Plan de despliegue </a:t>
                </a:r>
              </a:p>
            </p:txBody>
          </p:sp>
          <p:sp>
            <p:nvSpPr>
              <p:cNvPr id="45" name="Text Placeholder 74">
                <a:extLst>
                  <a:ext uri="{FF2B5EF4-FFF2-40B4-BE49-F238E27FC236}">
                    <a16:creationId xmlns:a16="http://schemas.microsoft.com/office/drawing/2014/main" id="{3D8DD6CB-9BAE-BFE3-6BF7-9CB18B68B366}"/>
                  </a:ext>
                </a:extLst>
              </p:cNvPr>
              <p:cNvSpPr txBox="1">
                <a:spLocks/>
              </p:cNvSpPr>
              <p:nvPr/>
            </p:nvSpPr>
            <p:spPr bwMode="auto">
              <a:xfrm rot="12163620" flipV="1">
                <a:off x="4754337" y="4055839"/>
                <a:ext cx="2039159" cy="172051"/>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r" defTabSz="955963" eaLnBrk="1" fontAlgn="base" latinLnBrk="0" hangingPunct="1">
                  <a:lnSpc>
                    <a:spcPct val="100000"/>
                  </a:lnSpc>
                  <a:spcBef>
                    <a:spcPct val="0"/>
                  </a:spcBef>
                  <a:spcAft>
                    <a:spcPts val="551"/>
                  </a:spcAft>
                  <a:buClrTx/>
                  <a:buSzTx/>
                  <a:buFont typeface="Arial" charset="0"/>
                  <a:buNone/>
                  <a:tabLst/>
                  <a:defRPr/>
                </a:pPr>
                <a:r>
                  <a:rPr lang="es-ES" sz="1000">
                    <a:solidFill>
                      <a:schemeClr val="bg1"/>
                    </a:solidFill>
                    <a:latin typeface="Soho Gothic Pro Light"/>
                  </a:rPr>
                  <a:t>Coordinación</a:t>
                </a:r>
                <a:endParaRPr kumimoji="0" lang="es-ES" sz="1000" b="0" i="0" u="none" strike="noStrike" kern="1200" cap="none" spc="0" normalizeH="0" baseline="0" noProof="0">
                  <a:ln>
                    <a:noFill/>
                  </a:ln>
                  <a:solidFill>
                    <a:schemeClr val="bg1"/>
                  </a:solidFill>
                  <a:effectLst/>
                  <a:uLnTx/>
                  <a:uFillTx/>
                  <a:latin typeface="Soho Gothic Pro Light"/>
                  <a:ea typeface="+mn-ea"/>
                  <a:cs typeface="+mn-cs"/>
                </a:endParaRPr>
              </a:p>
            </p:txBody>
          </p:sp>
        </p:grpSp>
        <p:sp>
          <p:nvSpPr>
            <p:cNvPr id="30" name="Elipse 29">
              <a:extLst>
                <a:ext uri="{FF2B5EF4-FFF2-40B4-BE49-F238E27FC236}">
                  <a16:creationId xmlns:a16="http://schemas.microsoft.com/office/drawing/2014/main" id="{194DEB5E-26EA-0224-C60B-0F651DE00577}"/>
                </a:ext>
              </a:extLst>
            </p:cNvPr>
            <p:cNvSpPr/>
            <p:nvPr/>
          </p:nvSpPr>
          <p:spPr>
            <a:xfrm>
              <a:off x="4164731" y="3095146"/>
              <a:ext cx="1308560" cy="1308560"/>
            </a:xfrm>
            <a:prstGeom prst="ellipse">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379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a:ln>
                  <a:noFill/>
                </a:ln>
                <a:solidFill>
                  <a:srgbClr val="1A3B47"/>
                </a:solidFill>
                <a:effectLst/>
                <a:uLnTx/>
                <a:uFillTx/>
                <a:latin typeface="Soho Gothic Pro Light"/>
                <a:ea typeface="+mn-ea"/>
                <a:cs typeface="+mn-cs"/>
              </a:endParaRPr>
            </a:p>
          </p:txBody>
        </p:sp>
        <p:sp>
          <p:nvSpPr>
            <p:cNvPr id="31" name="Text Placeholder 74">
              <a:extLst>
                <a:ext uri="{FF2B5EF4-FFF2-40B4-BE49-F238E27FC236}">
                  <a16:creationId xmlns:a16="http://schemas.microsoft.com/office/drawing/2014/main" id="{DC74F12A-25C8-F4A1-2E49-B9C2F354CD9F}"/>
                </a:ext>
              </a:extLst>
            </p:cNvPr>
            <p:cNvSpPr txBox="1">
              <a:spLocks/>
            </p:cNvSpPr>
            <p:nvPr/>
          </p:nvSpPr>
          <p:spPr bwMode="auto">
            <a:xfrm>
              <a:off x="4200317" y="3428651"/>
              <a:ext cx="1197778" cy="619385"/>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lvl1pPr algn="l" defTabSz="1041066" rtl="0" fontAlgn="base">
                <a:spcBef>
                  <a:spcPct val="0"/>
                </a:spcBef>
                <a:spcAft>
                  <a:spcPts val="600"/>
                </a:spcAft>
                <a:buFont typeface="Arial" charset="0"/>
                <a:defRPr sz="1050" b="1" kern="1200">
                  <a:solidFill>
                    <a:schemeClr val="tx2"/>
                  </a:solidFill>
                  <a:latin typeface="+mn-lt"/>
                  <a:ea typeface="+mn-ea"/>
                  <a:cs typeface="+mn-cs"/>
                </a:defRPr>
              </a:lvl1pPr>
              <a:lvl2pPr algn="l" defTabSz="1041066" rtl="0" fontAlgn="base">
                <a:spcBef>
                  <a:spcPct val="0"/>
                </a:spcBef>
                <a:spcAft>
                  <a:spcPts val="600"/>
                </a:spcAft>
                <a:buFont typeface="Arial" charset="0"/>
                <a:defRPr sz="1050" kern="1200">
                  <a:solidFill>
                    <a:schemeClr val="tx1"/>
                  </a:solidFill>
                  <a:latin typeface="+mn-lt"/>
                  <a:ea typeface="+mn-ea"/>
                  <a:cs typeface="+mn-cs"/>
                </a:defRPr>
              </a:lvl2pPr>
              <a:lvl3pPr marL="180917"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3pPr>
              <a:lvl4pPr marL="357074" indent="-174570"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4pPr>
              <a:lvl5pPr marL="539578" indent="-180917" algn="l" defTabSz="1041066" rtl="0" fontAlgn="base">
                <a:spcBef>
                  <a:spcPct val="0"/>
                </a:spcBef>
                <a:spcAft>
                  <a:spcPts val="600"/>
                </a:spcAft>
                <a:buFont typeface="Georgia" pitchFamily="18" charset="0"/>
                <a:buChar char="−"/>
                <a:defRPr sz="1050" kern="1200">
                  <a:solidFill>
                    <a:schemeClr val="tx1"/>
                  </a:solidFill>
                  <a:latin typeface="+mn-lt"/>
                  <a:ea typeface="+mn-ea"/>
                  <a:cs typeface="+mn-cs"/>
                </a:defRPr>
              </a:lvl5pPr>
              <a:lvl6pPr marL="2867025"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8303"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9579"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0857" indent="-260638" algn="l" defTabSz="1042555"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marR="0" lvl="1" indent="0" algn="ctr" defTabSz="955963" eaLnBrk="1" fontAlgn="base" latinLnBrk="0" hangingPunct="1">
                <a:lnSpc>
                  <a:spcPct val="100000"/>
                </a:lnSpc>
                <a:spcBef>
                  <a:spcPct val="0"/>
                </a:spcBef>
                <a:spcAft>
                  <a:spcPts val="0"/>
                </a:spcAft>
                <a:buClrTx/>
                <a:buSzTx/>
                <a:buFont typeface="Arial" charset="0"/>
                <a:buNone/>
                <a:tabLst/>
                <a:defRPr/>
              </a:pPr>
              <a:r>
                <a:rPr kumimoji="0" lang="es-ES" sz="1800" b="0" i="0" u="none" strike="noStrike" kern="1200" cap="none" spc="0" normalizeH="0" baseline="0" noProof="0">
                  <a:ln>
                    <a:noFill/>
                  </a:ln>
                  <a:solidFill>
                    <a:srgbClr val="1A3B47"/>
                  </a:solidFill>
                  <a:effectLst/>
                  <a:uLnTx/>
                  <a:uFillTx/>
                  <a:latin typeface="Playfair Display"/>
                  <a:ea typeface="+mn-ea"/>
                  <a:cs typeface="+mn-cs"/>
                </a:rPr>
                <a:t>Rol </a:t>
              </a:r>
            </a:p>
            <a:p>
              <a:pPr marL="0" marR="0" lvl="1" indent="0" algn="ctr" defTabSz="955963" eaLnBrk="1" fontAlgn="base" latinLnBrk="0" hangingPunct="1">
                <a:lnSpc>
                  <a:spcPct val="100000"/>
                </a:lnSpc>
                <a:spcBef>
                  <a:spcPct val="0"/>
                </a:spcBef>
                <a:spcAft>
                  <a:spcPts val="0"/>
                </a:spcAft>
                <a:buClrTx/>
                <a:buSzTx/>
                <a:buFont typeface="Arial" charset="0"/>
                <a:buNone/>
                <a:tabLst/>
                <a:defRPr/>
              </a:pPr>
              <a:r>
                <a:rPr kumimoji="0" lang="es-ES" sz="1800" b="0" i="0" u="none" strike="noStrike" kern="1200" cap="none" spc="0" normalizeH="0" baseline="0" noProof="0">
                  <a:ln>
                    <a:noFill/>
                  </a:ln>
                  <a:solidFill>
                    <a:srgbClr val="1A3B47"/>
                  </a:solidFill>
                  <a:effectLst/>
                  <a:uLnTx/>
                  <a:uFillTx/>
                  <a:latin typeface="Playfair Display"/>
                  <a:ea typeface="+mn-ea"/>
                  <a:cs typeface="+mn-cs"/>
                </a:rPr>
                <a:t>PMO</a:t>
              </a:r>
            </a:p>
          </p:txBody>
        </p:sp>
      </p:grpSp>
      <p:sp>
        <p:nvSpPr>
          <p:cNvPr id="132" name="54 Rectángulo redondeado">
            <a:extLst>
              <a:ext uri="{FF2B5EF4-FFF2-40B4-BE49-F238E27FC236}">
                <a16:creationId xmlns:a16="http://schemas.microsoft.com/office/drawing/2014/main" id="{BA0E60C2-4CC2-6E7C-028C-B6CBB213D66F}"/>
              </a:ext>
            </a:extLst>
          </p:cNvPr>
          <p:cNvSpPr/>
          <p:nvPr/>
        </p:nvSpPr>
        <p:spPr>
          <a:xfrm rot="7347481" flipH="1" flipV="1">
            <a:off x="7045200" y="4330712"/>
            <a:ext cx="1626368" cy="444140"/>
          </a:xfrm>
          <a:prstGeom prst="roundRect">
            <a:avLst>
              <a:gd name="adj" fmla="val 50000"/>
            </a:avLst>
          </a:prstGeom>
          <a:noFill/>
          <a:ln w="9525" cap="flat" cmpd="sng" algn="ctr">
            <a:noFill/>
            <a:prstDash val="solid"/>
          </a:ln>
          <a:effectLst/>
        </p:spPr>
        <p:txBody>
          <a:bodyPr spcFirstLastPara="1" numCol="1" rtlCol="0" anchor="ctr">
            <a:prstTxWarp prst="textArchDown">
              <a:avLst/>
            </a:prstTxWarp>
          </a:bodyPr>
          <a:lstStyle/>
          <a:p>
            <a:pPr marL="177792" marR="0" lvl="0" indent="0" algn="l" defTabSz="91379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rgbClr val="FFFFFF"/>
                </a:solidFill>
                <a:effectLst/>
                <a:uLnTx/>
                <a:uFillTx/>
                <a:latin typeface="Soho Gothic Pro Light"/>
                <a:ea typeface="+mn-ea"/>
                <a:cs typeface="+mn-cs"/>
              </a:rPr>
              <a:t>Alineamiento</a:t>
            </a:r>
          </a:p>
        </p:txBody>
      </p:sp>
      <p:sp>
        <p:nvSpPr>
          <p:cNvPr id="2" name="Marcador de pie de página 2">
            <a:extLst>
              <a:ext uri="{FF2B5EF4-FFF2-40B4-BE49-F238E27FC236}">
                <a16:creationId xmlns:a16="http://schemas.microsoft.com/office/drawing/2014/main" id="{E14BBA7F-27CC-9876-2CB8-9FDF32BE79D5}"/>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Tree>
    <p:extLst>
      <p:ext uri="{BB962C8B-B14F-4D97-AF65-F5344CB8AC3E}">
        <p14:creationId xmlns:p14="http://schemas.microsoft.com/office/powerpoint/2010/main" val="3824412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D45A7-CD4B-17A4-4656-863E4371F4DE}"/>
            </a:ext>
          </a:extLst>
        </p:cNvPr>
        <p:cNvGrpSpPr/>
        <p:nvPr/>
      </p:nvGrpSpPr>
      <p:grpSpPr>
        <a:xfrm>
          <a:off x="0" y="0"/>
          <a:ext cx="0" cy="0"/>
          <a:chOff x="0" y="0"/>
          <a:chExt cx="0" cy="0"/>
        </a:xfrm>
      </p:grpSpPr>
      <p:graphicFrame>
        <p:nvGraphicFramePr>
          <p:cNvPr id="8" name="Objeto 7" hidden="1">
            <a:extLst>
              <a:ext uri="{FF2B5EF4-FFF2-40B4-BE49-F238E27FC236}">
                <a16:creationId xmlns:a16="http://schemas.microsoft.com/office/drawing/2014/main" id="{EA33EBA3-D471-88F9-9D9D-6C16C457D8A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6" progId="TCLayout.ActiveDocument.1">
                  <p:embed/>
                </p:oleObj>
              </mc:Choice>
              <mc:Fallback>
                <p:oleObj name="Diapositiva de think-cell" r:id="rId4" imgW="395" imgH="396" progId="TCLayout.ActiveDocument.1">
                  <p:embed/>
                  <p:pic>
                    <p:nvPicPr>
                      <p:cNvPr id="8" name="Objeto 7" hidden="1">
                        <a:extLst>
                          <a:ext uri="{FF2B5EF4-FFF2-40B4-BE49-F238E27FC236}">
                            <a16:creationId xmlns:a16="http://schemas.microsoft.com/office/drawing/2014/main" id="{EA33EBA3-D471-88F9-9D9D-6C16C457D8A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Marcador de texto 6">
            <a:extLst>
              <a:ext uri="{FF2B5EF4-FFF2-40B4-BE49-F238E27FC236}">
                <a16:creationId xmlns:a16="http://schemas.microsoft.com/office/drawing/2014/main" id="{82831FEC-CAE8-F3F3-48E4-C3C8E8A7D969}"/>
              </a:ext>
            </a:extLst>
          </p:cNvPr>
          <p:cNvSpPr>
            <a:spLocks noGrp="1"/>
          </p:cNvSpPr>
          <p:nvPr>
            <p:ph type="body" sz="quarter" idx="16"/>
          </p:nvPr>
        </p:nvSpPr>
        <p:spPr>
          <a:xfrm>
            <a:off x="335360" y="323548"/>
            <a:ext cx="11521678" cy="160813"/>
          </a:xfrm>
        </p:spPr>
        <p:txBody>
          <a:bodyPr/>
          <a:lstStyle/>
          <a:p>
            <a:r>
              <a:rPr lang="es-ES">
                <a:latin typeface="ForFuture Sans" panose="020B0504020203020204" pitchFamily="34" charset="0"/>
                <a:sym typeface="ForFuture Sans" panose="020B0504020203020204" pitchFamily="34" charset="0"/>
              </a:rPr>
              <a:t>01. Contexto y objetivo</a:t>
            </a:r>
          </a:p>
        </p:txBody>
      </p:sp>
      <p:sp>
        <p:nvSpPr>
          <p:cNvPr id="5" name="Título 1">
            <a:extLst>
              <a:ext uri="{FF2B5EF4-FFF2-40B4-BE49-F238E27FC236}">
                <a16:creationId xmlns:a16="http://schemas.microsoft.com/office/drawing/2014/main" id="{0AF0A5EB-2D32-496F-DFDA-5128594C8624}"/>
              </a:ext>
            </a:extLst>
          </p:cNvPr>
          <p:cNvSpPr>
            <a:spLocks noGrp="1"/>
          </p:cNvSpPr>
          <p:nvPr>
            <p:ph type="title"/>
          </p:nvPr>
        </p:nvSpPr>
        <p:spPr>
          <a:xfrm>
            <a:off x="336001" y="649097"/>
            <a:ext cx="11519451" cy="919343"/>
          </a:xfrm>
        </p:spPr>
        <p:txBody>
          <a:bodyPr vert="horz"/>
          <a:lstStyle/>
          <a:p>
            <a:r>
              <a:rPr lang="es-ES" sz="2000"/>
              <a:t>…asimismo, se contará con un </a:t>
            </a:r>
            <a:r>
              <a:rPr lang="es-MX" sz="2000">
                <a:solidFill>
                  <a:srgbClr val="FF0054"/>
                </a:solidFill>
              </a:rPr>
              <a:t>rol de consultor de integraciones </a:t>
            </a:r>
            <a:r>
              <a:rPr lang="es-MX" sz="2000"/>
              <a:t>en migración de Datos Gobierno, coordinación y seguimiento para promover calidad y trazabilidad</a:t>
            </a:r>
            <a:endParaRPr lang="es-ES" sz="2000"/>
          </a:p>
        </p:txBody>
      </p:sp>
      <p:cxnSp>
        <p:nvCxnSpPr>
          <p:cNvPr id="3" name="Conector recto 2">
            <a:extLst>
              <a:ext uri="{FF2B5EF4-FFF2-40B4-BE49-F238E27FC236}">
                <a16:creationId xmlns:a16="http://schemas.microsoft.com/office/drawing/2014/main" id="{17A1C805-789D-7E87-3CDF-E718FD99CD3C}"/>
              </a:ext>
            </a:extLst>
          </p:cNvPr>
          <p:cNvCxnSpPr>
            <a:cxnSpLocks/>
          </p:cNvCxnSpPr>
          <p:nvPr/>
        </p:nvCxnSpPr>
        <p:spPr>
          <a:xfrm flipH="1">
            <a:off x="11781918" y="1635852"/>
            <a:ext cx="0" cy="3943902"/>
          </a:xfrm>
          <a:prstGeom prst="line">
            <a:avLst/>
          </a:prstGeom>
          <a:ln w="1905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 name="Conector recto 5">
            <a:extLst>
              <a:ext uri="{FF2B5EF4-FFF2-40B4-BE49-F238E27FC236}">
                <a16:creationId xmlns:a16="http://schemas.microsoft.com/office/drawing/2014/main" id="{564A9539-2181-4845-B148-358F84B8BEB4}"/>
              </a:ext>
            </a:extLst>
          </p:cNvPr>
          <p:cNvCxnSpPr>
            <a:cxnSpLocks/>
          </p:cNvCxnSpPr>
          <p:nvPr/>
        </p:nvCxnSpPr>
        <p:spPr>
          <a:xfrm>
            <a:off x="410082" y="1635852"/>
            <a:ext cx="0" cy="3943902"/>
          </a:xfrm>
          <a:prstGeom prst="line">
            <a:avLst/>
          </a:prstGeom>
          <a:ln w="19050">
            <a:solidFill>
              <a:schemeClr val="accent1"/>
            </a:solidFill>
          </a:ln>
        </p:spPr>
        <p:style>
          <a:lnRef idx="2">
            <a:schemeClr val="accent1"/>
          </a:lnRef>
          <a:fillRef idx="0">
            <a:schemeClr val="accent1"/>
          </a:fillRef>
          <a:effectRef idx="1">
            <a:schemeClr val="accent1"/>
          </a:effectRef>
          <a:fontRef idx="minor">
            <a:schemeClr val="tx1"/>
          </a:fontRef>
        </p:style>
      </p:cxnSp>
      <p:sp>
        <p:nvSpPr>
          <p:cNvPr id="10" name="Rectángulo 9">
            <a:extLst>
              <a:ext uri="{FF2B5EF4-FFF2-40B4-BE49-F238E27FC236}">
                <a16:creationId xmlns:a16="http://schemas.microsoft.com/office/drawing/2014/main" id="{4CE33BDB-990E-CD5B-1C34-8157EF5236B5}"/>
              </a:ext>
            </a:extLst>
          </p:cNvPr>
          <p:cNvSpPr/>
          <p:nvPr/>
        </p:nvSpPr>
        <p:spPr>
          <a:xfrm>
            <a:off x="0" y="1230498"/>
            <a:ext cx="6096000" cy="873123"/>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CO" sz="1800" b="0" i="0" u="none" strike="noStrike" kern="1200" cap="none" spc="0" normalizeH="0" baseline="0" noProof="0">
                <a:ln>
                  <a:noFill/>
                </a:ln>
                <a:solidFill>
                  <a:srgbClr val="4F062A"/>
                </a:solidFill>
                <a:effectLst/>
                <a:uLnTx/>
                <a:uFillTx/>
                <a:latin typeface="ForFuture Sans"/>
                <a:ea typeface="+mn-ea"/>
                <a:cs typeface="+mn-cs"/>
              </a:rPr>
              <a:t>Principales responsabilidades</a:t>
            </a:r>
          </a:p>
        </p:txBody>
      </p:sp>
      <p:sp>
        <p:nvSpPr>
          <p:cNvPr id="11" name="Rectángulo 10">
            <a:extLst>
              <a:ext uri="{FF2B5EF4-FFF2-40B4-BE49-F238E27FC236}">
                <a16:creationId xmlns:a16="http://schemas.microsoft.com/office/drawing/2014/main" id="{41A2FB52-B3C1-1AA5-D4DB-699475DC225F}"/>
              </a:ext>
            </a:extLst>
          </p:cNvPr>
          <p:cNvSpPr/>
          <p:nvPr/>
        </p:nvSpPr>
        <p:spPr>
          <a:xfrm>
            <a:off x="6096000" y="1230498"/>
            <a:ext cx="6096000" cy="8731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a:ln>
                  <a:noFill/>
                </a:ln>
                <a:solidFill>
                  <a:srgbClr val="4F062A"/>
                </a:solidFill>
                <a:effectLst/>
                <a:uLnTx/>
                <a:uFillTx/>
                <a:latin typeface="ForFuture Sans"/>
                <a:ea typeface="+mn-ea"/>
                <a:cs typeface="+mn-cs"/>
              </a:rPr>
              <a:t>Alcances </a:t>
            </a:r>
            <a:r>
              <a:rPr kumimoji="0" lang="es-MX" sz="1800" b="0" i="0" u="none" strike="noStrike" kern="1200" cap="none" spc="0" normalizeH="0" baseline="0" noProof="0">
                <a:ln>
                  <a:noFill/>
                </a:ln>
                <a:solidFill>
                  <a:srgbClr val="FF0054"/>
                </a:solidFill>
                <a:effectLst/>
                <a:uLnTx/>
                <a:uFillTx/>
                <a:latin typeface="ForFuture Sans"/>
                <a:ea typeface="+mn-ea"/>
                <a:cs typeface="+mn-cs"/>
              </a:rPr>
              <a:t>no</a:t>
            </a:r>
            <a:r>
              <a:rPr kumimoji="0" lang="es-MX" sz="1800" b="0" i="0" u="none" strike="noStrike" kern="1200" cap="none" spc="0" normalizeH="0" baseline="0" noProof="0">
                <a:ln>
                  <a:noFill/>
                </a:ln>
                <a:solidFill>
                  <a:srgbClr val="4F062A"/>
                </a:solidFill>
                <a:effectLst/>
                <a:uLnTx/>
                <a:uFillTx/>
                <a:latin typeface="ForFuture Sans"/>
                <a:ea typeface="+mn-ea"/>
                <a:cs typeface="+mn-cs"/>
              </a:rPr>
              <a:t> comprometidos</a:t>
            </a:r>
            <a:endParaRPr kumimoji="0" lang="es-CO" sz="1800" b="0" i="0" u="none" strike="noStrike" kern="1200" cap="none" spc="0" normalizeH="0" baseline="0" noProof="0">
              <a:ln>
                <a:noFill/>
              </a:ln>
              <a:solidFill>
                <a:srgbClr val="4F062A"/>
              </a:solidFill>
              <a:effectLst/>
              <a:uLnTx/>
              <a:uFillTx/>
              <a:latin typeface="ForFuture Sans"/>
              <a:ea typeface="+mn-ea"/>
              <a:cs typeface="+mn-cs"/>
            </a:endParaRPr>
          </a:p>
        </p:txBody>
      </p:sp>
      <p:sp>
        <p:nvSpPr>
          <p:cNvPr id="12" name="Octágono 11">
            <a:extLst>
              <a:ext uri="{FF2B5EF4-FFF2-40B4-BE49-F238E27FC236}">
                <a16:creationId xmlns:a16="http://schemas.microsoft.com/office/drawing/2014/main" id="{1613465B-FB5C-0F46-9702-AC1EDE9D7754}"/>
              </a:ext>
            </a:extLst>
          </p:cNvPr>
          <p:cNvSpPr/>
          <p:nvPr/>
        </p:nvSpPr>
        <p:spPr>
          <a:xfrm>
            <a:off x="5229712" y="1439307"/>
            <a:ext cx="1732577" cy="4140447"/>
          </a:xfrm>
          <a:prstGeom prst="octagon">
            <a:avLst>
              <a:gd name="adj" fmla="val 13073"/>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br>
              <a:rPr kumimoji="0" lang="es-MX" sz="1600" b="0" i="0" u="none" strike="noStrike" kern="1200" cap="none" spc="0" normalizeH="0" baseline="0" noProof="0">
                <a:ln>
                  <a:noFill/>
                </a:ln>
                <a:solidFill>
                  <a:srgbClr val="FFFFFF"/>
                </a:solidFill>
                <a:effectLst/>
                <a:uLnTx/>
                <a:uFillTx/>
                <a:latin typeface="ForFuture Sans"/>
                <a:ea typeface="+mn-ea"/>
                <a:cs typeface="+mn-cs"/>
              </a:rPr>
            </a:br>
            <a:r>
              <a:rPr kumimoji="0" lang="es-MX" sz="1600" b="0" i="0" u="none" strike="noStrike" kern="1200" cap="none" spc="0" normalizeH="0" baseline="0" noProof="0">
                <a:ln>
                  <a:noFill/>
                </a:ln>
                <a:solidFill>
                  <a:srgbClr val="FFFFFF"/>
                </a:solidFill>
                <a:effectLst/>
                <a:uLnTx/>
                <a:uFillTx/>
                <a:latin typeface="ForFuture Sans"/>
                <a:ea typeface="+mn-ea"/>
                <a:cs typeface="+mn-cs"/>
              </a:rPr>
              <a:t>Consultor de integraciones</a:t>
            </a:r>
            <a:endParaRPr kumimoji="0" lang="es-CO" sz="16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3" name="Rectángulo 12">
            <a:extLst>
              <a:ext uri="{FF2B5EF4-FFF2-40B4-BE49-F238E27FC236}">
                <a16:creationId xmlns:a16="http://schemas.microsoft.com/office/drawing/2014/main" id="{B183BCFD-841C-78B5-FD12-E84CE3F0BA6A}"/>
              </a:ext>
            </a:extLst>
          </p:cNvPr>
          <p:cNvSpPr/>
          <p:nvPr/>
        </p:nvSpPr>
        <p:spPr>
          <a:xfrm>
            <a:off x="5371033" y="2763343"/>
            <a:ext cx="1468464" cy="2031325"/>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ForFuture Sans"/>
                <a:ea typeface="+mn-ea"/>
                <a:cs typeface="+mn-cs"/>
              </a:rPr>
              <a:t>Responsable del gobierno, planificación y control del frente de migración de datos en el Project Acceleration Hub 2.0.</a:t>
            </a:r>
            <a:endParaRPr kumimoji="0" lang="es-ES" sz="14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4" name="Elipse 13">
            <a:extLst>
              <a:ext uri="{FF2B5EF4-FFF2-40B4-BE49-F238E27FC236}">
                <a16:creationId xmlns:a16="http://schemas.microsoft.com/office/drawing/2014/main" id="{DF280AF5-3504-5BC1-9AEE-5C65EF4260FF}"/>
              </a:ext>
            </a:extLst>
          </p:cNvPr>
          <p:cNvSpPr/>
          <p:nvPr/>
        </p:nvSpPr>
        <p:spPr>
          <a:xfrm flipH="1">
            <a:off x="339726" y="2338898"/>
            <a:ext cx="144000" cy="1440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Arial"/>
              <a:ea typeface="+mn-ea"/>
              <a:cs typeface="+mn-cs"/>
            </a:endParaRPr>
          </a:p>
        </p:txBody>
      </p:sp>
      <p:sp>
        <p:nvSpPr>
          <p:cNvPr id="15" name="Elipse 14">
            <a:extLst>
              <a:ext uri="{FF2B5EF4-FFF2-40B4-BE49-F238E27FC236}">
                <a16:creationId xmlns:a16="http://schemas.microsoft.com/office/drawing/2014/main" id="{13C27C19-2E7E-29F8-F657-69A858F664FC}"/>
              </a:ext>
            </a:extLst>
          </p:cNvPr>
          <p:cNvSpPr/>
          <p:nvPr/>
        </p:nvSpPr>
        <p:spPr>
          <a:xfrm flipH="1">
            <a:off x="339726" y="2943551"/>
            <a:ext cx="144000" cy="1440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Arial"/>
              <a:ea typeface="+mn-ea"/>
              <a:cs typeface="+mn-cs"/>
            </a:endParaRPr>
          </a:p>
        </p:txBody>
      </p:sp>
      <p:sp>
        <p:nvSpPr>
          <p:cNvPr id="16" name="Elipse 15">
            <a:extLst>
              <a:ext uri="{FF2B5EF4-FFF2-40B4-BE49-F238E27FC236}">
                <a16:creationId xmlns:a16="http://schemas.microsoft.com/office/drawing/2014/main" id="{3D338658-0D50-A499-51B6-AB8A03A0B139}"/>
              </a:ext>
            </a:extLst>
          </p:cNvPr>
          <p:cNvSpPr/>
          <p:nvPr/>
        </p:nvSpPr>
        <p:spPr>
          <a:xfrm flipH="1">
            <a:off x="339726" y="3636007"/>
            <a:ext cx="144000" cy="1440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Arial"/>
              <a:ea typeface="+mn-ea"/>
              <a:cs typeface="+mn-cs"/>
            </a:endParaRPr>
          </a:p>
        </p:txBody>
      </p:sp>
      <p:sp>
        <p:nvSpPr>
          <p:cNvPr id="17" name="Elipse 16">
            <a:extLst>
              <a:ext uri="{FF2B5EF4-FFF2-40B4-BE49-F238E27FC236}">
                <a16:creationId xmlns:a16="http://schemas.microsoft.com/office/drawing/2014/main" id="{3773288E-A0C9-E750-9336-73B938E76625}"/>
              </a:ext>
            </a:extLst>
          </p:cNvPr>
          <p:cNvSpPr/>
          <p:nvPr/>
        </p:nvSpPr>
        <p:spPr>
          <a:xfrm flipH="1">
            <a:off x="339726" y="4337636"/>
            <a:ext cx="144000" cy="1440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Arial"/>
              <a:ea typeface="+mn-ea"/>
              <a:cs typeface="+mn-cs"/>
            </a:endParaRPr>
          </a:p>
        </p:txBody>
      </p:sp>
      <p:sp>
        <p:nvSpPr>
          <p:cNvPr id="18" name="Elipse 17">
            <a:extLst>
              <a:ext uri="{FF2B5EF4-FFF2-40B4-BE49-F238E27FC236}">
                <a16:creationId xmlns:a16="http://schemas.microsoft.com/office/drawing/2014/main" id="{9C5C8B6E-C144-ED31-A106-79315B1A0C9F}"/>
              </a:ext>
            </a:extLst>
          </p:cNvPr>
          <p:cNvSpPr/>
          <p:nvPr/>
        </p:nvSpPr>
        <p:spPr>
          <a:xfrm flipH="1">
            <a:off x="339726" y="5003689"/>
            <a:ext cx="144000" cy="1440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Arial"/>
              <a:ea typeface="+mn-ea"/>
              <a:cs typeface="+mn-cs"/>
            </a:endParaRPr>
          </a:p>
        </p:txBody>
      </p:sp>
      <p:sp>
        <p:nvSpPr>
          <p:cNvPr id="19" name="Rectángulo 18">
            <a:extLst>
              <a:ext uri="{FF2B5EF4-FFF2-40B4-BE49-F238E27FC236}">
                <a16:creationId xmlns:a16="http://schemas.microsoft.com/office/drawing/2014/main" id="{5B8A1271-26B3-0413-54C3-A45BD8FD7469}"/>
              </a:ext>
            </a:extLst>
          </p:cNvPr>
          <p:cNvSpPr/>
          <p:nvPr/>
        </p:nvSpPr>
        <p:spPr>
          <a:xfrm>
            <a:off x="1191311" y="2798562"/>
            <a:ext cx="3816000" cy="430887"/>
          </a:xfrm>
          <a:prstGeom prst="rect">
            <a:avLst/>
          </a:prstGeom>
        </p:spPr>
        <p:txBody>
          <a:bodyPr wrap="square">
            <a:spAutoFit/>
          </a:bodyPr>
          <a:lstStyle/>
          <a:p>
            <a:pPr marL="0" marR="0" lvl="0" indent="-476239" algn="l" defTabSz="914377" rtl="0" eaLnBrk="1" fontAlgn="ctr" latinLnBrk="0" hangingPunct="1">
              <a:lnSpc>
                <a:spcPct val="100000"/>
              </a:lnSpc>
              <a:spcBef>
                <a:spcPts val="600"/>
              </a:spcBef>
              <a:spcAft>
                <a:spcPts val="300"/>
              </a:spcAft>
              <a:buClrTx/>
              <a:buSzTx/>
              <a:buFontTx/>
              <a:buNone/>
              <a:tabLst/>
              <a:defRPr/>
            </a:pPr>
            <a:r>
              <a:rPr kumimoji="0" lang="es-MX" sz="1100" i="0" u="none" strike="noStrike" kern="1200" cap="none" spc="0" normalizeH="0" baseline="0" noProof="0">
                <a:ln>
                  <a:noFill/>
                </a:ln>
                <a:solidFill>
                  <a:srgbClr val="4F062A"/>
                </a:solidFill>
                <a:effectLst/>
                <a:uLnTx/>
                <a:uFillTx/>
                <a:latin typeface="ForFuture Sans"/>
                <a:ea typeface="+mn-ea"/>
                <a:cs typeface="+mn-cs"/>
              </a:rPr>
              <a:t>Promoción de la </a:t>
            </a:r>
            <a:r>
              <a:rPr kumimoji="0" lang="es-MX" sz="1100" b="1" i="0" u="none" strike="noStrike" kern="1200" cap="none" spc="0" normalizeH="0" baseline="0" noProof="0">
                <a:ln>
                  <a:noFill/>
                </a:ln>
                <a:solidFill>
                  <a:srgbClr val="4F062A"/>
                </a:solidFill>
                <a:effectLst/>
                <a:uLnTx/>
                <a:uFillTx/>
                <a:latin typeface="ForFuture Sans"/>
                <a:ea typeface="+mn-ea"/>
                <a:cs typeface="+mn-cs"/>
              </a:rPr>
              <a:t>calidad, trazabilidad y orden </a:t>
            </a:r>
            <a:r>
              <a:rPr kumimoji="0" lang="es-MX" sz="1100" i="0" u="none" strike="noStrike" kern="1200" cap="none" spc="0" normalizeH="0" baseline="0" noProof="0">
                <a:ln>
                  <a:noFill/>
                </a:ln>
                <a:solidFill>
                  <a:srgbClr val="4F062A"/>
                </a:solidFill>
                <a:effectLst/>
                <a:uLnTx/>
                <a:uFillTx/>
                <a:latin typeface="ForFuture Sans"/>
                <a:ea typeface="+mn-ea"/>
                <a:cs typeface="+mn-cs"/>
              </a:rPr>
              <a:t>en las actividades del frente.</a:t>
            </a:r>
            <a:endParaRPr kumimoji="0" lang="es-ES" sz="1100" i="0" u="none" strike="noStrike" kern="1200" cap="none" spc="0" normalizeH="0" baseline="0" noProof="0">
              <a:ln>
                <a:noFill/>
              </a:ln>
              <a:solidFill>
                <a:srgbClr val="4F062A"/>
              </a:solidFill>
              <a:effectLst/>
              <a:uLnTx/>
              <a:uFillTx/>
              <a:latin typeface="ForFuture Sans"/>
              <a:ea typeface="+mn-ea"/>
              <a:cs typeface="+mn-cs"/>
            </a:endParaRPr>
          </a:p>
        </p:txBody>
      </p:sp>
      <p:sp>
        <p:nvSpPr>
          <p:cNvPr id="20" name="Rectángulo 19">
            <a:extLst>
              <a:ext uri="{FF2B5EF4-FFF2-40B4-BE49-F238E27FC236}">
                <a16:creationId xmlns:a16="http://schemas.microsoft.com/office/drawing/2014/main" id="{B40C74B6-F6B8-C588-6B8B-31E6645A4F6C}"/>
              </a:ext>
            </a:extLst>
          </p:cNvPr>
          <p:cNvSpPr/>
          <p:nvPr/>
        </p:nvSpPr>
        <p:spPr>
          <a:xfrm>
            <a:off x="1191311" y="3515424"/>
            <a:ext cx="3816000" cy="430887"/>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100" i="0" u="none" strike="noStrike" kern="1200" cap="none" spc="0" normalizeH="0" baseline="0" noProof="0">
                <a:ln>
                  <a:noFill/>
                </a:ln>
                <a:solidFill>
                  <a:srgbClr val="4F062A"/>
                </a:solidFill>
                <a:effectLst/>
                <a:uLnTx/>
                <a:uFillTx/>
                <a:latin typeface="ForFuture Sans"/>
                <a:ea typeface="+mn-ea"/>
                <a:cs typeface="+mn-cs"/>
              </a:rPr>
              <a:t>Coordinación con negocio e integrador para el </a:t>
            </a:r>
            <a:r>
              <a:rPr kumimoji="0" lang="es-MX" sz="1100" b="1" i="0" u="none" strike="noStrike" kern="1200" cap="none" spc="0" normalizeH="0" baseline="0" noProof="0">
                <a:ln>
                  <a:noFill/>
                </a:ln>
                <a:solidFill>
                  <a:srgbClr val="4F062A"/>
                </a:solidFill>
                <a:effectLst/>
                <a:uLnTx/>
                <a:uFillTx/>
                <a:latin typeface="ForFuture Sans"/>
                <a:ea typeface="+mn-ea"/>
                <a:cs typeface="+mn-cs"/>
              </a:rPr>
              <a:t>desarrollo del plan de migración</a:t>
            </a:r>
            <a:r>
              <a:rPr kumimoji="0" lang="es-MX" sz="1100" i="0" u="none" strike="noStrike" kern="1200" cap="none" spc="0" normalizeH="0" baseline="0" noProof="0">
                <a:ln>
                  <a:noFill/>
                </a:ln>
                <a:solidFill>
                  <a:srgbClr val="4F062A"/>
                </a:solidFill>
                <a:effectLst/>
                <a:uLnTx/>
                <a:uFillTx/>
                <a:latin typeface="ForFuture Sans"/>
                <a:ea typeface="+mn-ea"/>
                <a:cs typeface="+mn-cs"/>
              </a:rPr>
              <a:t>.</a:t>
            </a:r>
            <a:endParaRPr kumimoji="0" lang="es-ES" sz="1100" i="0" u="none" strike="noStrike" kern="1200" cap="none" spc="0" normalizeH="0" baseline="0" noProof="0">
              <a:ln>
                <a:noFill/>
              </a:ln>
              <a:solidFill>
                <a:srgbClr val="4F062A"/>
              </a:solidFill>
              <a:effectLst/>
              <a:uLnTx/>
              <a:uFillTx/>
              <a:latin typeface="ForFuture Sans"/>
              <a:ea typeface="+mn-ea"/>
              <a:cs typeface="+mn-cs"/>
            </a:endParaRPr>
          </a:p>
        </p:txBody>
      </p:sp>
      <p:sp>
        <p:nvSpPr>
          <p:cNvPr id="21" name="Rectángulo 20">
            <a:extLst>
              <a:ext uri="{FF2B5EF4-FFF2-40B4-BE49-F238E27FC236}">
                <a16:creationId xmlns:a16="http://schemas.microsoft.com/office/drawing/2014/main" id="{CB6CAA6A-DE82-3F1A-61FB-F5F332769BA8}"/>
              </a:ext>
            </a:extLst>
          </p:cNvPr>
          <p:cNvSpPr/>
          <p:nvPr/>
        </p:nvSpPr>
        <p:spPr>
          <a:xfrm>
            <a:off x="1191311" y="2266327"/>
            <a:ext cx="3816000" cy="26161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a:ln>
                  <a:noFill/>
                </a:ln>
                <a:solidFill>
                  <a:srgbClr val="4F062A"/>
                </a:solidFill>
                <a:effectLst/>
                <a:uLnTx/>
                <a:uFillTx/>
                <a:latin typeface="ForFuture Sans"/>
                <a:ea typeface="+mn-ea"/>
                <a:cs typeface="+mn-cs"/>
              </a:rPr>
              <a:t>Planificación</a:t>
            </a:r>
            <a:r>
              <a:rPr kumimoji="0" lang="es-MX" sz="1100" i="0" u="none" strike="noStrike" kern="1200" cap="none" spc="0" normalizeH="0" baseline="0" noProof="0">
                <a:ln>
                  <a:noFill/>
                </a:ln>
                <a:solidFill>
                  <a:srgbClr val="4F062A"/>
                </a:solidFill>
                <a:effectLst/>
                <a:uLnTx/>
                <a:uFillTx/>
                <a:latin typeface="ForFuture Sans"/>
                <a:ea typeface="+mn-ea"/>
                <a:cs typeface="+mn-cs"/>
              </a:rPr>
              <a:t> y </a:t>
            </a:r>
            <a:r>
              <a:rPr kumimoji="0" lang="es-MX" sz="1100" b="1" i="0" u="none" strike="noStrike" kern="1200" cap="none" spc="0" normalizeH="0" baseline="0" noProof="0">
                <a:ln>
                  <a:noFill/>
                </a:ln>
                <a:solidFill>
                  <a:srgbClr val="4F062A"/>
                </a:solidFill>
                <a:effectLst/>
                <a:uLnTx/>
                <a:uFillTx/>
                <a:latin typeface="ForFuture Sans"/>
                <a:ea typeface="+mn-ea"/>
                <a:cs typeface="+mn-cs"/>
              </a:rPr>
              <a:t>gobierno del proceso </a:t>
            </a:r>
            <a:r>
              <a:rPr kumimoji="0" lang="es-MX" sz="1100" i="0" u="none" strike="noStrike" kern="1200" cap="none" spc="0" normalizeH="0" baseline="0" noProof="0">
                <a:ln>
                  <a:noFill/>
                </a:ln>
                <a:solidFill>
                  <a:srgbClr val="4F062A"/>
                </a:solidFill>
                <a:effectLst/>
                <a:uLnTx/>
                <a:uFillTx/>
                <a:latin typeface="ForFuture Sans"/>
                <a:ea typeface="+mn-ea"/>
                <a:cs typeface="+mn-cs"/>
              </a:rPr>
              <a:t>de migración.</a:t>
            </a:r>
            <a:endParaRPr kumimoji="0" lang="es-ES" sz="1100" i="0" u="none" strike="noStrike" kern="1200" cap="none" spc="0" normalizeH="0" baseline="0" noProof="0">
              <a:ln>
                <a:noFill/>
              </a:ln>
              <a:solidFill>
                <a:srgbClr val="4F062A"/>
              </a:solidFill>
              <a:effectLst/>
              <a:uLnTx/>
              <a:uFillTx/>
              <a:latin typeface="ForFuture Sans"/>
              <a:ea typeface="+mn-ea"/>
              <a:cs typeface="+mn-cs"/>
            </a:endParaRPr>
          </a:p>
        </p:txBody>
      </p:sp>
      <p:cxnSp>
        <p:nvCxnSpPr>
          <p:cNvPr id="28" name="Conector recto 27">
            <a:extLst>
              <a:ext uri="{FF2B5EF4-FFF2-40B4-BE49-F238E27FC236}">
                <a16:creationId xmlns:a16="http://schemas.microsoft.com/office/drawing/2014/main" id="{2563EF50-FAA5-71B2-6857-283B9A3D8A52}"/>
              </a:ext>
            </a:extLst>
          </p:cNvPr>
          <p:cNvCxnSpPr>
            <a:cxnSpLocks/>
          </p:cNvCxnSpPr>
          <p:nvPr/>
        </p:nvCxnSpPr>
        <p:spPr>
          <a:xfrm flipH="1">
            <a:off x="410082" y="5584823"/>
            <a:ext cx="4604639" cy="0"/>
          </a:xfrm>
          <a:prstGeom prst="line">
            <a:avLst/>
          </a:prstGeom>
          <a:ln w="1905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29" name="Conector recto 28">
            <a:extLst>
              <a:ext uri="{FF2B5EF4-FFF2-40B4-BE49-F238E27FC236}">
                <a16:creationId xmlns:a16="http://schemas.microsoft.com/office/drawing/2014/main" id="{66B275C0-9B5E-7E9B-0170-0E6637173C16}"/>
              </a:ext>
            </a:extLst>
          </p:cNvPr>
          <p:cNvCxnSpPr>
            <a:cxnSpLocks/>
          </p:cNvCxnSpPr>
          <p:nvPr/>
        </p:nvCxnSpPr>
        <p:spPr>
          <a:xfrm>
            <a:off x="5010024" y="1635852"/>
            <a:ext cx="0" cy="3943902"/>
          </a:xfrm>
          <a:prstGeom prst="line">
            <a:avLst/>
          </a:prstGeom>
          <a:ln w="1905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65ACA5BB-3302-9FDB-504E-100384684821}"/>
              </a:ext>
            </a:extLst>
          </p:cNvPr>
          <p:cNvCxnSpPr>
            <a:cxnSpLocks/>
          </p:cNvCxnSpPr>
          <p:nvPr/>
        </p:nvCxnSpPr>
        <p:spPr>
          <a:xfrm flipH="1">
            <a:off x="5410200" y="1231292"/>
            <a:ext cx="685800" cy="0"/>
          </a:xfrm>
          <a:prstGeom prst="line">
            <a:avLst/>
          </a:prstGeom>
          <a:ln w="1905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31" name="Conector recto 30">
            <a:extLst>
              <a:ext uri="{FF2B5EF4-FFF2-40B4-BE49-F238E27FC236}">
                <a16:creationId xmlns:a16="http://schemas.microsoft.com/office/drawing/2014/main" id="{6993891F-9DD1-0141-CE1C-3C78FF3E335E}"/>
              </a:ext>
            </a:extLst>
          </p:cNvPr>
          <p:cNvCxnSpPr>
            <a:cxnSpLocks/>
          </p:cNvCxnSpPr>
          <p:nvPr/>
        </p:nvCxnSpPr>
        <p:spPr>
          <a:xfrm>
            <a:off x="7177279" y="5584823"/>
            <a:ext cx="4604639" cy="0"/>
          </a:xfrm>
          <a:prstGeom prst="line">
            <a:avLst/>
          </a:prstGeom>
          <a:ln w="1905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32" name="Conector recto 31">
            <a:extLst>
              <a:ext uri="{FF2B5EF4-FFF2-40B4-BE49-F238E27FC236}">
                <a16:creationId xmlns:a16="http://schemas.microsoft.com/office/drawing/2014/main" id="{335786DF-0E1E-8720-3404-87AE730F6718}"/>
              </a:ext>
            </a:extLst>
          </p:cNvPr>
          <p:cNvCxnSpPr>
            <a:cxnSpLocks/>
          </p:cNvCxnSpPr>
          <p:nvPr/>
        </p:nvCxnSpPr>
        <p:spPr>
          <a:xfrm flipH="1">
            <a:off x="7181976" y="1635852"/>
            <a:ext cx="0" cy="3943902"/>
          </a:xfrm>
          <a:prstGeom prst="line">
            <a:avLst/>
          </a:prstGeom>
          <a:ln w="1905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33" name="Conector recto 32">
            <a:extLst>
              <a:ext uri="{FF2B5EF4-FFF2-40B4-BE49-F238E27FC236}">
                <a16:creationId xmlns:a16="http://schemas.microsoft.com/office/drawing/2014/main" id="{A3BD8741-8205-4086-370C-F57D0357B6EF}"/>
              </a:ext>
            </a:extLst>
          </p:cNvPr>
          <p:cNvCxnSpPr>
            <a:cxnSpLocks/>
          </p:cNvCxnSpPr>
          <p:nvPr/>
        </p:nvCxnSpPr>
        <p:spPr>
          <a:xfrm>
            <a:off x="6096000" y="1231292"/>
            <a:ext cx="685800" cy="0"/>
          </a:xfrm>
          <a:prstGeom prst="line">
            <a:avLst/>
          </a:prstGeom>
          <a:ln w="19050">
            <a:solidFill>
              <a:schemeClr val="accent1"/>
            </a:solidFill>
          </a:ln>
        </p:spPr>
        <p:style>
          <a:lnRef idx="2">
            <a:schemeClr val="accent1"/>
          </a:lnRef>
          <a:fillRef idx="0">
            <a:schemeClr val="accent1"/>
          </a:fillRef>
          <a:effectRef idx="1">
            <a:schemeClr val="accent1"/>
          </a:effectRef>
          <a:fontRef idx="minor">
            <a:schemeClr val="tx1"/>
          </a:fontRef>
        </p:style>
      </p:cxnSp>
      <p:sp>
        <p:nvSpPr>
          <p:cNvPr id="34" name="Elipse 33">
            <a:extLst>
              <a:ext uri="{FF2B5EF4-FFF2-40B4-BE49-F238E27FC236}">
                <a16:creationId xmlns:a16="http://schemas.microsoft.com/office/drawing/2014/main" id="{1CA85BEF-867E-4FE3-7403-E2CD1D4ED7B7}"/>
              </a:ext>
            </a:extLst>
          </p:cNvPr>
          <p:cNvSpPr/>
          <p:nvPr/>
        </p:nvSpPr>
        <p:spPr>
          <a:xfrm>
            <a:off x="7103610" y="2390230"/>
            <a:ext cx="144000" cy="1440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Arial"/>
              <a:ea typeface="+mn-ea"/>
              <a:cs typeface="+mn-cs"/>
            </a:endParaRPr>
          </a:p>
        </p:txBody>
      </p:sp>
      <p:sp>
        <p:nvSpPr>
          <p:cNvPr id="35" name="Elipse 34">
            <a:extLst>
              <a:ext uri="{FF2B5EF4-FFF2-40B4-BE49-F238E27FC236}">
                <a16:creationId xmlns:a16="http://schemas.microsoft.com/office/drawing/2014/main" id="{28468E76-9C2D-78DD-2960-D81CFE867841}"/>
              </a:ext>
            </a:extLst>
          </p:cNvPr>
          <p:cNvSpPr/>
          <p:nvPr/>
        </p:nvSpPr>
        <p:spPr>
          <a:xfrm>
            <a:off x="7103610" y="3030093"/>
            <a:ext cx="144000" cy="1440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Arial"/>
              <a:ea typeface="+mn-ea"/>
              <a:cs typeface="+mn-cs"/>
            </a:endParaRPr>
          </a:p>
        </p:txBody>
      </p:sp>
      <p:sp>
        <p:nvSpPr>
          <p:cNvPr id="36" name="Elipse 35">
            <a:extLst>
              <a:ext uri="{FF2B5EF4-FFF2-40B4-BE49-F238E27FC236}">
                <a16:creationId xmlns:a16="http://schemas.microsoft.com/office/drawing/2014/main" id="{F26C92D3-BD56-2152-C80C-B62763C77CAB}"/>
              </a:ext>
            </a:extLst>
          </p:cNvPr>
          <p:cNvSpPr/>
          <p:nvPr/>
        </p:nvSpPr>
        <p:spPr>
          <a:xfrm>
            <a:off x="7103610" y="3741076"/>
            <a:ext cx="144000" cy="1440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Arial"/>
              <a:ea typeface="+mn-ea"/>
              <a:cs typeface="+mn-cs"/>
            </a:endParaRPr>
          </a:p>
        </p:txBody>
      </p:sp>
      <p:sp>
        <p:nvSpPr>
          <p:cNvPr id="37" name="Elipse 36">
            <a:extLst>
              <a:ext uri="{FF2B5EF4-FFF2-40B4-BE49-F238E27FC236}">
                <a16:creationId xmlns:a16="http://schemas.microsoft.com/office/drawing/2014/main" id="{758B6224-FD1B-7EEE-03F0-B808B58B6653}"/>
              </a:ext>
            </a:extLst>
          </p:cNvPr>
          <p:cNvSpPr/>
          <p:nvPr/>
        </p:nvSpPr>
        <p:spPr>
          <a:xfrm>
            <a:off x="7103610" y="4401260"/>
            <a:ext cx="144000" cy="1440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Arial"/>
              <a:ea typeface="+mn-ea"/>
              <a:cs typeface="+mn-cs"/>
            </a:endParaRPr>
          </a:p>
        </p:txBody>
      </p:sp>
      <p:cxnSp>
        <p:nvCxnSpPr>
          <p:cNvPr id="38" name="Conector recto 37">
            <a:extLst>
              <a:ext uri="{FF2B5EF4-FFF2-40B4-BE49-F238E27FC236}">
                <a16:creationId xmlns:a16="http://schemas.microsoft.com/office/drawing/2014/main" id="{0BCB1BB3-65B6-7AE2-0F7E-AB331203429E}"/>
              </a:ext>
            </a:extLst>
          </p:cNvPr>
          <p:cNvCxnSpPr>
            <a:cxnSpLocks/>
          </p:cNvCxnSpPr>
          <p:nvPr/>
        </p:nvCxnSpPr>
        <p:spPr>
          <a:xfrm flipH="1" flipV="1">
            <a:off x="6781800" y="1230498"/>
            <a:ext cx="395479" cy="405354"/>
          </a:xfrm>
          <a:prstGeom prst="line">
            <a:avLst/>
          </a:prstGeom>
          <a:ln w="1905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39" name="Conector recto 38">
            <a:extLst>
              <a:ext uri="{FF2B5EF4-FFF2-40B4-BE49-F238E27FC236}">
                <a16:creationId xmlns:a16="http://schemas.microsoft.com/office/drawing/2014/main" id="{45978C85-933F-0484-E9F5-4E951A64549C}"/>
              </a:ext>
            </a:extLst>
          </p:cNvPr>
          <p:cNvCxnSpPr>
            <a:cxnSpLocks/>
          </p:cNvCxnSpPr>
          <p:nvPr/>
        </p:nvCxnSpPr>
        <p:spPr>
          <a:xfrm flipV="1">
            <a:off x="5005327" y="1225429"/>
            <a:ext cx="404873" cy="410423"/>
          </a:xfrm>
          <a:prstGeom prst="line">
            <a:avLst/>
          </a:prstGeom>
          <a:ln w="19050">
            <a:solidFill>
              <a:schemeClr val="accent1"/>
            </a:solidFill>
            <a:headEnd type="none"/>
          </a:ln>
        </p:spPr>
        <p:style>
          <a:lnRef idx="2">
            <a:schemeClr val="accent1"/>
          </a:lnRef>
          <a:fillRef idx="0">
            <a:schemeClr val="accent1"/>
          </a:fillRef>
          <a:effectRef idx="1">
            <a:schemeClr val="accent1"/>
          </a:effectRef>
          <a:fontRef idx="minor">
            <a:schemeClr val="tx1"/>
          </a:fontRef>
        </p:style>
      </p:cxnSp>
      <p:pic>
        <p:nvPicPr>
          <p:cNvPr id="40" name="Gráfico 39">
            <a:extLst>
              <a:ext uri="{FF2B5EF4-FFF2-40B4-BE49-F238E27FC236}">
                <a16:creationId xmlns:a16="http://schemas.microsoft.com/office/drawing/2014/main" id="{61657BC2-6B69-2758-9EA4-19FD458F5A2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3280" y="2020227"/>
            <a:ext cx="585514" cy="780685"/>
          </a:xfrm>
          <a:prstGeom prst="rect">
            <a:avLst/>
          </a:prstGeom>
        </p:spPr>
      </p:pic>
      <p:pic>
        <p:nvPicPr>
          <p:cNvPr id="41" name="Gráfico 40">
            <a:extLst>
              <a:ext uri="{FF2B5EF4-FFF2-40B4-BE49-F238E27FC236}">
                <a16:creationId xmlns:a16="http://schemas.microsoft.com/office/drawing/2014/main" id="{CEAF6CE3-F576-DEC3-1CE4-6799328F953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93280" y="3364082"/>
            <a:ext cx="585514" cy="780685"/>
          </a:xfrm>
          <a:prstGeom prst="rect">
            <a:avLst/>
          </a:prstGeom>
        </p:spPr>
      </p:pic>
      <p:pic>
        <p:nvPicPr>
          <p:cNvPr id="42" name="Gráfico 41">
            <a:extLst>
              <a:ext uri="{FF2B5EF4-FFF2-40B4-BE49-F238E27FC236}">
                <a16:creationId xmlns:a16="http://schemas.microsoft.com/office/drawing/2014/main" id="{ADA362B5-6045-71C5-9FA0-CFE3F8BDF20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87358" y="2718582"/>
            <a:ext cx="585514" cy="780685"/>
          </a:xfrm>
          <a:prstGeom prst="rect">
            <a:avLst/>
          </a:prstGeom>
        </p:spPr>
      </p:pic>
      <p:pic>
        <p:nvPicPr>
          <p:cNvPr id="43" name="Gráfico 42">
            <a:extLst>
              <a:ext uri="{FF2B5EF4-FFF2-40B4-BE49-F238E27FC236}">
                <a16:creationId xmlns:a16="http://schemas.microsoft.com/office/drawing/2014/main" id="{B260D19A-CF6A-6071-78B9-AA3491F67F2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93280" y="4701685"/>
            <a:ext cx="585514" cy="780685"/>
          </a:xfrm>
          <a:prstGeom prst="rect">
            <a:avLst/>
          </a:prstGeom>
        </p:spPr>
      </p:pic>
      <p:pic>
        <p:nvPicPr>
          <p:cNvPr id="44" name="Gráfico 43">
            <a:extLst>
              <a:ext uri="{FF2B5EF4-FFF2-40B4-BE49-F238E27FC236}">
                <a16:creationId xmlns:a16="http://schemas.microsoft.com/office/drawing/2014/main" id="{A5E02E6D-F05E-52B8-155A-66E70E686F1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87358" y="4083997"/>
            <a:ext cx="585514" cy="780685"/>
          </a:xfrm>
          <a:prstGeom prst="rect">
            <a:avLst/>
          </a:prstGeom>
        </p:spPr>
      </p:pic>
      <p:pic>
        <p:nvPicPr>
          <p:cNvPr id="45" name="Gráfico 44">
            <a:extLst>
              <a:ext uri="{FF2B5EF4-FFF2-40B4-BE49-F238E27FC236}">
                <a16:creationId xmlns:a16="http://schemas.microsoft.com/office/drawing/2014/main" id="{B13B793A-9022-7C22-1CB4-409C44B3B69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387358" y="2071375"/>
            <a:ext cx="585514" cy="780685"/>
          </a:xfrm>
          <a:prstGeom prst="rect">
            <a:avLst/>
          </a:prstGeom>
        </p:spPr>
      </p:pic>
      <p:pic>
        <p:nvPicPr>
          <p:cNvPr id="47" name="Gráfico 46">
            <a:extLst>
              <a:ext uri="{FF2B5EF4-FFF2-40B4-BE49-F238E27FC236}">
                <a16:creationId xmlns:a16="http://schemas.microsoft.com/office/drawing/2014/main" id="{CB54D5BA-72EE-8FF4-323A-CE68726E5FC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387358" y="4755502"/>
            <a:ext cx="585514" cy="780685"/>
          </a:xfrm>
          <a:prstGeom prst="rect">
            <a:avLst/>
          </a:prstGeom>
        </p:spPr>
      </p:pic>
      <p:pic>
        <p:nvPicPr>
          <p:cNvPr id="48" name="Gráfico 47">
            <a:extLst>
              <a:ext uri="{FF2B5EF4-FFF2-40B4-BE49-F238E27FC236}">
                <a16:creationId xmlns:a16="http://schemas.microsoft.com/office/drawing/2014/main" id="{ACCD049D-B7F4-040B-EAB1-FB187D432F72}"/>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t="15298" b="14175"/>
          <a:stretch/>
        </p:blipFill>
        <p:spPr>
          <a:xfrm>
            <a:off x="7387358" y="3429395"/>
            <a:ext cx="585515" cy="688242"/>
          </a:xfrm>
          <a:prstGeom prst="rect">
            <a:avLst/>
          </a:prstGeom>
        </p:spPr>
      </p:pic>
      <p:sp>
        <p:nvSpPr>
          <p:cNvPr id="51" name="Rectángulo 50">
            <a:extLst>
              <a:ext uri="{FF2B5EF4-FFF2-40B4-BE49-F238E27FC236}">
                <a16:creationId xmlns:a16="http://schemas.microsoft.com/office/drawing/2014/main" id="{61443390-BD71-7856-6043-E3C1B6F9CE90}"/>
              </a:ext>
            </a:extLst>
          </p:cNvPr>
          <p:cNvSpPr/>
          <p:nvPr/>
        </p:nvSpPr>
        <p:spPr>
          <a:xfrm>
            <a:off x="7950739" y="3618267"/>
            <a:ext cx="3816000" cy="430887"/>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a:ln>
                  <a:noFill/>
                </a:ln>
                <a:solidFill>
                  <a:srgbClr val="4F062A"/>
                </a:solidFill>
                <a:effectLst/>
                <a:uLnTx/>
                <a:uFillTx/>
                <a:latin typeface="ForFuture Sans"/>
                <a:ea typeface="+mn-ea"/>
                <a:cs typeface="+mn-cs"/>
              </a:rPr>
              <a:t>Corrección de datos </a:t>
            </a:r>
            <a:r>
              <a:rPr kumimoji="0" lang="es-MX" sz="1100" i="0" u="none" strike="noStrike" kern="1200" cap="none" spc="0" normalizeH="0" baseline="0" noProof="0">
                <a:ln>
                  <a:noFill/>
                </a:ln>
                <a:solidFill>
                  <a:srgbClr val="4F062A"/>
                </a:solidFill>
                <a:effectLst/>
                <a:uLnTx/>
                <a:uFillTx/>
                <a:latin typeface="ForFuture Sans"/>
                <a:ea typeface="+mn-ea"/>
                <a:cs typeface="+mn-cs"/>
              </a:rPr>
              <a:t>y ejecución operativa de cargas en cualquier ambiente.</a:t>
            </a:r>
            <a:endParaRPr kumimoji="0" lang="es-ES" sz="1100" i="0" u="none" strike="noStrike" kern="1200" cap="none" spc="0" normalizeH="0" baseline="0" noProof="0">
              <a:ln>
                <a:noFill/>
              </a:ln>
              <a:solidFill>
                <a:srgbClr val="4F062A"/>
              </a:solidFill>
              <a:effectLst/>
              <a:uLnTx/>
              <a:uFillTx/>
              <a:latin typeface="ForFuture Sans"/>
              <a:ea typeface="+mn-ea"/>
              <a:cs typeface="+mn-cs"/>
            </a:endParaRPr>
          </a:p>
        </p:txBody>
      </p:sp>
      <p:sp>
        <p:nvSpPr>
          <p:cNvPr id="52" name="Rectángulo 51">
            <a:extLst>
              <a:ext uri="{FF2B5EF4-FFF2-40B4-BE49-F238E27FC236}">
                <a16:creationId xmlns:a16="http://schemas.microsoft.com/office/drawing/2014/main" id="{09FAC1FB-2874-2FB2-5BB5-7687D9AE21A9}"/>
              </a:ext>
            </a:extLst>
          </p:cNvPr>
          <p:cNvSpPr/>
          <p:nvPr/>
        </p:nvSpPr>
        <p:spPr>
          <a:xfrm>
            <a:off x="7950739" y="2266327"/>
            <a:ext cx="3816000" cy="430887"/>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100" i="0" u="none" strike="noStrike" kern="1200" cap="none" spc="0" normalizeH="0" baseline="0" noProof="0">
                <a:ln>
                  <a:noFill/>
                </a:ln>
                <a:solidFill>
                  <a:srgbClr val="4F062A"/>
                </a:solidFill>
                <a:effectLst/>
                <a:uLnTx/>
                <a:uFillTx/>
                <a:latin typeface="ForFuture Sans"/>
                <a:ea typeface="+mn-ea"/>
                <a:cs typeface="+mn-cs"/>
              </a:rPr>
              <a:t>Actividades técnicas de </a:t>
            </a:r>
            <a:r>
              <a:rPr kumimoji="0" lang="es-MX" sz="1100" b="1" i="0" u="none" strike="noStrike" kern="1200" cap="none" spc="0" normalizeH="0" baseline="0" noProof="0">
                <a:ln>
                  <a:noFill/>
                </a:ln>
                <a:solidFill>
                  <a:srgbClr val="4F062A"/>
                </a:solidFill>
                <a:effectLst/>
                <a:uLnTx/>
                <a:uFillTx/>
                <a:latin typeface="ForFuture Sans"/>
                <a:ea typeface="+mn-ea"/>
                <a:cs typeface="+mn-cs"/>
              </a:rPr>
              <a:t>desarrollo y construcción </a:t>
            </a:r>
            <a:r>
              <a:rPr kumimoji="0" lang="es-MX" sz="1100" i="0" u="none" strike="noStrike" kern="1200" cap="none" spc="0" normalizeH="0" baseline="0" noProof="0">
                <a:ln>
                  <a:noFill/>
                </a:ln>
                <a:solidFill>
                  <a:srgbClr val="4F062A"/>
                </a:solidFill>
                <a:effectLst/>
                <a:uLnTx/>
                <a:uFillTx/>
                <a:latin typeface="ForFuture Sans"/>
                <a:ea typeface="+mn-ea"/>
                <a:cs typeface="+mn-cs"/>
              </a:rPr>
              <a:t>(programas de extracción, transformación y carga).</a:t>
            </a:r>
            <a:endParaRPr kumimoji="0" lang="es-ES" sz="1100" i="0" u="none" strike="noStrike" kern="1200" cap="none" spc="0" normalizeH="0" baseline="0" noProof="0">
              <a:ln>
                <a:noFill/>
              </a:ln>
              <a:solidFill>
                <a:srgbClr val="4F062A"/>
              </a:solidFill>
              <a:effectLst/>
              <a:uLnTx/>
              <a:uFillTx/>
              <a:latin typeface="ForFuture Sans"/>
              <a:ea typeface="+mn-ea"/>
              <a:cs typeface="+mn-cs"/>
            </a:endParaRPr>
          </a:p>
        </p:txBody>
      </p:sp>
      <p:pic>
        <p:nvPicPr>
          <p:cNvPr id="55" name="Gráfico 54">
            <a:extLst>
              <a:ext uri="{FF2B5EF4-FFF2-40B4-BE49-F238E27FC236}">
                <a16:creationId xmlns:a16="http://schemas.microsoft.com/office/drawing/2014/main" id="{A15CC121-10EC-5EEC-9242-E4BDC2F5490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93280" y="2619217"/>
            <a:ext cx="585514" cy="780685"/>
          </a:xfrm>
          <a:prstGeom prst="rect">
            <a:avLst/>
          </a:prstGeom>
        </p:spPr>
      </p:pic>
      <p:pic>
        <p:nvPicPr>
          <p:cNvPr id="56" name="Gráfico 55">
            <a:extLst>
              <a:ext uri="{FF2B5EF4-FFF2-40B4-BE49-F238E27FC236}">
                <a16:creationId xmlns:a16="http://schemas.microsoft.com/office/drawing/2014/main" id="{C859DEF6-A2F5-C003-C0C0-417C0E69DB4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93280" y="4000461"/>
            <a:ext cx="585514" cy="780685"/>
          </a:xfrm>
          <a:prstGeom prst="rect">
            <a:avLst/>
          </a:prstGeom>
        </p:spPr>
      </p:pic>
      <p:sp>
        <p:nvSpPr>
          <p:cNvPr id="57" name="Rectángulo 56">
            <a:extLst>
              <a:ext uri="{FF2B5EF4-FFF2-40B4-BE49-F238E27FC236}">
                <a16:creationId xmlns:a16="http://schemas.microsoft.com/office/drawing/2014/main" id="{ACE2DCD2-7C64-0152-E0FA-1F56DA7DF544}"/>
              </a:ext>
            </a:extLst>
          </p:cNvPr>
          <p:cNvSpPr/>
          <p:nvPr/>
        </p:nvSpPr>
        <p:spPr>
          <a:xfrm>
            <a:off x="7950739" y="2942297"/>
            <a:ext cx="3816000" cy="430887"/>
          </a:xfrm>
          <a:prstGeom prst="rect">
            <a:avLst/>
          </a:prstGeom>
        </p:spPr>
        <p:txBody>
          <a:bodyPr wrap="square">
            <a:spAutoFit/>
          </a:bodyPr>
          <a:lstStyle/>
          <a:p>
            <a:pPr marL="0" marR="0" lvl="0" indent="-476239" algn="l" defTabSz="914377" rtl="0" eaLnBrk="1" fontAlgn="ctr" latinLnBrk="0" hangingPunct="1">
              <a:lnSpc>
                <a:spcPct val="100000"/>
              </a:lnSpc>
              <a:spcBef>
                <a:spcPts val="600"/>
              </a:spcBef>
              <a:spcAft>
                <a:spcPts val="300"/>
              </a:spcAft>
              <a:buClrTx/>
              <a:buSzTx/>
              <a:buFontTx/>
              <a:buNone/>
              <a:tabLst/>
              <a:defRPr/>
            </a:pPr>
            <a:r>
              <a:rPr kumimoji="0" lang="es-MX" sz="1100" i="0" u="none" strike="noStrike" kern="1200" cap="none" spc="0" normalizeH="0" baseline="0" noProof="0">
                <a:ln>
                  <a:noFill/>
                </a:ln>
                <a:solidFill>
                  <a:srgbClr val="4F062A"/>
                </a:solidFill>
                <a:effectLst/>
                <a:uLnTx/>
                <a:uFillTx/>
                <a:latin typeface="ForFuture Sans"/>
                <a:ea typeface="+mn-ea"/>
                <a:cs typeface="+mn-cs"/>
              </a:rPr>
              <a:t>Diseño y ajustes técnicos de </a:t>
            </a:r>
            <a:r>
              <a:rPr kumimoji="0" lang="es-MX" sz="1100" b="1" i="0" u="none" strike="noStrike" kern="1200" cap="none" spc="0" normalizeH="0" baseline="0" noProof="0">
                <a:ln>
                  <a:noFill/>
                </a:ln>
                <a:solidFill>
                  <a:srgbClr val="4F062A"/>
                </a:solidFill>
                <a:effectLst/>
                <a:uLnTx/>
                <a:uFillTx/>
                <a:latin typeface="ForFuture Sans"/>
                <a:ea typeface="+mn-ea"/>
                <a:cs typeface="+mn-cs"/>
              </a:rPr>
              <a:t>plantillas y reglas de transformación</a:t>
            </a:r>
            <a:r>
              <a:rPr kumimoji="0" lang="es-MX" sz="1100" i="0" u="none" strike="noStrike" kern="1200" cap="none" spc="0" normalizeH="0" baseline="0" noProof="0">
                <a:ln>
                  <a:noFill/>
                </a:ln>
                <a:solidFill>
                  <a:srgbClr val="4F062A"/>
                </a:solidFill>
                <a:effectLst/>
                <a:uLnTx/>
                <a:uFillTx/>
                <a:latin typeface="ForFuture Sans"/>
                <a:ea typeface="+mn-ea"/>
                <a:cs typeface="+mn-cs"/>
              </a:rPr>
              <a:t>.</a:t>
            </a:r>
            <a:endParaRPr kumimoji="0" lang="es-ES" sz="1100" i="0" u="none" strike="noStrike" kern="1200" cap="none" spc="0" normalizeH="0" baseline="0" noProof="0">
              <a:ln>
                <a:noFill/>
              </a:ln>
              <a:solidFill>
                <a:srgbClr val="4F062A"/>
              </a:solidFill>
              <a:effectLst/>
              <a:uLnTx/>
              <a:uFillTx/>
              <a:latin typeface="ForFuture Sans"/>
              <a:ea typeface="+mn-ea"/>
              <a:cs typeface="+mn-cs"/>
            </a:endParaRPr>
          </a:p>
        </p:txBody>
      </p:sp>
      <p:sp>
        <p:nvSpPr>
          <p:cNvPr id="58" name="Rectángulo 57">
            <a:extLst>
              <a:ext uri="{FF2B5EF4-FFF2-40B4-BE49-F238E27FC236}">
                <a16:creationId xmlns:a16="http://schemas.microsoft.com/office/drawing/2014/main" id="{89F43C30-7CF2-E561-71DE-55E00BB9FE60}"/>
              </a:ext>
            </a:extLst>
          </p:cNvPr>
          <p:cNvSpPr/>
          <p:nvPr/>
        </p:nvSpPr>
        <p:spPr>
          <a:xfrm>
            <a:off x="1191311" y="4207345"/>
            <a:ext cx="3816000" cy="430887"/>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100" i="0" u="none" strike="noStrike" kern="1200" cap="none" spc="0" normalizeH="0" baseline="0" noProof="0">
                <a:ln>
                  <a:noFill/>
                </a:ln>
                <a:solidFill>
                  <a:srgbClr val="4F062A"/>
                </a:solidFill>
                <a:effectLst/>
                <a:uLnTx/>
                <a:uFillTx/>
                <a:latin typeface="ForFuture Sans"/>
                <a:ea typeface="+mn-ea"/>
                <a:cs typeface="+mn-cs"/>
              </a:rPr>
              <a:t>Monitoreo de</a:t>
            </a:r>
            <a:r>
              <a:rPr kumimoji="0" lang="es-MX" sz="1100" b="1" i="0" u="none" strike="noStrike" kern="1200" cap="none" spc="0" normalizeH="0" baseline="0" noProof="0">
                <a:ln>
                  <a:noFill/>
                </a:ln>
                <a:solidFill>
                  <a:srgbClr val="4F062A"/>
                </a:solidFill>
                <a:effectLst/>
                <a:uLnTx/>
                <a:uFillTx/>
                <a:latin typeface="ForFuture Sans"/>
                <a:ea typeface="+mn-ea"/>
                <a:cs typeface="+mn-cs"/>
              </a:rPr>
              <a:t> riesgos</a:t>
            </a:r>
            <a:r>
              <a:rPr kumimoji="0" lang="es-MX" sz="1100" i="0" u="none" strike="noStrike" kern="1200" cap="none" spc="0" normalizeH="0" baseline="0" noProof="0">
                <a:ln>
                  <a:noFill/>
                </a:ln>
                <a:solidFill>
                  <a:srgbClr val="4F062A"/>
                </a:solidFill>
                <a:effectLst/>
                <a:uLnTx/>
                <a:uFillTx/>
                <a:latin typeface="ForFuture Sans"/>
                <a:ea typeface="+mn-ea"/>
                <a:cs typeface="+mn-cs"/>
              </a:rPr>
              <a:t>, seguimiento del </a:t>
            </a:r>
            <a:r>
              <a:rPr kumimoji="0" lang="es-MX" sz="1100" b="1" i="0" u="none" strike="noStrike" kern="1200" cap="none" spc="0" normalizeH="0" baseline="0" noProof="0">
                <a:ln>
                  <a:noFill/>
                </a:ln>
                <a:solidFill>
                  <a:srgbClr val="4F062A"/>
                </a:solidFill>
                <a:effectLst/>
                <a:uLnTx/>
                <a:uFillTx/>
                <a:latin typeface="ForFuture Sans"/>
                <a:ea typeface="+mn-ea"/>
                <a:cs typeface="+mn-cs"/>
              </a:rPr>
              <a:t>avance</a:t>
            </a:r>
            <a:r>
              <a:rPr kumimoji="0" lang="es-MX" sz="1100" i="0" u="none" strike="noStrike" kern="1200" cap="none" spc="0" normalizeH="0" baseline="0" noProof="0">
                <a:ln>
                  <a:noFill/>
                </a:ln>
                <a:solidFill>
                  <a:srgbClr val="4F062A"/>
                </a:solidFill>
                <a:effectLst/>
                <a:uLnTx/>
                <a:uFillTx/>
                <a:latin typeface="ForFuture Sans"/>
                <a:ea typeface="+mn-ea"/>
                <a:cs typeface="+mn-cs"/>
              </a:rPr>
              <a:t> y elaboración de </a:t>
            </a:r>
            <a:r>
              <a:rPr kumimoji="0" lang="es-MX" sz="1100" b="1" i="0" u="none" strike="noStrike" kern="1200" cap="none" spc="0" normalizeH="0" baseline="0" noProof="0">
                <a:ln>
                  <a:noFill/>
                </a:ln>
                <a:solidFill>
                  <a:srgbClr val="4F062A"/>
                </a:solidFill>
                <a:effectLst/>
                <a:uLnTx/>
                <a:uFillTx/>
                <a:latin typeface="ForFuture Sans"/>
                <a:ea typeface="+mn-ea"/>
                <a:cs typeface="+mn-cs"/>
              </a:rPr>
              <a:t>reportes ejecutivos</a:t>
            </a:r>
            <a:r>
              <a:rPr kumimoji="0" lang="es-MX" sz="1100" i="0" u="none" strike="noStrike" kern="1200" cap="none" spc="0" normalizeH="0" baseline="0" noProof="0">
                <a:ln>
                  <a:noFill/>
                </a:ln>
                <a:solidFill>
                  <a:srgbClr val="4F062A"/>
                </a:solidFill>
                <a:effectLst/>
                <a:uLnTx/>
                <a:uFillTx/>
                <a:latin typeface="ForFuture Sans"/>
                <a:ea typeface="+mn-ea"/>
                <a:cs typeface="+mn-cs"/>
              </a:rPr>
              <a:t>.</a:t>
            </a:r>
          </a:p>
        </p:txBody>
      </p:sp>
      <p:sp>
        <p:nvSpPr>
          <p:cNvPr id="59" name="Rectángulo 58">
            <a:extLst>
              <a:ext uri="{FF2B5EF4-FFF2-40B4-BE49-F238E27FC236}">
                <a16:creationId xmlns:a16="http://schemas.microsoft.com/office/drawing/2014/main" id="{44A68CF8-E4BF-374C-95C4-4B27BA096563}"/>
              </a:ext>
            </a:extLst>
          </p:cNvPr>
          <p:cNvSpPr/>
          <p:nvPr/>
        </p:nvSpPr>
        <p:spPr>
          <a:xfrm>
            <a:off x="1191311" y="4866618"/>
            <a:ext cx="3816000" cy="430887"/>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a:ln>
                  <a:noFill/>
                </a:ln>
                <a:solidFill>
                  <a:srgbClr val="4F062A"/>
                </a:solidFill>
                <a:effectLst/>
                <a:uLnTx/>
                <a:uFillTx/>
                <a:latin typeface="ForFuture Sans"/>
                <a:ea typeface="+mn-ea"/>
                <a:cs typeface="+mn-cs"/>
              </a:rPr>
              <a:t>Observación funcional </a:t>
            </a:r>
            <a:r>
              <a:rPr kumimoji="0" lang="es-MX" sz="1100" i="0" u="none" strike="noStrike" kern="1200" cap="none" spc="0" normalizeH="0" baseline="0" noProof="0">
                <a:ln>
                  <a:noFill/>
                </a:ln>
                <a:solidFill>
                  <a:srgbClr val="4F062A"/>
                </a:solidFill>
                <a:effectLst/>
                <a:uLnTx/>
                <a:uFillTx/>
                <a:latin typeface="ForFuture Sans"/>
                <a:ea typeface="+mn-ea"/>
                <a:cs typeface="+mn-cs"/>
              </a:rPr>
              <a:t>del proceso desde un enfoque de control y gobierno.</a:t>
            </a:r>
          </a:p>
        </p:txBody>
      </p:sp>
      <p:sp>
        <p:nvSpPr>
          <p:cNvPr id="60" name="Rectángulo 59">
            <a:extLst>
              <a:ext uri="{FF2B5EF4-FFF2-40B4-BE49-F238E27FC236}">
                <a16:creationId xmlns:a16="http://schemas.microsoft.com/office/drawing/2014/main" id="{3289240B-325A-75FD-E965-BF87FCCE100A}"/>
              </a:ext>
            </a:extLst>
          </p:cNvPr>
          <p:cNvSpPr/>
          <p:nvPr/>
        </p:nvSpPr>
        <p:spPr>
          <a:xfrm>
            <a:off x="7950739" y="4294237"/>
            <a:ext cx="3816000" cy="430887"/>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a:ln>
                  <a:noFill/>
                </a:ln>
                <a:solidFill>
                  <a:srgbClr val="4F062A"/>
                </a:solidFill>
                <a:effectLst/>
                <a:uLnTx/>
                <a:uFillTx/>
                <a:latin typeface="ForFuture Sans"/>
                <a:ea typeface="+mn-ea"/>
                <a:cs typeface="+mn-cs"/>
              </a:rPr>
              <a:t>Capacitación a usuarios </a:t>
            </a:r>
            <a:r>
              <a:rPr kumimoji="0" lang="es-MX" sz="1100" i="0" u="none" strike="noStrike" kern="1200" cap="none" spc="0" normalizeH="0" baseline="0" noProof="0">
                <a:ln>
                  <a:noFill/>
                </a:ln>
                <a:solidFill>
                  <a:srgbClr val="4F062A"/>
                </a:solidFill>
                <a:effectLst/>
                <a:uLnTx/>
                <a:uFillTx/>
                <a:latin typeface="ForFuture Sans"/>
                <a:ea typeface="+mn-ea"/>
                <a:cs typeface="+mn-cs"/>
              </a:rPr>
              <a:t>y soporte operativo sobre plantillas y calidad de datos.</a:t>
            </a:r>
          </a:p>
        </p:txBody>
      </p:sp>
      <p:sp>
        <p:nvSpPr>
          <p:cNvPr id="61" name="Rectángulo 60">
            <a:extLst>
              <a:ext uri="{FF2B5EF4-FFF2-40B4-BE49-F238E27FC236}">
                <a16:creationId xmlns:a16="http://schemas.microsoft.com/office/drawing/2014/main" id="{EE00C1CA-9702-1E89-05C8-BC8DB8FDCE9D}"/>
              </a:ext>
            </a:extLst>
          </p:cNvPr>
          <p:cNvSpPr/>
          <p:nvPr/>
        </p:nvSpPr>
        <p:spPr>
          <a:xfrm>
            <a:off x="7950739" y="4970207"/>
            <a:ext cx="3816000" cy="430887"/>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a:ln>
                  <a:noFill/>
                </a:ln>
                <a:solidFill>
                  <a:srgbClr val="4F062A"/>
                </a:solidFill>
                <a:effectLst/>
                <a:uLnTx/>
                <a:uFillTx/>
                <a:latin typeface="ForFuture Sans"/>
                <a:ea typeface="+mn-ea"/>
                <a:cs typeface="+mn-cs"/>
              </a:rPr>
              <a:t>Definición técnica</a:t>
            </a:r>
            <a:r>
              <a:rPr kumimoji="0" lang="es-MX" sz="1100" u="none" strike="noStrike" kern="1200" cap="none" spc="0" normalizeH="0" baseline="0" noProof="0">
                <a:ln>
                  <a:noFill/>
                </a:ln>
                <a:solidFill>
                  <a:srgbClr val="4F062A"/>
                </a:solidFill>
                <a:effectLst/>
                <a:uLnTx/>
                <a:uFillTx/>
                <a:latin typeface="ForFuture Sans"/>
                <a:ea typeface="+mn-ea"/>
                <a:cs typeface="+mn-cs"/>
              </a:rPr>
              <a:t>, validaciones, aprobaciones y análisis de incidencias o reconciliaciones.</a:t>
            </a:r>
          </a:p>
        </p:txBody>
      </p:sp>
      <p:sp>
        <p:nvSpPr>
          <p:cNvPr id="62" name="Elipse 61">
            <a:extLst>
              <a:ext uri="{FF2B5EF4-FFF2-40B4-BE49-F238E27FC236}">
                <a16:creationId xmlns:a16="http://schemas.microsoft.com/office/drawing/2014/main" id="{3821F98E-ADF2-B16A-8573-4511A77EBE2B}"/>
              </a:ext>
            </a:extLst>
          </p:cNvPr>
          <p:cNvSpPr/>
          <p:nvPr/>
        </p:nvSpPr>
        <p:spPr>
          <a:xfrm>
            <a:off x="7113770" y="5102300"/>
            <a:ext cx="144000" cy="1440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Rectángulo 8">
            <a:extLst>
              <a:ext uri="{FF2B5EF4-FFF2-40B4-BE49-F238E27FC236}">
                <a16:creationId xmlns:a16="http://schemas.microsoft.com/office/drawing/2014/main" id="{6ED99391-BE38-894A-F567-A5B6F9DD9736}"/>
              </a:ext>
            </a:extLst>
          </p:cNvPr>
          <p:cNvSpPr/>
          <p:nvPr/>
        </p:nvSpPr>
        <p:spPr>
          <a:xfrm>
            <a:off x="373041" y="5703988"/>
            <a:ext cx="11482407" cy="811063"/>
          </a:xfrm>
          <a:prstGeom prst="rect">
            <a:avLst/>
          </a:prstGeom>
          <a:solidFill>
            <a:srgbClr val="4F06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1200">
                <a:solidFill>
                  <a:schemeClr val="bg1"/>
                </a:solidFill>
                <a:latin typeface="ForFuture Sans" panose="020B0504020203020204" pitchFamily="34" charset="0"/>
                <a:sym typeface="ForFuture Sans" panose="020B0504020203020204" pitchFamily="34" charset="0"/>
              </a:rPr>
              <a:t>Para que el Consultor de Integraciones pueda “</a:t>
            </a:r>
            <a:r>
              <a:rPr lang="es-MX" sz="1200" b="1">
                <a:solidFill>
                  <a:schemeClr val="bg1"/>
                </a:solidFill>
                <a:latin typeface="ForFuture Sans" panose="020B0504020203020204" pitchFamily="34" charset="0"/>
                <a:sym typeface="ForFuture Sans" panose="020B0504020203020204" pitchFamily="34" charset="0"/>
              </a:rPr>
              <a:t>garantizar la calidad, integridad y trazabilidad”</a:t>
            </a:r>
            <a:r>
              <a:rPr lang="es-MX" sz="1200">
                <a:solidFill>
                  <a:schemeClr val="bg1"/>
                </a:solidFill>
                <a:latin typeface="ForFuture Sans" panose="020B0504020203020204" pitchFamily="34" charset="0"/>
                <a:sym typeface="ForFuture Sans" panose="020B0504020203020204" pitchFamily="34" charset="0"/>
              </a:rPr>
              <a:t> (tal como se indicó en sus respuestas), es necesario que se </a:t>
            </a:r>
            <a:r>
              <a:rPr lang="es-MX" sz="1200" b="1">
                <a:solidFill>
                  <a:schemeClr val="bg1"/>
                </a:solidFill>
                <a:latin typeface="ForFuture Sans" panose="020B0504020203020204" pitchFamily="34" charset="0"/>
                <a:sym typeface="ForFuture Sans" panose="020B0504020203020204" pitchFamily="34" charset="0"/>
              </a:rPr>
              <a:t>apoye en un Comité de Expertos PMO</a:t>
            </a:r>
            <a:r>
              <a:rPr lang="es-MX" sz="1200">
                <a:solidFill>
                  <a:schemeClr val="bg1"/>
                </a:solidFill>
                <a:latin typeface="ForFuture Sans" panose="020B0504020203020204" pitchFamily="34" charset="0"/>
                <a:sym typeface="ForFuture Sans" panose="020B0504020203020204" pitchFamily="34" charset="0"/>
              </a:rPr>
              <a:t> con conocimientos específicos del modelo de datos y de los procesos en SAP.</a:t>
            </a:r>
            <a:br>
              <a:rPr lang="es-MX" sz="1200">
                <a:solidFill>
                  <a:schemeClr val="bg1"/>
                </a:solidFill>
                <a:latin typeface="ForFuture Sans" panose="020B0504020203020204" pitchFamily="34" charset="0"/>
                <a:sym typeface="ForFuture Sans" panose="020B0504020203020204" pitchFamily="34" charset="0"/>
              </a:rPr>
            </a:br>
            <a:r>
              <a:rPr lang="es-MX" sz="1200">
                <a:solidFill>
                  <a:schemeClr val="bg1"/>
                </a:solidFill>
                <a:latin typeface="ForFuture Sans" panose="020B0504020203020204" pitchFamily="34" charset="0"/>
                <a:sym typeface="ForFuture Sans" panose="020B0504020203020204" pitchFamily="34" charset="0"/>
              </a:rPr>
              <a:t>Estas actividades </a:t>
            </a:r>
            <a:r>
              <a:rPr lang="es-MX" sz="1200" b="1">
                <a:solidFill>
                  <a:schemeClr val="bg1"/>
                </a:solidFill>
                <a:latin typeface="ForFuture Sans" panose="020B0504020203020204" pitchFamily="34" charset="0"/>
                <a:sym typeface="ForFuture Sans" panose="020B0504020203020204" pitchFamily="34" charset="0"/>
              </a:rPr>
              <a:t>no corresponden</a:t>
            </a:r>
            <a:r>
              <a:rPr lang="es-MX" sz="1200">
                <a:solidFill>
                  <a:schemeClr val="bg1"/>
                </a:solidFill>
                <a:latin typeface="ForFuture Sans" panose="020B0504020203020204" pitchFamily="34" charset="0"/>
                <a:sym typeface="ForFuture Sans" panose="020B0504020203020204" pitchFamily="34" charset="0"/>
              </a:rPr>
              <a:t> a tareas regulares de una </a:t>
            </a:r>
            <a:r>
              <a:rPr lang="es-MX" sz="1200" b="1">
                <a:solidFill>
                  <a:schemeClr val="bg1"/>
                </a:solidFill>
                <a:latin typeface="ForFuture Sans" panose="020B0504020203020204" pitchFamily="34" charset="0"/>
                <a:sym typeface="ForFuture Sans" panose="020B0504020203020204" pitchFamily="34" charset="0"/>
              </a:rPr>
              <a:t>PMO</a:t>
            </a:r>
            <a:r>
              <a:rPr lang="es-MX" sz="1200">
                <a:solidFill>
                  <a:schemeClr val="bg1"/>
                </a:solidFill>
                <a:latin typeface="ForFuture Sans" panose="020B0504020203020204" pitchFamily="34" charset="0"/>
                <a:sym typeface="ForFuture Sans" panose="020B0504020203020204" pitchFamily="34" charset="0"/>
              </a:rPr>
              <a:t>, ya que requieren criterio técnico-funcional especializado y validaciones de contenido. Por ese motivo, proponemos considerarlas como un </a:t>
            </a:r>
            <a:r>
              <a:rPr lang="es-MX" sz="1200" b="1">
                <a:solidFill>
                  <a:schemeClr val="bg1"/>
                </a:solidFill>
                <a:latin typeface="ForFuture Sans" panose="020B0504020203020204" pitchFamily="34" charset="0"/>
                <a:sym typeface="ForFuture Sans" panose="020B0504020203020204" pitchFamily="34" charset="0"/>
              </a:rPr>
              <a:t>servicio opcional.</a:t>
            </a:r>
            <a:endParaRPr lang="es-ES" sz="1200">
              <a:solidFill>
                <a:schemeClr val="bg1"/>
              </a:solidFill>
            </a:endParaRPr>
          </a:p>
        </p:txBody>
      </p:sp>
    </p:spTree>
    <p:extLst>
      <p:ext uri="{BB962C8B-B14F-4D97-AF65-F5344CB8AC3E}">
        <p14:creationId xmlns:p14="http://schemas.microsoft.com/office/powerpoint/2010/main" val="2828582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08E6A-DA83-ADE7-6416-E1CEA03840E1}"/>
            </a:ext>
          </a:extLst>
        </p:cNvPr>
        <p:cNvGrpSpPr/>
        <p:nvPr/>
      </p:nvGrpSpPr>
      <p:grpSpPr>
        <a:xfrm>
          <a:off x="0" y="0"/>
          <a:ext cx="0" cy="0"/>
          <a:chOff x="0" y="0"/>
          <a:chExt cx="0" cy="0"/>
        </a:xfrm>
      </p:grpSpPr>
      <p:graphicFrame>
        <p:nvGraphicFramePr>
          <p:cNvPr id="4" name="Objeto 3" hidden="1">
            <a:extLst>
              <a:ext uri="{FF2B5EF4-FFF2-40B4-BE49-F238E27FC236}">
                <a16:creationId xmlns:a16="http://schemas.microsoft.com/office/drawing/2014/main" id="{DECFFD65-149E-F1A4-1561-DC5F0326F952}"/>
              </a:ext>
            </a:extLst>
          </p:cNvPr>
          <p:cNvGraphicFramePr>
            <a:graphicFrameLocks noChangeAspect="1"/>
          </p:cNvGraphicFramePr>
          <p:nvPr>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a de think-cell" r:id="rId4" imgW="473" imgH="473" progId="TCLayout.ActiveDocument.1">
                  <p:embed/>
                </p:oleObj>
              </mc:Choice>
              <mc:Fallback>
                <p:oleObj name="Diapositiva de think-cell" r:id="rId4" imgW="473" imgH="473" progId="TCLayout.ActiveDocument.1">
                  <p:embed/>
                  <p:pic>
                    <p:nvPicPr>
                      <p:cNvPr id="4" name="Objeto 3" hidden="1">
                        <a:extLst>
                          <a:ext uri="{FF2B5EF4-FFF2-40B4-BE49-F238E27FC236}">
                            <a16:creationId xmlns:a16="http://schemas.microsoft.com/office/drawing/2014/main" id="{DECFFD65-149E-F1A4-1561-DC5F0326F952}"/>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AC51F410-59CF-A695-C35A-67647D234AE0}"/>
              </a:ext>
            </a:extLst>
          </p:cNvPr>
          <p:cNvSpPr>
            <a:spLocks noGrp="1"/>
          </p:cNvSpPr>
          <p:nvPr>
            <p:ph type="body" sz="quarter" idx="10"/>
          </p:nvPr>
        </p:nvSpPr>
        <p:spPr>
          <a:xfrm>
            <a:off x="9675710" y="196743"/>
            <a:ext cx="2377147" cy="1706562"/>
          </a:xfrm>
        </p:spPr>
        <p:txBody>
          <a:bodyPr/>
          <a:lstStyle/>
          <a:p>
            <a:r>
              <a:rPr lang="es-ES"/>
              <a:t>02</a:t>
            </a:r>
          </a:p>
        </p:txBody>
      </p:sp>
      <p:sp>
        <p:nvSpPr>
          <p:cNvPr id="3" name="Marcador de texto 2">
            <a:extLst>
              <a:ext uri="{FF2B5EF4-FFF2-40B4-BE49-F238E27FC236}">
                <a16:creationId xmlns:a16="http://schemas.microsoft.com/office/drawing/2014/main" id="{57CEC1B9-672D-3482-1D50-F9247AEB7B1B}"/>
              </a:ext>
            </a:extLst>
          </p:cNvPr>
          <p:cNvSpPr>
            <a:spLocks noGrp="1"/>
          </p:cNvSpPr>
          <p:nvPr>
            <p:ph type="body" sz="quarter" idx="11"/>
          </p:nvPr>
        </p:nvSpPr>
        <p:spPr>
          <a:xfrm>
            <a:off x="335360" y="368300"/>
            <a:ext cx="8678517" cy="1439714"/>
          </a:xfrm>
        </p:spPr>
        <p:txBody>
          <a:bodyPr/>
          <a:lstStyle/>
          <a:p>
            <a:r>
              <a:rPr lang="es-MX"/>
              <a:t>Nuestro enfoque de </a:t>
            </a:r>
            <a:br>
              <a:rPr lang="es-MX"/>
            </a:br>
            <a:r>
              <a:rPr lang="es-MX"/>
              <a:t>trabajo PMO</a:t>
            </a:r>
            <a:endParaRPr lang="es-ES"/>
          </a:p>
        </p:txBody>
      </p:sp>
      <p:pic>
        <p:nvPicPr>
          <p:cNvPr id="9" name="Picture Placeholder 20">
            <a:extLst>
              <a:ext uri="{FF2B5EF4-FFF2-40B4-BE49-F238E27FC236}">
                <a16:creationId xmlns:a16="http://schemas.microsoft.com/office/drawing/2014/main" id="{62CC2FC2-97FA-266F-1994-33789A81EA3D}"/>
              </a:ext>
            </a:extLst>
          </p:cNvPr>
          <p:cNvPicPr>
            <a:picLocks noGrp="1" noChangeAspect="1"/>
          </p:cNvPicPr>
          <p:nvPr>
            <p:ph type="pic" sz="quarter" idx="13"/>
          </p:nvPr>
        </p:nvPicPr>
        <p:blipFill>
          <a:blip r:embed="rId6">
            <a:extLst>
              <a:ext uri="{28A0092B-C50C-407E-A947-70E740481C1C}">
                <a14:useLocalDpi xmlns:a14="http://schemas.microsoft.com/office/drawing/2010/main" val="0"/>
              </a:ext>
            </a:extLst>
          </a:blip>
          <a:srcRect t="8306" b="8306"/>
          <a:stretch>
            <a:fillRect/>
          </a:stretch>
        </p:blipFill>
        <p:spPr>
          <a:xfrm>
            <a:off x="351850" y="2908469"/>
            <a:ext cx="9045575" cy="3132138"/>
          </a:xfrm>
        </p:spPr>
      </p:pic>
    </p:spTree>
    <p:extLst>
      <p:ext uri="{BB962C8B-B14F-4D97-AF65-F5344CB8AC3E}">
        <p14:creationId xmlns:p14="http://schemas.microsoft.com/office/powerpoint/2010/main" val="1189997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3E2DA"/>
        </a:solidFill>
        <a:effectLst/>
      </p:bgPr>
    </p:bg>
    <p:spTree>
      <p:nvGrpSpPr>
        <p:cNvPr id="1" name=""/>
        <p:cNvGrpSpPr/>
        <p:nvPr/>
      </p:nvGrpSpPr>
      <p:grpSpPr>
        <a:xfrm>
          <a:off x="0" y="0"/>
          <a:ext cx="0" cy="0"/>
          <a:chOff x="0" y="0"/>
          <a:chExt cx="0" cy="0"/>
        </a:xfrm>
      </p:grpSpPr>
      <p:sp>
        <p:nvSpPr>
          <p:cNvPr id="18" name="Rectángulo: esquinas superiores cortadas 17">
            <a:extLst>
              <a:ext uri="{FF2B5EF4-FFF2-40B4-BE49-F238E27FC236}">
                <a16:creationId xmlns:a16="http://schemas.microsoft.com/office/drawing/2014/main" id="{7211CDEA-D9C4-AEE4-D9BA-B66C7207DBE2}"/>
              </a:ext>
            </a:extLst>
          </p:cNvPr>
          <p:cNvSpPr/>
          <p:nvPr/>
        </p:nvSpPr>
        <p:spPr>
          <a:xfrm>
            <a:off x="9828719" y="2277639"/>
            <a:ext cx="2211252" cy="4323313"/>
          </a:xfrm>
          <a:prstGeom prst="snip2SameRect">
            <a:avLst>
              <a:gd name="adj1" fmla="val 4606"/>
              <a:gd name="adj2" fmla="val 4373"/>
            </a:avLst>
          </a:prstGeom>
          <a:solidFill>
            <a:schemeClr val="bg1">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s-CO" sz="900" kern="0">
              <a:solidFill>
                <a:srgbClr val="FFFFFF"/>
              </a:solidFill>
            </a:endParaRPr>
          </a:p>
        </p:txBody>
      </p:sp>
      <p:graphicFrame>
        <p:nvGraphicFramePr>
          <p:cNvPr id="7" name="Objeto 6" hidden="1"/>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Diapositiva de think-cell" r:id="rId5" imgW="395" imgH="394" progId="TCLayout.ActiveDocument.1">
                  <p:embed/>
                </p:oleObj>
              </mc:Choice>
              <mc:Fallback>
                <p:oleObj name="Diapositiva de think-cell" r:id="rId5" imgW="395" imgH="394" progId="TCLayout.ActiveDocument.1">
                  <p:embed/>
                  <p:pic>
                    <p:nvPicPr>
                      <p:cNvPr id="7" name="Objeto 6" hidden="1"/>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6" name="Rectángulo 5" hidden="1"/>
          <p:cNvSpPr/>
          <p:nvPr>
            <p:custDataLst>
              <p:tags r:id="rId2"/>
            </p:custDataLst>
          </p:nvPr>
        </p:nvSpPr>
        <p:spPr>
          <a:xfrm>
            <a:off x="1" y="1"/>
            <a:ext cx="158751" cy="158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defRPr/>
            </a:pPr>
            <a:endParaRPr lang="es-ES" sz="2400">
              <a:solidFill>
                <a:srgbClr val="FFFFFF"/>
              </a:solidFill>
              <a:latin typeface="Playfair Display" panose="00000500000000000000" pitchFamily="2" charset="0"/>
              <a:sym typeface="Playfair Display" panose="00000500000000000000" pitchFamily="2" charset="0"/>
            </a:endParaRPr>
          </a:p>
        </p:txBody>
      </p:sp>
      <p:sp>
        <p:nvSpPr>
          <p:cNvPr id="2" name="Título 1">
            <a:extLst>
              <a:ext uri="{FF2B5EF4-FFF2-40B4-BE49-F238E27FC236}">
                <a16:creationId xmlns:a16="http://schemas.microsoft.com/office/drawing/2014/main" id="{171D9AC6-15A9-40BC-B63E-9C62D2421BC7}"/>
              </a:ext>
            </a:extLst>
          </p:cNvPr>
          <p:cNvSpPr>
            <a:spLocks noGrp="1"/>
          </p:cNvSpPr>
          <p:nvPr>
            <p:ph type="title"/>
          </p:nvPr>
        </p:nvSpPr>
        <p:spPr/>
        <p:txBody>
          <a:bodyPr/>
          <a:lstStyle/>
          <a:p>
            <a:r>
              <a:rPr lang="es-ES" sz="2000"/>
              <a:t>De acuerdo con nuestra experiencia, es necesario un enfoque operativo en dos fases: una primera de preparación y la posterior de funcionamiento habitual</a:t>
            </a:r>
            <a:endParaRPr lang="es-CO" sz="2000"/>
          </a:p>
        </p:txBody>
      </p:sp>
      <p:sp>
        <p:nvSpPr>
          <p:cNvPr id="3" name="Marcador de texto 2">
            <a:extLst>
              <a:ext uri="{FF2B5EF4-FFF2-40B4-BE49-F238E27FC236}">
                <a16:creationId xmlns:a16="http://schemas.microsoft.com/office/drawing/2014/main" id="{D80C89A8-D709-4641-ACBB-B90719C993FC}"/>
              </a:ext>
            </a:extLst>
          </p:cNvPr>
          <p:cNvSpPr>
            <a:spLocks noGrp="1"/>
          </p:cNvSpPr>
          <p:nvPr>
            <p:ph type="body" sz="quarter" idx="16"/>
          </p:nvPr>
        </p:nvSpPr>
        <p:spPr>
          <a:xfrm>
            <a:off x="335161" y="203120"/>
            <a:ext cx="11521678" cy="153888"/>
          </a:xfrm>
        </p:spPr>
        <p:txBody>
          <a:bodyPr/>
          <a:lstStyle/>
          <a:p>
            <a:r>
              <a:rPr lang="es-ES"/>
              <a:t>02. </a:t>
            </a:r>
            <a:r>
              <a:rPr lang="es-MX"/>
              <a:t>Nuestro enfoque de trabajo PMO </a:t>
            </a:r>
            <a:endParaRPr lang="es-CO"/>
          </a:p>
        </p:txBody>
      </p:sp>
      <p:sp>
        <p:nvSpPr>
          <p:cNvPr id="166" name="Rectángulo: esquinas superiores cortadas 165">
            <a:extLst>
              <a:ext uri="{FF2B5EF4-FFF2-40B4-BE49-F238E27FC236}">
                <a16:creationId xmlns:a16="http://schemas.microsoft.com/office/drawing/2014/main" id="{C4B6CD6A-8769-6F6B-E965-693F8EF528A4}"/>
              </a:ext>
            </a:extLst>
          </p:cNvPr>
          <p:cNvSpPr/>
          <p:nvPr/>
        </p:nvSpPr>
        <p:spPr>
          <a:xfrm>
            <a:off x="-534637" y="1450522"/>
            <a:ext cx="1641222" cy="777621"/>
          </a:xfrm>
          <a:prstGeom prst="snip2Same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sz="1351">
              <a:solidFill>
                <a:srgbClr val="FFFFFF"/>
              </a:solidFill>
            </a:endParaRPr>
          </a:p>
        </p:txBody>
      </p:sp>
      <p:sp>
        <p:nvSpPr>
          <p:cNvPr id="174" name="CuadroTexto 173">
            <a:extLst>
              <a:ext uri="{FF2B5EF4-FFF2-40B4-BE49-F238E27FC236}">
                <a16:creationId xmlns:a16="http://schemas.microsoft.com/office/drawing/2014/main" id="{BAAAF1BB-922E-0FCC-E5BF-F833C4C1EAA8}"/>
              </a:ext>
            </a:extLst>
          </p:cNvPr>
          <p:cNvSpPr txBox="1"/>
          <p:nvPr/>
        </p:nvSpPr>
        <p:spPr>
          <a:xfrm>
            <a:off x="135880" y="1570467"/>
            <a:ext cx="809841" cy="488063"/>
          </a:xfrm>
          <a:prstGeom prst="rect">
            <a:avLst/>
          </a:prstGeom>
        </p:spPr>
        <p:txBody>
          <a:bodyPr wrap="square" lIns="0">
            <a:noAutofit/>
          </a:bodyPr>
          <a:lstStyle>
            <a:defPPr>
              <a:defRPr lang="es-ES"/>
            </a:defPPr>
            <a:lvl1pPr defTabSz="913745">
              <a:spcBef>
                <a:spcPts val="600"/>
              </a:spcBef>
              <a:defRPr sz="1600">
                <a:solidFill>
                  <a:srgbClr val="1A3B47"/>
                </a:solidFill>
                <a:latin typeface="Soho Gothic Pro" panose="020B0503030504020204" pitchFamily="34" charset="0"/>
              </a:defRPr>
            </a:lvl1pPr>
          </a:lstStyle>
          <a:p>
            <a:pPr defTabSz="913722">
              <a:defRPr/>
            </a:pPr>
            <a:r>
              <a:rPr lang="es-419" sz="1200">
                <a:solidFill>
                  <a:srgbClr val="4F062A"/>
                </a:solidFill>
                <a:latin typeface="+mn-lt"/>
              </a:rPr>
              <a:t>Plan de Trabajo</a:t>
            </a:r>
          </a:p>
        </p:txBody>
      </p:sp>
      <p:sp>
        <p:nvSpPr>
          <p:cNvPr id="372" name="CuadroTexto 371">
            <a:extLst>
              <a:ext uri="{FF2B5EF4-FFF2-40B4-BE49-F238E27FC236}">
                <a16:creationId xmlns:a16="http://schemas.microsoft.com/office/drawing/2014/main" id="{BCC8CF44-A431-907C-719B-F630CAB0FC48}"/>
              </a:ext>
            </a:extLst>
          </p:cNvPr>
          <p:cNvSpPr txBox="1"/>
          <p:nvPr/>
        </p:nvSpPr>
        <p:spPr>
          <a:xfrm>
            <a:off x="-67510" y="5498315"/>
            <a:ext cx="1030736" cy="216726"/>
          </a:xfrm>
          <a:prstGeom prst="rect">
            <a:avLst/>
          </a:prstGeom>
          <a:noFill/>
        </p:spPr>
        <p:txBody>
          <a:bodyPr wrap="square" rtlCol="0">
            <a:spAutoFit/>
          </a:bodyPr>
          <a:lstStyle/>
          <a:p>
            <a:pPr algn="ctr" defTabSz="913768">
              <a:lnSpc>
                <a:spcPct val="80000"/>
              </a:lnSpc>
              <a:spcBef>
                <a:spcPct val="20000"/>
              </a:spcBef>
              <a:buClr>
                <a:srgbClr val="96A2B4"/>
              </a:buClr>
              <a:buSzPct val="140000"/>
              <a:defRPr/>
            </a:pPr>
            <a:r>
              <a:rPr lang="es-ES" sz="1000" b="1">
                <a:solidFill>
                  <a:srgbClr val="4F062A"/>
                </a:solidFill>
                <a:ea typeface="ＭＳ Ｐゴシック" charset="0"/>
                <a:cs typeface="ＭＳ Ｐゴシック" charset="0"/>
              </a:rPr>
              <a:t>Entregables</a:t>
            </a:r>
          </a:p>
        </p:txBody>
      </p:sp>
      <p:pic>
        <p:nvPicPr>
          <p:cNvPr id="12" name="Gráfico 11" descr="Plano contorno">
            <a:extLst>
              <a:ext uri="{FF2B5EF4-FFF2-40B4-BE49-F238E27FC236}">
                <a16:creationId xmlns:a16="http://schemas.microsoft.com/office/drawing/2014/main" id="{F39CD9CD-8A18-35C8-2A3C-E7D9F2E4533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8067" y="3814265"/>
            <a:ext cx="428393" cy="590341"/>
          </a:xfrm>
          <a:prstGeom prst="rect">
            <a:avLst/>
          </a:prstGeom>
        </p:spPr>
      </p:pic>
      <p:pic>
        <p:nvPicPr>
          <p:cNvPr id="19" name="Gráfico 18" descr="Introducir contorno">
            <a:extLst>
              <a:ext uri="{FF2B5EF4-FFF2-40B4-BE49-F238E27FC236}">
                <a16:creationId xmlns:a16="http://schemas.microsoft.com/office/drawing/2014/main" id="{BFAECF18-63D5-D85C-6258-340F5B6D07D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84988" y="2427255"/>
            <a:ext cx="552539" cy="392106"/>
          </a:xfrm>
          <a:prstGeom prst="rect">
            <a:avLst/>
          </a:prstGeom>
        </p:spPr>
      </p:pic>
      <p:sp>
        <p:nvSpPr>
          <p:cNvPr id="20" name="CuadroTexto 19">
            <a:extLst>
              <a:ext uri="{FF2B5EF4-FFF2-40B4-BE49-F238E27FC236}">
                <a16:creationId xmlns:a16="http://schemas.microsoft.com/office/drawing/2014/main" id="{CFEB6BB4-4A61-D3FE-E4AE-6B5DC32BEC68}"/>
              </a:ext>
            </a:extLst>
          </p:cNvPr>
          <p:cNvSpPr txBox="1"/>
          <p:nvPr/>
        </p:nvSpPr>
        <p:spPr>
          <a:xfrm>
            <a:off x="-43997" y="2223943"/>
            <a:ext cx="912522" cy="228011"/>
          </a:xfrm>
          <a:prstGeom prst="rect">
            <a:avLst/>
          </a:prstGeom>
          <a:noFill/>
        </p:spPr>
        <p:txBody>
          <a:bodyPr wrap="square" rtlCol="0">
            <a:spAutoFit/>
          </a:bodyPr>
          <a:lstStyle/>
          <a:p>
            <a:pPr algn="ctr" defTabSz="913768">
              <a:lnSpc>
                <a:spcPct val="80000"/>
              </a:lnSpc>
              <a:spcBef>
                <a:spcPct val="20000"/>
              </a:spcBef>
              <a:buClr>
                <a:srgbClr val="96A2B4"/>
              </a:buClr>
              <a:buSzPct val="140000"/>
              <a:defRPr/>
            </a:pPr>
            <a:r>
              <a:rPr lang="es-ES" sz="1050" b="1">
                <a:solidFill>
                  <a:srgbClr val="4F062A"/>
                </a:solidFill>
                <a:ea typeface="ＭＳ Ｐゴシック" charset="0"/>
                <a:cs typeface="ＭＳ Ｐゴシック" charset="0"/>
              </a:rPr>
              <a:t>Objetivos</a:t>
            </a:r>
          </a:p>
        </p:txBody>
      </p:sp>
      <p:sp>
        <p:nvSpPr>
          <p:cNvPr id="21" name="CuadroTexto 20">
            <a:extLst>
              <a:ext uri="{FF2B5EF4-FFF2-40B4-BE49-F238E27FC236}">
                <a16:creationId xmlns:a16="http://schemas.microsoft.com/office/drawing/2014/main" id="{B23C1D12-E005-06AE-AA0F-65B1C81A3746}"/>
              </a:ext>
            </a:extLst>
          </p:cNvPr>
          <p:cNvSpPr txBox="1"/>
          <p:nvPr/>
        </p:nvSpPr>
        <p:spPr>
          <a:xfrm>
            <a:off x="-96084" y="3571476"/>
            <a:ext cx="1068453" cy="215636"/>
          </a:xfrm>
          <a:prstGeom prst="rect">
            <a:avLst/>
          </a:prstGeom>
          <a:noFill/>
        </p:spPr>
        <p:txBody>
          <a:bodyPr wrap="square" rtlCol="0">
            <a:spAutoFit/>
          </a:bodyPr>
          <a:lstStyle/>
          <a:p>
            <a:pPr algn="ctr" defTabSz="913768">
              <a:lnSpc>
                <a:spcPct val="80000"/>
              </a:lnSpc>
              <a:spcBef>
                <a:spcPct val="20000"/>
              </a:spcBef>
              <a:buClr>
                <a:srgbClr val="96A2B4"/>
              </a:buClr>
              <a:buSzPct val="140000"/>
              <a:defRPr/>
            </a:pPr>
            <a:r>
              <a:rPr lang="es-ES" sz="1000" b="1">
                <a:solidFill>
                  <a:srgbClr val="4F062A"/>
                </a:solidFill>
                <a:ea typeface="ＭＳ Ｐゴシック" charset="0"/>
                <a:cs typeface="ＭＳ Ｐゴシック" charset="0"/>
              </a:rPr>
              <a:t>Actividades </a:t>
            </a:r>
          </a:p>
        </p:txBody>
      </p:sp>
      <p:pic>
        <p:nvPicPr>
          <p:cNvPr id="36" name="Gráfico 35" descr="Portapapeles comprobado contorno">
            <a:extLst>
              <a:ext uri="{FF2B5EF4-FFF2-40B4-BE49-F238E27FC236}">
                <a16:creationId xmlns:a16="http://schemas.microsoft.com/office/drawing/2014/main" id="{392EA88C-8412-4632-CB9E-B3F4FB92C76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35393" y="5716120"/>
            <a:ext cx="417716" cy="575628"/>
          </a:xfrm>
          <a:prstGeom prst="rect">
            <a:avLst/>
          </a:prstGeom>
        </p:spPr>
      </p:pic>
      <p:sp>
        <p:nvSpPr>
          <p:cNvPr id="24" name="Rectángulo: esquinas superiores cortadas 23">
            <a:extLst>
              <a:ext uri="{FF2B5EF4-FFF2-40B4-BE49-F238E27FC236}">
                <a16:creationId xmlns:a16="http://schemas.microsoft.com/office/drawing/2014/main" id="{2B9D3E2D-D97B-00B5-7891-54946C1F8470}"/>
              </a:ext>
            </a:extLst>
          </p:cNvPr>
          <p:cNvSpPr/>
          <p:nvPr/>
        </p:nvSpPr>
        <p:spPr>
          <a:xfrm>
            <a:off x="921424" y="1120835"/>
            <a:ext cx="6598537" cy="288000"/>
          </a:xfrm>
          <a:prstGeom prst="snip2SameRect">
            <a:avLst>
              <a:gd name="adj1" fmla="val 16391"/>
              <a:gd name="adj2" fmla="val 14607"/>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s-MX" sz="1200">
                <a:solidFill>
                  <a:srgbClr val="4F062A"/>
                </a:solidFill>
              </a:rPr>
              <a:t>1. Preparación y puesta en marcha de la PMO</a:t>
            </a:r>
            <a:endParaRPr lang="es-ES" sz="1200">
              <a:solidFill>
                <a:srgbClr val="4F062A"/>
              </a:solidFill>
            </a:endParaRPr>
          </a:p>
        </p:txBody>
      </p:sp>
      <p:sp>
        <p:nvSpPr>
          <p:cNvPr id="4" name="Rectángulo: esquinas superiores cortadas 3">
            <a:extLst>
              <a:ext uri="{FF2B5EF4-FFF2-40B4-BE49-F238E27FC236}">
                <a16:creationId xmlns:a16="http://schemas.microsoft.com/office/drawing/2014/main" id="{7CDC1173-0BD7-68A4-10C3-2F3B9362A4B6}"/>
              </a:ext>
            </a:extLst>
          </p:cNvPr>
          <p:cNvSpPr/>
          <p:nvPr/>
        </p:nvSpPr>
        <p:spPr>
          <a:xfrm>
            <a:off x="872797" y="2270047"/>
            <a:ext cx="2148824" cy="4330515"/>
          </a:xfrm>
          <a:prstGeom prst="snip2SameRect">
            <a:avLst>
              <a:gd name="adj1" fmla="val 5438"/>
              <a:gd name="adj2" fmla="val 4058"/>
            </a:avLst>
          </a:prstGeom>
          <a:solidFill>
            <a:schemeClr val="bg1">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s-CO" sz="900" kern="0">
              <a:solidFill>
                <a:srgbClr val="FFFFFF"/>
              </a:solidFill>
            </a:endParaRPr>
          </a:p>
        </p:txBody>
      </p:sp>
      <p:sp>
        <p:nvSpPr>
          <p:cNvPr id="10" name="Rectángulo: esquinas superiores cortadas 9">
            <a:extLst>
              <a:ext uri="{FF2B5EF4-FFF2-40B4-BE49-F238E27FC236}">
                <a16:creationId xmlns:a16="http://schemas.microsoft.com/office/drawing/2014/main" id="{8EFE6ABE-8C29-FE09-6315-5082F487B1C4}"/>
              </a:ext>
            </a:extLst>
          </p:cNvPr>
          <p:cNvSpPr/>
          <p:nvPr/>
        </p:nvSpPr>
        <p:spPr>
          <a:xfrm>
            <a:off x="3141201" y="2265890"/>
            <a:ext cx="2116962" cy="4330515"/>
          </a:xfrm>
          <a:prstGeom prst="snip2SameRect">
            <a:avLst>
              <a:gd name="adj1" fmla="val 5269"/>
              <a:gd name="adj2" fmla="val 4794"/>
            </a:avLst>
          </a:prstGeom>
          <a:solidFill>
            <a:schemeClr val="bg1">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s-CO" sz="900" kern="0">
              <a:solidFill>
                <a:srgbClr val="FFFFFF"/>
              </a:solidFill>
            </a:endParaRPr>
          </a:p>
        </p:txBody>
      </p:sp>
      <p:sp>
        <p:nvSpPr>
          <p:cNvPr id="11" name="Rectángulo: esquinas superiores cortadas 10">
            <a:extLst>
              <a:ext uri="{FF2B5EF4-FFF2-40B4-BE49-F238E27FC236}">
                <a16:creationId xmlns:a16="http://schemas.microsoft.com/office/drawing/2014/main" id="{2AC18B99-34BD-CF75-7A4C-D0F311D3CBAA}"/>
              </a:ext>
            </a:extLst>
          </p:cNvPr>
          <p:cNvSpPr/>
          <p:nvPr/>
        </p:nvSpPr>
        <p:spPr>
          <a:xfrm>
            <a:off x="5367400" y="2271764"/>
            <a:ext cx="2152561" cy="4330515"/>
          </a:xfrm>
          <a:prstGeom prst="snip2SameRect">
            <a:avLst>
              <a:gd name="adj1" fmla="val 4572"/>
              <a:gd name="adj2" fmla="val 4417"/>
            </a:avLst>
          </a:prstGeom>
          <a:solidFill>
            <a:schemeClr val="bg1">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s-CO" sz="900" kern="0">
              <a:solidFill>
                <a:srgbClr val="FFFFFF"/>
              </a:solidFill>
            </a:endParaRPr>
          </a:p>
        </p:txBody>
      </p:sp>
      <p:sp>
        <p:nvSpPr>
          <p:cNvPr id="396" name="Rectángulo: esquinas superiores cortadas 395">
            <a:extLst>
              <a:ext uri="{FF2B5EF4-FFF2-40B4-BE49-F238E27FC236}">
                <a16:creationId xmlns:a16="http://schemas.microsoft.com/office/drawing/2014/main" id="{4A12105A-96E9-A2EA-6A8B-30A5B1BE278F}"/>
              </a:ext>
            </a:extLst>
          </p:cNvPr>
          <p:cNvSpPr/>
          <p:nvPr/>
        </p:nvSpPr>
        <p:spPr>
          <a:xfrm>
            <a:off x="5373730" y="1444801"/>
            <a:ext cx="2152560" cy="777621"/>
          </a:xfrm>
          <a:prstGeom prst="snip2SameRect">
            <a:avLst>
              <a:gd name="adj1" fmla="val 10134"/>
              <a:gd name="adj2" fmla="val 11433"/>
            </a:avLst>
          </a:prstGeom>
          <a:solidFill>
            <a:schemeClr val="bg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sz="1351">
              <a:solidFill>
                <a:srgbClr val="FFFFFF"/>
              </a:solidFill>
            </a:endParaRPr>
          </a:p>
        </p:txBody>
      </p:sp>
      <p:sp>
        <p:nvSpPr>
          <p:cNvPr id="395" name="Rectángulo: esquinas superiores cortadas 394">
            <a:extLst>
              <a:ext uri="{FF2B5EF4-FFF2-40B4-BE49-F238E27FC236}">
                <a16:creationId xmlns:a16="http://schemas.microsoft.com/office/drawing/2014/main" id="{FB051199-D545-F414-D380-03C6E61A3031}"/>
              </a:ext>
            </a:extLst>
          </p:cNvPr>
          <p:cNvSpPr/>
          <p:nvPr/>
        </p:nvSpPr>
        <p:spPr>
          <a:xfrm>
            <a:off x="3134508" y="1447721"/>
            <a:ext cx="2123655" cy="777621"/>
          </a:xfrm>
          <a:prstGeom prst="snip2SameRect">
            <a:avLst>
              <a:gd name="adj1" fmla="val 11767"/>
              <a:gd name="adj2" fmla="val 11432"/>
            </a:avLst>
          </a:prstGeom>
          <a:solidFill>
            <a:schemeClr val="bg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sz="1351">
              <a:solidFill>
                <a:srgbClr val="FFFFFF"/>
              </a:solidFill>
            </a:endParaRPr>
          </a:p>
        </p:txBody>
      </p:sp>
      <p:sp>
        <p:nvSpPr>
          <p:cNvPr id="165" name="Octágono 164">
            <a:extLst>
              <a:ext uri="{FF2B5EF4-FFF2-40B4-BE49-F238E27FC236}">
                <a16:creationId xmlns:a16="http://schemas.microsoft.com/office/drawing/2014/main" id="{E55D0694-2102-8598-E099-5C6734AA4440}"/>
              </a:ext>
            </a:extLst>
          </p:cNvPr>
          <p:cNvSpPr/>
          <p:nvPr/>
        </p:nvSpPr>
        <p:spPr>
          <a:xfrm>
            <a:off x="900748" y="1450522"/>
            <a:ext cx="2120874" cy="777621"/>
          </a:xfrm>
          <a:prstGeom prst="octagon">
            <a:avLst>
              <a:gd name="adj" fmla="val 14046"/>
            </a:avLst>
          </a:prstGeom>
          <a:solidFill>
            <a:schemeClr val="bg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sz="1351">
              <a:solidFill>
                <a:srgbClr val="FFFFFF"/>
              </a:solidFill>
            </a:endParaRPr>
          </a:p>
        </p:txBody>
      </p:sp>
      <p:sp>
        <p:nvSpPr>
          <p:cNvPr id="169" name="Rectángulo: esquinas superiores cortadas 168">
            <a:extLst>
              <a:ext uri="{FF2B5EF4-FFF2-40B4-BE49-F238E27FC236}">
                <a16:creationId xmlns:a16="http://schemas.microsoft.com/office/drawing/2014/main" id="{93568C6C-482E-FCB0-5ED4-3FC2B0846139}"/>
              </a:ext>
            </a:extLst>
          </p:cNvPr>
          <p:cNvSpPr/>
          <p:nvPr/>
        </p:nvSpPr>
        <p:spPr>
          <a:xfrm>
            <a:off x="1011393" y="1544745"/>
            <a:ext cx="341910" cy="236462"/>
          </a:xfrm>
          <a:prstGeom prst="snip2SameRect">
            <a:avLst>
              <a:gd name="adj1" fmla="val 16667"/>
              <a:gd name="adj2" fmla="val 2014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1">
                <a:solidFill>
                  <a:srgbClr val="4F062A"/>
                </a:solidFill>
              </a:rPr>
              <a:t>1</a:t>
            </a:r>
          </a:p>
        </p:txBody>
      </p:sp>
      <p:sp>
        <p:nvSpPr>
          <p:cNvPr id="170" name="CuadroTexto 169">
            <a:extLst>
              <a:ext uri="{FF2B5EF4-FFF2-40B4-BE49-F238E27FC236}">
                <a16:creationId xmlns:a16="http://schemas.microsoft.com/office/drawing/2014/main" id="{EBBE1944-74FB-A98F-3AE8-EBD6A0068F77}"/>
              </a:ext>
            </a:extLst>
          </p:cNvPr>
          <p:cNvSpPr txBox="1"/>
          <p:nvPr/>
        </p:nvSpPr>
        <p:spPr>
          <a:xfrm>
            <a:off x="1362996" y="1529920"/>
            <a:ext cx="1259361" cy="502573"/>
          </a:xfrm>
          <a:prstGeom prst="rect">
            <a:avLst/>
          </a:prstGeom>
          <a:noFill/>
        </p:spPr>
        <p:txBody>
          <a:bodyPr wrap="square" rtlCol="0">
            <a:spAutoFit/>
          </a:bodyPr>
          <a:lstStyle/>
          <a:p>
            <a:pPr>
              <a:defRPr/>
            </a:pPr>
            <a:r>
              <a:rPr lang="es-MX" sz="1333"/>
              <a:t>Alineamiento Estratégico</a:t>
            </a:r>
            <a:r>
              <a:rPr lang="es-MX" sz="1333">
                <a:solidFill>
                  <a:srgbClr val="1A3B47"/>
                </a:solidFill>
              </a:rPr>
              <a:t> </a:t>
            </a:r>
            <a:endParaRPr lang="en-US" sz="1333">
              <a:solidFill>
                <a:srgbClr val="1A3B47"/>
              </a:solidFill>
            </a:endParaRPr>
          </a:p>
        </p:txBody>
      </p:sp>
      <p:sp>
        <p:nvSpPr>
          <p:cNvPr id="171" name="CuadroTexto 170">
            <a:extLst>
              <a:ext uri="{FF2B5EF4-FFF2-40B4-BE49-F238E27FC236}">
                <a16:creationId xmlns:a16="http://schemas.microsoft.com/office/drawing/2014/main" id="{B43AACC7-C669-2BB3-B76A-4A5728E3C11E}"/>
              </a:ext>
            </a:extLst>
          </p:cNvPr>
          <p:cNvSpPr txBox="1"/>
          <p:nvPr/>
        </p:nvSpPr>
        <p:spPr>
          <a:xfrm>
            <a:off x="3560818" y="1463716"/>
            <a:ext cx="1750678" cy="738472"/>
          </a:xfrm>
          <a:prstGeom prst="rect">
            <a:avLst/>
          </a:prstGeom>
          <a:noFill/>
        </p:spPr>
        <p:txBody>
          <a:bodyPr wrap="square" lIns="121920" tIns="60960" rIns="121920" bIns="60960" rtlCol="0" anchor="t">
            <a:spAutoFit/>
          </a:bodyPr>
          <a:lstStyle/>
          <a:p>
            <a:pPr>
              <a:defRPr/>
            </a:pPr>
            <a:r>
              <a:rPr lang="es-MX" sz="1333"/>
              <a:t>Diseño y adaptación </a:t>
            </a:r>
          </a:p>
          <a:p>
            <a:pPr>
              <a:defRPr/>
            </a:pPr>
            <a:r>
              <a:rPr lang="es-MX" sz="1333"/>
              <a:t>de la PMO</a:t>
            </a:r>
          </a:p>
        </p:txBody>
      </p:sp>
      <p:sp>
        <p:nvSpPr>
          <p:cNvPr id="172" name="CuadroTexto 171">
            <a:extLst>
              <a:ext uri="{FF2B5EF4-FFF2-40B4-BE49-F238E27FC236}">
                <a16:creationId xmlns:a16="http://schemas.microsoft.com/office/drawing/2014/main" id="{5C8389A0-8654-4016-9BAE-8A9F3C2D523B}"/>
              </a:ext>
            </a:extLst>
          </p:cNvPr>
          <p:cNvSpPr txBox="1"/>
          <p:nvPr/>
        </p:nvSpPr>
        <p:spPr>
          <a:xfrm>
            <a:off x="5798642" y="1511796"/>
            <a:ext cx="1388282" cy="297454"/>
          </a:xfrm>
          <a:prstGeom prst="rect">
            <a:avLst/>
          </a:prstGeom>
          <a:noFill/>
        </p:spPr>
        <p:txBody>
          <a:bodyPr wrap="square" rtlCol="0">
            <a:spAutoFit/>
          </a:bodyPr>
          <a:lstStyle/>
          <a:p>
            <a:pPr>
              <a:defRPr/>
            </a:pPr>
            <a:r>
              <a:rPr lang="es-419" sz="1333"/>
              <a:t>Master plan </a:t>
            </a:r>
          </a:p>
        </p:txBody>
      </p:sp>
      <p:grpSp>
        <p:nvGrpSpPr>
          <p:cNvPr id="274" name="Grupo 273">
            <a:extLst>
              <a:ext uri="{FF2B5EF4-FFF2-40B4-BE49-F238E27FC236}">
                <a16:creationId xmlns:a16="http://schemas.microsoft.com/office/drawing/2014/main" id="{E920008F-6E6F-538C-1981-0EEF237EEF5E}"/>
              </a:ext>
            </a:extLst>
          </p:cNvPr>
          <p:cNvGrpSpPr/>
          <p:nvPr/>
        </p:nvGrpSpPr>
        <p:grpSpPr>
          <a:xfrm>
            <a:off x="6809452" y="1470178"/>
            <a:ext cx="717594" cy="595091"/>
            <a:chOff x="-3350851" y="3580355"/>
            <a:chExt cx="2453733" cy="1703394"/>
          </a:xfrm>
        </p:grpSpPr>
        <p:sp>
          <p:nvSpPr>
            <p:cNvPr id="275" name="Rectangle 5">
              <a:extLst>
                <a:ext uri="{FF2B5EF4-FFF2-40B4-BE49-F238E27FC236}">
                  <a16:creationId xmlns:a16="http://schemas.microsoft.com/office/drawing/2014/main" id="{7DFA5512-DE96-366E-66F1-65C559C229FE}"/>
                </a:ext>
              </a:extLst>
            </p:cNvPr>
            <p:cNvSpPr>
              <a:spLocks noChangeArrowheads="1"/>
            </p:cNvSpPr>
            <p:nvPr/>
          </p:nvSpPr>
          <p:spPr bwMode="auto">
            <a:xfrm>
              <a:off x="-3350851" y="5114317"/>
              <a:ext cx="2453733" cy="1513"/>
            </a:xfrm>
            <a:prstGeom prst="rect">
              <a:avLst/>
            </a:prstGeom>
            <a:solidFill>
              <a:schemeClr val="bg2"/>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76" name="Rectangle 6">
              <a:extLst>
                <a:ext uri="{FF2B5EF4-FFF2-40B4-BE49-F238E27FC236}">
                  <a16:creationId xmlns:a16="http://schemas.microsoft.com/office/drawing/2014/main" id="{418EDDFC-FB35-19F9-4917-B60A82F1DC50}"/>
                </a:ext>
              </a:extLst>
            </p:cNvPr>
            <p:cNvSpPr>
              <a:spLocks noChangeArrowheads="1"/>
            </p:cNvSpPr>
            <p:nvPr/>
          </p:nvSpPr>
          <p:spPr bwMode="auto">
            <a:xfrm>
              <a:off x="-3350851" y="5114317"/>
              <a:ext cx="2453733" cy="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77" name="Rectangle 7">
              <a:extLst>
                <a:ext uri="{FF2B5EF4-FFF2-40B4-BE49-F238E27FC236}">
                  <a16:creationId xmlns:a16="http://schemas.microsoft.com/office/drawing/2014/main" id="{CD6B0995-086E-36F7-5D3C-DC7A5BEFA418}"/>
                </a:ext>
              </a:extLst>
            </p:cNvPr>
            <p:cNvSpPr>
              <a:spLocks noChangeArrowheads="1"/>
            </p:cNvSpPr>
            <p:nvPr/>
          </p:nvSpPr>
          <p:spPr bwMode="auto">
            <a:xfrm>
              <a:off x="-1403900" y="5192981"/>
              <a:ext cx="261712" cy="1513"/>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78" name="Rectangle 8">
              <a:extLst>
                <a:ext uri="{FF2B5EF4-FFF2-40B4-BE49-F238E27FC236}">
                  <a16:creationId xmlns:a16="http://schemas.microsoft.com/office/drawing/2014/main" id="{3280E9FA-0CF3-1F5C-0C5A-C3325206D1A4}"/>
                </a:ext>
              </a:extLst>
            </p:cNvPr>
            <p:cNvSpPr>
              <a:spLocks noChangeArrowheads="1"/>
            </p:cNvSpPr>
            <p:nvPr/>
          </p:nvSpPr>
          <p:spPr bwMode="auto">
            <a:xfrm>
              <a:off x="-1403900" y="5192981"/>
              <a:ext cx="261712" cy="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79" name="Rectangle 9">
              <a:extLst>
                <a:ext uri="{FF2B5EF4-FFF2-40B4-BE49-F238E27FC236}">
                  <a16:creationId xmlns:a16="http://schemas.microsoft.com/office/drawing/2014/main" id="{E24AE110-8072-7AD2-C106-D419DC6F2902}"/>
                </a:ext>
              </a:extLst>
            </p:cNvPr>
            <p:cNvSpPr>
              <a:spLocks noChangeArrowheads="1"/>
            </p:cNvSpPr>
            <p:nvPr/>
          </p:nvSpPr>
          <p:spPr bwMode="auto">
            <a:xfrm>
              <a:off x="-2013551" y="5176341"/>
              <a:ext cx="288942" cy="1513"/>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80" name="Rectangle 10">
              <a:extLst>
                <a:ext uri="{FF2B5EF4-FFF2-40B4-BE49-F238E27FC236}">
                  <a16:creationId xmlns:a16="http://schemas.microsoft.com/office/drawing/2014/main" id="{D86CBE50-2721-98BF-6676-41B9D60EFD7C}"/>
                </a:ext>
              </a:extLst>
            </p:cNvPr>
            <p:cNvSpPr>
              <a:spLocks noChangeArrowheads="1"/>
            </p:cNvSpPr>
            <p:nvPr/>
          </p:nvSpPr>
          <p:spPr bwMode="auto">
            <a:xfrm>
              <a:off x="-2013551" y="5176341"/>
              <a:ext cx="288942" cy="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81" name="Rectangle 11">
              <a:extLst>
                <a:ext uri="{FF2B5EF4-FFF2-40B4-BE49-F238E27FC236}">
                  <a16:creationId xmlns:a16="http://schemas.microsoft.com/office/drawing/2014/main" id="{FA1BB5E6-6F76-B9F7-478F-65D9E048C861}"/>
                </a:ext>
              </a:extLst>
            </p:cNvPr>
            <p:cNvSpPr>
              <a:spLocks noChangeArrowheads="1"/>
            </p:cNvSpPr>
            <p:nvPr/>
          </p:nvSpPr>
          <p:spPr bwMode="auto">
            <a:xfrm>
              <a:off x="-1485590" y="5170290"/>
              <a:ext cx="95306" cy="1513"/>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82" name="Rectangle 12">
              <a:extLst>
                <a:ext uri="{FF2B5EF4-FFF2-40B4-BE49-F238E27FC236}">
                  <a16:creationId xmlns:a16="http://schemas.microsoft.com/office/drawing/2014/main" id="{D8195CA3-D1FA-D806-D7FF-438DF29A49F4}"/>
                </a:ext>
              </a:extLst>
            </p:cNvPr>
            <p:cNvSpPr>
              <a:spLocks noChangeArrowheads="1"/>
            </p:cNvSpPr>
            <p:nvPr/>
          </p:nvSpPr>
          <p:spPr bwMode="auto">
            <a:xfrm>
              <a:off x="-1485590" y="5170290"/>
              <a:ext cx="95306" cy="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83" name="Rectangle 13">
              <a:extLst>
                <a:ext uri="{FF2B5EF4-FFF2-40B4-BE49-F238E27FC236}">
                  <a16:creationId xmlns:a16="http://schemas.microsoft.com/office/drawing/2014/main" id="{16184153-6D10-BB96-A5C2-E95F16F38463}"/>
                </a:ext>
              </a:extLst>
            </p:cNvPr>
            <p:cNvSpPr>
              <a:spLocks noChangeArrowheads="1"/>
            </p:cNvSpPr>
            <p:nvPr/>
          </p:nvSpPr>
          <p:spPr bwMode="auto">
            <a:xfrm>
              <a:off x="-2857684" y="5156675"/>
              <a:ext cx="211790" cy="1513"/>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84" name="Rectangle 14">
              <a:extLst>
                <a:ext uri="{FF2B5EF4-FFF2-40B4-BE49-F238E27FC236}">
                  <a16:creationId xmlns:a16="http://schemas.microsoft.com/office/drawing/2014/main" id="{6B75ABB9-E4F0-8935-07BA-6CE996E2802E}"/>
                </a:ext>
              </a:extLst>
            </p:cNvPr>
            <p:cNvSpPr>
              <a:spLocks noChangeArrowheads="1"/>
            </p:cNvSpPr>
            <p:nvPr/>
          </p:nvSpPr>
          <p:spPr bwMode="auto">
            <a:xfrm>
              <a:off x="-2857684" y="5156675"/>
              <a:ext cx="211790" cy="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85" name="Rectangle 15">
              <a:extLst>
                <a:ext uri="{FF2B5EF4-FFF2-40B4-BE49-F238E27FC236}">
                  <a16:creationId xmlns:a16="http://schemas.microsoft.com/office/drawing/2014/main" id="{C576FF7B-CF54-0B46-F6BF-791378188363}"/>
                </a:ext>
              </a:extLst>
            </p:cNvPr>
            <p:cNvSpPr>
              <a:spLocks noChangeArrowheads="1"/>
            </p:cNvSpPr>
            <p:nvPr/>
          </p:nvSpPr>
          <p:spPr bwMode="auto">
            <a:xfrm>
              <a:off x="-2960553" y="5156675"/>
              <a:ext cx="75639" cy="1513"/>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86" name="Oval 25">
              <a:extLst>
                <a:ext uri="{FF2B5EF4-FFF2-40B4-BE49-F238E27FC236}">
                  <a16:creationId xmlns:a16="http://schemas.microsoft.com/office/drawing/2014/main" id="{88512385-E498-D253-70C8-29C604F53E37}"/>
                </a:ext>
              </a:extLst>
            </p:cNvPr>
            <p:cNvSpPr>
              <a:spLocks noChangeArrowheads="1"/>
            </p:cNvSpPr>
            <p:nvPr/>
          </p:nvSpPr>
          <p:spPr bwMode="auto">
            <a:xfrm>
              <a:off x="-1564255" y="3580355"/>
              <a:ext cx="341889" cy="341889"/>
            </a:xfrm>
            <a:prstGeom prst="ellipse">
              <a:avLst/>
            </a:prstGeom>
            <a:solidFill>
              <a:schemeClr val="accent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87" name="Freeform 26">
              <a:extLst>
                <a:ext uri="{FF2B5EF4-FFF2-40B4-BE49-F238E27FC236}">
                  <a16:creationId xmlns:a16="http://schemas.microsoft.com/office/drawing/2014/main" id="{2793C9A2-5F7E-F91F-BC61-0AB8BDC30864}"/>
                </a:ext>
              </a:extLst>
            </p:cNvPr>
            <p:cNvSpPr>
              <a:spLocks/>
            </p:cNvSpPr>
            <p:nvPr/>
          </p:nvSpPr>
          <p:spPr bwMode="auto">
            <a:xfrm>
              <a:off x="-1863785" y="3687763"/>
              <a:ext cx="506783" cy="81690"/>
            </a:xfrm>
            <a:custGeom>
              <a:avLst/>
              <a:gdLst>
                <a:gd name="T0" fmla="*/ 43 w 413"/>
                <a:gd name="T1" fmla="*/ 48 h 66"/>
                <a:gd name="T2" fmla="*/ 54 w 413"/>
                <a:gd name="T3" fmla="*/ 51 h 66"/>
                <a:gd name="T4" fmla="*/ 130 w 413"/>
                <a:gd name="T5" fmla="*/ 33 h 66"/>
                <a:gd name="T6" fmla="*/ 158 w 413"/>
                <a:gd name="T7" fmla="*/ 39 h 66"/>
                <a:gd name="T8" fmla="*/ 243 w 413"/>
                <a:gd name="T9" fmla="*/ 9 h 66"/>
                <a:gd name="T10" fmla="*/ 269 w 413"/>
                <a:gd name="T11" fmla="*/ 20 h 66"/>
                <a:gd name="T12" fmla="*/ 347 w 413"/>
                <a:gd name="T13" fmla="*/ 0 h 66"/>
                <a:gd name="T14" fmla="*/ 382 w 413"/>
                <a:gd name="T15" fmla="*/ 46 h 66"/>
                <a:gd name="T16" fmla="*/ 401 w 413"/>
                <a:gd name="T17" fmla="*/ 66 h 66"/>
                <a:gd name="T18" fmla="*/ 0 w 413"/>
                <a:gd name="T19" fmla="*/ 66 h 66"/>
                <a:gd name="T20" fmla="*/ 2 w 413"/>
                <a:gd name="T21" fmla="*/ 64 h 66"/>
                <a:gd name="T22" fmla="*/ 43 w 413"/>
                <a:gd name="T23" fmla="*/ 4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13" h="66">
                  <a:moveTo>
                    <a:pt x="43" y="48"/>
                  </a:moveTo>
                  <a:cubicBezTo>
                    <a:pt x="48" y="48"/>
                    <a:pt x="51" y="49"/>
                    <a:pt x="54" y="51"/>
                  </a:cubicBezTo>
                  <a:cubicBezTo>
                    <a:pt x="78" y="39"/>
                    <a:pt x="107" y="32"/>
                    <a:pt x="130" y="33"/>
                  </a:cubicBezTo>
                  <a:cubicBezTo>
                    <a:pt x="142" y="33"/>
                    <a:pt x="152" y="35"/>
                    <a:pt x="158" y="39"/>
                  </a:cubicBezTo>
                  <a:cubicBezTo>
                    <a:pt x="184" y="22"/>
                    <a:pt x="218" y="9"/>
                    <a:pt x="243" y="9"/>
                  </a:cubicBezTo>
                  <a:cubicBezTo>
                    <a:pt x="257" y="9"/>
                    <a:pt x="266" y="13"/>
                    <a:pt x="269" y="20"/>
                  </a:cubicBezTo>
                  <a:cubicBezTo>
                    <a:pt x="296" y="8"/>
                    <a:pt x="324" y="0"/>
                    <a:pt x="347" y="0"/>
                  </a:cubicBezTo>
                  <a:cubicBezTo>
                    <a:pt x="383" y="0"/>
                    <a:pt x="395" y="19"/>
                    <a:pt x="382" y="46"/>
                  </a:cubicBezTo>
                  <a:cubicBezTo>
                    <a:pt x="399" y="46"/>
                    <a:pt x="413" y="56"/>
                    <a:pt x="401" y="66"/>
                  </a:cubicBezTo>
                  <a:cubicBezTo>
                    <a:pt x="0" y="66"/>
                    <a:pt x="0" y="66"/>
                    <a:pt x="0" y="66"/>
                  </a:cubicBezTo>
                  <a:cubicBezTo>
                    <a:pt x="1" y="65"/>
                    <a:pt x="1" y="65"/>
                    <a:pt x="2" y="64"/>
                  </a:cubicBezTo>
                  <a:cubicBezTo>
                    <a:pt x="11" y="55"/>
                    <a:pt x="29" y="47"/>
                    <a:pt x="43" y="48"/>
                  </a:cubicBezTo>
                </a:path>
              </a:pathLst>
            </a:custGeom>
            <a:solidFill>
              <a:schemeClr val="accent5">
                <a:lumMod val="20000"/>
                <a:lumOff val="80000"/>
              </a:schemeClr>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88" name="Freeform 27">
              <a:extLst>
                <a:ext uri="{FF2B5EF4-FFF2-40B4-BE49-F238E27FC236}">
                  <a16:creationId xmlns:a16="http://schemas.microsoft.com/office/drawing/2014/main" id="{C9DE5CD2-3A83-679B-9F6E-DDFB4DE474FD}"/>
                </a:ext>
              </a:extLst>
            </p:cNvPr>
            <p:cNvSpPr>
              <a:spLocks/>
            </p:cNvSpPr>
            <p:nvPr/>
          </p:nvSpPr>
          <p:spPr bwMode="auto">
            <a:xfrm>
              <a:off x="-1512820" y="3979730"/>
              <a:ext cx="344914" cy="54460"/>
            </a:xfrm>
            <a:custGeom>
              <a:avLst/>
              <a:gdLst>
                <a:gd name="T0" fmla="*/ 23 w 281"/>
                <a:gd name="T1" fmla="*/ 34 h 45"/>
                <a:gd name="T2" fmla="*/ 30 w 281"/>
                <a:gd name="T3" fmla="*/ 37 h 45"/>
                <a:gd name="T4" fmla="*/ 75 w 281"/>
                <a:gd name="T5" fmla="*/ 24 h 45"/>
                <a:gd name="T6" fmla="*/ 91 w 281"/>
                <a:gd name="T7" fmla="*/ 29 h 45"/>
                <a:gd name="T8" fmla="*/ 91 w 281"/>
                <a:gd name="T9" fmla="*/ 29 h 45"/>
                <a:gd name="T10" fmla="*/ 142 w 281"/>
                <a:gd name="T11" fmla="*/ 6 h 45"/>
                <a:gd name="T12" fmla="*/ 157 w 281"/>
                <a:gd name="T13" fmla="*/ 14 h 45"/>
                <a:gd name="T14" fmla="*/ 203 w 281"/>
                <a:gd name="T15" fmla="*/ 0 h 45"/>
                <a:gd name="T16" fmla="*/ 225 w 281"/>
                <a:gd name="T17" fmla="*/ 21 h 45"/>
                <a:gd name="T18" fmla="*/ 247 w 281"/>
                <a:gd name="T19" fmla="*/ 15 h 45"/>
                <a:gd name="T20" fmla="*/ 260 w 281"/>
                <a:gd name="T21" fmla="*/ 26 h 45"/>
                <a:gd name="T22" fmla="*/ 262 w 281"/>
                <a:gd name="T23" fmla="*/ 26 h 45"/>
                <a:gd name="T24" fmla="*/ 275 w 281"/>
                <a:gd name="T25" fmla="*/ 45 h 45"/>
                <a:gd name="T26" fmla="*/ 0 w 281"/>
                <a:gd name="T27" fmla="*/ 45 h 45"/>
                <a:gd name="T28" fmla="*/ 23 w 281"/>
                <a:gd name="T29" fmla="*/ 3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1" h="45">
                  <a:moveTo>
                    <a:pt x="23" y="34"/>
                  </a:moveTo>
                  <a:cubicBezTo>
                    <a:pt x="26" y="35"/>
                    <a:pt x="28" y="36"/>
                    <a:pt x="30" y="37"/>
                  </a:cubicBezTo>
                  <a:cubicBezTo>
                    <a:pt x="45" y="28"/>
                    <a:pt x="61" y="23"/>
                    <a:pt x="75" y="24"/>
                  </a:cubicBezTo>
                  <a:cubicBezTo>
                    <a:pt x="82" y="24"/>
                    <a:pt x="88" y="26"/>
                    <a:pt x="91" y="29"/>
                  </a:cubicBezTo>
                  <a:cubicBezTo>
                    <a:pt x="91" y="29"/>
                    <a:pt x="91" y="29"/>
                    <a:pt x="91" y="29"/>
                  </a:cubicBezTo>
                  <a:cubicBezTo>
                    <a:pt x="107" y="16"/>
                    <a:pt x="128" y="6"/>
                    <a:pt x="142" y="6"/>
                  </a:cubicBezTo>
                  <a:cubicBezTo>
                    <a:pt x="150" y="6"/>
                    <a:pt x="155" y="9"/>
                    <a:pt x="157" y="14"/>
                  </a:cubicBezTo>
                  <a:cubicBezTo>
                    <a:pt x="173" y="6"/>
                    <a:pt x="190" y="0"/>
                    <a:pt x="203" y="0"/>
                  </a:cubicBezTo>
                  <a:cubicBezTo>
                    <a:pt x="220" y="0"/>
                    <a:pt x="227" y="8"/>
                    <a:pt x="225" y="21"/>
                  </a:cubicBezTo>
                  <a:cubicBezTo>
                    <a:pt x="233" y="17"/>
                    <a:pt x="241" y="15"/>
                    <a:pt x="247" y="15"/>
                  </a:cubicBezTo>
                  <a:cubicBezTo>
                    <a:pt x="256" y="15"/>
                    <a:pt x="260" y="19"/>
                    <a:pt x="260" y="26"/>
                  </a:cubicBezTo>
                  <a:cubicBezTo>
                    <a:pt x="261" y="26"/>
                    <a:pt x="261" y="26"/>
                    <a:pt x="262" y="26"/>
                  </a:cubicBezTo>
                  <a:cubicBezTo>
                    <a:pt x="276" y="27"/>
                    <a:pt x="281" y="36"/>
                    <a:pt x="275" y="45"/>
                  </a:cubicBezTo>
                  <a:cubicBezTo>
                    <a:pt x="0" y="45"/>
                    <a:pt x="0" y="45"/>
                    <a:pt x="0" y="45"/>
                  </a:cubicBezTo>
                  <a:cubicBezTo>
                    <a:pt x="6" y="39"/>
                    <a:pt x="16" y="34"/>
                    <a:pt x="23" y="34"/>
                  </a:cubicBezTo>
                  <a:close/>
                </a:path>
              </a:pathLst>
            </a:custGeom>
            <a:solidFill>
              <a:schemeClr val="accent5">
                <a:lumMod val="20000"/>
                <a:lumOff val="80000"/>
              </a:schemeClr>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89" name="Freeform 31">
              <a:extLst>
                <a:ext uri="{FF2B5EF4-FFF2-40B4-BE49-F238E27FC236}">
                  <a16:creationId xmlns:a16="http://schemas.microsoft.com/office/drawing/2014/main" id="{B2576F5B-89AA-D511-5014-449BD359E2F1}"/>
                </a:ext>
              </a:extLst>
            </p:cNvPr>
            <p:cNvSpPr>
              <a:spLocks/>
            </p:cNvSpPr>
            <p:nvPr/>
          </p:nvSpPr>
          <p:spPr bwMode="auto">
            <a:xfrm>
              <a:off x="-2189034" y="4011499"/>
              <a:ext cx="927336" cy="1267712"/>
            </a:xfrm>
            <a:custGeom>
              <a:avLst/>
              <a:gdLst>
                <a:gd name="T0" fmla="*/ 449 w 756"/>
                <a:gd name="T1" fmla="*/ 0 h 1032"/>
                <a:gd name="T2" fmla="*/ 307 w 756"/>
                <a:gd name="T3" fmla="*/ 0 h 1032"/>
                <a:gd name="T4" fmla="*/ 10 w 756"/>
                <a:gd name="T5" fmla="*/ 967 h 1032"/>
                <a:gd name="T6" fmla="*/ 58 w 756"/>
                <a:gd name="T7" fmla="*/ 1032 h 1032"/>
                <a:gd name="T8" fmla="*/ 697 w 756"/>
                <a:gd name="T9" fmla="*/ 1032 h 1032"/>
                <a:gd name="T10" fmla="*/ 746 w 756"/>
                <a:gd name="T11" fmla="*/ 967 h 1032"/>
                <a:gd name="T12" fmla="*/ 449 w 756"/>
                <a:gd name="T13" fmla="*/ 0 h 1032"/>
              </a:gdLst>
              <a:ahLst/>
              <a:cxnLst>
                <a:cxn ang="0">
                  <a:pos x="T0" y="T1"/>
                </a:cxn>
                <a:cxn ang="0">
                  <a:pos x="T2" y="T3"/>
                </a:cxn>
                <a:cxn ang="0">
                  <a:pos x="T4" y="T5"/>
                </a:cxn>
                <a:cxn ang="0">
                  <a:pos x="T6" y="T7"/>
                </a:cxn>
                <a:cxn ang="0">
                  <a:pos x="T8" y="T9"/>
                </a:cxn>
                <a:cxn ang="0">
                  <a:pos x="T10" y="T11"/>
                </a:cxn>
                <a:cxn ang="0">
                  <a:pos x="T12" y="T13"/>
                </a:cxn>
              </a:cxnLst>
              <a:rect l="0" t="0" r="r" b="b"/>
              <a:pathLst>
                <a:path w="756" h="1032">
                  <a:moveTo>
                    <a:pt x="449" y="0"/>
                  </a:moveTo>
                  <a:cubicBezTo>
                    <a:pt x="307" y="0"/>
                    <a:pt x="307" y="0"/>
                    <a:pt x="307" y="0"/>
                  </a:cubicBezTo>
                  <a:cubicBezTo>
                    <a:pt x="10" y="967"/>
                    <a:pt x="10" y="967"/>
                    <a:pt x="10" y="967"/>
                  </a:cubicBezTo>
                  <a:cubicBezTo>
                    <a:pt x="0" y="999"/>
                    <a:pt x="24" y="1032"/>
                    <a:pt x="58" y="1032"/>
                  </a:cubicBezTo>
                  <a:cubicBezTo>
                    <a:pt x="697" y="1032"/>
                    <a:pt x="697" y="1032"/>
                    <a:pt x="697" y="1032"/>
                  </a:cubicBezTo>
                  <a:cubicBezTo>
                    <a:pt x="731" y="1032"/>
                    <a:pt x="756" y="999"/>
                    <a:pt x="746" y="967"/>
                  </a:cubicBezTo>
                  <a:cubicBezTo>
                    <a:pt x="449" y="0"/>
                    <a:pt x="449" y="0"/>
                    <a:pt x="449" y="0"/>
                  </a:cubicBezTo>
                </a:path>
              </a:pathLst>
            </a:custGeom>
            <a:solidFill>
              <a:srgbClr val="9CD4C7"/>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90" name="Freeform 32">
              <a:extLst>
                <a:ext uri="{FF2B5EF4-FFF2-40B4-BE49-F238E27FC236}">
                  <a16:creationId xmlns:a16="http://schemas.microsoft.com/office/drawing/2014/main" id="{7C47FDE8-C569-85D5-B8BD-967408FCF9C1}"/>
                </a:ext>
              </a:extLst>
            </p:cNvPr>
            <p:cNvSpPr>
              <a:spLocks/>
            </p:cNvSpPr>
            <p:nvPr/>
          </p:nvSpPr>
          <p:spPr bwMode="auto">
            <a:xfrm>
              <a:off x="-1835043" y="4309516"/>
              <a:ext cx="564268" cy="969694"/>
            </a:xfrm>
            <a:custGeom>
              <a:avLst/>
              <a:gdLst>
                <a:gd name="T0" fmla="*/ 82 w 460"/>
                <a:gd name="T1" fmla="*/ 0 h 789"/>
                <a:gd name="T2" fmla="*/ 67 w 460"/>
                <a:gd name="T3" fmla="*/ 22 h 789"/>
                <a:gd name="T4" fmla="*/ 0 w 460"/>
                <a:gd name="T5" fmla="*/ 789 h 789"/>
                <a:gd name="T6" fmla="*/ 409 w 460"/>
                <a:gd name="T7" fmla="*/ 789 h 789"/>
                <a:gd name="T8" fmla="*/ 460 w 460"/>
                <a:gd name="T9" fmla="*/ 739 h 789"/>
                <a:gd name="T10" fmla="*/ 460 w 460"/>
                <a:gd name="T11" fmla="*/ 739 h 789"/>
                <a:gd name="T12" fmla="*/ 409 w 460"/>
                <a:gd name="T13" fmla="*/ 789 h 789"/>
                <a:gd name="T14" fmla="*/ 229 w 460"/>
                <a:gd name="T15" fmla="*/ 789 h 789"/>
                <a:gd name="T16" fmla="*/ 152 w 460"/>
                <a:gd name="T17" fmla="*/ 3 h 789"/>
                <a:gd name="T18" fmla="*/ 123 w 460"/>
                <a:gd name="T19" fmla="*/ 71 h 789"/>
                <a:gd name="T20" fmla="*/ 82 w 460"/>
                <a:gd name="T21" fmla="*/ 0 h 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0" h="789">
                  <a:moveTo>
                    <a:pt x="82" y="0"/>
                  </a:moveTo>
                  <a:cubicBezTo>
                    <a:pt x="67" y="22"/>
                    <a:pt x="67" y="22"/>
                    <a:pt x="67" y="22"/>
                  </a:cubicBezTo>
                  <a:cubicBezTo>
                    <a:pt x="0" y="789"/>
                    <a:pt x="0" y="789"/>
                    <a:pt x="0" y="789"/>
                  </a:cubicBezTo>
                  <a:cubicBezTo>
                    <a:pt x="409" y="789"/>
                    <a:pt x="409" y="789"/>
                    <a:pt x="409" y="789"/>
                  </a:cubicBezTo>
                  <a:cubicBezTo>
                    <a:pt x="438" y="789"/>
                    <a:pt x="460" y="766"/>
                    <a:pt x="460" y="739"/>
                  </a:cubicBezTo>
                  <a:cubicBezTo>
                    <a:pt x="460" y="739"/>
                    <a:pt x="460" y="739"/>
                    <a:pt x="460" y="739"/>
                  </a:cubicBezTo>
                  <a:cubicBezTo>
                    <a:pt x="460" y="766"/>
                    <a:pt x="438" y="789"/>
                    <a:pt x="409" y="789"/>
                  </a:cubicBezTo>
                  <a:cubicBezTo>
                    <a:pt x="229" y="789"/>
                    <a:pt x="229" y="789"/>
                    <a:pt x="229" y="789"/>
                  </a:cubicBezTo>
                  <a:cubicBezTo>
                    <a:pt x="152" y="3"/>
                    <a:pt x="152" y="3"/>
                    <a:pt x="152" y="3"/>
                  </a:cubicBezTo>
                  <a:cubicBezTo>
                    <a:pt x="123" y="71"/>
                    <a:pt x="123" y="71"/>
                    <a:pt x="123" y="71"/>
                  </a:cubicBezTo>
                  <a:cubicBezTo>
                    <a:pt x="82" y="0"/>
                    <a:pt x="82" y="0"/>
                    <a:pt x="82" y="0"/>
                  </a:cubicBezTo>
                </a:path>
              </a:pathLst>
            </a:custGeom>
            <a:solidFill>
              <a:schemeClr val="accent4"/>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91" name="Freeform 33">
              <a:extLst>
                <a:ext uri="{FF2B5EF4-FFF2-40B4-BE49-F238E27FC236}">
                  <a16:creationId xmlns:a16="http://schemas.microsoft.com/office/drawing/2014/main" id="{9BD6A87B-6CD7-42C1-80ED-7070B8CEAA52}"/>
                </a:ext>
              </a:extLst>
            </p:cNvPr>
            <p:cNvSpPr>
              <a:spLocks/>
            </p:cNvSpPr>
            <p:nvPr/>
          </p:nvSpPr>
          <p:spPr bwMode="auto">
            <a:xfrm>
              <a:off x="-1648970" y="4265646"/>
              <a:ext cx="378196" cy="1013564"/>
            </a:xfrm>
            <a:custGeom>
              <a:avLst/>
              <a:gdLst>
                <a:gd name="T0" fmla="*/ 73 w 308"/>
                <a:gd name="T1" fmla="*/ 0 h 825"/>
                <a:gd name="T2" fmla="*/ 62 w 308"/>
                <a:gd name="T3" fmla="*/ 49 h 825"/>
                <a:gd name="T4" fmla="*/ 15 w 308"/>
                <a:gd name="T5" fmla="*/ 5 h 825"/>
                <a:gd name="T6" fmla="*/ 0 w 308"/>
                <a:gd name="T7" fmla="*/ 39 h 825"/>
                <a:gd name="T8" fmla="*/ 77 w 308"/>
                <a:gd name="T9" fmla="*/ 825 h 825"/>
                <a:gd name="T10" fmla="*/ 257 w 308"/>
                <a:gd name="T11" fmla="*/ 825 h 825"/>
                <a:gd name="T12" fmla="*/ 308 w 308"/>
                <a:gd name="T13" fmla="*/ 775 h 825"/>
                <a:gd name="T14" fmla="*/ 306 w 308"/>
                <a:gd name="T15" fmla="*/ 760 h 825"/>
                <a:gd name="T16" fmla="*/ 304 w 308"/>
                <a:gd name="T17" fmla="*/ 756 h 825"/>
                <a:gd name="T18" fmla="*/ 304 w 308"/>
                <a:gd name="T19" fmla="*/ 755 h 825"/>
                <a:gd name="T20" fmla="*/ 285 w 308"/>
                <a:gd name="T21" fmla="*/ 692 h 825"/>
                <a:gd name="T22" fmla="*/ 284 w 308"/>
                <a:gd name="T23" fmla="*/ 691 h 825"/>
                <a:gd name="T24" fmla="*/ 73 w 308"/>
                <a:gd name="T25" fmla="*/ 0 h 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8" h="825">
                  <a:moveTo>
                    <a:pt x="73" y="0"/>
                  </a:moveTo>
                  <a:cubicBezTo>
                    <a:pt x="62" y="49"/>
                    <a:pt x="62" y="49"/>
                    <a:pt x="62" y="49"/>
                  </a:cubicBezTo>
                  <a:cubicBezTo>
                    <a:pt x="15" y="5"/>
                    <a:pt x="15" y="5"/>
                    <a:pt x="15" y="5"/>
                  </a:cubicBezTo>
                  <a:cubicBezTo>
                    <a:pt x="0" y="39"/>
                    <a:pt x="0" y="39"/>
                    <a:pt x="0" y="39"/>
                  </a:cubicBezTo>
                  <a:cubicBezTo>
                    <a:pt x="77" y="825"/>
                    <a:pt x="77" y="825"/>
                    <a:pt x="77" y="825"/>
                  </a:cubicBezTo>
                  <a:cubicBezTo>
                    <a:pt x="257" y="825"/>
                    <a:pt x="257" y="825"/>
                    <a:pt x="257" y="825"/>
                  </a:cubicBezTo>
                  <a:cubicBezTo>
                    <a:pt x="286" y="825"/>
                    <a:pt x="308" y="802"/>
                    <a:pt x="308" y="775"/>
                  </a:cubicBezTo>
                  <a:cubicBezTo>
                    <a:pt x="308" y="770"/>
                    <a:pt x="307" y="765"/>
                    <a:pt x="306" y="760"/>
                  </a:cubicBezTo>
                  <a:cubicBezTo>
                    <a:pt x="304" y="756"/>
                    <a:pt x="304" y="756"/>
                    <a:pt x="304" y="756"/>
                  </a:cubicBezTo>
                  <a:cubicBezTo>
                    <a:pt x="304" y="755"/>
                    <a:pt x="304" y="755"/>
                    <a:pt x="304" y="755"/>
                  </a:cubicBezTo>
                  <a:cubicBezTo>
                    <a:pt x="285" y="692"/>
                    <a:pt x="285" y="692"/>
                    <a:pt x="285" y="692"/>
                  </a:cubicBezTo>
                  <a:cubicBezTo>
                    <a:pt x="284" y="691"/>
                    <a:pt x="284" y="691"/>
                    <a:pt x="284" y="691"/>
                  </a:cubicBezTo>
                  <a:cubicBezTo>
                    <a:pt x="73" y="0"/>
                    <a:pt x="73" y="0"/>
                    <a:pt x="73" y="0"/>
                  </a:cubicBezTo>
                </a:path>
              </a:pathLst>
            </a:custGeom>
            <a:solidFill>
              <a:srgbClr val="65AB90"/>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92" name="Freeform 34">
              <a:extLst>
                <a:ext uri="{FF2B5EF4-FFF2-40B4-BE49-F238E27FC236}">
                  <a16:creationId xmlns:a16="http://schemas.microsoft.com/office/drawing/2014/main" id="{AE4FC5B8-7E47-124D-ECF7-B41E5330AC12}"/>
                </a:ext>
              </a:extLst>
            </p:cNvPr>
            <p:cNvSpPr>
              <a:spLocks/>
            </p:cNvSpPr>
            <p:nvPr/>
          </p:nvSpPr>
          <p:spPr bwMode="auto">
            <a:xfrm>
              <a:off x="-2178444" y="4264133"/>
              <a:ext cx="343402" cy="1015078"/>
            </a:xfrm>
            <a:custGeom>
              <a:avLst/>
              <a:gdLst>
                <a:gd name="T0" fmla="*/ 235 w 281"/>
                <a:gd name="T1" fmla="*/ 0 h 826"/>
                <a:gd name="T2" fmla="*/ 144 w 281"/>
                <a:gd name="T3" fmla="*/ 299 h 826"/>
                <a:gd name="T4" fmla="*/ 23 w 281"/>
                <a:gd name="T5" fmla="*/ 692 h 826"/>
                <a:gd name="T6" fmla="*/ 2 w 281"/>
                <a:gd name="T7" fmla="*/ 761 h 826"/>
                <a:gd name="T8" fmla="*/ 0 w 281"/>
                <a:gd name="T9" fmla="*/ 776 h 826"/>
                <a:gd name="T10" fmla="*/ 50 w 281"/>
                <a:gd name="T11" fmla="*/ 826 h 826"/>
                <a:gd name="T12" fmla="*/ 88 w 281"/>
                <a:gd name="T13" fmla="*/ 826 h 826"/>
                <a:gd name="T14" fmla="*/ 281 w 281"/>
                <a:gd name="T15" fmla="*/ 15 h 826"/>
                <a:gd name="T16" fmla="*/ 245 w 281"/>
                <a:gd name="T17" fmla="*/ 62 h 826"/>
                <a:gd name="T18" fmla="*/ 235 w 281"/>
                <a:gd name="T19" fmla="*/ 0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826">
                  <a:moveTo>
                    <a:pt x="235" y="0"/>
                  </a:moveTo>
                  <a:cubicBezTo>
                    <a:pt x="144" y="299"/>
                    <a:pt x="144" y="299"/>
                    <a:pt x="144" y="299"/>
                  </a:cubicBezTo>
                  <a:cubicBezTo>
                    <a:pt x="23" y="692"/>
                    <a:pt x="23" y="692"/>
                    <a:pt x="23" y="692"/>
                  </a:cubicBezTo>
                  <a:cubicBezTo>
                    <a:pt x="2" y="761"/>
                    <a:pt x="2" y="761"/>
                    <a:pt x="2" y="761"/>
                  </a:cubicBezTo>
                  <a:cubicBezTo>
                    <a:pt x="1" y="766"/>
                    <a:pt x="0" y="771"/>
                    <a:pt x="0" y="776"/>
                  </a:cubicBezTo>
                  <a:cubicBezTo>
                    <a:pt x="0" y="803"/>
                    <a:pt x="22" y="826"/>
                    <a:pt x="50" y="826"/>
                  </a:cubicBezTo>
                  <a:cubicBezTo>
                    <a:pt x="88" y="826"/>
                    <a:pt x="88" y="826"/>
                    <a:pt x="88" y="826"/>
                  </a:cubicBezTo>
                  <a:cubicBezTo>
                    <a:pt x="281" y="15"/>
                    <a:pt x="281" y="15"/>
                    <a:pt x="281" y="15"/>
                  </a:cubicBezTo>
                  <a:cubicBezTo>
                    <a:pt x="245" y="62"/>
                    <a:pt x="245" y="62"/>
                    <a:pt x="245" y="62"/>
                  </a:cubicBezTo>
                  <a:cubicBezTo>
                    <a:pt x="235" y="0"/>
                    <a:pt x="235" y="0"/>
                    <a:pt x="235" y="0"/>
                  </a:cubicBezTo>
                </a:path>
              </a:pathLst>
            </a:custGeom>
            <a:solidFill>
              <a:schemeClr val="accent4">
                <a:lumMod val="40000"/>
                <a:lumOff val="60000"/>
              </a:schemeClr>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93" name="Freeform 36">
              <a:extLst>
                <a:ext uri="{FF2B5EF4-FFF2-40B4-BE49-F238E27FC236}">
                  <a16:creationId xmlns:a16="http://schemas.microsoft.com/office/drawing/2014/main" id="{779EE7AC-E321-D217-F89C-DB23C6840288}"/>
                </a:ext>
              </a:extLst>
            </p:cNvPr>
            <p:cNvSpPr>
              <a:spLocks/>
            </p:cNvSpPr>
            <p:nvPr/>
          </p:nvSpPr>
          <p:spPr bwMode="auto">
            <a:xfrm>
              <a:off x="-1891772" y="3966874"/>
              <a:ext cx="334325" cy="432656"/>
            </a:xfrm>
            <a:custGeom>
              <a:avLst/>
              <a:gdLst>
                <a:gd name="T0" fmla="*/ 135 w 272"/>
                <a:gd name="T1" fmla="*/ 0 h 352"/>
                <a:gd name="T2" fmla="*/ 43 w 272"/>
                <a:gd name="T3" fmla="*/ 70 h 352"/>
                <a:gd name="T4" fmla="*/ 0 w 272"/>
                <a:gd name="T5" fmla="*/ 236 h 352"/>
                <a:gd name="T6" fmla="*/ 11 w 272"/>
                <a:gd name="T7" fmla="*/ 306 h 352"/>
                <a:gd name="T8" fmla="*/ 57 w 272"/>
                <a:gd name="T9" fmla="*/ 246 h 352"/>
                <a:gd name="T10" fmla="*/ 78 w 272"/>
                <a:gd name="T11" fmla="*/ 352 h 352"/>
                <a:gd name="T12" fmla="*/ 128 w 272"/>
                <a:gd name="T13" fmla="*/ 281 h 352"/>
                <a:gd name="T14" fmla="*/ 169 w 272"/>
                <a:gd name="T15" fmla="*/ 352 h 352"/>
                <a:gd name="T16" fmla="*/ 213 w 272"/>
                <a:gd name="T17" fmla="*/ 250 h 352"/>
                <a:gd name="T18" fmla="*/ 260 w 272"/>
                <a:gd name="T19" fmla="*/ 294 h 352"/>
                <a:gd name="T20" fmla="*/ 272 w 272"/>
                <a:gd name="T21" fmla="*/ 240 h 352"/>
                <a:gd name="T22" fmla="*/ 226 w 272"/>
                <a:gd name="T23" fmla="*/ 69 h 352"/>
                <a:gd name="T24" fmla="*/ 135 w 272"/>
                <a:gd name="T25" fmla="*/ 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2" h="352">
                  <a:moveTo>
                    <a:pt x="135" y="0"/>
                  </a:moveTo>
                  <a:cubicBezTo>
                    <a:pt x="92" y="0"/>
                    <a:pt x="54" y="29"/>
                    <a:pt x="43" y="70"/>
                  </a:cubicBezTo>
                  <a:cubicBezTo>
                    <a:pt x="0" y="236"/>
                    <a:pt x="0" y="236"/>
                    <a:pt x="0" y="236"/>
                  </a:cubicBezTo>
                  <a:cubicBezTo>
                    <a:pt x="11" y="306"/>
                    <a:pt x="11" y="306"/>
                    <a:pt x="11" y="306"/>
                  </a:cubicBezTo>
                  <a:cubicBezTo>
                    <a:pt x="57" y="246"/>
                    <a:pt x="57" y="246"/>
                    <a:pt x="57" y="246"/>
                  </a:cubicBezTo>
                  <a:cubicBezTo>
                    <a:pt x="78" y="352"/>
                    <a:pt x="78" y="352"/>
                    <a:pt x="78" y="352"/>
                  </a:cubicBezTo>
                  <a:cubicBezTo>
                    <a:pt x="128" y="281"/>
                    <a:pt x="128" y="281"/>
                    <a:pt x="128" y="281"/>
                  </a:cubicBezTo>
                  <a:cubicBezTo>
                    <a:pt x="169" y="352"/>
                    <a:pt x="169" y="352"/>
                    <a:pt x="169" y="352"/>
                  </a:cubicBezTo>
                  <a:cubicBezTo>
                    <a:pt x="213" y="250"/>
                    <a:pt x="213" y="250"/>
                    <a:pt x="213" y="250"/>
                  </a:cubicBezTo>
                  <a:cubicBezTo>
                    <a:pt x="260" y="294"/>
                    <a:pt x="260" y="294"/>
                    <a:pt x="260" y="294"/>
                  </a:cubicBezTo>
                  <a:cubicBezTo>
                    <a:pt x="272" y="240"/>
                    <a:pt x="272" y="240"/>
                    <a:pt x="272" y="240"/>
                  </a:cubicBezTo>
                  <a:cubicBezTo>
                    <a:pt x="226" y="69"/>
                    <a:pt x="226" y="69"/>
                    <a:pt x="226" y="69"/>
                  </a:cubicBezTo>
                  <a:cubicBezTo>
                    <a:pt x="215" y="28"/>
                    <a:pt x="177" y="0"/>
                    <a:pt x="135" y="0"/>
                  </a:cubicBezTo>
                </a:path>
              </a:pathLst>
            </a:custGeom>
            <a:solidFill>
              <a:schemeClr val="accent4">
                <a:lumMod val="20000"/>
                <a:lumOff val="80000"/>
              </a:schemeClr>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94" name="Freeform 37">
              <a:extLst>
                <a:ext uri="{FF2B5EF4-FFF2-40B4-BE49-F238E27FC236}">
                  <a16:creationId xmlns:a16="http://schemas.microsoft.com/office/drawing/2014/main" id="{ED49E0F2-06D5-005F-C248-A90BF9EC7F3E}"/>
                </a:ext>
              </a:extLst>
            </p:cNvPr>
            <p:cNvSpPr>
              <a:spLocks/>
            </p:cNvSpPr>
            <p:nvPr/>
          </p:nvSpPr>
          <p:spPr bwMode="auto">
            <a:xfrm>
              <a:off x="-1924297" y="3972166"/>
              <a:ext cx="335838" cy="1311583"/>
            </a:xfrm>
            <a:custGeom>
              <a:avLst/>
              <a:gdLst>
                <a:gd name="T0" fmla="*/ 72 w 274"/>
                <a:gd name="T1" fmla="*/ 1068 h 1068"/>
                <a:gd name="T2" fmla="*/ 68 w 274"/>
                <a:gd name="T3" fmla="*/ 1066 h 1068"/>
                <a:gd name="T4" fmla="*/ 0 w 274"/>
                <a:gd name="T5" fmla="*/ 919 h 1068"/>
                <a:gd name="T6" fmla="*/ 1 w 274"/>
                <a:gd name="T7" fmla="*/ 914 h 1068"/>
                <a:gd name="T8" fmla="*/ 265 w 274"/>
                <a:gd name="T9" fmla="*/ 667 h 1068"/>
                <a:gd name="T10" fmla="*/ 101 w 274"/>
                <a:gd name="T11" fmla="*/ 347 h 1068"/>
                <a:gd name="T12" fmla="*/ 101 w 274"/>
                <a:gd name="T13" fmla="*/ 345 h 1068"/>
                <a:gd name="T14" fmla="*/ 158 w 274"/>
                <a:gd name="T15" fmla="*/ 4 h 1068"/>
                <a:gd name="T16" fmla="*/ 163 w 274"/>
                <a:gd name="T17" fmla="*/ 0 h 1068"/>
                <a:gd name="T18" fmla="*/ 166 w 274"/>
                <a:gd name="T19" fmla="*/ 5 h 1068"/>
                <a:gd name="T20" fmla="*/ 109 w 274"/>
                <a:gd name="T21" fmla="*/ 345 h 1068"/>
                <a:gd name="T22" fmla="*/ 274 w 274"/>
                <a:gd name="T23" fmla="*/ 666 h 1068"/>
                <a:gd name="T24" fmla="*/ 273 w 274"/>
                <a:gd name="T25" fmla="*/ 671 h 1068"/>
                <a:gd name="T26" fmla="*/ 9 w 274"/>
                <a:gd name="T27" fmla="*/ 918 h 1068"/>
                <a:gd name="T28" fmla="*/ 75 w 274"/>
                <a:gd name="T29" fmla="*/ 1062 h 1068"/>
                <a:gd name="T30" fmla="*/ 73 w 274"/>
                <a:gd name="T31" fmla="*/ 1068 h 1068"/>
                <a:gd name="T32" fmla="*/ 72 w 274"/>
                <a:gd name="T33" fmla="*/ 1068 h 10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4" h="1068">
                  <a:moveTo>
                    <a:pt x="72" y="1068"/>
                  </a:moveTo>
                  <a:cubicBezTo>
                    <a:pt x="70" y="1068"/>
                    <a:pt x="69" y="1067"/>
                    <a:pt x="68" y="1066"/>
                  </a:cubicBezTo>
                  <a:cubicBezTo>
                    <a:pt x="0" y="919"/>
                    <a:pt x="0" y="919"/>
                    <a:pt x="0" y="919"/>
                  </a:cubicBezTo>
                  <a:cubicBezTo>
                    <a:pt x="0" y="917"/>
                    <a:pt x="0" y="915"/>
                    <a:pt x="1" y="914"/>
                  </a:cubicBezTo>
                  <a:cubicBezTo>
                    <a:pt x="265" y="667"/>
                    <a:pt x="265" y="667"/>
                    <a:pt x="265" y="667"/>
                  </a:cubicBezTo>
                  <a:cubicBezTo>
                    <a:pt x="101" y="347"/>
                    <a:pt x="101" y="347"/>
                    <a:pt x="101" y="347"/>
                  </a:cubicBezTo>
                  <a:cubicBezTo>
                    <a:pt x="101" y="347"/>
                    <a:pt x="101" y="346"/>
                    <a:pt x="101" y="345"/>
                  </a:cubicBezTo>
                  <a:cubicBezTo>
                    <a:pt x="158" y="4"/>
                    <a:pt x="158" y="4"/>
                    <a:pt x="158" y="4"/>
                  </a:cubicBezTo>
                  <a:cubicBezTo>
                    <a:pt x="158" y="1"/>
                    <a:pt x="160" y="0"/>
                    <a:pt x="163" y="0"/>
                  </a:cubicBezTo>
                  <a:cubicBezTo>
                    <a:pt x="165" y="1"/>
                    <a:pt x="166" y="3"/>
                    <a:pt x="166" y="5"/>
                  </a:cubicBezTo>
                  <a:cubicBezTo>
                    <a:pt x="109" y="345"/>
                    <a:pt x="109" y="345"/>
                    <a:pt x="109" y="345"/>
                  </a:cubicBezTo>
                  <a:cubicBezTo>
                    <a:pt x="274" y="666"/>
                    <a:pt x="274" y="666"/>
                    <a:pt x="274" y="666"/>
                  </a:cubicBezTo>
                  <a:cubicBezTo>
                    <a:pt x="274" y="668"/>
                    <a:pt x="274" y="669"/>
                    <a:pt x="273" y="671"/>
                  </a:cubicBezTo>
                  <a:cubicBezTo>
                    <a:pt x="9" y="918"/>
                    <a:pt x="9" y="918"/>
                    <a:pt x="9" y="918"/>
                  </a:cubicBezTo>
                  <a:cubicBezTo>
                    <a:pt x="75" y="1062"/>
                    <a:pt x="75" y="1062"/>
                    <a:pt x="75" y="1062"/>
                  </a:cubicBezTo>
                  <a:cubicBezTo>
                    <a:pt x="76" y="1064"/>
                    <a:pt x="75" y="1067"/>
                    <a:pt x="73" y="1068"/>
                  </a:cubicBezTo>
                  <a:cubicBezTo>
                    <a:pt x="73" y="1068"/>
                    <a:pt x="72" y="1068"/>
                    <a:pt x="72" y="106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95" name="Oval 38">
              <a:extLst>
                <a:ext uri="{FF2B5EF4-FFF2-40B4-BE49-F238E27FC236}">
                  <a16:creationId xmlns:a16="http://schemas.microsoft.com/office/drawing/2014/main" id="{1690BD3C-CB2F-26BB-D44D-53D5264D7B38}"/>
                </a:ext>
              </a:extLst>
            </p:cNvPr>
            <p:cNvSpPr>
              <a:spLocks noChangeArrowheads="1"/>
            </p:cNvSpPr>
            <p:nvPr/>
          </p:nvSpPr>
          <p:spPr bwMode="auto">
            <a:xfrm>
              <a:off x="-1642919" y="4742172"/>
              <a:ext cx="99844" cy="99844"/>
            </a:xfrm>
            <a:prstGeom prst="ellipse">
              <a:avLst/>
            </a:prstGeom>
            <a:solidFill>
              <a:schemeClr val="tx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96" name="Freeform 39">
              <a:extLst>
                <a:ext uri="{FF2B5EF4-FFF2-40B4-BE49-F238E27FC236}">
                  <a16:creationId xmlns:a16="http://schemas.microsoft.com/office/drawing/2014/main" id="{C1CA9609-CE2E-834D-9CB2-838ECDB0AFE7}"/>
                </a:ext>
              </a:extLst>
            </p:cNvPr>
            <p:cNvSpPr>
              <a:spLocks noEditPoints="1"/>
            </p:cNvSpPr>
            <p:nvPr/>
          </p:nvSpPr>
          <p:spPr bwMode="auto">
            <a:xfrm>
              <a:off x="-1647458" y="4737634"/>
              <a:ext cx="110434" cy="108920"/>
            </a:xfrm>
            <a:custGeom>
              <a:avLst/>
              <a:gdLst>
                <a:gd name="T0" fmla="*/ 45 w 90"/>
                <a:gd name="T1" fmla="*/ 89 h 89"/>
                <a:gd name="T2" fmla="*/ 0 w 90"/>
                <a:gd name="T3" fmla="*/ 45 h 89"/>
                <a:gd name="T4" fmla="*/ 45 w 90"/>
                <a:gd name="T5" fmla="*/ 0 h 89"/>
                <a:gd name="T6" fmla="*/ 90 w 90"/>
                <a:gd name="T7" fmla="*/ 45 h 89"/>
                <a:gd name="T8" fmla="*/ 45 w 90"/>
                <a:gd name="T9" fmla="*/ 89 h 89"/>
                <a:gd name="T10" fmla="*/ 45 w 90"/>
                <a:gd name="T11" fmla="*/ 8 h 89"/>
                <a:gd name="T12" fmla="*/ 8 w 90"/>
                <a:gd name="T13" fmla="*/ 45 h 89"/>
                <a:gd name="T14" fmla="*/ 45 w 90"/>
                <a:gd name="T15" fmla="*/ 81 h 89"/>
                <a:gd name="T16" fmla="*/ 82 w 90"/>
                <a:gd name="T17" fmla="*/ 45 h 89"/>
                <a:gd name="T18" fmla="*/ 45 w 90"/>
                <a:gd name="T19" fmla="*/ 8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89">
                  <a:moveTo>
                    <a:pt x="45" y="89"/>
                  </a:moveTo>
                  <a:cubicBezTo>
                    <a:pt x="20" y="89"/>
                    <a:pt x="0" y="69"/>
                    <a:pt x="0" y="45"/>
                  </a:cubicBezTo>
                  <a:cubicBezTo>
                    <a:pt x="0" y="20"/>
                    <a:pt x="20" y="0"/>
                    <a:pt x="45" y="0"/>
                  </a:cubicBezTo>
                  <a:cubicBezTo>
                    <a:pt x="70" y="0"/>
                    <a:pt x="90" y="20"/>
                    <a:pt x="90" y="45"/>
                  </a:cubicBezTo>
                  <a:cubicBezTo>
                    <a:pt x="90" y="69"/>
                    <a:pt x="70" y="89"/>
                    <a:pt x="45" y="89"/>
                  </a:cubicBezTo>
                  <a:close/>
                  <a:moveTo>
                    <a:pt x="45" y="8"/>
                  </a:moveTo>
                  <a:cubicBezTo>
                    <a:pt x="25" y="8"/>
                    <a:pt x="8" y="25"/>
                    <a:pt x="8" y="45"/>
                  </a:cubicBezTo>
                  <a:cubicBezTo>
                    <a:pt x="8" y="65"/>
                    <a:pt x="25" y="81"/>
                    <a:pt x="45" y="81"/>
                  </a:cubicBezTo>
                  <a:cubicBezTo>
                    <a:pt x="65" y="81"/>
                    <a:pt x="82" y="65"/>
                    <a:pt x="82" y="45"/>
                  </a:cubicBezTo>
                  <a:cubicBezTo>
                    <a:pt x="82" y="25"/>
                    <a:pt x="65" y="8"/>
                    <a:pt x="45"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97" name="Oval 40">
              <a:extLst>
                <a:ext uri="{FF2B5EF4-FFF2-40B4-BE49-F238E27FC236}">
                  <a16:creationId xmlns:a16="http://schemas.microsoft.com/office/drawing/2014/main" id="{977A5FC4-5F94-4593-1E95-83F8122128D0}"/>
                </a:ext>
              </a:extLst>
            </p:cNvPr>
            <p:cNvSpPr>
              <a:spLocks noChangeArrowheads="1"/>
            </p:cNvSpPr>
            <p:nvPr/>
          </p:nvSpPr>
          <p:spPr bwMode="auto">
            <a:xfrm>
              <a:off x="-1969680" y="5047754"/>
              <a:ext cx="101357" cy="101357"/>
            </a:xfrm>
            <a:prstGeom prst="ellipse">
              <a:avLst/>
            </a:prstGeom>
            <a:solidFill>
              <a:schemeClr val="tx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98" name="Freeform 41">
              <a:extLst>
                <a:ext uri="{FF2B5EF4-FFF2-40B4-BE49-F238E27FC236}">
                  <a16:creationId xmlns:a16="http://schemas.microsoft.com/office/drawing/2014/main" id="{37595FCA-677A-24C6-922D-4CA3E138DBA7}"/>
                </a:ext>
              </a:extLst>
            </p:cNvPr>
            <p:cNvSpPr>
              <a:spLocks noEditPoints="1"/>
            </p:cNvSpPr>
            <p:nvPr/>
          </p:nvSpPr>
          <p:spPr bwMode="auto">
            <a:xfrm>
              <a:off x="-1974219" y="5043216"/>
              <a:ext cx="110434" cy="110434"/>
            </a:xfrm>
            <a:custGeom>
              <a:avLst/>
              <a:gdLst>
                <a:gd name="T0" fmla="*/ 45 w 90"/>
                <a:gd name="T1" fmla="*/ 90 h 90"/>
                <a:gd name="T2" fmla="*/ 0 w 90"/>
                <a:gd name="T3" fmla="*/ 45 h 90"/>
                <a:gd name="T4" fmla="*/ 45 w 90"/>
                <a:gd name="T5" fmla="*/ 0 h 90"/>
                <a:gd name="T6" fmla="*/ 90 w 90"/>
                <a:gd name="T7" fmla="*/ 45 h 90"/>
                <a:gd name="T8" fmla="*/ 45 w 90"/>
                <a:gd name="T9" fmla="*/ 90 h 90"/>
                <a:gd name="T10" fmla="*/ 45 w 90"/>
                <a:gd name="T11" fmla="*/ 8 h 90"/>
                <a:gd name="T12" fmla="*/ 8 w 90"/>
                <a:gd name="T13" fmla="*/ 45 h 90"/>
                <a:gd name="T14" fmla="*/ 45 w 90"/>
                <a:gd name="T15" fmla="*/ 82 h 90"/>
                <a:gd name="T16" fmla="*/ 82 w 90"/>
                <a:gd name="T17" fmla="*/ 45 h 90"/>
                <a:gd name="T18" fmla="*/ 45 w 90"/>
                <a:gd name="T19" fmla="*/ 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0">
                  <a:moveTo>
                    <a:pt x="45" y="90"/>
                  </a:moveTo>
                  <a:cubicBezTo>
                    <a:pt x="20" y="90"/>
                    <a:pt x="0" y="70"/>
                    <a:pt x="0" y="45"/>
                  </a:cubicBezTo>
                  <a:cubicBezTo>
                    <a:pt x="0" y="20"/>
                    <a:pt x="20" y="0"/>
                    <a:pt x="45" y="0"/>
                  </a:cubicBezTo>
                  <a:cubicBezTo>
                    <a:pt x="70" y="0"/>
                    <a:pt x="90" y="20"/>
                    <a:pt x="90" y="45"/>
                  </a:cubicBezTo>
                  <a:cubicBezTo>
                    <a:pt x="90" y="70"/>
                    <a:pt x="70" y="90"/>
                    <a:pt x="45" y="90"/>
                  </a:cubicBezTo>
                  <a:close/>
                  <a:moveTo>
                    <a:pt x="45" y="8"/>
                  </a:moveTo>
                  <a:cubicBezTo>
                    <a:pt x="25" y="8"/>
                    <a:pt x="8" y="25"/>
                    <a:pt x="8" y="45"/>
                  </a:cubicBezTo>
                  <a:cubicBezTo>
                    <a:pt x="8" y="65"/>
                    <a:pt x="25" y="82"/>
                    <a:pt x="45" y="82"/>
                  </a:cubicBezTo>
                  <a:cubicBezTo>
                    <a:pt x="65" y="82"/>
                    <a:pt x="82" y="65"/>
                    <a:pt x="82" y="45"/>
                  </a:cubicBezTo>
                  <a:cubicBezTo>
                    <a:pt x="82" y="25"/>
                    <a:pt x="65" y="8"/>
                    <a:pt x="45"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299" name="Oval 42">
              <a:extLst>
                <a:ext uri="{FF2B5EF4-FFF2-40B4-BE49-F238E27FC236}">
                  <a16:creationId xmlns:a16="http://schemas.microsoft.com/office/drawing/2014/main" id="{A6B8C749-7A2B-7952-5805-F349E457623A}"/>
                </a:ext>
              </a:extLst>
            </p:cNvPr>
            <p:cNvSpPr>
              <a:spLocks noChangeArrowheads="1"/>
            </p:cNvSpPr>
            <p:nvPr/>
          </p:nvSpPr>
          <p:spPr bwMode="auto">
            <a:xfrm>
              <a:off x="-1845632" y="4345823"/>
              <a:ext cx="99844" cy="99844"/>
            </a:xfrm>
            <a:prstGeom prst="ellipse">
              <a:avLst/>
            </a:prstGeom>
            <a:solidFill>
              <a:schemeClr val="tx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00" name="Freeform 43">
              <a:extLst>
                <a:ext uri="{FF2B5EF4-FFF2-40B4-BE49-F238E27FC236}">
                  <a16:creationId xmlns:a16="http://schemas.microsoft.com/office/drawing/2014/main" id="{D0FF2204-9A37-355C-FED7-6BD8410E6CD1}"/>
                </a:ext>
              </a:extLst>
            </p:cNvPr>
            <p:cNvSpPr>
              <a:spLocks noEditPoints="1"/>
            </p:cNvSpPr>
            <p:nvPr/>
          </p:nvSpPr>
          <p:spPr bwMode="auto">
            <a:xfrm>
              <a:off x="-1850171" y="4341285"/>
              <a:ext cx="108920" cy="108920"/>
            </a:xfrm>
            <a:custGeom>
              <a:avLst/>
              <a:gdLst>
                <a:gd name="T0" fmla="*/ 45 w 89"/>
                <a:gd name="T1" fmla="*/ 89 h 89"/>
                <a:gd name="T2" fmla="*/ 0 w 89"/>
                <a:gd name="T3" fmla="*/ 45 h 89"/>
                <a:gd name="T4" fmla="*/ 45 w 89"/>
                <a:gd name="T5" fmla="*/ 0 h 89"/>
                <a:gd name="T6" fmla="*/ 89 w 89"/>
                <a:gd name="T7" fmla="*/ 45 h 89"/>
                <a:gd name="T8" fmla="*/ 45 w 89"/>
                <a:gd name="T9" fmla="*/ 89 h 89"/>
                <a:gd name="T10" fmla="*/ 45 w 89"/>
                <a:gd name="T11" fmla="*/ 8 h 89"/>
                <a:gd name="T12" fmla="*/ 8 w 89"/>
                <a:gd name="T13" fmla="*/ 45 h 89"/>
                <a:gd name="T14" fmla="*/ 45 w 89"/>
                <a:gd name="T15" fmla="*/ 81 h 89"/>
                <a:gd name="T16" fmla="*/ 81 w 89"/>
                <a:gd name="T17" fmla="*/ 45 h 89"/>
                <a:gd name="T18" fmla="*/ 45 w 89"/>
                <a:gd name="T19" fmla="*/ 8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 h="89">
                  <a:moveTo>
                    <a:pt x="45" y="89"/>
                  </a:moveTo>
                  <a:cubicBezTo>
                    <a:pt x="20" y="89"/>
                    <a:pt x="0" y="69"/>
                    <a:pt x="0" y="45"/>
                  </a:cubicBezTo>
                  <a:cubicBezTo>
                    <a:pt x="0" y="20"/>
                    <a:pt x="20" y="0"/>
                    <a:pt x="45" y="0"/>
                  </a:cubicBezTo>
                  <a:cubicBezTo>
                    <a:pt x="69" y="0"/>
                    <a:pt x="89" y="20"/>
                    <a:pt x="89" y="45"/>
                  </a:cubicBezTo>
                  <a:cubicBezTo>
                    <a:pt x="89" y="69"/>
                    <a:pt x="69" y="89"/>
                    <a:pt x="45" y="89"/>
                  </a:cubicBezTo>
                  <a:close/>
                  <a:moveTo>
                    <a:pt x="45" y="8"/>
                  </a:moveTo>
                  <a:cubicBezTo>
                    <a:pt x="24" y="8"/>
                    <a:pt x="8" y="24"/>
                    <a:pt x="8" y="45"/>
                  </a:cubicBezTo>
                  <a:cubicBezTo>
                    <a:pt x="8" y="65"/>
                    <a:pt x="24" y="81"/>
                    <a:pt x="45" y="81"/>
                  </a:cubicBezTo>
                  <a:cubicBezTo>
                    <a:pt x="65" y="81"/>
                    <a:pt x="81" y="65"/>
                    <a:pt x="81" y="45"/>
                  </a:cubicBezTo>
                  <a:cubicBezTo>
                    <a:pt x="81" y="24"/>
                    <a:pt x="65" y="8"/>
                    <a:pt x="45"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01" name="Oval 44">
              <a:extLst>
                <a:ext uri="{FF2B5EF4-FFF2-40B4-BE49-F238E27FC236}">
                  <a16:creationId xmlns:a16="http://schemas.microsoft.com/office/drawing/2014/main" id="{85EA544C-E195-A1E1-9763-DBF9D337AA1B}"/>
                </a:ext>
              </a:extLst>
            </p:cNvPr>
            <p:cNvSpPr>
              <a:spLocks noChangeArrowheads="1"/>
            </p:cNvSpPr>
            <p:nvPr/>
          </p:nvSpPr>
          <p:spPr bwMode="auto">
            <a:xfrm>
              <a:off x="-1776044" y="3926783"/>
              <a:ext cx="101357" cy="99844"/>
            </a:xfrm>
            <a:prstGeom prst="ellipse">
              <a:avLst/>
            </a:prstGeom>
            <a:solidFill>
              <a:schemeClr val="tx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02" name="Freeform 45">
              <a:extLst>
                <a:ext uri="{FF2B5EF4-FFF2-40B4-BE49-F238E27FC236}">
                  <a16:creationId xmlns:a16="http://schemas.microsoft.com/office/drawing/2014/main" id="{B99FE93A-3E3A-2507-1CDD-3BCA9571098E}"/>
                </a:ext>
              </a:extLst>
            </p:cNvPr>
            <p:cNvSpPr>
              <a:spLocks noEditPoints="1"/>
            </p:cNvSpPr>
            <p:nvPr/>
          </p:nvSpPr>
          <p:spPr bwMode="auto">
            <a:xfrm>
              <a:off x="-1780583" y="3922244"/>
              <a:ext cx="110434" cy="108920"/>
            </a:xfrm>
            <a:custGeom>
              <a:avLst/>
              <a:gdLst>
                <a:gd name="T0" fmla="*/ 45 w 90"/>
                <a:gd name="T1" fmla="*/ 89 h 89"/>
                <a:gd name="T2" fmla="*/ 0 w 90"/>
                <a:gd name="T3" fmla="*/ 44 h 89"/>
                <a:gd name="T4" fmla="*/ 45 w 90"/>
                <a:gd name="T5" fmla="*/ 0 h 89"/>
                <a:gd name="T6" fmla="*/ 90 w 90"/>
                <a:gd name="T7" fmla="*/ 44 h 89"/>
                <a:gd name="T8" fmla="*/ 45 w 90"/>
                <a:gd name="T9" fmla="*/ 89 h 89"/>
                <a:gd name="T10" fmla="*/ 45 w 90"/>
                <a:gd name="T11" fmla="*/ 8 h 89"/>
                <a:gd name="T12" fmla="*/ 8 w 90"/>
                <a:gd name="T13" fmla="*/ 44 h 89"/>
                <a:gd name="T14" fmla="*/ 45 w 90"/>
                <a:gd name="T15" fmla="*/ 81 h 89"/>
                <a:gd name="T16" fmla="*/ 82 w 90"/>
                <a:gd name="T17" fmla="*/ 44 h 89"/>
                <a:gd name="T18" fmla="*/ 45 w 90"/>
                <a:gd name="T19" fmla="*/ 8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89">
                  <a:moveTo>
                    <a:pt x="45" y="89"/>
                  </a:moveTo>
                  <a:cubicBezTo>
                    <a:pt x="20" y="89"/>
                    <a:pt x="0" y="69"/>
                    <a:pt x="0" y="44"/>
                  </a:cubicBezTo>
                  <a:cubicBezTo>
                    <a:pt x="0" y="20"/>
                    <a:pt x="20" y="0"/>
                    <a:pt x="45" y="0"/>
                  </a:cubicBezTo>
                  <a:cubicBezTo>
                    <a:pt x="70" y="0"/>
                    <a:pt x="90" y="20"/>
                    <a:pt x="90" y="44"/>
                  </a:cubicBezTo>
                  <a:cubicBezTo>
                    <a:pt x="90" y="69"/>
                    <a:pt x="70" y="89"/>
                    <a:pt x="45" y="89"/>
                  </a:cubicBezTo>
                  <a:close/>
                  <a:moveTo>
                    <a:pt x="45" y="8"/>
                  </a:moveTo>
                  <a:cubicBezTo>
                    <a:pt x="25" y="8"/>
                    <a:pt x="8" y="24"/>
                    <a:pt x="8" y="44"/>
                  </a:cubicBezTo>
                  <a:cubicBezTo>
                    <a:pt x="8" y="64"/>
                    <a:pt x="25" y="81"/>
                    <a:pt x="45" y="81"/>
                  </a:cubicBezTo>
                  <a:cubicBezTo>
                    <a:pt x="65" y="81"/>
                    <a:pt x="82" y="64"/>
                    <a:pt x="82" y="44"/>
                  </a:cubicBezTo>
                  <a:cubicBezTo>
                    <a:pt x="82" y="24"/>
                    <a:pt x="65" y="8"/>
                    <a:pt x="45"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03" name="Freeform 46">
              <a:extLst>
                <a:ext uri="{FF2B5EF4-FFF2-40B4-BE49-F238E27FC236}">
                  <a16:creationId xmlns:a16="http://schemas.microsoft.com/office/drawing/2014/main" id="{77B249FC-871B-4687-5213-0F89B99E5F72}"/>
                </a:ext>
              </a:extLst>
            </p:cNvPr>
            <p:cNvSpPr>
              <a:spLocks/>
            </p:cNvSpPr>
            <p:nvPr/>
          </p:nvSpPr>
          <p:spPr bwMode="auto">
            <a:xfrm>
              <a:off x="-1730661" y="3746761"/>
              <a:ext cx="10590" cy="229943"/>
            </a:xfrm>
            <a:custGeom>
              <a:avLst/>
              <a:gdLst>
                <a:gd name="T0" fmla="*/ 4 w 8"/>
                <a:gd name="T1" fmla="*/ 187 h 187"/>
                <a:gd name="T2" fmla="*/ 0 w 8"/>
                <a:gd name="T3" fmla="*/ 183 h 187"/>
                <a:gd name="T4" fmla="*/ 0 w 8"/>
                <a:gd name="T5" fmla="*/ 4 h 187"/>
                <a:gd name="T6" fmla="*/ 4 w 8"/>
                <a:gd name="T7" fmla="*/ 0 h 187"/>
                <a:gd name="T8" fmla="*/ 8 w 8"/>
                <a:gd name="T9" fmla="*/ 4 h 187"/>
                <a:gd name="T10" fmla="*/ 8 w 8"/>
                <a:gd name="T11" fmla="*/ 183 h 187"/>
                <a:gd name="T12" fmla="*/ 4 w 8"/>
                <a:gd name="T13" fmla="*/ 187 h 187"/>
              </a:gdLst>
              <a:ahLst/>
              <a:cxnLst>
                <a:cxn ang="0">
                  <a:pos x="T0" y="T1"/>
                </a:cxn>
                <a:cxn ang="0">
                  <a:pos x="T2" y="T3"/>
                </a:cxn>
                <a:cxn ang="0">
                  <a:pos x="T4" y="T5"/>
                </a:cxn>
                <a:cxn ang="0">
                  <a:pos x="T6" y="T7"/>
                </a:cxn>
                <a:cxn ang="0">
                  <a:pos x="T8" y="T9"/>
                </a:cxn>
                <a:cxn ang="0">
                  <a:pos x="T10" y="T11"/>
                </a:cxn>
                <a:cxn ang="0">
                  <a:pos x="T12" y="T13"/>
                </a:cxn>
              </a:cxnLst>
              <a:rect l="0" t="0" r="r" b="b"/>
              <a:pathLst>
                <a:path w="8" h="187">
                  <a:moveTo>
                    <a:pt x="4" y="187"/>
                  </a:moveTo>
                  <a:cubicBezTo>
                    <a:pt x="2" y="187"/>
                    <a:pt x="0" y="186"/>
                    <a:pt x="0" y="183"/>
                  </a:cubicBezTo>
                  <a:cubicBezTo>
                    <a:pt x="0" y="4"/>
                    <a:pt x="0" y="4"/>
                    <a:pt x="0" y="4"/>
                  </a:cubicBezTo>
                  <a:cubicBezTo>
                    <a:pt x="0" y="1"/>
                    <a:pt x="2" y="0"/>
                    <a:pt x="4" y="0"/>
                  </a:cubicBezTo>
                  <a:cubicBezTo>
                    <a:pt x="6" y="0"/>
                    <a:pt x="8" y="1"/>
                    <a:pt x="8" y="4"/>
                  </a:cubicBezTo>
                  <a:cubicBezTo>
                    <a:pt x="8" y="183"/>
                    <a:pt x="8" y="183"/>
                    <a:pt x="8" y="183"/>
                  </a:cubicBezTo>
                  <a:cubicBezTo>
                    <a:pt x="8" y="186"/>
                    <a:pt x="6" y="187"/>
                    <a:pt x="4" y="187"/>
                  </a:cubicBezTo>
                  <a:close/>
                </a:path>
              </a:pathLst>
            </a:custGeom>
            <a:solidFill>
              <a:schemeClr val="accent2"/>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04" name="Freeform 47">
              <a:extLst>
                <a:ext uri="{FF2B5EF4-FFF2-40B4-BE49-F238E27FC236}">
                  <a16:creationId xmlns:a16="http://schemas.microsoft.com/office/drawing/2014/main" id="{61D34E24-8881-1B9E-2FC3-C136B60F7D9C}"/>
                </a:ext>
              </a:extLst>
            </p:cNvPr>
            <p:cNvSpPr>
              <a:spLocks/>
            </p:cNvSpPr>
            <p:nvPr/>
          </p:nvSpPr>
          <p:spPr bwMode="auto">
            <a:xfrm>
              <a:off x="-1922784" y="3760377"/>
              <a:ext cx="131613" cy="90767"/>
            </a:xfrm>
            <a:custGeom>
              <a:avLst/>
              <a:gdLst>
                <a:gd name="T0" fmla="*/ 0 w 107"/>
                <a:gd name="T1" fmla="*/ 67 h 74"/>
                <a:gd name="T2" fmla="*/ 53 w 107"/>
                <a:gd name="T3" fmla="*/ 67 h 74"/>
                <a:gd name="T4" fmla="*/ 107 w 107"/>
                <a:gd name="T5" fmla="*/ 67 h 74"/>
                <a:gd name="T6" fmla="*/ 107 w 107"/>
                <a:gd name="T7" fmla="*/ 6 h 74"/>
                <a:gd name="T8" fmla="*/ 53 w 107"/>
                <a:gd name="T9" fmla="*/ 6 h 74"/>
                <a:gd name="T10" fmla="*/ 0 w 107"/>
                <a:gd name="T11" fmla="*/ 6 h 74"/>
                <a:gd name="T12" fmla="*/ 0 w 107"/>
                <a:gd name="T13" fmla="*/ 67 h 74"/>
              </a:gdLst>
              <a:ahLst/>
              <a:cxnLst>
                <a:cxn ang="0">
                  <a:pos x="T0" y="T1"/>
                </a:cxn>
                <a:cxn ang="0">
                  <a:pos x="T2" y="T3"/>
                </a:cxn>
                <a:cxn ang="0">
                  <a:pos x="T4" y="T5"/>
                </a:cxn>
                <a:cxn ang="0">
                  <a:pos x="T6" y="T7"/>
                </a:cxn>
                <a:cxn ang="0">
                  <a:pos x="T8" y="T9"/>
                </a:cxn>
                <a:cxn ang="0">
                  <a:pos x="T10" y="T11"/>
                </a:cxn>
                <a:cxn ang="0">
                  <a:pos x="T12" y="T13"/>
                </a:cxn>
              </a:cxnLst>
              <a:rect l="0" t="0" r="r" b="b"/>
              <a:pathLst>
                <a:path w="107" h="74">
                  <a:moveTo>
                    <a:pt x="0" y="67"/>
                  </a:moveTo>
                  <a:cubicBezTo>
                    <a:pt x="17" y="74"/>
                    <a:pt x="35" y="71"/>
                    <a:pt x="53" y="67"/>
                  </a:cubicBezTo>
                  <a:cubicBezTo>
                    <a:pt x="71" y="64"/>
                    <a:pt x="89" y="61"/>
                    <a:pt x="107" y="67"/>
                  </a:cubicBezTo>
                  <a:cubicBezTo>
                    <a:pt x="107" y="47"/>
                    <a:pt x="107" y="27"/>
                    <a:pt x="107" y="6"/>
                  </a:cubicBezTo>
                  <a:cubicBezTo>
                    <a:pt x="89" y="0"/>
                    <a:pt x="71" y="3"/>
                    <a:pt x="53" y="6"/>
                  </a:cubicBezTo>
                  <a:cubicBezTo>
                    <a:pt x="35" y="9"/>
                    <a:pt x="17" y="12"/>
                    <a:pt x="0" y="6"/>
                  </a:cubicBezTo>
                  <a:cubicBezTo>
                    <a:pt x="0" y="27"/>
                    <a:pt x="0" y="47"/>
                    <a:pt x="0" y="67"/>
                  </a:cubicBezTo>
                </a:path>
              </a:pathLst>
            </a:custGeom>
            <a:solidFill>
              <a:schemeClr val="accent2"/>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05" name="Freeform 48">
              <a:extLst>
                <a:ext uri="{FF2B5EF4-FFF2-40B4-BE49-F238E27FC236}">
                  <a16:creationId xmlns:a16="http://schemas.microsoft.com/office/drawing/2014/main" id="{34CCE794-55BC-1618-2C82-367E101979E4}"/>
                </a:ext>
              </a:extLst>
            </p:cNvPr>
            <p:cNvSpPr>
              <a:spLocks noEditPoints="1"/>
            </p:cNvSpPr>
            <p:nvPr/>
          </p:nvSpPr>
          <p:spPr bwMode="auto">
            <a:xfrm>
              <a:off x="-1874375" y="3769453"/>
              <a:ext cx="83204" cy="72614"/>
            </a:xfrm>
            <a:custGeom>
              <a:avLst/>
              <a:gdLst>
                <a:gd name="T0" fmla="*/ 12 w 68"/>
                <a:gd name="T1" fmla="*/ 0 h 60"/>
                <a:gd name="T2" fmla="*/ 11 w 68"/>
                <a:gd name="T3" fmla="*/ 0 h 60"/>
                <a:gd name="T4" fmla="*/ 0 w 68"/>
                <a:gd name="T5" fmla="*/ 2 h 60"/>
                <a:gd name="T6" fmla="*/ 0 w 68"/>
                <a:gd name="T7" fmla="*/ 2 h 60"/>
                <a:gd name="T8" fmla="*/ 12 w 68"/>
                <a:gd name="T9" fmla="*/ 0 h 60"/>
                <a:gd name="T10" fmla="*/ 68 w 68"/>
                <a:gd name="T11" fmla="*/ 0 h 60"/>
                <a:gd name="T12" fmla="*/ 68 w 68"/>
                <a:gd name="T13" fmla="*/ 0 h 60"/>
                <a:gd name="T14" fmla="*/ 68 w 68"/>
                <a:gd name="T15" fmla="*/ 60 h 60"/>
                <a:gd name="T16" fmla="*/ 45 w 68"/>
                <a:gd name="T17" fmla="*/ 57 h 60"/>
                <a:gd name="T18" fmla="*/ 42 w 68"/>
                <a:gd name="T19" fmla="*/ 57 h 60"/>
                <a:gd name="T20" fmla="*/ 45 w 68"/>
                <a:gd name="T21" fmla="*/ 57 h 60"/>
                <a:gd name="T22" fmla="*/ 68 w 68"/>
                <a:gd name="T23" fmla="*/ 60 h 60"/>
                <a:gd name="T24" fmla="*/ 68 w 68"/>
                <a:gd name="T25"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60">
                  <a:moveTo>
                    <a:pt x="12" y="0"/>
                  </a:moveTo>
                  <a:cubicBezTo>
                    <a:pt x="11" y="0"/>
                    <a:pt x="11" y="0"/>
                    <a:pt x="11" y="0"/>
                  </a:cubicBezTo>
                  <a:cubicBezTo>
                    <a:pt x="8" y="0"/>
                    <a:pt x="4" y="1"/>
                    <a:pt x="0" y="2"/>
                  </a:cubicBezTo>
                  <a:cubicBezTo>
                    <a:pt x="0" y="2"/>
                    <a:pt x="0" y="2"/>
                    <a:pt x="0" y="2"/>
                  </a:cubicBezTo>
                  <a:cubicBezTo>
                    <a:pt x="4" y="1"/>
                    <a:pt x="8" y="0"/>
                    <a:pt x="12" y="0"/>
                  </a:cubicBezTo>
                  <a:moveTo>
                    <a:pt x="68" y="0"/>
                  </a:moveTo>
                  <a:cubicBezTo>
                    <a:pt x="68" y="0"/>
                    <a:pt x="68" y="0"/>
                    <a:pt x="68" y="0"/>
                  </a:cubicBezTo>
                  <a:cubicBezTo>
                    <a:pt x="68" y="20"/>
                    <a:pt x="68" y="40"/>
                    <a:pt x="68" y="60"/>
                  </a:cubicBezTo>
                  <a:cubicBezTo>
                    <a:pt x="61" y="58"/>
                    <a:pt x="53" y="57"/>
                    <a:pt x="45" y="57"/>
                  </a:cubicBezTo>
                  <a:cubicBezTo>
                    <a:pt x="44" y="57"/>
                    <a:pt x="43" y="57"/>
                    <a:pt x="42" y="57"/>
                  </a:cubicBezTo>
                  <a:cubicBezTo>
                    <a:pt x="43" y="57"/>
                    <a:pt x="44" y="57"/>
                    <a:pt x="45" y="57"/>
                  </a:cubicBezTo>
                  <a:cubicBezTo>
                    <a:pt x="53" y="57"/>
                    <a:pt x="61" y="58"/>
                    <a:pt x="68" y="60"/>
                  </a:cubicBezTo>
                  <a:cubicBezTo>
                    <a:pt x="68" y="0"/>
                    <a:pt x="68" y="0"/>
                    <a:pt x="68" y="0"/>
                  </a:cubicBezTo>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06" name="Freeform 49">
              <a:extLst>
                <a:ext uri="{FF2B5EF4-FFF2-40B4-BE49-F238E27FC236}">
                  <a16:creationId xmlns:a16="http://schemas.microsoft.com/office/drawing/2014/main" id="{A79B0865-9465-E94A-5166-4C3AAB9053FB}"/>
                </a:ext>
              </a:extLst>
            </p:cNvPr>
            <p:cNvSpPr>
              <a:spLocks/>
            </p:cNvSpPr>
            <p:nvPr/>
          </p:nvSpPr>
          <p:spPr bwMode="auto">
            <a:xfrm>
              <a:off x="-1860760" y="3763402"/>
              <a:ext cx="69588" cy="6051"/>
            </a:xfrm>
            <a:custGeom>
              <a:avLst/>
              <a:gdLst>
                <a:gd name="T0" fmla="*/ 34 w 57"/>
                <a:gd name="T1" fmla="*/ 0 h 4"/>
                <a:gd name="T2" fmla="*/ 0 w 57"/>
                <a:gd name="T3" fmla="*/ 4 h 4"/>
                <a:gd name="T4" fmla="*/ 1 w 57"/>
                <a:gd name="T5" fmla="*/ 4 h 4"/>
                <a:gd name="T6" fmla="*/ 3 w 57"/>
                <a:gd name="T7" fmla="*/ 3 h 4"/>
                <a:gd name="T8" fmla="*/ 34 w 57"/>
                <a:gd name="T9" fmla="*/ 0 h 4"/>
                <a:gd name="T10" fmla="*/ 57 w 57"/>
                <a:gd name="T11" fmla="*/ 3 h 4"/>
                <a:gd name="T12" fmla="*/ 57 w 57"/>
                <a:gd name="T13" fmla="*/ 4 h 4"/>
                <a:gd name="T14" fmla="*/ 57 w 57"/>
                <a:gd name="T15" fmla="*/ 4 h 4"/>
                <a:gd name="T16" fmla="*/ 57 w 57"/>
                <a:gd name="T17" fmla="*/ 3 h 4"/>
                <a:gd name="T18" fmla="*/ 34 w 57"/>
                <a:gd name="T19"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4">
                  <a:moveTo>
                    <a:pt x="34" y="0"/>
                  </a:moveTo>
                  <a:cubicBezTo>
                    <a:pt x="23" y="0"/>
                    <a:pt x="12" y="2"/>
                    <a:pt x="0" y="4"/>
                  </a:cubicBezTo>
                  <a:cubicBezTo>
                    <a:pt x="1" y="4"/>
                    <a:pt x="1" y="4"/>
                    <a:pt x="1" y="4"/>
                  </a:cubicBezTo>
                  <a:cubicBezTo>
                    <a:pt x="1" y="4"/>
                    <a:pt x="2" y="3"/>
                    <a:pt x="3" y="3"/>
                  </a:cubicBezTo>
                  <a:cubicBezTo>
                    <a:pt x="14" y="2"/>
                    <a:pt x="24" y="0"/>
                    <a:pt x="34" y="0"/>
                  </a:cubicBezTo>
                  <a:cubicBezTo>
                    <a:pt x="42" y="0"/>
                    <a:pt x="50" y="1"/>
                    <a:pt x="57" y="3"/>
                  </a:cubicBezTo>
                  <a:cubicBezTo>
                    <a:pt x="57" y="3"/>
                    <a:pt x="57" y="4"/>
                    <a:pt x="57" y="4"/>
                  </a:cubicBezTo>
                  <a:cubicBezTo>
                    <a:pt x="57" y="4"/>
                    <a:pt x="57" y="4"/>
                    <a:pt x="57" y="4"/>
                  </a:cubicBezTo>
                  <a:cubicBezTo>
                    <a:pt x="57" y="3"/>
                    <a:pt x="57" y="3"/>
                    <a:pt x="57" y="3"/>
                  </a:cubicBezTo>
                  <a:cubicBezTo>
                    <a:pt x="50" y="1"/>
                    <a:pt x="42" y="0"/>
                    <a:pt x="34" y="0"/>
                  </a:cubicBezTo>
                </a:path>
              </a:pathLst>
            </a:custGeom>
            <a:solidFill>
              <a:srgbClr val="C8C8C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07" name="Freeform 50">
              <a:extLst>
                <a:ext uri="{FF2B5EF4-FFF2-40B4-BE49-F238E27FC236}">
                  <a16:creationId xmlns:a16="http://schemas.microsoft.com/office/drawing/2014/main" id="{C4DAAB1D-FEE5-848E-731A-AB7267C422C3}"/>
                </a:ext>
              </a:extLst>
            </p:cNvPr>
            <p:cNvSpPr>
              <a:spLocks/>
            </p:cNvSpPr>
            <p:nvPr/>
          </p:nvSpPr>
          <p:spPr bwMode="auto">
            <a:xfrm>
              <a:off x="-1822941" y="3839041"/>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08" name="Freeform 51">
              <a:extLst>
                <a:ext uri="{FF2B5EF4-FFF2-40B4-BE49-F238E27FC236}">
                  <a16:creationId xmlns:a16="http://schemas.microsoft.com/office/drawing/2014/main" id="{7019B73F-A090-EA34-3FF9-9CE8BD77EE28}"/>
                </a:ext>
              </a:extLst>
            </p:cNvPr>
            <p:cNvSpPr>
              <a:spLocks/>
            </p:cNvSpPr>
            <p:nvPr/>
          </p:nvSpPr>
          <p:spPr bwMode="auto">
            <a:xfrm>
              <a:off x="-1874375" y="3763402"/>
              <a:ext cx="83204" cy="83204"/>
            </a:xfrm>
            <a:custGeom>
              <a:avLst/>
              <a:gdLst>
                <a:gd name="T0" fmla="*/ 45 w 68"/>
                <a:gd name="T1" fmla="*/ 0 h 67"/>
                <a:gd name="T2" fmla="*/ 14 w 68"/>
                <a:gd name="T3" fmla="*/ 3 h 67"/>
                <a:gd name="T4" fmla="*/ 12 w 68"/>
                <a:gd name="T5" fmla="*/ 4 h 67"/>
                <a:gd name="T6" fmla="*/ 0 w 68"/>
                <a:gd name="T7" fmla="*/ 6 h 67"/>
                <a:gd name="T8" fmla="*/ 0 w 68"/>
                <a:gd name="T9" fmla="*/ 67 h 67"/>
                <a:gd name="T10" fmla="*/ 42 w 68"/>
                <a:gd name="T11" fmla="*/ 61 h 67"/>
                <a:gd name="T12" fmla="*/ 42 w 68"/>
                <a:gd name="T13" fmla="*/ 61 h 67"/>
                <a:gd name="T14" fmla="*/ 42 w 68"/>
                <a:gd name="T15" fmla="*/ 61 h 67"/>
                <a:gd name="T16" fmla="*/ 45 w 68"/>
                <a:gd name="T17" fmla="*/ 61 h 67"/>
                <a:gd name="T18" fmla="*/ 68 w 68"/>
                <a:gd name="T19" fmla="*/ 64 h 67"/>
                <a:gd name="T20" fmla="*/ 68 w 68"/>
                <a:gd name="T21" fmla="*/ 4 h 67"/>
                <a:gd name="T22" fmla="*/ 68 w 68"/>
                <a:gd name="T23" fmla="*/ 3 h 67"/>
                <a:gd name="T24" fmla="*/ 45 w 68"/>
                <a:gd name="T25"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67">
                  <a:moveTo>
                    <a:pt x="45" y="0"/>
                  </a:moveTo>
                  <a:cubicBezTo>
                    <a:pt x="35" y="0"/>
                    <a:pt x="25" y="2"/>
                    <a:pt x="14" y="3"/>
                  </a:cubicBezTo>
                  <a:cubicBezTo>
                    <a:pt x="13" y="3"/>
                    <a:pt x="12" y="4"/>
                    <a:pt x="12" y="4"/>
                  </a:cubicBezTo>
                  <a:cubicBezTo>
                    <a:pt x="8" y="4"/>
                    <a:pt x="4" y="5"/>
                    <a:pt x="0" y="6"/>
                  </a:cubicBezTo>
                  <a:cubicBezTo>
                    <a:pt x="0" y="67"/>
                    <a:pt x="0" y="67"/>
                    <a:pt x="0" y="67"/>
                  </a:cubicBezTo>
                  <a:cubicBezTo>
                    <a:pt x="14" y="65"/>
                    <a:pt x="28" y="62"/>
                    <a:pt x="42" y="61"/>
                  </a:cubicBezTo>
                  <a:cubicBezTo>
                    <a:pt x="42" y="61"/>
                    <a:pt x="42" y="61"/>
                    <a:pt x="42" y="61"/>
                  </a:cubicBezTo>
                  <a:cubicBezTo>
                    <a:pt x="42" y="61"/>
                    <a:pt x="42" y="61"/>
                    <a:pt x="42" y="61"/>
                  </a:cubicBezTo>
                  <a:cubicBezTo>
                    <a:pt x="43" y="61"/>
                    <a:pt x="44" y="61"/>
                    <a:pt x="45" y="61"/>
                  </a:cubicBezTo>
                  <a:cubicBezTo>
                    <a:pt x="53" y="61"/>
                    <a:pt x="61" y="62"/>
                    <a:pt x="68" y="64"/>
                  </a:cubicBezTo>
                  <a:cubicBezTo>
                    <a:pt x="68" y="44"/>
                    <a:pt x="68" y="24"/>
                    <a:pt x="68" y="4"/>
                  </a:cubicBezTo>
                  <a:cubicBezTo>
                    <a:pt x="68" y="4"/>
                    <a:pt x="68" y="3"/>
                    <a:pt x="68" y="3"/>
                  </a:cubicBezTo>
                  <a:cubicBezTo>
                    <a:pt x="61" y="1"/>
                    <a:pt x="53" y="0"/>
                    <a:pt x="45" y="0"/>
                  </a:cubicBezTo>
                </a:path>
              </a:pathLst>
            </a:custGeom>
            <a:solidFill>
              <a:srgbClr val="F59D55"/>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09" name="Freeform 52">
              <a:extLst>
                <a:ext uri="{FF2B5EF4-FFF2-40B4-BE49-F238E27FC236}">
                  <a16:creationId xmlns:a16="http://schemas.microsoft.com/office/drawing/2014/main" id="{67780F15-3F72-A909-11DB-A0C2B93797E6}"/>
                </a:ext>
              </a:extLst>
            </p:cNvPr>
            <p:cNvSpPr>
              <a:spLocks/>
            </p:cNvSpPr>
            <p:nvPr/>
          </p:nvSpPr>
          <p:spPr bwMode="auto">
            <a:xfrm>
              <a:off x="-1857734" y="3736172"/>
              <a:ext cx="133125" cy="105895"/>
            </a:xfrm>
            <a:custGeom>
              <a:avLst/>
              <a:gdLst>
                <a:gd name="T0" fmla="*/ 0 w 108"/>
                <a:gd name="T1" fmla="*/ 74 h 86"/>
                <a:gd name="T2" fmla="*/ 108 w 108"/>
                <a:gd name="T3" fmla="*/ 74 h 86"/>
                <a:gd name="T4" fmla="*/ 108 w 108"/>
                <a:gd name="T5" fmla="*/ 13 h 86"/>
                <a:gd name="T6" fmla="*/ 0 w 108"/>
                <a:gd name="T7" fmla="*/ 13 h 86"/>
                <a:gd name="T8" fmla="*/ 0 w 108"/>
                <a:gd name="T9" fmla="*/ 74 h 86"/>
              </a:gdLst>
              <a:ahLst/>
              <a:cxnLst>
                <a:cxn ang="0">
                  <a:pos x="T0" y="T1"/>
                </a:cxn>
                <a:cxn ang="0">
                  <a:pos x="T2" y="T3"/>
                </a:cxn>
                <a:cxn ang="0">
                  <a:pos x="T4" y="T5"/>
                </a:cxn>
                <a:cxn ang="0">
                  <a:pos x="T6" y="T7"/>
                </a:cxn>
                <a:cxn ang="0">
                  <a:pos x="T8" y="T9"/>
                </a:cxn>
              </a:cxnLst>
              <a:rect l="0" t="0" r="r" b="b"/>
              <a:pathLst>
                <a:path w="108" h="86">
                  <a:moveTo>
                    <a:pt x="0" y="74"/>
                  </a:moveTo>
                  <a:cubicBezTo>
                    <a:pt x="36" y="86"/>
                    <a:pt x="72" y="62"/>
                    <a:pt x="108" y="74"/>
                  </a:cubicBezTo>
                  <a:cubicBezTo>
                    <a:pt x="108" y="53"/>
                    <a:pt x="108" y="33"/>
                    <a:pt x="108" y="13"/>
                  </a:cubicBezTo>
                  <a:cubicBezTo>
                    <a:pt x="72" y="0"/>
                    <a:pt x="36" y="25"/>
                    <a:pt x="0" y="13"/>
                  </a:cubicBezTo>
                  <a:cubicBezTo>
                    <a:pt x="0" y="33"/>
                    <a:pt x="0" y="53"/>
                    <a:pt x="0" y="74"/>
                  </a:cubicBezTo>
                  <a:close/>
                </a:path>
              </a:pathLst>
            </a:custGeom>
            <a:solidFill>
              <a:schemeClr val="accent2"/>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10" name="Freeform 53">
              <a:extLst>
                <a:ext uri="{FF2B5EF4-FFF2-40B4-BE49-F238E27FC236}">
                  <a16:creationId xmlns:a16="http://schemas.microsoft.com/office/drawing/2014/main" id="{A22E4B06-75A6-C83D-617A-BB84E8B3C5D7}"/>
                </a:ext>
              </a:extLst>
            </p:cNvPr>
            <p:cNvSpPr>
              <a:spLocks/>
            </p:cNvSpPr>
            <p:nvPr/>
          </p:nvSpPr>
          <p:spPr bwMode="auto">
            <a:xfrm>
              <a:off x="-2600511" y="4289851"/>
              <a:ext cx="43871" cy="34794"/>
            </a:xfrm>
            <a:custGeom>
              <a:avLst/>
              <a:gdLst>
                <a:gd name="T0" fmla="*/ 23 w 35"/>
                <a:gd name="T1" fmla="*/ 4 h 28"/>
                <a:gd name="T2" fmla="*/ 35 w 35"/>
                <a:gd name="T3" fmla="*/ 24 h 28"/>
                <a:gd name="T4" fmla="*/ 0 w 35"/>
                <a:gd name="T5" fmla="*/ 28 h 28"/>
                <a:gd name="T6" fmla="*/ 3 w 35"/>
                <a:gd name="T7" fmla="*/ 9 h 28"/>
                <a:gd name="T8" fmla="*/ 14 w 35"/>
                <a:gd name="T9" fmla="*/ 2 h 28"/>
                <a:gd name="T10" fmla="*/ 23 w 35"/>
                <a:gd name="T11" fmla="*/ 4 h 28"/>
              </a:gdLst>
              <a:ahLst/>
              <a:cxnLst>
                <a:cxn ang="0">
                  <a:pos x="T0" y="T1"/>
                </a:cxn>
                <a:cxn ang="0">
                  <a:pos x="T2" y="T3"/>
                </a:cxn>
                <a:cxn ang="0">
                  <a:pos x="T4" y="T5"/>
                </a:cxn>
                <a:cxn ang="0">
                  <a:pos x="T6" y="T7"/>
                </a:cxn>
                <a:cxn ang="0">
                  <a:pos x="T8" y="T9"/>
                </a:cxn>
                <a:cxn ang="0">
                  <a:pos x="T10" y="T11"/>
                </a:cxn>
              </a:cxnLst>
              <a:rect l="0" t="0" r="r" b="b"/>
              <a:pathLst>
                <a:path w="35" h="28">
                  <a:moveTo>
                    <a:pt x="23" y="4"/>
                  </a:moveTo>
                  <a:cubicBezTo>
                    <a:pt x="35" y="24"/>
                    <a:pt x="35" y="24"/>
                    <a:pt x="35" y="24"/>
                  </a:cubicBezTo>
                  <a:cubicBezTo>
                    <a:pt x="0" y="28"/>
                    <a:pt x="0" y="28"/>
                    <a:pt x="0" y="28"/>
                  </a:cubicBezTo>
                  <a:cubicBezTo>
                    <a:pt x="0" y="28"/>
                    <a:pt x="0" y="20"/>
                    <a:pt x="3" y="9"/>
                  </a:cubicBezTo>
                  <a:cubicBezTo>
                    <a:pt x="4" y="4"/>
                    <a:pt x="9" y="0"/>
                    <a:pt x="14" y="2"/>
                  </a:cubicBezTo>
                  <a:lnTo>
                    <a:pt x="23" y="4"/>
                  </a:lnTo>
                  <a:close/>
                </a:path>
              </a:pathLst>
            </a:custGeom>
            <a:solidFill>
              <a:srgbClr val="F9E0D2"/>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11" name="Freeform 54">
              <a:extLst>
                <a:ext uri="{FF2B5EF4-FFF2-40B4-BE49-F238E27FC236}">
                  <a16:creationId xmlns:a16="http://schemas.microsoft.com/office/drawing/2014/main" id="{19D78198-A631-0D5C-8D26-F500D6078659}"/>
                </a:ext>
              </a:extLst>
            </p:cNvPr>
            <p:cNvSpPr>
              <a:spLocks/>
            </p:cNvSpPr>
            <p:nvPr/>
          </p:nvSpPr>
          <p:spPr bwMode="auto">
            <a:xfrm>
              <a:off x="-2600511" y="4320106"/>
              <a:ext cx="43871" cy="39332"/>
            </a:xfrm>
            <a:custGeom>
              <a:avLst/>
              <a:gdLst>
                <a:gd name="T0" fmla="*/ 26 w 29"/>
                <a:gd name="T1" fmla="*/ 26 h 26"/>
                <a:gd name="T2" fmla="*/ 4 w 29"/>
                <a:gd name="T3" fmla="*/ 18 h 26"/>
                <a:gd name="T4" fmla="*/ 0 w 29"/>
                <a:gd name="T5" fmla="*/ 3 h 26"/>
                <a:gd name="T6" fmla="*/ 29 w 29"/>
                <a:gd name="T7" fmla="*/ 0 h 26"/>
                <a:gd name="T8" fmla="*/ 26 w 29"/>
                <a:gd name="T9" fmla="*/ 26 h 26"/>
              </a:gdLst>
              <a:ahLst/>
              <a:cxnLst>
                <a:cxn ang="0">
                  <a:pos x="T0" y="T1"/>
                </a:cxn>
                <a:cxn ang="0">
                  <a:pos x="T2" y="T3"/>
                </a:cxn>
                <a:cxn ang="0">
                  <a:pos x="T4" y="T5"/>
                </a:cxn>
                <a:cxn ang="0">
                  <a:pos x="T6" y="T7"/>
                </a:cxn>
                <a:cxn ang="0">
                  <a:pos x="T8" y="T9"/>
                </a:cxn>
              </a:cxnLst>
              <a:rect l="0" t="0" r="r" b="b"/>
              <a:pathLst>
                <a:path w="29" h="26">
                  <a:moveTo>
                    <a:pt x="26" y="26"/>
                  </a:moveTo>
                  <a:lnTo>
                    <a:pt x="4" y="18"/>
                  </a:lnTo>
                  <a:lnTo>
                    <a:pt x="0" y="3"/>
                  </a:lnTo>
                  <a:lnTo>
                    <a:pt x="29" y="0"/>
                  </a:lnTo>
                  <a:lnTo>
                    <a:pt x="26" y="26"/>
                  </a:lnTo>
                  <a:close/>
                </a:path>
              </a:pathLst>
            </a:custGeom>
            <a:solidFill>
              <a:srgbClr val="F9E0D2"/>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12" name="Freeform 55">
              <a:extLst>
                <a:ext uri="{FF2B5EF4-FFF2-40B4-BE49-F238E27FC236}">
                  <a16:creationId xmlns:a16="http://schemas.microsoft.com/office/drawing/2014/main" id="{C26AFBA8-6FC0-49F0-1BA1-583BCF74142D}"/>
                </a:ext>
              </a:extLst>
            </p:cNvPr>
            <p:cNvSpPr>
              <a:spLocks/>
            </p:cNvSpPr>
            <p:nvPr/>
          </p:nvSpPr>
          <p:spPr bwMode="auto">
            <a:xfrm>
              <a:off x="-2444694" y="3861733"/>
              <a:ext cx="187585" cy="208764"/>
            </a:xfrm>
            <a:custGeom>
              <a:avLst/>
              <a:gdLst>
                <a:gd name="T0" fmla="*/ 0 w 152"/>
                <a:gd name="T1" fmla="*/ 129 h 171"/>
                <a:gd name="T2" fmla="*/ 14 w 152"/>
                <a:gd name="T3" fmla="*/ 124 h 171"/>
                <a:gd name="T4" fmla="*/ 29 w 152"/>
                <a:gd name="T5" fmla="*/ 119 h 171"/>
                <a:gd name="T6" fmla="*/ 56 w 152"/>
                <a:gd name="T7" fmla="*/ 107 h 171"/>
                <a:gd name="T8" fmla="*/ 104 w 152"/>
                <a:gd name="T9" fmla="*/ 76 h 171"/>
                <a:gd name="T10" fmla="*/ 112 w 152"/>
                <a:gd name="T11" fmla="*/ 67 h 171"/>
                <a:gd name="T12" fmla="*/ 113 w 152"/>
                <a:gd name="T13" fmla="*/ 66 h 171"/>
                <a:gd name="T14" fmla="*/ 113 w 152"/>
                <a:gd name="T15" fmla="*/ 67 h 171"/>
                <a:gd name="T16" fmla="*/ 112 w 152"/>
                <a:gd name="T17" fmla="*/ 74 h 171"/>
                <a:gd name="T18" fmla="*/ 112 w 152"/>
                <a:gd name="T19" fmla="*/ 75 h 171"/>
                <a:gd name="T20" fmla="*/ 112 w 152"/>
                <a:gd name="T21" fmla="*/ 76 h 171"/>
                <a:gd name="T22" fmla="*/ 112 w 152"/>
                <a:gd name="T23" fmla="*/ 77 h 171"/>
                <a:gd name="T24" fmla="*/ 113 w 152"/>
                <a:gd name="T25" fmla="*/ 77 h 171"/>
                <a:gd name="T26" fmla="*/ 113 w 152"/>
                <a:gd name="T27" fmla="*/ 78 h 171"/>
                <a:gd name="T28" fmla="*/ 112 w 152"/>
                <a:gd name="T29" fmla="*/ 77 h 171"/>
                <a:gd name="T30" fmla="*/ 103 w 152"/>
                <a:gd name="T31" fmla="*/ 68 h 171"/>
                <a:gd name="T32" fmla="*/ 92 w 152"/>
                <a:gd name="T33" fmla="*/ 58 h 171"/>
                <a:gd name="T34" fmla="*/ 41 w 152"/>
                <a:gd name="T35" fmla="*/ 20 h 171"/>
                <a:gd name="T36" fmla="*/ 52 w 152"/>
                <a:gd name="T37" fmla="*/ 0 h 171"/>
                <a:gd name="T38" fmla="*/ 112 w 152"/>
                <a:gd name="T39" fmla="*/ 29 h 171"/>
                <a:gd name="T40" fmla="*/ 126 w 152"/>
                <a:gd name="T41" fmla="*/ 38 h 171"/>
                <a:gd name="T42" fmla="*/ 141 w 152"/>
                <a:gd name="T43" fmla="*/ 51 h 171"/>
                <a:gd name="T44" fmla="*/ 150 w 152"/>
                <a:gd name="T45" fmla="*/ 63 h 171"/>
                <a:gd name="T46" fmla="*/ 150 w 152"/>
                <a:gd name="T47" fmla="*/ 65 h 171"/>
                <a:gd name="T48" fmla="*/ 151 w 152"/>
                <a:gd name="T49" fmla="*/ 67 h 171"/>
                <a:gd name="T50" fmla="*/ 151 w 152"/>
                <a:gd name="T51" fmla="*/ 68 h 171"/>
                <a:gd name="T52" fmla="*/ 152 w 152"/>
                <a:gd name="T53" fmla="*/ 71 h 171"/>
                <a:gd name="T54" fmla="*/ 150 w 152"/>
                <a:gd name="T55" fmla="*/ 81 h 171"/>
                <a:gd name="T56" fmla="*/ 148 w 152"/>
                <a:gd name="T57" fmla="*/ 86 h 171"/>
                <a:gd name="T58" fmla="*/ 147 w 152"/>
                <a:gd name="T59" fmla="*/ 89 h 171"/>
                <a:gd name="T60" fmla="*/ 134 w 152"/>
                <a:gd name="T61" fmla="*/ 105 h 171"/>
                <a:gd name="T62" fmla="*/ 76 w 152"/>
                <a:gd name="T63" fmla="*/ 146 h 171"/>
                <a:gd name="T64" fmla="*/ 45 w 152"/>
                <a:gd name="T65" fmla="*/ 160 h 171"/>
                <a:gd name="T66" fmla="*/ 29 w 152"/>
                <a:gd name="T67" fmla="*/ 166 h 171"/>
                <a:gd name="T68" fmla="*/ 12 w 152"/>
                <a:gd name="T69" fmla="*/ 171 h 171"/>
                <a:gd name="T70" fmla="*/ 0 w 152"/>
                <a:gd name="T71" fmla="*/ 129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2" h="171">
                  <a:moveTo>
                    <a:pt x="0" y="129"/>
                  </a:moveTo>
                  <a:cubicBezTo>
                    <a:pt x="4" y="127"/>
                    <a:pt x="9" y="125"/>
                    <a:pt x="14" y="124"/>
                  </a:cubicBezTo>
                  <a:cubicBezTo>
                    <a:pt x="19" y="122"/>
                    <a:pt x="24" y="120"/>
                    <a:pt x="29" y="119"/>
                  </a:cubicBezTo>
                  <a:cubicBezTo>
                    <a:pt x="38" y="115"/>
                    <a:pt x="47" y="111"/>
                    <a:pt x="56" y="107"/>
                  </a:cubicBezTo>
                  <a:cubicBezTo>
                    <a:pt x="74" y="98"/>
                    <a:pt x="92" y="88"/>
                    <a:pt x="104" y="76"/>
                  </a:cubicBezTo>
                  <a:cubicBezTo>
                    <a:pt x="108" y="73"/>
                    <a:pt x="110" y="70"/>
                    <a:pt x="112" y="67"/>
                  </a:cubicBezTo>
                  <a:cubicBezTo>
                    <a:pt x="113" y="66"/>
                    <a:pt x="113" y="66"/>
                    <a:pt x="113" y="66"/>
                  </a:cubicBezTo>
                  <a:cubicBezTo>
                    <a:pt x="113" y="66"/>
                    <a:pt x="114" y="64"/>
                    <a:pt x="113" y="67"/>
                  </a:cubicBezTo>
                  <a:cubicBezTo>
                    <a:pt x="112" y="70"/>
                    <a:pt x="112" y="72"/>
                    <a:pt x="112" y="74"/>
                  </a:cubicBezTo>
                  <a:cubicBezTo>
                    <a:pt x="112" y="74"/>
                    <a:pt x="112" y="75"/>
                    <a:pt x="112" y="75"/>
                  </a:cubicBezTo>
                  <a:cubicBezTo>
                    <a:pt x="112" y="76"/>
                    <a:pt x="112" y="76"/>
                    <a:pt x="112" y="76"/>
                  </a:cubicBezTo>
                  <a:cubicBezTo>
                    <a:pt x="112" y="77"/>
                    <a:pt x="112" y="77"/>
                    <a:pt x="112" y="77"/>
                  </a:cubicBezTo>
                  <a:cubicBezTo>
                    <a:pt x="113" y="77"/>
                    <a:pt x="113" y="77"/>
                    <a:pt x="113" y="77"/>
                  </a:cubicBezTo>
                  <a:cubicBezTo>
                    <a:pt x="113" y="78"/>
                    <a:pt x="113" y="78"/>
                    <a:pt x="113" y="78"/>
                  </a:cubicBezTo>
                  <a:cubicBezTo>
                    <a:pt x="113" y="78"/>
                    <a:pt x="113" y="77"/>
                    <a:pt x="112" y="77"/>
                  </a:cubicBezTo>
                  <a:cubicBezTo>
                    <a:pt x="110" y="74"/>
                    <a:pt x="107" y="71"/>
                    <a:pt x="103" y="68"/>
                  </a:cubicBezTo>
                  <a:cubicBezTo>
                    <a:pt x="100" y="64"/>
                    <a:pt x="96" y="61"/>
                    <a:pt x="92" y="58"/>
                  </a:cubicBezTo>
                  <a:cubicBezTo>
                    <a:pt x="76" y="45"/>
                    <a:pt x="58" y="32"/>
                    <a:pt x="41" y="20"/>
                  </a:cubicBezTo>
                  <a:cubicBezTo>
                    <a:pt x="52" y="0"/>
                    <a:pt x="52" y="0"/>
                    <a:pt x="52" y="0"/>
                  </a:cubicBezTo>
                  <a:cubicBezTo>
                    <a:pt x="72" y="8"/>
                    <a:pt x="92" y="18"/>
                    <a:pt x="112" y="29"/>
                  </a:cubicBezTo>
                  <a:cubicBezTo>
                    <a:pt x="116" y="32"/>
                    <a:pt x="121" y="35"/>
                    <a:pt x="126" y="38"/>
                  </a:cubicBezTo>
                  <a:cubicBezTo>
                    <a:pt x="131" y="42"/>
                    <a:pt x="136" y="45"/>
                    <a:pt x="141" y="51"/>
                  </a:cubicBezTo>
                  <a:cubicBezTo>
                    <a:pt x="144" y="54"/>
                    <a:pt x="147" y="56"/>
                    <a:pt x="150" y="63"/>
                  </a:cubicBezTo>
                  <a:cubicBezTo>
                    <a:pt x="150" y="65"/>
                    <a:pt x="150" y="65"/>
                    <a:pt x="150" y="65"/>
                  </a:cubicBezTo>
                  <a:cubicBezTo>
                    <a:pt x="151" y="67"/>
                    <a:pt x="151" y="67"/>
                    <a:pt x="151" y="67"/>
                  </a:cubicBezTo>
                  <a:cubicBezTo>
                    <a:pt x="151" y="67"/>
                    <a:pt x="151" y="68"/>
                    <a:pt x="151" y="68"/>
                  </a:cubicBezTo>
                  <a:cubicBezTo>
                    <a:pt x="152" y="69"/>
                    <a:pt x="152" y="70"/>
                    <a:pt x="152" y="71"/>
                  </a:cubicBezTo>
                  <a:cubicBezTo>
                    <a:pt x="152" y="73"/>
                    <a:pt x="152" y="77"/>
                    <a:pt x="150" y="81"/>
                  </a:cubicBezTo>
                  <a:cubicBezTo>
                    <a:pt x="148" y="86"/>
                    <a:pt x="148" y="85"/>
                    <a:pt x="148" y="86"/>
                  </a:cubicBezTo>
                  <a:cubicBezTo>
                    <a:pt x="147" y="89"/>
                    <a:pt x="147" y="89"/>
                    <a:pt x="147" y="89"/>
                  </a:cubicBezTo>
                  <a:cubicBezTo>
                    <a:pt x="143" y="95"/>
                    <a:pt x="139" y="100"/>
                    <a:pt x="134" y="105"/>
                  </a:cubicBezTo>
                  <a:cubicBezTo>
                    <a:pt x="117" y="124"/>
                    <a:pt x="96" y="136"/>
                    <a:pt x="76" y="146"/>
                  </a:cubicBezTo>
                  <a:cubicBezTo>
                    <a:pt x="66" y="152"/>
                    <a:pt x="55" y="156"/>
                    <a:pt x="45" y="160"/>
                  </a:cubicBezTo>
                  <a:cubicBezTo>
                    <a:pt x="40" y="162"/>
                    <a:pt x="34" y="164"/>
                    <a:pt x="29" y="166"/>
                  </a:cubicBezTo>
                  <a:cubicBezTo>
                    <a:pt x="23" y="168"/>
                    <a:pt x="18" y="170"/>
                    <a:pt x="12" y="171"/>
                  </a:cubicBezTo>
                  <a:cubicBezTo>
                    <a:pt x="0" y="129"/>
                    <a:pt x="0" y="129"/>
                    <a:pt x="0" y="129"/>
                  </a:cubicBezTo>
                </a:path>
              </a:pathLst>
            </a:custGeom>
            <a:solidFill>
              <a:srgbClr val="F9E0D2"/>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13" name="Freeform 56">
              <a:extLst>
                <a:ext uri="{FF2B5EF4-FFF2-40B4-BE49-F238E27FC236}">
                  <a16:creationId xmlns:a16="http://schemas.microsoft.com/office/drawing/2014/main" id="{DBA5B9B0-CB3A-998C-48B1-368AA13B3FE8}"/>
                </a:ext>
              </a:extLst>
            </p:cNvPr>
            <p:cNvSpPr>
              <a:spLocks/>
            </p:cNvSpPr>
            <p:nvPr/>
          </p:nvSpPr>
          <p:spPr bwMode="auto">
            <a:xfrm>
              <a:off x="-2450745" y="3851144"/>
              <a:ext cx="46897" cy="27230"/>
            </a:xfrm>
            <a:custGeom>
              <a:avLst/>
              <a:gdLst>
                <a:gd name="T0" fmla="*/ 17 w 31"/>
                <a:gd name="T1" fmla="*/ 1 h 18"/>
                <a:gd name="T2" fmla="*/ 0 w 31"/>
                <a:gd name="T3" fmla="*/ 12 h 18"/>
                <a:gd name="T4" fmla="*/ 25 w 31"/>
                <a:gd name="T5" fmla="*/ 18 h 18"/>
                <a:gd name="T6" fmla="*/ 31 w 31"/>
                <a:gd name="T7" fmla="*/ 0 h 18"/>
                <a:gd name="T8" fmla="*/ 17 w 31"/>
                <a:gd name="T9" fmla="*/ 1 h 18"/>
              </a:gdLst>
              <a:ahLst/>
              <a:cxnLst>
                <a:cxn ang="0">
                  <a:pos x="T0" y="T1"/>
                </a:cxn>
                <a:cxn ang="0">
                  <a:pos x="T2" y="T3"/>
                </a:cxn>
                <a:cxn ang="0">
                  <a:pos x="T4" y="T5"/>
                </a:cxn>
                <a:cxn ang="0">
                  <a:pos x="T6" y="T7"/>
                </a:cxn>
                <a:cxn ang="0">
                  <a:pos x="T8" y="T9"/>
                </a:cxn>
              </a:cxnLst>
              <a:rect l="0" t="0" r="r" b="b"/>
              <a:pathLst>
                <a:path w="31" h="18">
                  <a:moveTo>
                    <a:pt x="17" y="1"/>
                  </a:moveTo>
                  <a:lnTo>
                    <a:pt x="0" y="12"/>
                  </a:lnTo>
                  <a:lnTo>
                    <a:pt x="25" y="18"/>
                  </a:lnTo>
                  <a:lnTo>
                    <a:pt x="31" y="0"/>
                  </a:lnTo>
                  <a:lnTo>
                    <a:pt x="17" y="1"/>
                  </a:lnTo>
                  <a:close/>
                </a:path>
              </a:pathLst>
            </a:custGeom>
            <a:solidFill>
              <a:srgbClr val="F9E0D2"/>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14" name="Freeform 57">
              <a:extLst>
                <a:ext uri="{FF2B5EF4-FFF2-40B4-BE49-F238E27FC236}">
                  <a16:creationId xmlns:a16="http://schemas.microsoft.com/office/drawing/2014/main" id="{20D786C1-DC21-0E6D-21EF-CBB263B41031}"/>
                </a:ext>
              </a:extLst>
            </p:cNvPr>
            <p:cNvSpPr>
              <a:spLocks/>
            </p:cNvSpPr>
            <p:nvPr/>
          </p:nvSpPr>
          <p:spPr bwMode="auto">
            <a:xfrm>
              <a:off x="-2412926" y="3851144"/>
              <a:ext cx="40846" cy="54460"/>
            </a:xfrm>
            <a:custGeom>
              <a:avLst/>
              <a:gdLst>
                <a:gd name="T0" fmla="*/ 33 w 33"/>
                <a:gd name="T1" fmla="*/ 12 h 44"/>
                <a:gd name="T2" fmla="*/ 7 w 33"/>
                <a:gd name="T3" fmla="*/ 0 h 44"/>
                <a:gd name="T4" fmla="*/ 0 w 33"/>
                <a:gd name="T5" fmla="*/ 22 h 44"/>
                <a:gd name="T6" fmla="*/ 33 w 33"/>
                <a:gd name="T7" fmla="*/ 29 h 44"/>
                <a:gd name="T8" fmla="*/ 33 w 33"/>
                <a:gd name="T9" fmla="*/ 12 h 44"/>
              </a:gdLst>
              <a:ahLst/>
              <a:cxnLst>
                <a:cxn ang="0">
                  <a:pos x="T0" y="T1"/>
                </a:cxn>
                <a:cxn ang="0">
                  <a:pos x="T2" y="T3"/>
                </a:cxn>
                <a:cxn ang="0">
                  <a:pos x="T4" y="T5"/>
                </a:cxn>
                <a:cxn ang="0">
                  <a:pos x="T6" y="T7"/>
                </a:cxn>
                <a:cxn ang="0">
                  <a:pos x="T8" y="T9"/>
                </a:cxn>
              </a:cxnLst>
              <a:rect l="0" t="0" r="r" b="b"/>
              <a:pathLst>
                <a:path w="33" h="44">
                  <a:moveTo>
                    <a:pt x="33" y="12"/>
                  </a:moveTo>
                  <a:cubicBezTo>
                    <a:pt x="7" y="0"/>
                    <a:pt x="7" y="0"/>
                    <a:pt x="7" y="0"/>
                  </a:cubicBezTo>
                  <a:cubicBezTo>
                    <a:pt x="0" y="22"/>
                    <a:pt x="0" y="22"/>
                    <a:pt x="0" y="22"/>
                  </a:cubicBezTo>
                  <a:cubicBezTo>
                    <a:pt x="0" y="22"/>
                    <a:pt x="20" y="44"/>
                    <a:pt x="33" y="29"/>
                  </a:cubicBezTo>
                  <a:lnTo>
                    <a:pt x="33" y="12"/>
                  </a:lnTo>
                  <a:close/>
                </a:path>
              </a:pathLst>
            </a:custGeom>
            <a:solidFill>
              <a:srgbClr val="F9E0D2"/>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15" name="Freeform 58">
              <a:extLst>
                <a:ext uri="{FF2B5EF4-FFF2-40B4-BE49-F238E27FC236}">
                  <a16:creationId xmlns:a16="http://schemas.microsoft.com/office/drawing/2014/main" id="{C5830DC1-1296-383E-37B4-300C4E229F03}"/>
                </a:ext>
              </a:extLst>
            </p:cNvPr>
            <p:cNvSpPr>
              <a:spLocks/>
            </p:cNvSpPr>
            <p:nvPr/>
          </p:nvSpPr>
          <p:spPr bwMode="auto">
            <a:xfrm>
              <a:off x="-2686739" y="4038729"/>
              <a:ext cx="125561" cy="282891"/>
            </a:xfrm>
            <a:custGeom>
              <a:avLst/>
              <a:gdLst>
                <a:gd name="T0" fmla="*/ 102 w 102"/>
                <a:gd name="T1" fmla="*/ 23 h 231"/>
                <a:gd name="T2" fmla="*/ 73 w 102"/>
                <a:gd name="T3" fmla="*/ 77 h 231"/>
                <a:gd name="T4" fmla="*/ 46 w 102"/>
                <a:gd name="T5" fmla="*/ 132 h 231"/>
                <a:gd name="T6" fmla="*/ 41 w 102"/>
                <a:gd name="T7" fmla="*/ 146 h 231"/>
                <a:gd name="T8" fmla="*/ 40 w 102"/>
                <a:gd name="T9" fmla="*/ 147 h 231"/>
                <a:gd name="T10" fmla="*/ 40 w 102"/>
                <a:gd name="T11" fmla="*/ 147 h 231"/>
                <a:gd name="T12" fmla="*/ 40 w 102"/>
                <a:gd name="T13" fmla="*/ 147 h 231"/>
                <a:gd name="T14" fmla="*/ 40 w 102"/>
                <a:gd name="T15" fmla="*/ 149 h 231"/>
                <a:gd name="T16" fmla="*/ 44 w 102"/>
                <a:gd name="T17" fmla="*/ 158 h 231"/>
                <a:gd name="T18" fmla="*/ 52 w 102"/>
                <a:gd name="T19" fmla="*/ 169 h 231"/>
                <a:gd name="T20" fmla="*/ 94 w 102"/>
                <a:gd name="T21" fmla="*/ 213 h 231"/>
                <a:gd name="T22" fmla="*/ 81 w 102"/>
                <a:gd name="T23" fmla="*/ 231 h 231"/>
                <a:gd name="T24" fmla="*/ 26 w 102"/>
                <a:gd name="T25" fmla="*/ 193 h 231"/>
                <a:gd name="T26" fmla="*/ 14 w 102"/>
                <a:gd name="T27" fmla="*/ 180 h 231"/>
                <a:gd name="T28" fmla="*/ 3 w 102"/>
                <a:gd name="T29" fmla="*/ 161 h 231"/>
                <a:gd name="T30" fmla="*/ 0 w 102"/>
                <a:gd name="T31" fmla="*/ 148 h 231"/>
                <a:gd name="T32" fmla="*/ 1 w 102"/>
                <a:gd name="T33" fmla="*/ 140 h 231"/>
                <a:gd name="T34" fmla="*/ 2 w 102"/>
                <a:gd name="T35" fmla="*/ 136 h 231"/>
                <a:gd name="T36" fmla="*/ 2 w 102"/>
                <a:gd name="T37" fmla="*/ 133 h 231"/>
                <a:gd name="T38" fmla="*/ 7 w 102"/>
                <a:gd name="T39" fmla="*/ 117 h 231"/>
                <a:gd name="T40" fmla="*/ 33 w 102"/>
                <a:gd name="T41" fmla="*/ 57 h 231"/>
                <a:gd name="T42" fmla="*/ 63 w 102"/>
                <a:gd name="T43" fmla="*/ 0 h 231"/>
                <a:gd name="T44" fmla="*/ 102 w 102"/>
                <a:gd name="T45" fmla="*/ 2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2" h="231">
                  <a:moveTo>
                    <a:pt x="102" y="23"/>
                  </a:moveTo>
                  <a:cubicBezTo>
                    <a:pt x="92" y="41"/>
                    <a:pt x="82" y="59"/>
                    <a:pt x="73" y="77"/>
                  </a:cubicBezTo>
                  <a:cubicBezTo>
                    <a:pt x="63" y="96"/>
                    <a:pt x="54" y="114"/>
                    <a:pt x="46" y="132"/>
                  </a:cubicBezTo>
                  <a:cubicBezTo>
                    <a:pt x="44" y="137"/>
                    <a:pt x="42" y="141"/>
                    <a:pt x="41" y="146"/>
                  </a:cubicBezTo>
                  <a:cubicBezTo>
                    <a:pt x="40" y="147"/>
                    <a:pt x="40" y="147"/>
                    <a:pt x="40" y="147"/>
                  </a:cubicBezTo>
                  <a:cubicBezTo>
                    <a:pt x="40" y="147"/>
                    <a:pt x="40" y="147"/>
                    <a:pt x="40" y="147"/>
                  </a:cubicBezTo>
                  <a:cubicBezTo>
                    <a:pt x="40" y="147"/>
                    <a:pt x="40" y="147"/>
                    <a:pt x="40" y="147"/>
                  </a:cubicBezTo>
                  <a:cubicBezTo>
                    <a:pt x="40" y="147"/>
                    <a:pt x="40" y="147"/>
                    <a:pt x="40" y="149"/>
                  </a:cubicBezTo>
                  <a:cubicBezTo>
                    <a:pt x="40" y="151"/>
                    <a:pt x="42" y="155"/>
                    <a:pt x="44" y="158"/>
                  </a:cubicBezTo>
                  <a:cubicBezTo>
                    <a:pt x="46" y="162"/>
                    <a:pt x="49" y="166"/>
                    <a:pt x="52" y="169"/>
                  </a:cubicBezTo>
                  <a:cubicBezTo>
                    <a:pt x="64" y="184"/>
                    <a:pt x="79" y="199"/>
                    <a:pt x="94" y="213"/>
                  </a:cubicBezTo>
                  <a:cubicBezTo>
                    <a:pt x="81" y="231"/>
                    <a:pt x="81" y="231"/>
                    <a:pt x="81" y="231"/>
                  </a:cubicBezTo>
                  <a:cubicBezTo>
                    <a:pt x="62" y="220"/>
                    <a:pt x="43" y="209"/>
                    <a:pt x="26" y="193"/>
                  </a:cubicBezTo>
                  <a:cubicBezTo>
                    <a:pt x="22" y="189"/>
                    <a:pt x="18" y="185"/>
                    <a:pt x="14" y="180"/>
                  </a:cubicBezTo>
                  <a:cubicBezTo>
                    <a:pt x="10" y="175"/>
                    <a:pt x="6" y="169"/>
                    <a:pt x="3" y="161"/>
                  </a:cubicBezTo>
                  <a:cubicBezTo>
                    <a:pt x="2" y="158"/>
                    <a:pt x="1" y="153"/>
                    <a:pt x="0" y="148"/>
                  </a:cubicBezTo>
                  <a:cubicBezTo>
                    <a:pt x="0" y="146"/>
                    <a:pt x="0" y="143"/>
                    <a:pt x="1" y="140"/>
                  </a:cubicBezTo>
                  <a:cubicBezTo>
                    <a:pt x="1" y="139"/>
                    <a:pt x="1" y="137"/>
                    <a:pt x="2" y="136"/>
                  </a:cubicBezTo>
                  <a:cubicBezTo>
                    <a:pt x="2" y="133"/>
                    <a:pt x="2" y="133"/>
                    <a:pt x="2" y="133"/>
                  </a:cubicBezTo>
                  <a:cubicBezTo>
                    <a:pt x="4" y="128"/>
                    <a:pt x="6" y="123"/>
                    <a:pt x="7" y="117"/>
                  </a:cubicBezTo>
                  <a:cubicBezTo>
                    <a:pt x="15" y="96"/>
                    <a:pt x="24" y="77"/>
                    <a:pt x="33" y="57"/>
                  </a:cubicBezTo>
                  <a:cubicBezTo>
                    <a:pt x="42" y="38"/>
                    <a:pt x="52" y="19"/>
                    <a:pt x="63" y="0"/>
                  </a:cubicBezTo>
                  <a:cubicBezTo>
                    <a:pt x="102" y="23"/>
                    <a:pt x="102" y="23"/>
                    <a:pt x="102" y="23"/>
                  </a:cubicBezTo>
                </a:path>
              </a:pathLst>
            </a:custGeom>
            <a:solidFill>
              <a:srgbClr val="F9E0D2"/>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16" name="Freeform 59">
              <a:extLst>
                <a:ext uri="{FF2B5EF4-FFF2-40B4-BE49-F238E27FC236}">
                  <a16:creationId xmlns:a16="http://schemas.microsoft.com/office/drawing/2014/main" id="{796F4618-B156-319C-6961-2F93CDC8A0E7}"/>
                </a:ext>
              </a:extLst>
            </p:cNvPr>
            <p:cNvSpPr>
              <a:spLocks/>
            </p:cNvSpPr>
            <p:nvPr/>
          </p:nvSpPr>
          <p:spPr bwMode="auto">
            <a:xfrm>
              <a:off x="-2533949" y="3908629"/>
              <a:ext cx="111946" cy="121023"/>
            </a:xfrm>
            <a:custGeom>
              <a:avLst/>
              <a:gdLst>
                <a:gd name="T0" fmla="*/ 5 w 91"/>
                <a:gd name="T1" fmla="*/ 0 h 98"/>
                <a:gd name="T2" fmla="*/ 0 w 91"/>
                <a:gd name="T3" fmla="*/ 76 h 98"/>
                <a:gd name="T4" fmla="*/ 47 w 91"/>
                <a:gd name="T5" fmla="*/ 98 h 98"/>
                <a:gd name="T6" fmla="*/ 67 w 91"/>
                <a:gd name="T7" fmla="*/ 76 h 98"/>
                <a:gd name="T8" fmla="*/ 46 w 91"/>
                <a:gd name="T9" fmla="*/ 36 h 98"/>
                <a:gd name="T10" fmla="*/ 5 w 91"/>
                <a:gd name="T11" fmla="*/ 0 h 98"/>
              </a:gdLst>
              <a:ahLst/>
              <a:cxnLst>
                <a:cxn ang="0">
                  <a:pos x="T0" y="T1"/>
                </a:cxn>
                <a:cxn ang="0">
                  <a:pos x="T2" y="T3"/>
                </a:cxn>
                <a:cxn ang="0">
                  <a:pos x="T4" y="T5"/>
                </a:cxn>
                <a:cxn ang="0">
                  <a:pos x="T6" y="T7"/>
                </a:cxn>
                <a:cxn ang="0">
                  <a:pos x="T8" y="T9"/>
                </a:cxn>
                <a:cxn ang="0">
                  <a:pos x="T10" y="T11"/>
                </a:cxn>
              </a:cxnLst>
              <a:rect l="0" t="0" r="r" b="b"/>
              <a:pathLst>
                <a:path w="91" h="98">
                  <a:moveTo>
                    <a:pt x="5" y="0"/>
                  </a:moveTo>
                  <a:cubicBezTo>
                    <a:pt x="2" y="27"/>
                    <a:pt x="6" y="53"/>
                    <a:pt x="0" y="76"/>
                  </a:cubicBezTo>
                  <a:cubicBezTo>
                    <a:pt x="0" y="76"/>
                    <a:pt x="7" y="98"/>
                    <a:pt x="47" y="98"/>
                  </a:cubicBezTo>
                  <a:cubicBezTo>
                    <a:pt x="91" y="98"/>
                    <a:pt x="67" y="76"/>
                    <a:pt x="67" y="76"/>
                  </a:cubicBezTo>
                  <a:cubicBezTo>
                    <a:pt x="43" y="71"/>
                    <a:pt x="43" y="53"/>
                    <a:pt x="46" y="36"/>
                  </a:cubicBezTo>
                  <a:cubicBezTo>
                    <a:pt x="5" y="0"/>
                    <a:pt x="5" y="0"/>
                    <a:pt x="5" y="0"/>
                  </a:cubicBezTo>
                </a:path>
              </a:pathLst>
            </a:custGeom>
            <a:solidFill>
              <a:srgbClr val="F9E0D2"/>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17" name="Freeform 60">
              <a:extLst>
                <a:ext uri="{FF2B5EF4-FFF2-40B4-BE49-F238E27FC236}">
                  <a16:creationId xmlns:a16="http://schemas.microsoft.com/office/drawing/2014/main" id="{1615619B-AAB8-3C64-7B22-32179866336A}"/>
                </a:ext>
              </a:extLst>
            </p:cNvPr>
            <p:cNvSpPr>
              <a:spLocks/>
            </p:cNvSpPr>
            <p:nvPr/>
          </p:nvSpPr>
          <p:spPr bwMode="auto">
            <a:xfrm>
              <a:off x="-2549076" y="3984268"/>
              <a:ext cx="108920" cy="28743"/>
            </a:xfrm>
            <a:custGeom>
              <a:avLst/>
              <a:gdLst>
                <a:gd name="T0" fmla="*/ 8 w 89"/>
                <a:gd name="T1" fmla="*/ 23 h 24"/>
                <a:gd name="T2" fmla="*/ 8 w 89"/>
                <a:gd name="T3" fmla="*/ 6 h 24"/>
                <a:gd name="T4" fmla="*/ 74 w 89"/>
                <a:gd name="T5" fmla="*/ 5 h 24"/>
                <a:gd name="T6" fmla="*/ 85 w 89"/>
                <a:gd name="T7" fmla="*/ 24 h 24"/>
                <a:gd name="T8" fmla="*/ 8 w 89"/>
                <a:gd name="T9" fmla="*/ 23 h 24"/>
              </a:gdLst>
              <a:ahLst/>
              <a:cxnLst>
                <a:cxn ang="0">
                  <a:pos x="T0" y="T1"/>
                </a:cxn>
                <a:cxn ang="0">
                  <a:pos x="T2" y="T3"/>
                </a:cxn>
                <a:cxn ang="0">
                  <a:pos x="T4" y="T5"/>
                </a:cxn>
                <a:cxn ang="0">
                  <a:pos x="T6" y="T7"/>
                </a:cxn>
                <a:cxn ang="0">
                  <a:pos x="T8" y="T9"/>
                </a:cxn>
              </a:cxnLst>
              <a:rect l="0" t="0" r="r" b="b"/>
              <a:pathLst>
                <a:path w="89" h="24">
                  <a:moveTo>
                    <a:pt x="8" y="23"/>
                  </a:moveTo>
                  <a:cubicBezTo>
                    <a:pt x="4" y="16"/>
                    <a:pt x="0" y="8"/>
                    <a:pt x="8" y="6"/>
                  </a:cubicBezTo>
                  <a:cubicBezTo>
                    <a:pt x="15" y="3"/>
                    <a:pt x="58" y="0"/>
                    <a:pt x="74" y="5"/>
                  </a:cubicBezTo>
                  <a:cubicBezTo>
                    <a:pt x="89" y="10"/>
                    <a:pt x="85" y="24"/>
                    <a:pt x="85" y="24"/>
                  </a:cubicBezTo>
                  <a:cubicBezTo>
                    <a:pt x="8" y="23"/>
                    <a:pt x="8" y="23"/>
                    <a:pt x="8" y="23"/>
                  </a:cubicBezTo>
                </a:path>
              </a:pathLst>
            </a:custGeom>
            <a:solidFill>
              <a:srgbClr val="2632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18" name="Rectangle 65">
              <a:extLst>
                <a:ext uri="{FF2B5EF4-FFF2-40B4-BE49-F238E27FC236}">
                  <a16:creationId xmlns:a16="http://schemas.microsoft.com/office/drawing/2014/main" id="{F4E846B2-931C-295B-69FB-24B7F912BF9C}"/>
                </a:ext>
              </a:extLst>
            </p:cNvPr>
            <p:cNvSpPr>
              <a:spLocks noChangeArrowheads="1"/>
            </p:cNvSpPr>
            <p:nvPr/>
          </p:nvSpPr>
          <p:spPr bwMode="auto">
            <a:xfrm>
              <a:off x="-2444694" y="5159700"/>
              <a:ext cx="36307" cy="83204"/>
            </a:xfrm>
            <a:prstGeom prst="rect">
              <a:avLst/>
            </a:prstGeom>
            <a:solidFill>
              <a:srgbClr val="F9E0D2"/>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19" name="Rectangle 66">
              <a:extLst>
                <a:ext uri="{FF2B5EF4-FFF2-40B4-BE49-F238E27FC236}">
                  <a16:creationId xmlns:a16="http://schemas.microsoft.com/office/drawing/2014/main" id="{FF98DD08-37C5-153F-5E67-CD814AB0F207}"/>
                </a:ext>
              </a:extLst>
            </p:cNvPr>
            <p:cNvSpPr>
              <a:spLocks noChangeArrowheads="1"/>
            </p:cNvSpPr>
            <p:nvPr/>
          </p:nvSpPr>
          <p:spPr bwMode="auto">
            <a:xfrm>
              <a:off x="-2444694" y="5159700"/>
              <a:ext cx="36307" cy="83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20" name="Freeform 67">
              <a:extLst>
                <a:ext uri="{FF2B5EF4-FFF2-40B4-BE49-F238E27FC236}">
                  <a16:creationId xmlns:a16="http://schemas.microsoft.com/office/drawing/2014/main" id="{FE3B6729-FB82-35E0-837B-E2DB43CD133D}"/>
                </a:ext>
              </a:extLst>
            </p:cNvPr>
            <p:cNvSpPr>
              <a:spLocks/>
            </p:cNvSpPr>
            <p:nvPr/>
          </p:nvSpPr>
          <p:spPr bwMode="auto">
            <a:xfrm>
              <a:off x="-2697329" y="5127932"/>
              <a:ext cx="63537" cy="87741"/>
            </a:xfrm>
            <a:custGeom>
              <a:avLst/>
              <a:gdLst>
                <a:gd name="T0" fmla="*/ 0 w 42"/>
                <a:gd name="T1" fmla="*/ 54 h 58"/>
                <a:gd name="T2" fmla="*/ 23 w 42"/>
                <a:gd name="T3" fmla="*/ 58 h 58"/>
                <a:gd name="T4" fmla="*/ 42 w 42"/>
                <a:gd name="T5" fmla="*/ 5 h 58"/>
                <a:gd name="T6" fmla="*/ 19 w 42"/>
                <a:gd name="T7" fmla="*/ 0 h 58"/>
                <a:gd name="T8" fmla="*/ 0 w 42"/>
                <a:gd name="T9" fmla="*/ 54 h 58"/>
              </a:gdLst>
              <a:ahLst/>
              <a:cxnLst>
                <a:cxn ang="0">
                  <a:pos x="T0" y="T1"/>
                </a:cxn>
                <a:cxn ang="0">
                  <a:pos x="T2" y="T3"/>
                </a:cxn>
                <a:cxn ang="0">
                  <a:pos x="T4" y="T5"/>
                </a:cxn>
                <a:cxn ang="0">
                  <a:pos x="T6" y="T7"/>
                </a:cxn>
                <a:cxn ang="0">
                  <a:pos x="T8" y="T9"/>
                </a:cxn>
              </a:cxnLst>
              <a:rect l="0" t="0" r="r" b="b"/>
              <a:pathLst>
                <a:path w="42" h="58">
                  <a:moveTo>
                    <a:pt x="0" y="54"/>
                  </a:moveTo>
                  <a:lnTo>
                    <a:pt x="23" y="58"/>
                  </a:lnTo>
                  <a:lnTo>
                    <a:pt x="42" y="5"/>
                  </a:lnTo>
                  <a:lnTo>
                    <a:pt x="19" y="0"/>
                  </a:lnTo>
                  <a:lnTo>
                    <a:pt x="0" y="54"/>
                  </a:lnTo>
                  <a:close/>
                </a:path>
              </a:pathLst>
            </a:custGeom>
            <a:solidFill>
              <a:srgbClr val="F9E0D2"/>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21" name="Freeform 68">
              <a:extLst>
                <a:ext uri="{FF2B5EF4-FFF2-40B4-BE49-F238E27FC236}">
                  <a16:creationId xmlns:a16="http://schemas.microsoft.com/office/drawing/2014/main" id="{1D45DD6F-E155-0031-3D18-15AD1B47DCF0}"/>
                </a:ext>
              </a:extLst>
            </p:cNvPr>
            <p:cNvSpPr>
              <a:spLocks/>
            </p:cNvSpPr>
            <p:nvPr/>
          </p:nvSpPr>
          <p:spPr bwMode="auto">
            <a:xfrm>
              <a:off x="-2697329" y="5127932"/>
              <a:ext cx="63537" cy="87741"/>
            </a:xfrm>
            <a:custGeom>
              <a:avLst/>
              <a:gdLst>
                <a:gd name="T0" fmla="*/ 0 w 42"/>
                <a:gd name="T1" fmla="*/ 54 h 58"/>
                <a:gd name="T2" fmla="*/ 23 w 42"/>
                <a:gd name="T3" fmla="*/ 58 h 58"/>
                <a:gd name="T4" fmla="*/ 42 w 42"/>
                <a:gd name="T5" fmla="*/ 5 h 58"/>
                <a:gd name="T6" fmla="*/ 19 w 42"/>
                <a:gd name="T7" fmla="*/ 0 h 58"/>
                <a:gd name="T8" fmla="*/ 0 w 42"/>
                <a:gd name="T9" fmla="*/ 54 h 58"/>
              </a:gdLst>
              <a:ahLst/>
              <a:cxnLst>
                <a:cxn ang="0">
                  <a:pos x="T0" y="T1"/>
                </a:cxn>
                <a:cxn ang="0">
                  <a:pos x="T2" y="T3"/>
                </a:cxn>
                <a:cxn ang="0">
                  <a:pos x="T4" y="T5"/>
                </a:cxn>
                <a:cxn ang="0">
                  <a:pos x="T6" y="T7"/>
                </a:cxn>
                <a:cxn ang="0">
                  <a:pos x="T8" y="T9"/>
                </a:cxn>
              </a:cxnLst>
              <a:rect l="0" t="0" r="r" b="b"/>
              <a:pathLst>
                <a:path w="42" h="58">
                  <a:moveTo>
                    <a:pt x="0" y="54"/>
                  </a:moveTo>
                  <a:lnTo>
                    <a:pt x="23" y="58"/>
                  </a:lnTo>
                  <a:lnTo>
                    <a:pt x="42" y="5"/>
                  </a:lnTo>
                  <a:lnTo>
                    <a:pt x="19" y="0"/>
                  </a:lnTo>
                  <a:lnTo>
                    <a:pt x="0" y="5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22" name="Freeform 69">
              <a:extLst>
                <a:ext uri="{FF2B5EF4-FFF2-40B4-BE49-F238E27FC236}">
                  <a16:creationId xmlns:a16="http://schemas.microsoft.com/office/drawing/2014/main" id="{9A693C9F-90E4-B620-E2D5-38F33359E4BC}"/>
                </a:ext>
              </a:extLst>
            </p:cNvPr>
            <p:cNvSpPr>
              <a:spLocks/>
            </p:cNvSpPr>
            <p:nvPr/>
          </p:nvSpPr>
          <p:spPr bwMode="auto">
            <a:xfrm>
              <a:off x="-2715482" y="5202058"/>
              <a:ext cx="110434" cy="62025"/>
            </a:xfrm>
            <a:custGeom>
              <a:avLst/>
              <a:gdLst>
                <a:gd name="T0" fmla="*/ 46 w 90"/>
                <a:gd name="T1" fmla="*/ 7 h 50"/>
                <a:gd name="T2" fmla="*/ 14 w 90"/>
                <a:gd name="T3" fmla="*/ 1 h 50"/>
                <a:gd name="T4" fmla="*/ 11 w 90"/>
                <a:gd name="T5" fmla="*/ 2 h 50"/>
                <a:gd name="T6" fmla="*/ 1 w 90"/>
                <a:gd name="T7" fmla="*/ 27 h 50"/>
                <a:gd name="T8" fmla="*/ 4 w 90"/>
                <a:gd name="T9" fmla="*/ 33 h 50"/>
                <a:gd name="T10" fmla="*/ 36 w 90"/>
                <a:gd name="T11" fmla="*/ 38 h 50"/>
                <a:gd name="T12" fmla="*/ 74 w 90"/>
                <a:gd name="T13" fmla="*/ 48 h 50"/>
                <a:gd name="T14" fmla="*/ 85 w 90"/>
                <a:gd name="T15" fmla="*/ 36 h 50"/>
                <a:gd name="T16" fmla="*/ 51 w 90"/>
                <a:gd name="T17" fmla="*/ 10 h 50"/>
                <a:gd name="T18" fmla="*/ 46 w 90"/>
                <a:gd name="T19" fmla="*/ 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50">
                  <a:moveTo>
                    <a:pt x="46" y="7"/>
                  </a:moveTo>
                  <a:cubicBezTo>
                    <a:pt x="14" y="1"/>
                    <a:pt x="14" y="1"/>
                    <a:pt x="14" y="1"/>
                  </a:cubicBezTo>
                  <a:cubicBezTo>
                    <a:pt x="13" y="0"/>
                    <a:pt x="12" y="1"/>
                    <a:pt x="11" y="2"/>
                  </a:cubicBezTo>
                  <a:cubicBezTo>
                    <a:pt x="1" y="27"/>
                    <a:pt x="1" y="27"/>
                    <a:pt x="1" y="27"/>
                  </a:cubicBezTo>
                  <a:cubicBezTo>
                    <a:pt x="0" y="29"/>
                    <a:pt x="2" y="32"/>
                    <a:pt x="4" y="33"/>
                  </a:cubicBezTo>
                  <a:cubicBezTo>
                    <a:pt x="16" y="35"/>
                    <a:pt x="21" y="35"/>
                    <a:pt x="36" y="38"/>
                  </a:cubicBezTo>
                  <a:cubicBezTo>
                    <a:pt x="44" y="40"/>
                    <a:pt x="62" y="45"/>
                    <a:pt x="74" y="48"/>
                  </a:cubicBezTo>
                  <a:cubicBezTo>
                    <a:pt x="86" y="50"/>
                    <a:pt x="90" y="38"/>
                    <a:pt x="85" y="36"/>
                  </a:cubicBezTo>
                  <a:cubicBezTo>
                    <a:pt x="64" y="27"/>
                    <a:pt x="57" y="18"/>
                    <a:pt x="51" y="10"/>
                  </a:cubicBezTo>
                  <a:cubicBezTo>
                    <a:pt x="50" y="9"/>
                    <a:pt x="48" y="8"/>
                    <a:pt x="46" y="7"/>
                  </a:cubicBezTo>
                  <a:close/>
                </a:path>
              </a:pathLst>
            </a:custGeom>
            <a:solidFill>
              <a:schemeClr val="tx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23" name="Freeform 70">
              <a:extLst>
                <a:ext uri="{FF2B5EF4-FFF2-40B4-BE49-F238E27FC236}">
                  <a16:creationId xmlns:a16="http://schemas.microsoft.com/office/drawing/2014/main" id="{D9A7657D-1730-F116-8325-2DCFA9D6C643}"/>
                </a:ext>
              </a:extLst>
            </p:cNvPr>
            <p:cNvSpPr>
              <a:spLocks/>
            </p:cNvSpPr>
            <p:nvPr/>
          </p:nvSpPr>
          <p:spPr bwMode="auto">
            <a:xfrm>
              <a:off x="-2458309" y="5239878"/>
              <a:ext cx="124048" cy="40846"/>
            </a:xfrm>
            <a:custGeom>
              <a:avLst/>
              <a:gdLst>
                <a:gd name="T0" fmla="*/ 39 w 100"/>
                <a:gd name="T1" fmla="*/ 0 h 33"/>
                <a:gd name="T2" fmla="*/ 7 w 100"/>
                <a:gd name="T3" fmla="*/ 0 h 33"/>
                <a:gd name="T4" fmla="*/ 5 w 100"/>
                <a:gd name="T5" fmla="*/ 2 h 33"/>
                <a:gd name="T6" fmla="*/ 0 w 100"/>
                <a:gd name="T7" fmla="*/ 28 h 33"/>
                <a:gd name="T8" fmla="*/ 5 w 100"/>
                <a:gd name="T9" fmla="*/ 33 h 33"/>
                <a:gd name="T10" fmla="*/ 47 w 100"/>
                <a:gd name="T11" fmla="*/ 32 h 33"/>
                <a:gd name="T12" fmla="*/ 85 w 100"/>
                <a:gd name="T13" fmla="*/ 33 h 33"/>
                <a:gd name="T14" fmla="*/ 95 w 100"/>
                <a:gd name="T15" fmla="*/ 20 h 33"/>
                <a:gd name="T16" fmla="*/ 47 w 100"/>
                <a:gd name="T17" fmla="*/ 2 h 33"/>
                <a:gd name="T18" fmla="*/ 39 w 100"/>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33">
                  <a:moveTo>
                    <a:pt x="39" y="0"/>
                  </a:moveTo>
                  <a:cubicBezTo>
                    <a:pt x="7" y="0"/>
                    <a:pt x="7" y="0"/>
                    <a:pt x="7" y="0"/>
                  </a:cubicBezTo>
                  <a:cubicBezTo>
                    <a:pt x="6" y="0"/>
                    <a:pt x="5" y="0"/>
                    <a:pt x="5" y="2"/>
                  </a:cubicBezTo>
                  <a:cubicBezTo>
                    <a:pt x="0" y="28"/>
                    <a:pt x="0" y="28"/>
                    <a:pt x="0" y="28"/>
                  </a:cubicBezTo>
                  <a:cubicBezTo>
                    <a:pt x="0" y="30"/>
                    <a:pt x="2" y="33"/>
                    <a:pt x="5" y="33"/>
                  </a:cubicBezTo>
                  <a:cubicBezTo>
                    <a:pt x="16" y="33"/>
                    <a:pt x="33" y="32"/>
                    <a:pt x="47" y="32"/>
                  </a:cubicBezTo>
                  <a:cubicBezTo>
                    <a:pt x="64" y="32"/>
                    <a:pt x="65" y="33"/>
                    <a:pt x="85" y="33"/>
                  </a:cubicBezTo>
                  <a:cubicBezTo>
                    <a:pt x="97" y="33"/>
                    <a:pt x="100" y="21"/>
                    <a:pt x="95" y="20"/>
                  </a:cubicBezTo>
                  <a:cubicBezTo>
                    <a:pt x="72" y="15"/>
                    <a:pt x="67" y="14"/>
                    <a:pt x="47" y="2"/>
                  </a:cubicBezTo>
                  <a:cubicBezTo>
                    <a:pt x="44" y="1"/>
                    <a:pt x="42" y="0"/>
                    <a:pt x="39" y="0"/>
                  </a:cubicBezTo>
                  <a:close/>
                </a:path>
              </a:pathLst>
            </a:custGeom>
            <a:solidFill>
              <a:schemeClr val="tx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24" name="Freeform 71">
              <a:extLst>
                <a:ext uri="{FF2B5EF4-FFF2-40B4-BE49-F238E27FC236}">
                  <a16:creationId xmlns:a16="http://schemas.microsoft.com/office/drawing/2014/main" id="{D8F44CB3-15C1-F180-B349-39CC50BBDD01}"/>
                </a:ext>
              </a:extLst>
            </p:cNvPr>
            <p:cNvSpPr>
              <a:spLocks/>
            </p:cNvSpPr>
            <p:nvPr/>
          </p:nvSpPr>
          <p:spPr bwMode="auto">
            <a:xfrm>
              <a:off x="-2665560" y="3994857"/>
              <a:ext cx="130099" cy="158843"/>
            </a:xfrm>
            <a:custGeom>
              <a:avLst/>
              <a:gdLst>
                <a:gd name="T0" fmla="*/ 59 w 106"/>
                <a:gd name="T1" fmla="*/ 12 h 129"/>
                <a:gd name="T2" fmla="*/ 0 w 106"/>
                <a:gd name="T3" fmla="*/ 94 h 129"/>
                <a:gd name="T4" fmla="*/ 62 w 106"/>
                <a:gd name="T5" fmla="*/ 129 h 129"/>
                <a:gd name="T6" fmla="*/ 91 w 106"/>
                <a:gd name="T7" fmla="*/ 70 h 129"/>
                <a:gd name="T8" fmla="*/ 59 w 106"/>
                <a:gd name="T9" fmla="*/ 12 h 129"/>
              </a:gdLst>
              <a:ahLst/>
              <a:cxnLst>
                <a:cxn ang="0">
                  <a:pos x="T0" y="T1"/>
                </a:cxn>
                <a:cxn ang="0">
                  <a:pos x="T2" y="T3"/>
                </a:cxn>
                <a:cxn ang="0">
                  <a:pos x="T4" y="T5"/>
                </a:cxn>
                <a:cxn ang="0">
                  <a:pos x="T6" y="T7"/>
                </a:cxn>
                <a:cxn ang="0">
                  <a:pos x="T8" y="T9"/>
                </a:cxn>
              </a:cxnLst>
              <a:rect l="0" t="0" r="r" b="b"/>
              <a:pathLst>
                <a:path w="106" h="129">
                  <a:moveTo>
                    <a:pt x="59" y="12"/>
                  </a:moveTo>
                  <a:cubicBezTo>
                    <a:pt x="32" y="20"/>
                    <a:pt x="0" y="94"/>
                    <a:pt x="0" y="94"/>
                  </a:cubicBezTo>
                  <a:cubicBezTo>
                    <a:pt x="62" y="129"/>
                    <a:pt x="62" y="129"/>
                    <a:pt x="62" y="129"/>
                  </a:cubicBezTo>
                  <a:cubicBezTo>
                    <a:pt x="62" y="129"/>
                    <a:pt x="76" y="103"/>
                    <a:pt x="91" y="70"/>
                  </a:cubicBezTo>
                  <a:cubicBezTo>
                    <a:pt x="106" y="36"/>
                    <a:pt x="104" y="0"/>
                    <a:pt x="59" y="12"/>
                  </a:cubicBezTo>
                </a:path>
              </a:pathLst>
            </a:custGeom>
            <a:solidFill>
              <a:schemeClr val="tx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25" name="Freeform 72">
              <a:extLst>
                <a:ext uri="{FF2B5EF4-FFF2-40B4-BE49-F238E27FC236}">
                  <a16:creationId xmlns:a16="http://schemas.microsoft.com/office/drawing/2014/main" id="{45154338-56EA-7753-9B44-CEA29F7C2EF6}"/>
                </a:ext>
              </a:extLst>
            </p:cNvPr>
            <p:cNvSpPr>
              <a:spLocks/>
            </p:cNvSpPr>
            <p:nvPr/>
          </p:nvSpPr>
          <p:spPr bwMode="auto">
            <a:xfrm>
              <a:off x="-2600511" y="4000909"/>
              <a:ext cx="223892" cy="323736"/>
            </a:xfrm>
            <a:custGeom>
              <a:avLst/>
              <a:gdLst>
                <a:gd name="T0" fmla="*/ 181 w 182"/>
                <a:gd name="T1" fmla="*/ 139 h 263"/>
                <a:gd name="T2" fmla="*/ 174 w 182"/>
                <a:gd name="T3" fmla="*/ 263 h 263"/>
                <a:gd name="T4" fmla="*/ 17 w 182"/>
                <a:gd name="T5" fmla="*/ 263 h 263"/>
                <a:gd name="T6" fmla="*/ 2 w 182"/>
                <a:gd name="T7" fmla="*/ 26 h 263"/>
                <a:gd name="T8" fmla="*/ 17 w 182"/>
                <a:gd name="T9" fmla="*/ 5 h 263"/>
                <a:gd name="T10" fmla="*/ 50 w 182"/>
                <a:gd name="T11" fmla="*/ 1 h 263"/>
                <a:gd name="T12" fmla="*/ 117 w 182"/>
                <a:gd name="T13" fmla="*/ 1 h 263"/>
                <a:gd name="T14" fmla="*/ 145 w 182"/>
                <a:gd name="T15" fmla="*/ 5 h 263"/>
                <a:gd name="T16" fmla="*/ 171 w 182"/>
                <a:gd name="T17" fmla="*/ 30 h 263"/>
                <a:gd name="T18" fmla="*/ 180 w 182"/>
                <a:gd name="T19" fmla="*/ 92 h 263"/>
                <a:gd name="T20" fmla="*/ 181 w 182"/>
                <a:gd name="T21" fmla="*/ 139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2" h="263">
                  <a:moveTo>
                    <a:pt x="181" y="139"/>
                  </a:moveTo>
                  <a:cubicBezTo>
                    <a:pt x="181" y="172"/>
                    <a:pt x="179" y="213"/>
                    <a:pt x="174" y="263"/>
                  </a:cubicBezTo>
                  <a:cubicBezTo>
                    <a:pt x="17" y="263"/>
                    <a:pt x="17" y="263"/>
                    <a:pt x="17" y="263"/>
                  </a:cubicBezTo>
                  <a:cubicBezTo>
                    <a:pt x="15" y="241"/>
                    <a:pt x="25" y="134"/>
                    <a:pt x="2" y="26"/>
                  </a:cubicBezTo>
                  <a:cubicBezTo>
                    <a:pt x="0" y="16"/>
                    <a:pt x="7" y="6"/>
                    <a:pt x="17" y="5"/>
                  </a:cubicBezTo>
                  <a:cubicBezTo>
                    <a:pt x="27" y="3"/>
                    <a:pt x="39" y="2"/>
                    <a:pt x="50" y="1"/>
                  </a:cubicBezTo>
                  <a:cubicBezTo>
                    <a:pt x="70" y="0"/>
                    <a:pt x="100" y="0"/>
                    <a:pt x="117" y="1"/>
                  </a:cubicBezTo>
                  <a:cubicBezTo>
                    <a:pt x="127" y="2"/>
                    <a:pt x="137" y="4"/>
                    <a:pt x="145" y="5"/>
                  </a:cubicBezTo>
                  <a:cubicBezTo>
                    <a:pt x="157" y="8"/>
                    <a:pt x="168" y="17"/>
                    <a:pt x="171" y="30"/>
                  </a:cubicBezTo>
                  <a:cubicBezTo>
                    <a:pt x="175" y="42"/>
                    <a:pt x="178" y="62"/>
                    <a:pt x="180" y="92"/>
                  </a:cubicBezTo>
                  <a:cubicBezTo>
                    <a:pt x="181" y="106"/>
                    <a:pt x="182" y="121"/>
                    <a:pt x="181" y="139"/>
                  </a:cubicBezTo>
                </a:path>
              </a:pathLst>
            </a:custGeom>
            <a:solidFill>
              <a:schemeClr val="tx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26" name="Freeform 73">
              <a:extLst>
                <a:ext uri="{FF2B5EF4-FFF2-40B4-BE49-F238E27FC236}">
                  <a16:creationId xmlns:a16="http://schemas.microsoft.com/office/drawing/2014/main" id="{F739EB74-45D3-7457-66A1-FB8675D09F81}"/>
                </a:ext>
              </a:extLst>
            </p:cNvPr>
            <p:cNvSpPr>
              <a:spLocks/>
            </p:cNvSpPr>
            <p:nvPr/>
          </p:nvSpPr>
          <p:spPr bwMode="auto">
            <a:xfrm>
              <a:off x="-2497642" y="3984268"/>
              <a:ext cx="131613" cy="111946"/>
            </a:xfrm>
            <a:custGeom>
              <a:avLst/>
              <a:gdLst>
                <a:gd name="T0" fmla="*/ 28 w 108"/>
                <a:gd name="T1" fmla="*/ 78 h 91"/>
                <a:gd name="T2" fmla="*/ 108 w 108"/>
                <a:gd name="T3" fmla="*/ 76 h 91"/>
                <a:gd name="T4" fmla="*/ 106 w 108"/>
                <a:gd name="T5" fmla="*/ 0 h 91"/>
                <a:gd name="T6" fmla="*/ 46 w 108"/>
                <a:gd name="T7" fmla="*/ 16 h 91"/>
                <a:gd name="T8" fmla="*/ 28 w 108"/>
                <a:gd name="T9" fmla="*/ 78 h 91"/>
              </a:gdLst>
              <a:ahLst/>
              <a:cxnLst>
                <a:cxn ang="0">
                  <a:pos x="T0" y="T1"/>
                </a:cxn>
                <a:cxn ang="0">
                  <a:pos x="T2" y="T3"/>
                </a:cxn>
                <a:cxn ang="0">
                  <a:pos x="T4" y="T5"/>
                </a:cxn>
                <a:cxn ang="0">
                  <a:pos x="T6" y="T7"/>
                </a:cxn>
                <a:cxn ang="0">
                  <a:pos x="T8" y="T9"/>
                </a:cxn>
              </a:cxnLst>
              <a:rect l="0" t="0" r="r" b="b"/>
              <a:pathLst>
                <a:path w="108" h="91">
                  <a:moveTo>
                    <a:pt x="28" y="78"/>
                  </a:moveTo>
                  <a:cubicBezTo>
                    <a:pt x="52" y="91"/>
                    <a:pt x="108" y="76"/>
                    <a:pt x="108" y="76"/>
                  </a:cubicBezTo>
                  <a:cubicBezTo>
                    <a:pt x="106" y="0"/>
                    <a:pt x="106" y="0"/>
                    <a:pt x="106" y="0"/>
                  </a:cubicBezTo>
                  <a:cubicBezTo>
                    <a:pt x="106" y="0"/>
                    <a:pt x="81" y="2"/>
                    <a:pt x="46" y="16"/>
                  </a:cubicBezTo>
                  <a:cubicBezTo>
                    <a:pt x="8" y="31"/>
                    <a:pt x="0" y="63"/>
                    <a:pt x="28" y="78"/>
                  </a:cubicBezTo>
                </a:path>
              </a:pathLst>
            </a:custGeom>
            <a:solidFill>
              <a:schemeClr val="tx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27" name="Freeform 75">
              <a:extLst>
                <a:ext uri="{FF2B5EF4-FFF2-40B4-BE49-F238E27FC236}">
                  <a16:creationId xmlns:a16="http://schemas.microsoft.com/office/drawing/2014/main" id="{05E7EC7D-46AC-3F9A-AF9B-4B9212861EA0}"/>
                </a:ext>
              </a:extLst>
            </p:cNvPr>
            <p:cNvSpPr>
              <a:spLocks/>
            </p:cNvSpPr>
            <p:nvPr/>
          </p:nvSpPr>
          <p:spPr bwMode="auto">
            <a:xfrm>
              <a:off x="-2470412" y="3994857"/>
              <a:ext cx="45383" cy="74127"/>
            </a:xfrm>
            <a:custGeom>
              <a:avLst/>
              <a:gdLst>
                <a:gd name="T0" fmla="*/ 38 w 38"/>
                <a:gd name="T1" fmla="*/ 0 h 60"/>
                <a:gd name="T2" fmla="*/ 22 w 38"/>
                <a:gd name="T3" fmla="*/ 5 h 60"/>
                <a:gd name="T4" fmla="*/ 21 w 38"/>
                <a:gd name="T5" fmla="*/ 7 h 60"/>
                <a:gd name="T6" fmla="*/ 19 w 38"/>
                <a:gd name="T7" fmla="*/ 9 h 60"/>
                <a:gd name="T8" fmla="*/ 0 w 38"/>
                <a:gd name="T9" fmla="*/ 51 h 60"/>
                <a:gd name="T10" fmla="*/ 14 w 38"/>
                <a:gd name="T11" fmla="*/ 57 h 60"/>
                <a:gd name="T12" fmla="*/ 16 w 38"/>
                <a:gd name="T13" fmla="*/ 60 h 60"/>
                <a:gd name="T14" fmla="*/ 38 w 38"/>
                <a:gd name="T15" fmla="*/ 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60">
                  <a:moveTo>
                    <a:pt x="38" y="0"/>
                  </a:moveTo>
                  <a:cubicBezTo>
                    <a:pt x="38" y="0"/>
                    <a:pt x="27" y="4"/>
                    <a:pt x="22" y="5"/>
                  </a:cubicBezTo>
                  <a:cubicBezTo>
                    <a:pt x="22" y="6"/>
                    <a:pt x="21" y="7"/>
                    <a:pt x="21" y="7"/>
                  </a:cubicBezTo>
                  <a:cubicBezTo>
                    <a:pt x="20" y="8"/>
                    <a:pt x="20" y="8"/>
                    <a:pt x="19" y="9"/>
                  </a:cubicBezTo>
                  <a:cubicBezTo>
                    <a:pt x="10" y="22"/>
                    <a:pt x="3" y="41"/>
                    <a:pt x="0" y="51"/>
                  </a:cubicBezTo>
                  <a:cubicBezTo>
                    <a:pt x="6" y="53"/>
                    <a:pt x="11" y="55"/>
                    <a:pt x="14" y="57"/>
                  </a:cubicBezTo>
                  <a:cubicBezTo>
                    <a:pt x="14" y="58"/>
                    <a:pt x="15" y="59"/>
                    <a:pt x="16" y="60"/>
                  </a:cubicBezTo>
                  <a:cubicBezTo>
                    <a:pt x="20" y="29"/>
                    <a:pt x="38" y="0"/>
                    <a:pt x="38" y="0"/>
                  </a:cubicBezTo>
                </a:path>
              </a:pathLst>
            </a:custGeom>
            <a:solidFill>
              <a:schemeClr val="accent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28" name="Freeform 79">
              <a:extLst>
                <a:ext uri="{FF2B5EF4-FFF2-40B4-BE49-F238E27FC236}">
                  <a16:creationId xmlns:a16="http://schemas.microsoft.com/office/drawing/2014/main" id="{41707C20-D09F-2966-4599-493D8FA99AC1}"/>
                </a:ext>
              </a:extLst>
            </p:cNvPr>
            <p:cNvSpPr>
              <a:spLocks/>
            </p:cNvSpPr>
            <p:nvPr/>
          </p:nvSpPr>
          <p:spPr bwMode="auto">
            <a:xfrm>
              <a:off x="-2573281" y="4000909"/>
              <a:ext cx="24205" cy="63537"/>
            </a:xfrm>
            <a:custGeom>
              <a:avLst/>
              <a:gdLst>
                <a:gd name="T0" fmla="*/ 20 w 20"/>
                <a:gd name="T1" fmla="*/ 0 h 51"/>
                <a:gd name="T2" fmla="*/ 6 w 20"/>
                <a:gd name="T3" fmla="*/ 3 h 51"/>
                <a:gd name="T4" fmla="*/ 0 w 20"/>
                <a:gd name="T5" fmla="*/ 37 h 51"/>
                <a:gd name="T6" fmla="*/ 1 w 20"/>
                <a:gd name="T7" fmla="*/ 51 h 51"/>
                <a:gd name="T8" fmla="*/ 18 w 20"/>
                <a:gd name="T9" fmla="*/ 45 h 51"/>
                <a:gd name="T10" fmla="*/ 17 w 20"/>
                <a:gd name="T11" fmla="*/ 24 h 51"/>
                <a:gd name="T12" fmla="*/ 20 w 20"/>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20" h="51">
                  <a:moveTo>
                    <a:pt x="20" y="0"/>
                  </a:moveTo>
                  <a:cubicBezTo>
                    <a:pt x="11" y="1"/>
                    <a:pt x="6" y="3"/>
                    <a:pt x="6" y="3"/>
                  </a:cubicBezTo>
                  <a:cubicBezTo>
                    <a:pt x="6" y="3"/>
                    <a:pt x="0" y="17"/>
                    <a:pt x="0" y="37"/>
                  </a:cubicBezTo>
                  <a:cubicBezTo>
                    <a:pt x="0" y="42"/>
                    <a:pt x="0" y="46"/>
                    <a:pt x="1" y="51"/>
                  </a:cubicBezTo>
                  <a:cubicBezTo>
                    <a:pt x="4" y="48"/>
                    <a:pt x="11" y="46"/>
                    <a:pt x="18" y="45"/>
                  </a:cubicBezTo>
                  <a:cubicBezTo>
                    <a:pt x="18" y="40"/>
                    <a:pt x="17" y="33"/>
                    <a:pt x="17" y="24"/>
                  </a:cubicBezTo>
                  <a:cubicBezTo>
                    <a:pt x="17" y="17"/>
                    <a:pt x="18" y="8"/>
                    <a:pt x="20" y="0"/>
                  </a:cubicBezTo>
                </a:path>
              </a:pathLst>
            </a:custGeom>
            <a:solidFill>
              <a:schemeClr val="accent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29" name="Freeform 83">
              <a:extLst>
                <a:ext uri="{FF2B5EF4-FFF2-40B4-BE49-F238E27FC236}">
                  <a16:creationId xmlns:a16="http://schemas.microsoft.com/office/drawing/2014/main" id="{42E6B84F-F545-438B-524D-41A7B0B9B602}"/>
                </a:ext>
              </a:extLst>
            </p:cNvPr>
            <p:cNvSpPr>
              <a:spLocks/>
            </p:cNvSpPr>
            <p:nvPr/>
          </p:nvSpPr>
          <p:spPr bwMode="auto">
            <a:xfrm>
              <a:off x="-2468898" y="4065959"/>
              <a:ext cx="22692" cy="195149"/>
            </a:xfrm>
            <a:custGeom>
              <a:avLst/>
              <a:gdLst>
                <a:gd name="T0" fmla="*/ 9 w 18"/>
                <a:gd name="T1" fmla="*/ 0 h 159"/>
                <a:gd name="T2" fmla="*/ 8 w 18"/>
                <a:gd name="T3" fmla="*/ 1 h 159"/>
                <a:gd name="T4" fmla="*/ 4 w 18"/>
                <a:gd name="T5" fmla="*/ 44 h 159"/>
                <a:gd name="T6" fmla="*/ 8 w 18"/>
                <a:gd name="T7" fmla="*/ 158 h 159"/>
                <a:gd name="T8" fmla="*/ 8 w 18"/>
                <a:gd name="T9" fmla="*/ 159 h 159"/>
                <a:gd name="T10" fmla="*/ 9 w 18"/>
                <a:gd name="T11" fmla="*/ 159 h 159"/>
                <a:gd name="T12" fmla="*/ 9 w 18"/>
                <a:gd name="T13" fmla="*/ 158 h 159"/>
                <a:gd name="T14" fmla="*/ 6 w 18"/>
                <a:gd name="T15" fmla="*/ 43 h 159"/>
                <a:gd name="T16" fmla="*/ 9 w 18"/>
                <a:gd name="T17" fmla="*/ 2 h 159"/>
                <a:gd name="T18" fmla="*/ 9 w 18"/>
                <a:gd name="T19" fmla="*/ 1 h 159"/>
                <a:gd name="T20" fmla="*/ 9 w 18"/>
                <a:gd name="T21"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159">
                  <a:moveTo>
                    <a:pt x="9" y="0"/>
                  </a:moveTo>
                  <a:cubicBezTo>
                    <a:pt x="8" y="0"/>
                    <a:pt x="8" y="1"/>
                    <a:pt x="8" y="1"/>
                  </a:cubicBezTo>
                  <a:cubicBezTo>
                    <a:pt x="5" y="5"/>
                    <a:pt x="0" y="24"/>
                    <a:pt x="4" y="44"/>
                  </a:cubicBezTo>
                  <a:cubicBezTo>
                    <a:pt x="15" y="92"/>
                    <a:pt x="16" y="130"/>
                    <a:pt x="8" y="158"/>
                  </a:cubicBezTo>
                  <a:cubicBezTo>
                    <a:pt x="7" y="158"/>
                    <a:pt x="8" y="159"/>
                    <a:pt x="8" y="159"/>
                  </a:cubicBezTo>
                  <a:cubicBezTo>
                    <a:pt x="9" y="159"/>
                    <a:pt x="9" y="159"/>
                    <a:pt x="9" y="159"/>
                  </a:cubicBezTo>
                  <a:cubicBezTo>
                    <a:pt x="9" y="159"/>
                    <a:pt x="9" y="159"/>
                    <a:pt x="9" y="158"/>
                  </a:cubicBezTo>
                  <a:cubicBezTo>
                    <a:pt x="18" y="130"/>
                    <a:pt x="17" y="92"/>
                    <a:pt x="6" y="43"/>
                  </a:cubicBezTo>
                  <a:cubicBezTo>
                    <a:pt x="2" y="25"/>
                    <a:pt x="7" y="6"/>
                    <a:pt x="9" y="2"/>
                  </a:cubicBezTo>
                  <a:cubicBezTo>
                    <a:pt x="10" y="2"/>
                    <a:pt x="10" y="1"/>
                    <a:pt x="9" y="1"/>
                  </a:cubicBezTo>
                  <a:cubicBezTo>
                    <a:pt x="9" y="0"/>
                    <a:pt x="9" y="0"/>
                    <a:pt x="9" y="0"/>
                  </a:cubicBezTo>
                </a:path>
              </a:pathLst>
            </a:custGeom>
            <a:solidFill>
              <a:schemeClr val="bg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30" name="Freeform 84">
              <a:extLst>
                <a:ext uri="{FF2B5EF4-FFF2-40B4-BE49-F238E27FC236}">
                  <a16:creationId xmlns:a16="http://schemas.microsoft.com/office/drawing/2014/main" id="{A0C0565A-2B3F-1925-C754-BEFD309230E7}"/>
                </a:ext>
              </a:extLst>
            </p:cNvPr>
            <p:cNvSpPr>
              <a:spLocks noEditPoints="1"/>
            </p:cNvSpPr>
            <p:nvPr/>
          </p:nvSpPr>
          <p:spPr bwMode="auto">
            <a:xfrm>
              <a:off x="-2444694" y="5159700"/>
              <a:ext cx="0" cy="42358"/>
            </a:xfrm>
            <a:custGeom>
              <a:avLst/>
              <a:gdLst>
                <a:gd name="T0" fmla="*/ 11 h 28"/>
                <a:gd name="T1" fmla="*/ 11 h 28"/>
                <a:gd name="T2" fmla="*/ 28 h 28"/>
                <a:gd name="T3" fmla="*/ 28 h 28"/>
                <a:gd name="T4" fmla="*/ 11 h 28"/>
                <a:gd name="T5" fmla="*/ 0 h 28"/>
                <a:gd name="T6" fmla="*/ 0 h 28"/>
                <a:gd name="T7" fmla="*/ 11 h 28"/>
                <a:gd name="T8" fmla="*/ 11 h 28"/>
                <a:gd name="T9" fmla="*/ 0 h 28"/>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Lst>
              <a:rect l="0" t="0" r="r" b="b"/>
              <a:pathLst>
                <a:path h="28">
                  <a:moveTo>
                    <a:pt x="0" y="11"/>
                  </a:moveTo>
                  <a:lnTo>
                    <a:pt x="0" y="11"/>
                  </a:lnTo>
                  <a:lnTo>
                    <a:pt x="0" y="28"/>
                  </a:lnTo>
                  <a:lnTo>
                    <a:pt x="0" y="28"/>
                  </a:lnTo>
                  <a:lnTo>
                    <a:pt x="0" y="11"/>
                  </a:lnTo>
                  <a:close/>
                  <a:moveTo>
                    <a:pt x="0" y="0"/>
                  </a:moveTo>
                  <a:lnTo>
                    <a:pt x="0" y="0"/>
                  </a:lnTo>
                  <a:lnTo>
                    <a:pt x="0" y="11"/>
                  </a:lnTo>
                  <a:lnTo>
                    <a:pt x="0" y="11"/>
                  </a:ln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31" name="Freeform 85">
              <a:extLst>
                <a:ext uri="{FF2B5EF4-FFF2-40B4-BE49-F238E27FC236}">
                  <a16:creationId xmlns:a16="http://schemas.microsoft.com/office/drawing/2014/main" id="{D3E3CED4-F84B-E6B2-5A25-F1315BEAC366}"/>
                </a:ext>
              </a:extLst>
            </p:cNvPr>
            <p:cNvSpPr>
              <a:spLocks noEditPoints="1"/>
            </p:cNvSpPr>
            <p:nvPr/>
          </p:nvSpPr>
          <p:spPr bwMode="auto">
            <a:xfrm>
              <a:off x="-2444694" y="5159700"/>
              <a:ext cx="0" cy="42358"/>
            </a:xfrm>
            <a:custGeom>
              <a:avLst/>
              <a:gdLst>
                <a:gd name="T0" fmla="*/ 11 h 28"/>
                <a:gd name="T1" fmla="*/ 11 h 28"/>
                <a:gd name="T2" fmla="*/ 28 h 28"/>
                <a:gd name="T3" fmla="*/ 28 h 28"/>
                <a:gd name="T4" fmla="*/ 11 h 28"/>
                <a:gd name="T5" fmla="*/ 0 h 28"/>
                <a:gd name="T6" fmla="*/ 0 h 28"/>
                <a:gd name="T7" fmla="*/ 11 h 28"/>
                <a:gd name="T8" fmla="*/ 11 h 28"/>
                <a:gd name="T9" fmla="*/ 0 h 28"/>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Lst>
              <a:rect l="0" t="0" r="r" b="b"/>
              <a:pathLst>
                <a:path h="28">
                  <a:moveTo>
                    <a:pt x="0" y="11"/>
                  </a:moveTo>
                  <a:lnTo>
                    <a:pt x="0" y="11"/>
                  </a:lnTo>
                  <a:lnTo>
                    <a:pt x="0" y="28"/>
                  </a:lnTo>
                  <a:lnTo>
                    <a:pt x="0" y="28"/>
                  </a:lnTo>
                  <a:lnTo>
                    <a:pt x="0" y="11"/>
                  </a:lnTo>
                  <a:moveTo>
                    <a:pt x="0" y="0"/>
                  </a:moveTo>
                  <a:lnTo>
                    <a:pt x="0" y="0"/>
                  </a:lnTo>
                  <a:lnTo>
                    <a:pt x="0" y="11"/>
                  </a:lnTo>
                  <a:lnTo>
                    <a:pt x="0" y="11"/>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32" name="Freeform 88">
              <a:extLst>
                <a:ext uri="{FF2B5EF4-FFF2-40B4-BE49-F238E27FC236}">
                  <a16:creationId xmlns:a16="http://schemas.microsoft.com/office/drawing/2014/main" id="{2D8D0F90-1702-004A-F1EB-60340A0AF60B}"/>
                </a:ext>
              </a:extLst>
            </p:cNvPr>
            <p:cNvSpPr>
              <a:spLocks/>
            </p:cNvSpPr>
            <p:nvPr/>
          </p:nvSpPr>
          <p:spPr bwMode="auto">
            <a:xfrm>
              <a:off x="-2444694" y="5159700"/>
              <a:ext cx="36307" cy="42358"/>
            </a:xfrm>
            <a:custGeom>
              <a:avLst/>
              <a:gdLst>
                <a:gd name="T0" fmla="*/ 24 w 24"/>
                <a:gd name="T1" fmla="*/ 0 h 28"/>
                <a:gd name="T2" fmla="*/ 0 w 24"/>
                <a:gd name="T3" fmla="*/ 0 h 28"/>
                <a:gd name="T4" fmla="*/ 0 w 24"/>
                <a:gd name="T5" fmla="*/ 11 h 28"/>
                <a:gd name="T6" fmla="*/ 0 w 24"/>
                <a:gd name="T7" fmla="*/ 11 h 28"/>
                <a:gd name="T8" fmla="*/ 0 w 24"/>
                <a:gd name="T9" fmla="*/ 28 h 28"/>
                <a:gd name="T10" fmla="*/ 24 w 24"/>
                <a:gd name="T11" fmla="*/ 28 h 28"/>
                <a:gd name="T12" fmla="*/ 24 w 24"/>
                <a:gd name="T13" fmla="*/ 0 h 28"/>
              </a:gdLst>
              <a:ahLst/>
              <a:cxnLst>
                <a:cxn ang="0">
                  <a:pos x="T0" y="T1"/>
                </a:cxn>
                <a:cxn ang="0">
                  <a:pos x="T2" y="T3"/>
                </a:cxn>
                <a:cxn ang="0">
                  <a:pos x="T4" y="T5"/>
                </a:cxn>
                <a:cxn ang="0">
                  <a:pos x="T6" y="T7"/>
                </a:cxn>
                <a:cxn ang="0">
                  <a:pos x="T8" y="T9"/>
                </a:cxn>
                <a:cxn ang="0">
                  <a:pos x="T10" y="T11"/>
                </a:cxn>
                <a:cxn ang="0">
                  <a:pos x="T12" y="T13"/>
                </a:cxn>
              </a:cxnLst>
              <a:rect l="0" t="0" r="r" b="b"/>
              <a:pathLst>
                <a:path w="24" h="28">
                  <a:moveTo>
                    <a:pt x="24" y="0"/>
                  </a:moveTo>
                  <a:lnTo>
                    <a:pt x="0" y="0"/>
                  </a:lnTo>
                  <a:lnTo>
                    <a:pt x="0" y="11"/>
                  </a:lnTo>
                  <a:lnTo>
                    <a:pt x="0" y="11"/>
                  </a:lnTo>
                  <a:lnTo>
                    <a:pt x="0" y="28"/>
                  </a:lnTo>
                  <a:lnTo>
                    <a:pt x="24" y="28"/>
                  </a:lnTo>
                  <a:lnTo>
                    <a:pt x="24" y="0"/>
                  </a:lnTo>
                  <a:close/>
                </a:path>
              </a:pathLst>
            </a:custGeom>
            <a:solidFill>
              <a:schemeClr val="tx2">
                <a:lumMod val="90000"/>
              </a:schemeClr>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33" name="Freeform 89">
              <a:extLst>
                <a:ext uri="{FF2B5EF4-FFF2-40B4-BE49-F238E27FC236}">
                  <a16:creationId xmlns:a16="http://schemas.microsoft.com/office/drawing/2014/main" id="{418CCBDB-53CF-82F2-1FF4-7CBE3523881F}"/>
                </a:ext>
              </a:extLst>
            </p:cNvPr>
            <p:cNvSpPr>
              <a:spLocks/>
            </p:cNvSpPr>
            <p:nvPr/>
          </p:nvSpPr>
          <p:spPr bwMode="auto">
            <a:xfrm>
              <a:off x="-2444694" y="5159700"/>
              <a:ext cx="36307" cy="42358"/>
            </a:xfrm>
            <a:custGeom>
              <a:avLst/>
              <a:gdLst>
                <a:gd name="T0" fmla="*/ 24 w 24"/>
                <a:gd name="T1" fmla="*/ 0 h 28"/>
                <a:gd name="T2" fmla="*/ 0 w 24"/>
                <a:gd name="T3" fmla="*/ 0 h 28"/>
                <a:gd name="T4" fmla="*/ 0 w 24"/>
                <a:gd name="T5" fmla="*/ 11 h 28"/>
                <a:gd name="T6" fmla="*/ 0 w 24"/>
                <a:gd name="T7" fmla="*/ 11 h 28"/>
                <a:gd name="T8" fmla="*/ 0 w 24"/>
                <a:gd name="T9" fmla="*/ 28 h 28"/>
                <a:gd name="T10" fmla="*/ 24 w 24"/>
                <a:gd name="T11" fmla="*/ 28 h 28"/>
                <a:gd name="T12" fmla="*/ 24 w 24"/>
                <a:gd name="T13" fmla="*/ 0 h 28"/>
              </a:gdLst>
              <a:ahLst/>
              <a:cxnLst>
                <a:cxn ang="0">
                  <a:pos x="T0" y="T1"/>
                </a:cxn>
                <a:cxn ang="0">
                  <a:pos x="T2" y="T3"/>
                </a:cxn>
                <a:cxn ang="0">
                  <a:pos x="T4" y="T5"/>
                </a:cxn>
                <a:cxn ang="0">
                  <a:pos x="T6" y="T7"/>
                </a:cxn>
                <a:cxn ang="0">
                  <a:pos x="T8" y="T9"/>
                </a:cxn>
                <a:cxn ang="0">
                  <a:pos x="T10" y="T11"/>
                </a:cxn>
                <a:cxn ang="0">
                  <a:pos x="T12" y="T13"/>
                </a:cxn>
              </a:cxnLst>
              <a:rect l="0" t="0" r="r" b="b"/>
              <a:pathLst>
                <a:path w="24" h="28">
                  <a:moveTo>
                    <a:pt x="24" y="0"/>
                  </a:moveTo>
                  <a:lnTo>
                    <a:pt x="0" y="0"/>
                  </a:lnTo>
                  <a:lnTo>
                    <a:pt x="0" y="11"/>
                  </a:lnTo>
                  <a:lnTo>
                    <a:pt x="0" y="11"/>
                  </a:lnTo>
                  <a:lnTo>
                    <a:pt x="0" y="28"/>
                  </a:lnTo>
                  <a:lnTo>
                    <a:pt x="24" y="28"/>
                  </a:lnTo>
                  <a:lnTo>
                    <a:pt x="2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34" name="Freeform 90">
              <a:extLst>
                <a:ext uri="{FF2B5EF4-FFF2-40B4-BE49-F238E27FC236}">
                  <a16:creationId xmlns:a16="http://schemas.microsoft.com/office/drawing/2014/main" id="{116B9B49-345F-0057-79D9-DFC706F5EC36}"/>
                </a:ext>
              </a:extLst>
            </p:cNvPr>
            <p:cNvSpPr>
              <a:spLocks/>
            </p:cNvSpPr>
            <p:nvPr/>
          </p:nvSpPr>
          <p:spPr bwMode="auto">
            <a:xfrm>
              <a:off x="-2683713" y="5161214"/>
              <a:ext cx="3026" cy="9077"/>
            </a:xfrm>
            <a:custGeom>
              <a:avLst/>
              <a:gdLst>
                <a:gd name="T0" fmla="*/ 2 w 2"/>
                <a:gd name="T1" fmla="*/ 0 h 6"/>
                <a:gd name="T2" fmla="*/ 0 w 2"/>
                <a:gd name="T3" fmla="*/ 6 h 6"/>
                <a:gd name="T4" fmla="*/ 0 w 2"/>
                <a:gd name="T5" fmla="*/ 6 h 6"/>
                <a:gd name="T6" fmla="*/ 2 w 2"/>
                <a:gd name="T7" fmla="*/ 0 h 6"/>
                <a:gd name="T8" fmla="*/ 2 w 2"/>
                <a:gd name="T9" fmla="*/ 0 h 6"/>
              </a:gdLst>
              <a:ahLst/>
              <a:cxnLst>
                <a:cxn ang="0">
                  <a:pos x="T0" y="T1"/>
                </a:cxn>
                <a:cxn ang="0">
                  <a:pos x="T2" y="T3"/>
                </a:cxn>
                <a:cxn ang="0">
                  <a:pos x="T4" y="T5"/>
                </a:cxn>
                <a:cxn ang="0">
                  <a:pos x="T6" y="T7"/>
                </a:cxn>
                <a:cxn ang="0">
                  <a:pos x="T8" y="T9"/>
                </a:cxn>
              </a:cxnLst>
              <a:rect l="0" t="0" r="r" b="b"/>
              <a:pathLst>
                <a:path w="2" h="6">
                  <a:moveTo>
                    <a:pt x="2" y="0"/>
                  </a:moveTo>
                  <a:lnTo>
                    <a:pt x="0" y="6"/>
                  </a:lnTo>
                  <a:lnTo>
                    <a:pt x="0" y="6"/>
                  </a:lnTo>
                  <a:lnTo>
                    <a:pt x="2" y="0"/>
                  </a:lnTo>
                  <a:lnTo>
                    <a:pt x="2"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35" name="Freeform 91">
              <a:extLst>
                <a:ext uri="{FF2B5EF4-FFF2-40B4-BE49-F238E27FC236}">
                  <a16:creationId xmlns:a16="http://schemas.microsoft.com/office/drawing/2014/main" id="{5FD85154-6FFD-FE99-7A06-EC82DA28C5FB}"/>
                </a:ext>
              </a:extLst>
            </p:cNvPr>
            <p:cNvSpPr>
              <a:spLocks/>
            </p:cNvSpPr>
            <p:nvPr/>
          </p:nvSpPr>
          <p:spPr bwMode="auto">
            <a:xfrm>
              <a:off x="-2683713" y="5161214"/>
              <a:ext cx="3026" cy="9077"/>
            </a:xfrm>
            <a:custGeom>
              <a:avLst/>
              <a:gdLst>
                <a:gd name="T0" fmla="*/ 2 w 2"/>
                <a:gd name="T1" fmla="*/ 0 h 6"/>
                <a:gd name="T2" fmla="*/ 0 w 2"/>
                <a:gd name="T3" fmla="*/ 6 h 6"/>
                <a:gd name="T4" fmla="*/ 0 w 2"/>
                <a:gd name="T5" fmla="*/ 6 h 6"/>
                <a:gd name="T6" fmla="*/ 2 w 2"/>
                <a:gd name="T7" fmla="*/ 0 h 6"/>
                <a:gd name="T8" fmla="*/ 2 w 2"/>
                <a:gd name="T9" fmla="*/ 0 h 6"/>
              </a:gdLst>
              <a:ahLst/>
              <a:cxnLst>
                <a:cxn ang="0">
                  <a:pos x="T0" y="T1"/>
                </a:cxn>
                <a:cxn ang="0">
                  <a:pos x="T2" y="T3"/>
                </a:cxn>
                <a:cxn ang="0">
                  <a:pos x="T4" y="T5"/>
                </a:cxn>
                <a:cxn ang="0">
                  <a:pos x="T6" y="T7"/>
                </a:cxn>
                <a:cxn ang="0">
                  <a:pos x="T8" y="T9"/>
                </a:cxn>
              </a:cxnLst>
              <a:rect l="0" t="0" r="r" b="b"/>
              <a:pathLst>
                <a:path w="2" h="6">
                  <a:moveTo>
                    <a:pt x="2" y="0"/>
                  </a:moveTo>
                  <a:lnTo>
                    <a:pt x="0" y="6"/>
                  </a:lnTo>
                  <a:lnTo>
                    <a:pt x="0" y="6"/>
                  </a:lnTo>
                  <a:lnTo>
                    <a:pt x="2" y="0"/>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36" name="Freeform 92">
              <a:extLst>
                <a:ext uri="{FF2B5EF4-FFF2-40B4-BE49-F238E27FC236}">
                  <a16:creationId xmlns:a16="http://schemas.microsoft.com/office/drawing/2014/main" id="{E3EB5F8D-DCAA-383C-F020-1E8D9AAB1909}"/>
                </a:ext>
              </a:extLst>
            </p:cNvPr>
            <p:cNvSpPr>
              <a:spLocks/>
            </p:cNvSpPr>
            <p:nvPr/>
          </p:nvSpPr>
          <p:spPr bwMode="auto">
            <a:xfrm>
              <a:off x="-2683713" y="5161214"/>
              <a:ext cx="37820" cy="15128"/>
            </a:xfrm>
            <a:custGeom>
              <a:avLst/>
              <a:gdLst>
                <a:gd name="T0" fmla="*/ 2 w 25"/>
                <a:gd name="T1" fmla="*/ 0 h 10"/>
                <a:gd name="T2" fmla="*/ 0 w 25"/>
                <a:gd name="T3" fmla="*/ 6 h 10"/>
                <a:gd name="T4" fmla="*/ 23 w 25"/>
                <a:gd name="T5" fmla="*/ 10 h 10"/>
                <a:gd name="T6" fmla="*/ 25 w 25"/>
                <a:gd name="T7" fmla="*/ 5 h 10"/>
                <a:gd name="T8" fmla="*/ 2 w 25"/>
                <a:gd name="T9" fmla="*/ 0 h 10"/>
              </a:gdLst>
              <a:ahLst/>
              <a:cxnLst>
                <a:cxn ang="0">
                  <a:pos x="T0" y="T1"/>
                </a:cxn>
                <a:cxn ang="0">
                  <a:pos x="T2" y="T3"/>
                </a:cxn>
                <a:cxn ang="0">
                  <a:pos x="T4" y="T5"/>
                </a:cxn>
                <a:cxn ang="0">
                  <a:pos x="T6" y="T7"/>
                </a:cxn>
                <a:cxn ang="0">
                  <a:pos x="T8" y="T9"/>
                </a:cxn>
              </a:cxnLst>
              <a:rect l="0" t="0" r="r" b="b"/>
              <a:pathLst>
                <a:path w="25" h="10">
                  <a:moveTo>
                    <a:pt x="2" y="0"/>
                  </a:moveTo>
                  <a:lnTo>
                    <a:pt x="0" y="6"/>
                  </a:lnTo>
                  <a:lnTo>
                    <a:pt x="23" y="10"/>
                  </a:lnTo>
                  <a:lnTo>
                    <a:pt x="25" y="5"/>
                  </a:lnTo>
                  <a:lnTo>
                    <a:pt x="2" y="0"/>
                  </a:lnTo>
                  <a:close/>
                </a:path>
              </a:pathLst>
            </a:custGeom>
            <a:solidFill>
              <a:schemeClr val="tx2">
                <a:lumMod val="90000"/>
              </a:schemeClr>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37" name="Freeform 93">
              <a:extLst>
                <a:ext uri="{FF2B5EF4-FFF2-40B4-BE49-F238E27FC236}">
                  <a16:creationId xmlns:a16="http://schemas.microsoft.com/office/drawing/2014/main" id="{49023BB2-544E-9BC6-5B4A-6D37194D7F44}"/>
                </a:ext>
              </a:extLst>
            </p:cNvPr>
            <p:cNvSpPr>
              <a:spLocks/>
            </p:cNvSpPr>
            <p:nvPr/>
          </p:nvSpPr>
          <p:spPr bwMode="auto">
            <a:xfrm>
              <a:off x="-2683713" y="5161214"/>
              <a:ext cx="37820" cy="15128"/>
            </a:xfrm>
            <a:custGeom>
              <a:avLst/>
              <a:gdLst>
                <a:gd name="T0" fmla="*/ 2 w 25"/>
                <a:gd name="T1" fmla="*/ 0 h 10"/>
                <a:gd name="T2" fmla="*/ 0 w 25"/>
                <a:gd name="T3" fmla="*/ 6 h 10"/>
                <a:gd name="T4" fmla="*/ 23 w 25"/>
                <a:gd name="T5" fmla="*/ 10 h 10"/>
                <a:gd name="T6" fmla="*/ 25 w 25"/>
                <a:gd name="T7" fmla="*/ 5 h 10"/>
                <a:gd name="T8" fmla="*/ 2 w 25"/>
                <a:gd name="T9" fmla="*/ 0 h 10"/>
              </a:gdLst>
              <a:ahLst/>
              <a:cxnLst>
                <a:cxn ang="0">
                  <a:pos x="T0" y="T1"/>
                </a:cxn>
                <a:cxn ang="0">
                  <a:pos x="T2" y="T3"/>
                </a:cxn>
                <a:cxn ang="0">
                  <a:pos x="T4" y="T5"/>
                </a:cxn>
                <a:cxn ang="0">
                  <a:pos x="T6" y="T7"/>
                </a:cxn>
                <a:cxn ang="0">
                  <a:pos x="T8" y="T9"/>
                </a:cxn>
              </a:cxnLst>
              <a:rect l="0" t="0" r="r" b="b"/>
              <a:pathLst>
                <a:path w="25" h="10">
                  <a:moveTo>
                    <a:pt x="2" y="0"/>
                  </a:moveTo>
                  <a:lnTo>
                    <a:pt x="0" y="6"/>
                  </a:lnTo>
                  <a:lnTo>
                    <a:pt x="23" y="10"/>
                  </a:lnTo>
                  <a:lnTo>
                    <a:pt x="25" y="5"/>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38" name="Freeform 94">
              <a:extLst>
                <a:ext uri="{FF2B5EF4-FFF2-40B4-BE49-F238E27FC236}">
                  <a16:creationId xmlns:a16="http://schemas.microsoft.com/office/drawing/2014/main" id="{50EA1412-F6BA-1682-1C4F-EEF53F0F724C}"/>
                </a:ext>
              </a:extLst>
            </p:cNvPr>
            <p:cNvSpPr>
              <a:spLocks/>
            </p:cNvSpPr>
            <p:nvPr/>
          </p:nvSpPr>
          <p:spPr bwMode="auto">
            <a:xfrm>
              <a:off x="-2692790" y="4324644"/>
              <a:ext cx="239020" cy="848672"/>
            </a:xfrm>
            <a:custGeom>
              <a:avLst/>
              <a:gdLst>
                <a:gd name="T0" fmla="*/ 195 w 195"/>
                <a:gd name="T1" fmla="*/ 0 h 691"/>
                <a:gd name="T2" fmla="*/ 155 w 195"/>
                <a:gd name="T3" fmla="*/ 309 h 691"/>
                <a:gd name="T4" fmla="*/ 53 w 195"/>
                <a:gd name="T5" fmla="*/ 691 h 691"/>
                <a:gd name="T6" fmla="*/ 0 w 195"/>
                <a:gd name="T7" fmla="*/ 679 h 691"/>
                <a:gd name="T8" fmla="*/ 67 w 195"/>
                <a:gd name="T9" fmla="*/ 318 h 691"/>
                <a:gd name="T10" fmla="*/ 93 w 195"/>
                <a:gd name="T11" fmla="*/ 0 h 691"/>
                <a:gd name="T12" fmla="*/ 195 w 195"/>
                <a:gd name="T13" fmla="*/ 0 h 691"/>
              </a:gdLst>
              <a:ahLst/>
              <a:cxnLst>
                <a:cxn ang="0">
                  <a:pos x="T0" y="T1"/>
                </a:cxn>
                <a:cxn ang="0">
                  <a:pos x="T2" y="T3"/>
                </a:cxn>
                <a:cxn ang="0">
                  <a:pos x="T4" y="T5"/>
                </a:cxn>
                <a:cxn ang="0">
                  <a:pos x="T6" y="T7"/>
                </a:cxn>
                <a:cxn ang="0">
                  <a:pos x="T8" y="T9"/>
                </a:cxn>
                <a:cxn ang="0">
                  <a:pos x="T10" y="T11"/>
                </a:cxn>
                <a:cxn ang="0">
                  <a:pos x="T12" y="T13"/>
                </a:cxn>
              </a:cxnLst>
              <a:rect l="0" t="0" r="r" b="b"/>
              <a:pathLst>
                <a:path w="195" h="691">
                  <a:moveTo>
                    <a:pt x="195" y="0"/>
                  </a:moveTo>
                  <a:cubicBezTo>
                    <a:pt x="195" y="0"/>
                    <a:pt x="170" y="225"/>
                    <a:pt x="155" y="309"/>
                  </a:cubicBezTo>
                  <a:cubicBezTo>
                    <a:pt x="138" y="401"/>
                    <a:pt x="53" y="691"/>
                    <a:pt x="53" y="691"/>
                  </a:cubicBezTo>
                  <a:cubicBezTo>
                    <a:pt x="0" y="679"/>
                    <a:pt x="0" y="679"/>
                    <a:pt x="0" y="679"/>
                  </a:cubicBezTo>
                  <a:cubicBezTo>
                    <a:pt x="0" y="679"/>
                    <a:pt x="59" y="409"/>
                    <a:pt x="67" y="318"/>
                  </a:cubicBezTo>
                  <a:cubicBezTo>
                    <a:pt x="76" y="219"/>
                    <a:pt x="93" y="0"/>
                    <a:pt x="93" y="0"/>
                  </a:cubicBezTo>
                  <a:cubicBezTo>
                    <a:pt x="195" y="0"/>
                    <a:pt x="195" y="0"/>
                    <a:pt x="195" y="0"/>
                  </a:cubicBezTo>
                </a:path>
              </a:pathLst>
            </a:custGeom>
            <a:solidFill>
              <a:schemeClr val="accent5"/>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39" name="Freeform 95">
              <a:extLst>
                <a:ext uri="{FF2B5EF4-FFF2-40B4-BE49-F238E27FC236}">
                  <a16:creationId xmlns:a16="http://schemas.microsoft.com/office/drawing/2014/main" id="{6B7B267C-0F28-BD08-046C-587666BCEFE0}"/>
                </a:ext>
              </a:extLst>
            </p:cNvPr>
            <p:cNvSpPr>
              <a:spLocks/>
            </p:cNvSpPr>
            <p:nvPr/>
          </p:nvSpPr>
          <p:spPr bwMode="auto">
            <a:xfrm>
              <a:off x="-2697329" y="5137009"/>
              <a:ext cx="83204" cy="37820"/>
            </a:xfrm>
            <a:custGeom>
              <a:avLst/>
              <a:gdLst>
                <a:gd name="T0" fmla="*/ 55 w 55"/>
                <a:gd name="T1" fmla="*/ 9 h 25"/>
                <a:gd name="T2" fmla="*/ 48 w 55"/>
                <a:gd name="T3" fmla="*/ 25 h 25"/>
                <a:gd name="T4" fmla="*/ 0 w 55"/>
                <a:gd name="T5" fmla="*/ 14 h 25"/>
                <a:gd name="T6" fmla="*/ 4 w 55"/>
                <a:gd name="T7" fmla="*/ 0 h 25"/>
                <a:gd name="T8" fmla="*/ 55 w 55"/>
                <a:gd name="T9" fmla="*/ 9 h 25"/>
              </a:gdLst>
              <a:ahLst/>
              <a:cxnLst>
                <a:cxn ang="0">
                  <a:pos x="T0" y="T1"/>
                </a:cxn>
                <a:cxn ang="0">
                  <a:pos x="T2" y="T3"/>
                </a:cxn>
                <a:cxn ang="0">
                  <a:pos x="T4" y="T5"/>
                </a:cxn>
                <a:cxn ang="0">
                  <a:pos x="T6" y="T7"/>
                </a:cxn>
                <a:cxn ang="0">
                  <a:pos x="T8" y="T9"/>
                </a:cxn>
              </a:cxnLst>
              <a:rect l="0" t="0" r="r" b="b"/>
              <a:pathLst>
                <a:path w="55" h="25">
                  <a:moveTo>
                    <a:pt x="55" y="9"/>
                  </a:moveTo>
                  <a:lnTo>
                    <a:pt x="48" y="25"/>
                  </a:lnTo>
                  <a:lnTo>
                    <a:pt x="0" y="14"/>
                  </a:lnTo>
                  <a:lnTo>
                    <a:pt x="4" y="0"/>
                  </a:lnTo>
                  <a:lnTo>
                    <a:pt x="55" y="9"/>
                  </a:lnTo>
                  <a:close/>
                </a:path>
              </a:pathLst>
            </a:custGeom>
            <a:solidFill>
              <a:schemeClr val="accent5">
                <a:lumMod val="75000"/>
              </a:schemeClr>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40" name="Freeform 96">
              <a:extLst>
                <a:ext uri="{FF2B5EF4-FFF2-40B4-BE49-F238E27FC236}">
                  <a16:creationId xmlns:a16="http://schemas.microsoft.com/office/drawing/2014/main" id="{57E7D9BB-8BEE-40A4-711C-8CCD657A27BC}"/>
                </a:ext>
              </a:extLst>
            </p:cNvPr>
            <p:cNvSpPr>
              <a:spLocks/>
            </p:cNvSpPr>
            <p:nvPr/>
          </p:nvSpPr>
          <p:spPr bwMode="auto">
            <a:xfrm>
              <a:off x="-2503693" y="4606022"/>
              <a:ext cx="15128" cy="93793"/>
            </a:xfrm>
            <a:custGeom>
              <a:avLst/>
              <a:gdLst>
                <a:gd name="T0" fmla="*/ 12 w 12"/>
                <a:gd name="T1" fmla="*/ 0 h 77"/>
                <a:gd name="T2" fmla="*/ 0 w 12"/>
                <a:gd name="T3" fmla="*/ 77 h 77"/>
                <a:gd name="T4" fmla="*/ 0 w 12"/>
                <a:gd name="T5" fmla="*/ 77 h 77"/>
                <a:gd name="T6" fmla="*/ 12 w 12"/>
                <a:gd name="T7" fmla="*/ 0 h 77"/>
              </a:gdLst>
              <a:ahLst/>
              <a:cxnLst>
                <a:cxn ang="0">
                  <a:pos x="T0" y="T1"/>
                </a:cxn>
                <a:cxn ang="0">
                  <a:pos x="T2" y="T3"/>
                </a:cxn>
                <a:cxn ang="0">
                  <a:pos x="T4" y="T5"/>
                </a:cxn>
                <a:cxn ang="0">
                  <a:pos x="T6" y="T7"/>
                </a:cxn>
              </a:cxnLst>
              <a:rect l="0" t="0" r="r" b="b"/>
              <a:pathLst>
                <a:path w="12" h="77">
                  <a:moveTo>
                    <a:pt x="12" y="0"/>
                  </a:moveTo>
                  <a:cubicBezTo>
                    <a:pt x="8" y="30"/>
                    <a:pt x="4" y="57"/>
                    <a:pt x="0" y="77"/>
                  </a:cubicBezTo>
                  <a:cubicBezTo>
                    <a:pt x="0" y="77"/>
                    <a:pt x="0" y="77"/>
                    <a:pt x="0" y="77"/>
                  </a:cubicBezTo>
                  <a:cubicBezTo>
                    <a:pt x="4" y="57"/>
                    <a:pt x="8" y="30"/>
                    <a:pt x="12" y="0"/>
                  </a:cubicBezTo>
                </a:path>
              </a:pathLst>
            </a:custGeom>
            <a:solidFill>
              <a:srgbClr val="C4C4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41" name="Freeform 97">
              <a:extLst>
                <a:ext uri="{FF2B5EF4-FFF2-40B4-BE49-F238E27FC236}">
                  <a16:creationId xmlns:a16="http://schemas.microsoft.com/office/drawing/2014/main" id="{A0CAD77C-D7E3-F8EA-FFDC-F1F5E7C318E6}"/>
                </a:ext>
              </a:extLst>
            </p:cNvPr>
            <p:cNvSpPr>
              <a:spLocks/>
            </p:cNvSpPr>
            <p:nvPr/>
          </p:nvSpPr>
          <p:spPr bwMode="auto">
            <a:xfrm>
              <a:off x="-2523359" y="4422975"/>
              <a:ext cx="57486" cy="276840"/>
            </a:xfrm>
            <a:custGeom>
              <a:avLst/>
              <a:gdLst>
                <a:gd name="T0" fmla="*/ 42 w 47"/>
                <a:gd name="T1" fmla="*/ 0 h 226"/>
                <a:gd name="T2" fmla="*/ 39 w 47"/>
                <a:gd name="T3" fmla="*/ 0 h 226"/>
                <a:gd name="T4" fmla="*/ 17 w 47"/>
                <a:gd name="T5" fmla="*/ 226 h 226"/>
                <a:gd name="T6" fmla="*/ 29 w 47"/>
                <a:gd name="T7" fmla="*/ 149 h 226"/>
                <a:gd name="T8" fmla="*/ 47 w 47"/>
                <a:gd name="T9" fmla="*/ 2 h 226"/>
                <a:gd name="T10" fmla="*/ 42 w 47"/>
                <a:gd name="T11" fmla="*/ 0 h 226"/>
              </a:gdLst>
              <a:ahLst/>
              <a:cxnLst>
                <a:cxn ang="0">
                  <a:pos x="T0" y="T1"/>
                </a:cxn>
                <a:cxn ang="0">
                  <a:pos x="T2" y="T3"/>
                </a:cxn>
                <a:cxn ang="0">
                  <a:pos x="T4" y="T5"/>
                </a:cxn>
                <a:cxn ang="0">
                  <a:pos x="T6" y="T7"/>
                </a:cxn>
                <a:cxn ang="0">
                  <a:pos x="T8" y="T9"/>
                </a:cxn>
                <a:cxn ang="0">
                  <a:pos x="T10" y="T11"/>
                </a:cxn>
              </a:cxnLst>
              <a:rect l="0" t="0" r="r" b="b"/>
              <a:pathLst>
                <a:path w="47" h="226">
                  <a:moveTo>
                    <a:pt x="42" y="0"/>
                  </a:moveTo>
                  <a:cubicBezTo>
                    <a:pt x="41" y="0"/>
                    <a:pt x="40" y="0"/>
                    <a:pt x="39" y="0"/>
                  </a:cubicBezTo>
                  <a:cubicBezTo>
                    <a:pt x="0" y="8"/>
                    <a:pt x="10" y="152"/>
                    <a:pt x="17" y="226"/>
                  </a:cubicBezTo>
                  <a:cubicBezTo>
                    <a:pt x="21" y="206"/>
                    <a:pt x="25" y="179"/>
                    <a:pt x="29" y="149"/>
                  </a:cubicBezTo>
                  <a:cubicBezTo>
                    <a:pt x="35" y="101"/>
                    <a:pt x="42" y="46"/>
                    <a:pt x="47" y="2"/>
                  </a:cubicBezTo>
                  <a:cubicBezTo>
                    <a:pt x="46" y="1"/>
                    <a:pt x="44" y="0"/>
                    <a:pt x="42" y="0"/>
                  </a:cubicBezTo>
                </a:path>
              </a:pathLst>
            </a:custGeom>
            <a:solidFill>
              <a:schemeClr val="accent5">
                <a:lumMod val="75000"/>
              </a:schemeClr>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42" name="Freeform 98">
              <a:extLst>
                <a:ext uri="{FF2B5EF4-FFF2-40B4-BE49-F238E27FC236}">
                  <a16:creationId xmlns:a16="http://schemas.microsoft.com/office/drawing/2014/main" id="{44BD2982-363B-6C7D-9023-F0031D106F17}"/>
                </a:ext>
              </a:extLst>
            </p:cNvPr>
            <p:cNvSpPr>
              <a:spLocks/>
            </p:cNvSpPr>
            <p:nvPr/>
          </p:nvSpPr>
          <p:spPr bwMode="auto">
            <a:xfrm>
              <a:off x="-2512770" y="4324644"/>
              <a:ext cx="142202" cy="869851"/>
            </a:xfrm>
            <a:custGeom>
              <a:avLst/>
              <a:gdLst>
                <a:gd name="T0" fmla="*/ 103 w 116"/>
                <a:gd name="T1" fmla="*/ 0 h 708"/>
                <a:gd name="T2" fmla="*/ 116 w 116"/>
                <a:gd name="T3" fmla="*/ 310 h 708"/>
                <a:gd name="T4" fmla="*/ 96 w 116"/>
                <a:gd name="T5" fmla="*/ 708 h 708"/>
                <a:gd name="T6" fmla="*/ 46 w 116"/>
                <a:gd name="T7" fmla="*/ 708 h 708"/>
                <a:gd name="T8" fmla="*/ 27 w 116"/>
                <a:gd name="T9" fmla="*/ 317 h 708"/>
                <a:gd name="T10" fmla="*/ 0 w 116"/>
                <a:gd name="T11" fmla="*/ 0 h 708"/>
                <a:gd name="T12" fmla="*/ 103 w 116"/>
                <a:gd name="T13" fmla="*/ 0 h 708"/>
              </a:gdLst>
              <a:ahLst/>
              <a:cxnLst>
                <a:cxn ang="0">
                  <a:pos x="T0" y="T1"/>
                </a:cxn>
                <a:cxn ang="0">
                  <a:pos x="T2" y="T3"/>
                </a:cxn>
                <a:cxn ang="0">
                  <a:pos x="T4" y="T5"/>
                </a:cxn>
                <a:cxn ang="0">
                  <a:pos x="T6" y="T7"/>
                </a:cxn>
                <a:cxn ang="0">
                  <a:pos x="T8" y="T9"/>
                </a:cxn>
                <a:cxn ang="0">
                  <a:pos x="T10" y="T11"/>
                </a:cxn>
                <a:cxn ang="0">
                  <a:pos x="T12" y="T13"/>
                </a:cxn>
              </a:cxnLst>
              <a:rect l="0" t="0" r="r" b="b"/>
              <a:pathLst>
                <a:path w="116" h="708">
                  <a:moveTo>
                    <a:pt x="103" y="0"/>
                  </a:moveTo>
                  <a:cubicBezTo>
                    <a:pt x="103" y="0"/>
                    <a:pt x="116" y="220"/>
                    <a:pt x="116" y="310"/>
                  </a:cubicBezTo>
                  <a:cubicBezTo>
                    <a:pt x="116" y="403"/>
                    <a:pt x="96" y="708"/>
                    <a:pt x="96" y="708"/>
                  </a:cubicBezTo>
                  <a:cubicBezTo>
                    <a:pt x="46" y="708"/>
                    <a:pt x="46" y="708"/>
                    <a:pt x="46" y="708"/>
                  </a:cubicBezTo>
                  <a:cubicBezTo>
                    <a:pt x="46" y="708"/>
                    <a:pt x="32" y="408"/>
                    <a:pt x="27" y="317"/>
                  </a:cubicBezTo>
                  <a:cubicBezTo>
                    <a:pt x="20" y="217"/>
                    <a:pt x="0" y="0"/>
                    <a:pt x="0" y="0"/>
                  </a:cubicBezTo>
                  <a:lnTo>
                    <a:pt x="103" y="0"/>
                  </a:lnTo>
                  <a:close/>
                </a:path>
              </a:pathLst>
            </a:custGeom>
            <a:solidFill>
              <a:schemeClr val="accent5"/>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43" name="Freeform 99">
              <a:extLst>
                <a:ext uri="{FF2B5EF4-FFF2-40B4-BE49-F238E27FC236}">
                  <a16:creationId xmlns:a16="http://schemas.microsoft.com/office/drawing/2014/main" id="{D2CE9D17-B3F7-6DEA-71B7-B30C63EAB7C7}"/>
                </a:ext>
              </a:extLst>
            </p:cNvPr>
            <p:cNvSpPr>
              <a:spLocks/>
            </p:cNvSpPr>
            <p:nvPr/>
          </p:nvSpPr>
          <p:spPr bwMode="auto">
            <a:xfrm>
              <a:off x="-2464361" y="5170290"/>
              <a:ext cx="78665" cy="25718"/>
            </a:xfrm>
            <a:custGeom>
              <a:avLst/>
              <a:gdLst>
                <a:gd name="T0" fmla="*/ 52 w 52"/>
                <a:gd name="T1" fmla="*/ 0 h 17"/>
                <a:gd name="T2" fmla="*/ 51 w 52"/>
                <a:gd name="T3" fmla="*/ 17 h 17"/>
                <a:gd name="T4" fmla="*/ 2 w 52"/>
                <a:gd name="T5" fmla="*/ 17 h 17"/>
                <a:gd name="T6" fmla="*/ 0 w 52"/>
                <a:gd name="T7" fmla="*/ 2 h 17"/>
                <a:gd name="T8" fmla="*/ 52 w 52"/>
                <a:gd name="T9" fmla="*/ 0 h 17"/>
              </a:gdLst>
              <a:ahLst/>
              <a:cxnLst>
                <a:cxn ang="0">
                  <a:pos x="T0" y="T1"/>
                </a:cxn>
                <a:cxn ang="0">
                  <a:pos x="T2" y="T3"/>
                </a:cxn>
                <a:cxn ang="0">
                  <a:pos x="T4" y="T5"/>
                </a:cxn>
                <a:cxn ang="0">
                  <a:pos x="T6" y="T7"/>
                </a:cxn>
                <a:cxn ang="0">
                  <a:pos x="T8" y="T9"/>
                </a:cxn>
              </a:cxnLst>
              <a:rect l="0" t="0" r="r" b="b"/>
              <a:pathLst>
                <a:path w="52" h="17">
                  <a:moveTo>
                    <a:pt x="52" y="0"/>
                  </a:moveTo>
                  <a:lnTo>
                    <a:pt x="51" y="17"/>
                  </a:lnTo>
                  <a:lnTo>
                    <a:pt x="2" y="17"/>
                  </a:lnTo>
                  <a:lnTo>
                    <a:pt x="0" y="2"/>
                  </a:lnTo>
                  <a:lnTo>
                    <a:pt x="52" y="0"/>
                  </a:lnTo>
                  <a:close/>
                </a:path>
              </a:pathLst>
            </a:custGeom>
            <a:solidFill>
              <a:schemeClr val="accent5">
                <a:lumMod val="75000"/>
              </a:schemeClr>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44" name="Freeform 103">
              <a:extLst>
                <a:ext uri="{FF2B5EF4-FFF2-40B4-BE49-F238E27FC236}">
                  <a16:creationId xmlns:a16="http://schemas.microsoft.com/office/drawing/2014/main" id="{E9FFD2F5-CE0A-7275-5D7F-B4365FABA1F2}"/>
                </a:ext>
              </a:extLst>
            </p:cNvPr>
            <p:cNvSpPr>
              <a:spLocks/>
            </p:cNvSpPr>
            <p:nvPr/>
          </p:nvSpPr>
          <p:spPr bwMode="auto">
            <a:xfrm>
              <a:off x="-2550589" y="3811811"/>
              <a:ext cx="116485" cy="163381"/>
            </a:xfrm>
            <a:custGeom>
              <a:avLst/>
              <a:gdLst>
                <a:gd name="T0" fmla="*/ 6 w 95"/>
                <a:gd name="T1" fmla="*/ 54 h 133"/>
                <a:gd name="T2" fmla="*/ 31 w 95"/>
                <a:gd name="T3" fmla="*/ 113 h 133"/>
                <a:gd name="T4" fmla="*/ 93 w 95"/>
                <a:gd name="T5" fmla="*/ 86 h 133"/>
                <a:gd name="T6" fmla="*/ 55 w 95"/>
                <a:gd name="T7" fmla="*/ 9 h 133"/>
                <a:gd name="T8" fmla="*/ 6 w 95"/>
                <a:gd name="T9" fmla="*/ 54 h 133"/>
              </a:gdLst>
              <a:ahLst/>
              <a:cxnLst>
                <a:cxn ang="0">
                  <a:pos x="T0" y="T1"/>
                </a:cxn>
                <a:cxn ang="0">
                  <a:pos x="T2" y="T3"/>
                </a:cxn>
                <a:cxn ang="0">
                  <a:pos x="T4" y="T5"/>
                </a:cxn>
                <a:cxn ang="0">
                  <a:pos x="T6" y="T7"/>
                </a:cxn>
                <a:cxn ang="0">
                  <a:pos x="T8" y="T9"/>
                </a:cxn>
              </a:cxnLst>
              <a:rect l="0" t="0" r="r" b="b"/>
              <a:pathLst>
                <a:path w="95" h="133">
                  <a:moveTo>
                    <a:pt x="6" y="54"/>
                  </a:moveTo>
                  <a:cubicBezTo>
                    <a:pt x="12" y="82"/>
                    <a:pt x="14" y="99"/>
                    <a:pt x="31" y="113"/>
                  </a:cubicBezTo>
                  <a:cubicBezTo>
                    <a:pt x="56" y="133"/>
                    <a:pt x="90" y="116"/>
                    <a:pt x="93" y="86"/>
                  </a:cubicBezTo>
                  <a:cubicBezTo>
                    <a:pt x="95" y="60"/>
                    <a:pt x="85" y="17"/>
                    <a:pt x="55" y="9"/>
                  </a:cubicBezTo>
                  <a:cubicBezTo>
                    <a:pt x="26" y="0"/>
                    <a:pt x="0" y="25"/>
                    <a:pt x="6" y="54"/>
                  </a:cubicBezTo>
                  <a:close/>
                </a:path>
              </a:pathLst>
            </a:custGeom>
            <a:solidFill>
              <a:srgbClr val="F9E0D2"/>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45" name="Freeform 104">
              <a:extLst>
                <a:ext uri="{FF2B5EF4-FFF2-40B4-BE49-F238E27FC236}">
                  <a16:creationId xmlns:a16="http://schemas.microsoft.com/office/drawing/2014/main" id="{5CED9858-2DCE-2FA0-7155-75C7E219916B}"/>
                </a:ext>
              </a:extLst>
            </p:cNvPr>
            <p:cNvSpPr>
              <a:spLocks/>
            </p:cNvSpPr>
            <p:nvPr/>
          </p:nvSpPr>
          <p:spPr bwMode="auto">
            <a:xfrm>
              <a:off x="-2589921" y="3769453"/>
              <a:ext cx="151278" cy="172457"/>
            </a:xfrm>
            <a:custGeom>
              <a:avLst/>
              <a:gdLst>
                <a:gd name="T0" fmla="*/ 100 w 123"/>
                <a:gd name="T1" fmla="*/ 93 h 141"/>
                <a:gd name="T2" fmla="*/ 59 w 123"/>
                <a:gd name="T3" fmla="*/ 139 h 141"/>
                <a:gd name="T4" fmla="*/ 20 w 123"/>
                <a:gd name="T5" fmla="*/ 107 h 141"/>
                <a:gd name="T6" fmla="*/ 15 w 123"/>
                <a:gd name="T7" fmla="*/ 79 h 141"/>
                <a:gd name="T8" fmla="*/ 29 w 123"/>
                <a:gd name="T9" fmla="*/ 47 h 141"/>
                <a:gd name="T10" fmla="*/ 50 w 123"/>
                <a:gd name="T11" fmla="*/ 18 h 141"/>
                <a:gd name="T12" fmla="*/ 93 w 123"/>
                <a:gd name="T13" fmla="*/ 17 h 141"/>
                <a:gd name="T14" fmla="*/ 122 w 123"/>
                <a:gd name="T15" fmla="*/ 42 h 141"/>
                <a:gd name="T16" fmla="*/ 100 w 123"/>
                <a:gd name="T17" fmla="*/ 67 h 141"/>
                <a:gd name="T18" fmla="*/ 100 w 123"/>
                <a:gd name="T19" fmla="*/ 93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3" h="141">
                  <a:moveTo>
                    <a:pt x="100" y="93"/>
                  </a:moveTo>
                  <a:cubicBezTo>
                    <a:pt x="95" y="108"/>
                    <a:pt x="68" y="137"/>
                    <a:pt x="59" y="139"/>
                  </a:cubicBezTo>
                  <a:cubicBezTo>
                    <a:pt x="49" y="141"/>
                    <a:pt x="23" y="119"/>
                    <a:pt x="20" y="107"/>
                  </a:cubicBezTo>
                  <a:cubicBezTo>
                    <a:pt x="11" y="106"/>
                    <a:pt x="0" y="86"/>
                    <a:pt x="15" y="79"/>
                  </a:cubicBezTo>
                  <a:cubicBezTo>
                    <a:pt x="4" y="74"/>
                    <a:pt x="7" y="45"/>
                    <a:pt x="29" y="47"/>
                  </a:cubicBezTo>
                  <a:cubicBezTo>
                    <a:pt x="15" y="34"/>
                    <a:pt x="31" y="12"/>
                    <a:pt x="50" y="18"/>
                  </a:cubicBezTo>
                  <a:cubicBezTo>
                    <a:pt x="54" y="7"/>
                    <a:pt x="79" y="0"/>
                    <a:pt x="93" y="17"/>
                  </a:cubicBezTo>
                  <a:cubicBezTo>
                    <a:pt x="104" y="11"/>
                    <a:pt x="123" y="23"/>
                    <a:pt x="122" y="42"/>
                  </a:cubicBezTo>
                  <a:cubicBezTo>
                    <a:pt x="121" y="55"/>
                    <a:pt x="109" y="65"/>
                    <a:pt x="100" y="67"/>
                  </a:cubicBezTo>
                  <a:cubicBezTo>
                    <a:pt x="105" y="73"/>
                    <a:pt x="100" y="93"/>
                    <a:pt x="100" y="93"/>
                  </a:cubicBezTo>
                  <a:close/>
                </a:path>
              </a:pathLst>
            </a:custGeom>
            <a:solidFill>
              <a:schemeClr val="tx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46" name="Freeform 105">
              <a:extLst>
                <a:ext uri="{FF2B5EF4-FFF2-40B4-BE49-F238E27FC236}">
                  <a16:creationId xmlns:a16="http://schemas.microsoft.com/office/drawing/2014/main" id="{FE5DE831-E10D-C52E-A470-911BA3FAA346}"/>
                </a:ext>
              </a:extLst>
            </p:cNvPr>
            <p:cNvSpPr>
              <a:spLocks/>
            </p:cNvSpPr>
            <p:nvPr/>
          </p:nvSpPr>
          <p:spPr bwMode="auto">
            <a:xfrm>
              <a:off x="-2487052" y="3860220"/>
              <a:ext cx="31769" cy="48409"/>
            </a:xfrm>
            <a:custGeom>
              <a:avLst/>
              <a:gdLst>
                <a:gd name="T0" fmla="*/ 1 w 26"/>
                <a:gd name="T1" fmla="*/ 15 h 40"/>
                <a:gd name="T2" fmla="*/ 13 w 26"/>
                <a:gd name="T3" fmla="*/ 33 h 40"/>
                <a:gd name="T4" fmla="*/ 26 w 26"/>
                <a:gd name="T5" fmla="*/ 26 h 40"/>
                <a:gd name="T6" fmla="*/ 13 w 26"/>
                <a:gd name="T7" fmla="*/ 2 h 40"/>
                <a:gd name="T8" fmla="*/ 1 w 26"/>
                <a:gd name="T9" fmla="*/ 15 h 40"/>
              </a:gdLst>
              <a:ahLst/>
              <a:cxnLst>
                <a:cxn ang="0">
                  <a:pos x="T0" y="T1"/>
                </a:cxn>
                <a:cxn ang="0">
                  <a:pos x="T2" y="T3"/>
                </a:cxn>
                <a:cxn ang="0">
                  <a:pos x="T4" y="T5"/>
                </a:cxn>
                <a:cxn ang="0">
                  <a:pos x="T6" y="T7"/>
                </a:cxn>
                <a:cxn ang="0">
                  <a:pos x="T8" y="T9"/>
                </a:cxn>
              </a:cxnLst>
              <a:rect l="0" t="0" r="r" b="b"/>
              <a:pathLst>
                <a:path w="26" h="40">
                  <a:moveTo>
                    <a:pt x="1" y="15"/>
                  </a:moveTo>
                  <a:cubicBezTo>
                    <a:pt x="3" y="23"/>
                    <a:pt x="8" y="29"/>
                    <a:pt x="13" y="33"/>
                  </a:cubicBezTo>
                  <a:cubicBezTo>
                    <a:pt x="20" y="40"/>
                    <a:pt x="26" y="35"/>
                    <a:pt x="26" y="26"/>
                  </a:cubicBezTo>
                  <a:cubicBezTo>
                    <a:pt x="26" y="18"/>
                    <a:pt x="22" y="5"/>
                    <a:pt x="13" y="2"/>
                  </a:cubicBezTo>
                  <a:cubicBezTo>
                    <a:pt x="5" y="0"/>
                    <a:pt x="0" y="6"/>
                    <a:pt x="1" y="15"/>
                  </a:cubicBezTo>
                  <a:close/>
                </a:path>
              </a:pathLst>
            </a:custGeom>
            <a:solidFill>
              <a:srgbClr val="F9E0D2"/>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47" name="Freeform 80">
              <a:extLst>
                <a:ext uri="{FF2B5EF4-FFF2-40B4-BE49-F238E27FC236}">
                  <a16:creationId xmlns:a16="http://schemas.microsoft.com/office/drawing/2014/main" id="{A7F1521B-C527-A61F-6953-3375EF49848E}"/>
                </a:ext>
              </a:extLst>
            </p:cNvPr>
            <p:cNvSpPr>
              <a:spLocks/>
            </p:cNvSpPr>
            <p:nvPr/>
          </p:nvSpPr>
          <p:spPr bwMode="auto">
            <a:xfrm>
              <a:off x="-2600511" y="4047805"/>
              <a:ext cx="187585" cy="239020"/>
            </a:xfrm>
            <a:custGeom>
              <a:avLst/>
              <a:gdLst>
                <a:gd name="T0" fmla="*/ 22 w 154"/>
                <a:gd name="T1" fmla="*/ 15 h 194"/>
                <a:gd name="T2" fmla="*/ 120 w 154"/>
                <a:gd name="T3" fmla="*/ 14 h 194"/>
                <a:gd name="T4" fmla="*/ 131 w 154"/>
                <a:gd name="T5" fmla="*/ 172 h 194"/>
                <a:gd name="T6" fmla="*/ 1 w 154"/>
                <a:gd name="T7" fmla="*/ 164 h 194"/>
                <a:gd name="T8" fmla="*/ 21 w 154"/>
                <a:gd name="T9" fmla="*/ 66 h 194"/>
                <a:gd name="T10" fmla="*/ 22 w 154"/>
                <a:gd name="T11" fmla="*/ 15 h 194"/>
              </a:gdLst>
              <a:ahLst/>
              <a:cxnLst>
                <a:cxn ang="0">
                  <a:pos x="T0" y="T1"/>
                </a:cxn>
                <a:cxn ang="0">
                  <a:pos x="T2" y="T3"/>
                </a:cxn>
                <a:cxn ang="0">
                  <a:pos x="T4" y="T5"/>
                </a:cxn>
                <a:cxn ang="0">
                  <a:pos x="T6" y="T7"/>
                </a:cxn>
                <a:cxn ang="0">
                  <a:pos x="T8" y="T9"/>
                </a:cxn>
                <a:cxn ang="0">
                  <a:pos x="T10" y="T11"/>
                </a:cxn>
              </a:cxnLst>
              <a:rect l="0" t="0" r="r" b="b"/>
              <a:pathLst>
                <a:path w="154" h="194">
                  <a:moveTo>
                    <a:pt x="22" y="15"/>
                  </a:moveTo>
                  <a:cubicBezTo>
                    <a:pt x="32" y="0"/>
                    <a:pt x="104" y="2"/>
                    <a:pt x="120" y="14"/>
                  </a:cubicBezTo>
                  <a:cubicBezTo>
                    <a:pt x="135" y="26"/>
                    <a:pt x="154" y="157"/>
                    <a:pt x="131" y="172"/>
                  </a:cubicBezTo>
                  <a:cubicBezTo>
                    <a:pt x="108" y="187"/>
                    <a:pt x="1" y="194"/>
                    <a:pt x="1" y="164"/>
                  </a:cubicBezTo>
                  <a:cubicBezTo>
                    <a:pt x="0" y="134"/>
                    <a:pt x="24" y="83"/>
                    <a:pt x="21" y="66"/>
                  </a:cubicBezTo>
                  <a:cubicBezTo>
                    <a:pt x="18" y="49"/>
                    <a:pt x="10" y="35"/>
                    <a:pt x="22" y="15"/>
                  </a:cubicBezTo>
                </a:path>
              </a:pathLst>
            </a:custGeom>
            <a:solidFill>
              <a:schemeClr val="accent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48" name="Freeform 77">
              <a:extLst>
                <a:ext uri="{FF2B5EF4-FFF2-40B4-BE49-F238E27FC236}">
                  <a16:creationId xmlns:a16="http://schemas.microsoft.com/office/drawing/2014/main" id="{0FAEAB60-1048-E47E-B25B-94FAC9CC6D69}"/>
                </a:ext>
              </a:extLst>
            </p:cNvPr>
            <p:cNvSpPr>
              <a:spLocks/>
            </p:cNvSpPr>
            <p:nvPr/>
          </p:nvSpPr>
          <p:spPr bwMode="auto">
            <a:xfrm>
              <a:off x="-2428054" y="4212698"/>
              <a:ext cx="51435" cy="28743"/>
            </a:xfrm>
            <a:custGeom>
              <a:avLst/>
              <a:gdLst>
                <a:gd name="T0" fmla="*/ 1 w 42"/>
                <a:gd name="T1" fmla="*/ 0 h 24"/>
                <a:gd name="T2" fmla="*/ 0 w 42"/>
                <a:gd name="T3" fmla="*/ 12 h 24"/>
                <a:gd name="T4" fmla="*/ 30 w 42"/>
                <a:gd name="T5" fmla="*/ 24 h 24"/>
                <a:gd name="T6" fmla="*/ 41 w 42"/>
                <a:gd name="T7" fmla="*/ 22 h 24"/>
                <a:gd name="T8" fmla="*/ 42 w 42"/>
                <a:gd name="T9" fmla="*/ 15 h 24"/>
                <a:gd name="T10" fmla="*/ 41 w 42"/>
                <a:gd name="T11" fmla="*/ 12 h 24"/>
                <a:gd name="T12" fmla="*/ 40 w 42"/>
                <a:gd name="T13" fmla="*/ 13 h 24"/>
                <a:gd name="T14" fmla="*/ 32 w 42"/>
                <a:gd name="T15" fmla="*/ 15 h 24"/>
                <a:gd name="T16" fmla="*/ 1 w 42"/>
                <a:gd name="T1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24">
                  <a:moveTo>
                    <a:pt x="1" y="0"/>
                  </a:moveTo>
                  <a:cubicBezTo>
                    <a:pt x="0" y="4"/>
                    <a:pt x="0" y="8"/>
                    <a:pt x="0" y="12"/>
                  </a:cubicBezTo>
                  <a:cubicBezTo>
                    <a:pt x="12" y="22"/>
                    <a:pt x="23" y="24"/>
                    <a:pt x="30" y="24"/>
                  </a:cubicBezTo>
                  <a:cubicBezTo>
                    <a:pt x="37" y="24"/>
                    <a:pt x="41" y="22"/>
                    <a:pt x="41" y="22"/>
                  </a:cubicBezTo>
                  <a:cubicBezTo>
                    <a:pt x="41" y="22"/>
                    <a:pt x="42" y="19"/>
                    <a:pt x="42" y="15"/>
                  </a:cubicBezTo>
                  <a:cubicBezTo>
                    <a:pt x="42" y="14"/>
                    <a:pt x="42" y="13"/>
                    <a:pt x="41" y="12"/>
                  </a:cubicBezTo>
                  <a:cubicBezTo>
                    <a:pt x="41" y="12"/>
                    <a:pt x="41" y="12"/>
                    <a:pt x="40" y="13"/>
                  </a:cubicBezTo>
                  <a:cubicBezTo>
                    <a:pt x="38" y="14"/>
                    <a:pt x="35" y="15"/>
                    <a:pt x="32" y="15"/>
                  </a:cubicBezTo>
                  <a:cubicBezTo>
                    <a:pt x="21" y="15"/>
                    <a:pt x="7" y="5"/>
                    <a:pt x="1" y="0"/>
                  </a:cubicBezTo>
                </a:path>
              </a:pathLst>
            </a:custGeom>
            <a:solidFill>
              <a:schemeClr val="accent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49" name="Freeform 81">
              <a:extLst>
                <a:ext uri="{FF2B5EF4-FFF2-40B4-BE49-F238E27FC236}">
                  <a16:creationId xmlns:a16="http://schemas.microsoft.com/office/drawing/2014/main" id="{C1D82DB9-ADBA-8281-796A-56E06C8F835B}"/>
                </a:ext>
              </a:extLst>
            </p:cNvPr>
            <p:cNvSpPr>
              <a:spLocks/>
            </p:cNvSpPr>
            <p:nvPr/>
          </p:nvSpPr>
          <p:spPr bwMode="auto">
            <a:xfrm>
              <a:off x="-2573281" y="4120419"/>
              <a:ext cx="101357" cy="12102"/>
            </a:xfrm>
            <a:custGeom>
              <a:avLst/>
              <a:gdLst>
                <a:gd name="T0" fmla="*/ 82 w 82"/>
                <a:gd name="T1" fmla="*/ 0 h 10"/>
                <a:gd name="T2" fmla="*/ 32 w 82"/>
                <a:gd name="T3" fmla="*/ 6 h 10"/>
                <a:gd name="T4" fmla="*/ 0 w 82"/>
                <a:gd name="T5" fmla="*/ 2 h 10"/>
                <a:gd name="T6" fmla="*/ 28 w 82"/>
                <a:gd name="T7" fmla="*/ 10 h 10"/>
                <a:gd name="T8" fmla="*/ 82 w 82"/>
                <a:gd name="T9" fmla="*/ 0 h 10"/>
              </a:gdLst>
              <a:ahLst/>
              <a:cxnLst>
                <a:cxn ang="0">
                  <a:pos x="T0" y="T1"/>
                </a:cxn>
                <a:cxn ang="0">
                  <a:pos x="T2" y="T3"/>
                </a:cxn>
                <a:cxn ang="0">
                  <a:pos x="T4" y="T5"/>
                </a:cxn>
                <a:cxn ang="0">
                  <a:pos x="T6" y="T7"/>
                </a:cxn>
                <a:cxn ang="0">
                  <a:pos x="T8" y="T9"/>
                </a:cxn>
              </a:cxnLst>
              <a:rect l="0" t="0" r="r" b="b"/>
              <a:pathLst>
                <a:path w="82" h="10">
                  <a:moveTo>
                    <a:pt x="82" y="0"/>
                  </a:moveTo>
                  <a:cubicBezTo>
                    <a:pt x="61" y="4"/>
                    <a:pt x="45" y="6"/>
                    <a:pt x="32" y="6"/>
                  </a:cubicBezTo>
                  <a:cubicBezTo>
                    <a:pt x="11" y="6"/>
                    <a:pt x="0" y="2"/>
                    <a:pt x="0" y="2"/>
                  </a:cubicBezTo>
                  <a:cubicBezTo>
                    <a:pt x="5" y="8"/>
                    <a:pt x="16" y="10"/>
                    <a:pt x="28" y="10"/>
                  </a:cubicBezTo>
                  <a:cubicBezTo>
                    <a:pt x="50" y="10"/>
                    <a:pt x="75" y="3"/>
                    <a:pt x="82" y="0"/>
                  </a:cubicBezTo>
                </a:path>
              </a:pathLst>
            </a:custGeom>
            <a:solidFill>
              <a:schemeClr val="bg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sp>
          <p:nvSpPr>
            <p:cNvPr id="350" name="Freeform 82">
              <a:extLst>
                <a:ext uri="{FF2B5EF4-FFF2-40B4-BE49-F238E27FC236}">
                  <a16:creationId xmlns:a16="http://schemas.microsoft.com/office/drawing/2014/main" id="{5B1B19AA-40BD-C7EC-EB81-10DBC7E779C1}"/>
                </a:ext>
              </a:extLst>
            </p:cNvPr>
            <p:cNvSpPr>
              <a:spLocks/>
            </p:cNvSpPr>
            <p:nvPr/>
          </p:nvSpPr>
          <p:spPr bwMode="auto">
            <a:xfrm>
              <a:off x="-2541512" y="4112855"/>
              <a:ext cx="9077" cy="10590"/>
            </a:xfrm>
            <a:custGeom>
              <a:avLst/>
              <a:gdLst>
                <a:gd name="T0" fmla="*/ 3 w 8"/>
                <a:gd name="T1" fmla="*/ 0 h 8"/>
                <a:gd name="T2" fmla="*/ 0 w 8"/>
                <a:gd name="T3" fmla="*/ 4 h 8"/>
                <a:gd name="T4" fmla="*/ 4 w 8"/>
                <a:gd name="T5" fmla="*/ 8 h 8"/>
                <a:gd name="T6" fmla="*/ 7 w 8"/>
                <a:gd name="T7" fmla="*/ 4 h 8"/>
                <a:gd name="T8" fmla="*/ 3 w 8"/>
                <a:gd name="T9" fmla="*/ 0 h 8"/>
              </a:gdLst>
              <a:ahLst/>
              <a:cxnLst>
                <a:cxn ang="0">
                  <a:pos x="T0" y="T1"/>
                </a:cxn>
                <a:cxn ang="0">
                  <a:pos x="T2" y="T3"/>
                </a:cxn>
                <a:cxn ang="0">
                  <a:pos x="T4" y="T5"/>
                </a:cxn>
                <a:cxn ang="0">
                  <a:pos x="T6" y="T7"/>
                </a:cxn>
                <a:cxn ang="0">
                  <a:pos x="T8" y="T9"/>
                </a:cxn>
              </a:cxnLst>
              <a:rect l="0" t="0" r="r" b="b"/>
              <a:pathLst>
                <a:path w="8" h="8">
                  <a:moveTo>
                    <a:pt x="3" y="0"/>
                  </a:moveTo>
                  <a:cubicBezTo>
                    <a:pt x="1" y="0"/>
                    <a:pt x="0" y="2"/>
                    <a:pt x="0" y="4"/>
                  </a:cubicBezTo>
                  <a:cubicBezTo>
                    <a:pt x="0" y="6"/>
                    <a:pt x="2" y="8"/>
                    <a:pt x="4" y="8"/>
                  </a:cubicBezTo>
                  <a:cubicBezTo>
                    <a:pt x="6" y="8"/>
                    <a:pt x="8" y="6"/>
                    <a:pt x="7" y="4"/>
                  </a:cubicBezTo>
                  <a:cubicBezTo>
                    <a:pt x="7" y="2"/>
                    <a:pt x="5" y="0"/>
                    <a:pt x="3" y="0"/>
                  </a:cubicBezTo>
                </a:path>
              </a:pathLst>
            </a:custGeom>
            <a:solidFill>
              <a:schemeClr val="bg1"/>
            </a:solidFill>
            <a:ln>
              <a:noFill/>
            </a:ln>
          </p:spPr>
          <p:txBody>
            <a:bodyPr vert="horz" wrap="square" lIns="162560" tIns="81280" rIns="162560" bIns="81280" numCol="1" anchor="t" anchorCtr="0" compatLnSpc="1">
              <a:prstTxWarp prst="textNoShape">
                <a:avLst/>
              </a:prstTxWarp>
            </a:bodyPr>
            <a:lstStyle/>
            <a:p>
              <a:pPr>
                <a:defRPr/>
              </a:pPr>
              <a:endParaRPr lang="es-ES" sz="3200">
                <a:solidFill>
                  <a:srgbClr val="1A3B47"/>
                </a:solidFill>
              </a:endParaRPr>
            </a:p>
          </p:txBody>
        </p:sp>
      </p:grpSp>
      <p:sp>
        <p:nvSpPr>
          <p:cNvPr id="368" name="Rectángulo: esquinas superiores cortadas 367">
            <a:extLst>
              <a:ext uri="{FF2B5EF4-FFF2-40B4-BE49-F238E27FC236}">
                <a16:creationId xmlns:a16="http://schemas.microsoft.com/office/drawing/2014/main" id="{39868979-7BE9-12E9-7F8B-022D0797BB56}"/>
              </a:ext>
            </a:extLst>
          </p:cNvPr>
          <p:cNvSpPr/>
          <p:nvPr/>
        </p:nvSpPr>
        <p:spPr>
          <a:xfrm>
            <a:off x="3250614" y="1544745"/>
            <a:ext cx="341910" cy="236462"/>
          </a:xfrm>
          <a:prstGeom prst="snip2SameRect">
            <a:avLst>
              <a:gd name="adj1" fmla="val 16667"/>
              <a:gd name="adj2" fmla="val 1879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a:solidFill>
                  <a:srgbClr val="4F062A"/>
                </a:solidFill>
              </a:rPr>
              <a:t>2</a:t>
            </a:r>
          </a:p>
        </p:txBody>
      </p:sp>
      <p:sp>
        <p:nvSpPr>
          <p:cNvPr id="369" name="Rectángulo: esquinas superiores cortadas 368">
            <a:extLst>
              <a:ext uri="{FF2B5EF4-FFF2-40B4-BE49-F238E27FC236}">
                <a16:creationId xmlns:a16="http://schemas.microsoft.com/office/drawing/2014/main" id="{886189CB-7F4C-DF28-224D-AE177A98FF35}"/>
              </a:ext>
            </a:extLst>
          </p:cNvPr>
          <p:cNvSpPr/>
          <p:nvPr/>
        </p:nvSpPr>
        <p:spPr>
          <a:xfrm>
            <a:off x="5469791" y="1537144"/>
            <a:ext cx="341910" cy="236462"/>
          </a:xfrm>
          <a:prstGeom prst="snip2SameRect">
            <a:avLst>
              <a:gd name="adj1" fmla="val 22038"/>
              <a:gd name="adj2" fmla="val 241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a:solidFill>
                  <a:srgbClr val="4F062A"/>
                </a:solidFill>
              </a:rPr>
              <a:t>3</a:t>
            </a:r>
          </a:p>
        </p:txBody>
      </p:sp>
      <p:sp>
        <p:nvSpPr>
          <p:cNvPr id="388" name="CuadroTexto 387">
            <a:extLst>
              <a:ext uri="{FF2B5EF4-FFF2-40B4-BE49-F238E27FC236}">
                <a16:creationId xmlns:a16="http://schemas.microsoft.com/office/drawing/2014/main" id="{85CEF4B6-B479-FF95-C998-12A523716C3F}"/>
              </a:ext>
            </a:extLst>
          </p:cNvPr>
          <p:cNvSpPr txBox="1"/>
          <p:nvPr/>
        </p:nvSpPr>
        <p:spPr>
          <a:xfrm>
            <a:off x="926011" y="5277123"/>
            <a:ext cx="2047264" cy="707886"/>
          </a:xfrm>
          <a:prstGeom prst="rect">
            <a:avLst/>
          </a:prstGeom>
          <a:noFill/>
        </p:spPr>
        <p:txBody>
          <a:bodyPr wrap="square" lIns="0" rtlCol="0">
            <a:spAutoFit/>
          </a:bodyPr>
          <a:lstStyle/>
          <a:p>
            <a:pPr marL="285744" indent="-285744" defTabSz="913768">
              <a:buFont typeface="Wingdings" panose="05000000000000000000" pitchFamily="2" charset="2"/>
              <a:buChar char="§"/>
              <a:defRPr/>
            </a:pPr>
            <a:r>
              <a:rPr lang="es-MX" sz="800">
                <a:solidFill>
                  <a:srgbClr val="4F062A"/>
                </a:solidFill>
              </a:rPr>
              <a:t>Recopilación de información relevante</a:t>
            </a:r>
          </a:p>
          <a:p>
            <a:pPr marL="285744" indent="-285744" defTabSz="913768">
              <a:buFont typeface="Wingdings" panose="05000000000000000000" pitchFamily="2" charset="2"/>
              <a:buChar char="§"/>
              <a:defRPr/>
            </a:pPr>
            <a:r>
              <a:rPr lang="es-MX" sz="800">
                <a:solidFill>
                  <a:srgbClr val="4F062A"/>
                </a:solidFill>
              </a:rPr>
              <a:t>Realización del </a:t>
            </a:r>
            <a:r>
              <a:rPr lang="es-MX" sz="800" err="1">
                <a:solidFill>
                  <a:srgbClr val="4F062A"/>
                </a:solidFill>
              </a:rPr>
              <a:t>Kick</a:t>
            </a:r>
            <a:r>
              <a:rPr lang="es-MX" sz="800">
                <a:solidFill>
                  <a:srgbClr val="4F062A"/>
                </a:solidFill>
              </a:rPr>
              <a:t>-off del </a:t>
            </a:r>
          </a:p>
          <a:p>
            <a:pPr marL="285744" indent="-285744" defTabSz="913768">
              <a:buFont typeface="Wingdings" panose="05000000000000000000" pitchFamily="2" charset="2"/>
              <a:buChar char="§"/>
              <a:defRPr/>
            </a:pPr>
            <a:r>
              <a:rPr lang="es-MX" sz="800">
                <a:solidFill>
                  <a:srgbClr val="4F062A"/>
                </a:solidFill>
              </a:rPr>
              <a:t>Organigrama y listado de </a:t>
            </a:r>
            <a:r>
              <a:rPr lang="es-MX" sz="800" err="1">
                <a:solidFill>
                  <a:srgbClr val="4F062A"/>
                </a:solidFill>
              </a:rPr>
              <a:t>stakeholders</a:t>
            </a:r>
            <a:endParaRPr lang="es-MX" sz="800">
              <a:solidFill>
                <a:srgbClr val="4F062A"/>
              </a:solidFill>
            </a:endParaRPr>
          </a:p>
        </p:txBody>
      </p:sp>
      <p:sp>
        <p:nvSpPr>
          <p:cNvPr id="390" name="CuadroTexto 389">
            <a:extLst>
              <a:ext uri="{FF2B5EF4-FFF2-40B4-BE49-F238E27FC236}">
                <a16:creationId xmlns:a16="http://schemas.microsoft.com/office/drawing/2014/main" id="{7C178840-178F-5300-A589-AD88D9D83B1F}"/>
              </a:ext>
            </a:extLst>
          </p:cNvPr>
          <p:cNvSpPr txBox="1"/>
          <p:nvPr/>
        </p:nvSpPr>
        <p:spPr>
          <a:xfrm>
            <a:off x="3176039" y="5277123"/>
            <a:ext cx="2099094" cy="461665"/>
          </a:xfrm>
          <a:prstGeom prst="rect">
            <a:avLst/>
          </a:prstGeom>
          <a:noFill/>
        </p:spPr>
        <p:txBody>
          <a:bodyPr wrap="square" lIns="0" rtlCol="0">
            <a:spAutoFit/>
          </a:bodyPr>
          <a:lstStyle>
            <a:defPPr>
              <a:defRPr lang="es-ES"/>
            </a:defPPr>
            <a:lvl1pPr marL="214313" indent="-214313" defTabSz="685343">
              <a:buFont typeface="Wingdings" panose="05000000000000000000" pitchFamily="2" charset="2"/>
              <a:buChar char="§"/>
              <a:defRPr sz="750">
                <a:solidFill>
                  <a:srgbClr val="1A3B47"/>
                </a:solidFill>
                <a:latin typeface="Soho Gothic Pro Light"/>
              </a:defRPr>
            </a:lvl1pPr>
          </a:lstStyle>
          <a:p>
            <a:r>
              <a:rPr lang="es-MX" sz="800" b="1">
                <a:solidFill>
                  <a:srgbClr val="4F062A"/>
                </a:solidFill>
                <a:latin typeface="+mn-lt"/>
              </a:rPr>
              <a:t>Modelo Operativo de la PMO</a:t>
            </a:r>
          </a:p>
          <a:p>
            <a:r>
              <a:rPr lang="es-ES" sz="800">
                <a:solidFill>
                  <a:srgbClr val="4F062A"/>
                </a:solidFill>
                <a:latin typeface="+mn-lt"/>
              </a:rPr>
              <a:t>Herramientas/ artefactos/ plantillas configuradas para operar la PMO</a:t>
            </a:r>
            <a:endParaRPr lang="es-MX" sz="800">
              <a:solidFill>
                <a:srgbClr val="4F062A"/>
              </a:solidFill>
              <a:latin typeface="+mn-lt"/>
            </a:endParaRPr>
          </a:p>
        </p:txBody>
      </p:sp>
      <p:sp>
        <p:nvSpPr>
          <p:cNvPr id="392" name="CuadroTexto 391">
            <a:extLst>
              <a:ext uri="{FF2B5EF4-FFF2-40B4-BE49-F238E27FC236}">
                <a16:creationId xmlns:a16="http://schemas.microsoft.com/office/drawing/2014/main" id="{4CEB18D7-9E41-F0BC-01F2-A94804E34008}"/>
              </a:ext>
            </a:extLst>
          </p:cNvPr>
          <p:cNvSpPr txBox="1"/>
          <p:nvPr/>
        </p:nvSpPr>
        <p:spPr>
          <a:xfrm>
            <a:off x="5398658" y="5264423"/>
            <a:ext cx="2203107" cy="1323439"/>
          </a:xfrm>
          <a:prstGeom prst="rect">
            <a:avLst/>
          </a:prstGeom>
          <a:noFill/>
        </p:spPr>
        <p:txBody>
          <a:bodyPr wrap="square" lIns="0" rtlCol="0">
            <a:spAutoFit/>
          </a:bodyPr>
          <a:lstStyle/>
          <a:p>
            <a:pPr marL="285744" indent="-285744" defTabSz="913768">
              <a:buFont typeface="Wingdings" panose="05000000000000000000" pitchFamily="2" charset="2"/>
              <a:buChar char="§"/>
              <a:defRPr/>
            </a:pPr>
            <a:r>
              <a:rPr lang="es-MX" sz="800">
                <a:solidFill>
                  <a:srgbClr val="4F062A"/>
                </a:solidFill>
              </a:rPr>
              <a:t>Planificación Individual por frente</a:t>
            </a:r>
          </a:p>
          <a:p>
            <a:pPr marL="285744" indent="-285744" defTabSz="913768">
              <a:buFont typeface="Wingdings" panose="05000000000000000000" pitchFamily="2" charset="2"/>
              <a:buChar char="§"/>
              <a:defRPr/>
            </a:pPr>
            <a:r>
              <a:rPr lang="es-MX" altLang="en-US" sz="800">
                <a:solidFill>
                  <a:srgbClr val="4F062A"/>
                </a:solidFill>
              </a:rPr>
              <a:t>Master plan (cronograma consolidado de todos los frentes con dependencias, línea base y c</a:t>
            </a:r>
            <a:r>
              <a:rPr lang="es-MX" sz="800">
                <a:solidFill>
                  <a:srgbClr val="4F062A"/>
                </a:solidFill>
                <a:latin typeface="+mn-lt"/>
              </a:rPr>
              <a:t>amino crítico del proyecto)</a:t>
            </a:r>
          </a:p>
          <a:p>
            <a:pPr marL="285744" indent="-285744" defTabSz="913768">
              <a:buFont typeface="Wingdings" panose="05000000000000000000" pitchFamily="2" charset="2"/>
              <a:buChar char="§"/>
              <a:defRPr/>
            </a:pPr>
            <a:r>
              <a:rPr lang="es-MX" altLang="en-US" sz="800">
                <a:solidFill>
                  <a:srgbClr val="4F062A"/>
                </a:solidFill>
              </a:rPr>
              <a:t>Matriz de riesgos </a:t>
            </a:r>
          </a:p>
          <a:p>
            <a:pPr marL="285744" indent="-285744" defTabSz="913768">
              <a:buFont typeface="Wingdings" panose="05000000000000000000" pitchFamily="2" charset="2"/>
              <a:buChar char="§"/>
              <a:defRPr/>
            </a:pPr>
            <a:r>
              <a:rPr lang="es-MX" altLang="en-US" sz="800">
                <a:solidFill>
                  <a:srgbClr val="4F062A"/>
                </a:solidFill>
              </a:rPr>
              <a:t>Plan de recursos</a:t>
            </a:r>
          </a:p>
          <a:p>
            <a:pPr marL="285744" indent="-285744" defTabSz="913768">
              <a:buFont typeface="Wingdings" panose="05000000000000000000" pitchFamily="2" charset="2"/>
              <a:buChar char="§"/>
              <a:defRPr/>
            </a:pPr>
            <a:r>
              <a:rPr lang="es-MX" altLang="en-US" sz="800">
                <a:solidFill>
                  <a:srgbClr val="4F062A"/>
                </a:solidFill>
              </a:rPr>
              <a:t>Plan de presupuestos</a:t>
            </a:r>
          </a:p>
          <a:p>
            <a:pPr marL="285744" indent="-285744" defTabSz="913768">
              <a:buFont typeface="Wingdings" panose="05000000000000000000" pitchFamily="2" charset="2"/>
              <a:buChar char="§"/>
              <a:defRPr/>
            </a:pPr>
            <a:r>
              <a:rPr lang="es-MX" altLang="en-US" sz="800">
                <a:solidFill>
                  <a:srgbClr val="4F062A"/>
                </a:solidFill>
              </a:rPr>
              <a:t>Plan de comunicaciones</a:t>
            </a:r>
          </a:p>
          <a:p>
            <a:pPr marL="285744" indent="-285744" defTabSz="913768">
              <a:buFont typeface="Wingdings" panose="05000000000000000000" pitchFamily="2" charset="2"/>
              <a:buChar char="§"/>
              <a:defRPr/>
            </a:pPr>
            <a:r>
              <a:rPr lang="es-MX" altLang="en-US" sz="800">
                <a:solidFill>
                  <a:srgbClr val="4F062A"/>
                </a:solidFill>
              </a:rPr>
              <a:t>Matriz de acuerdos y pendientes</a:t>
            </a:r>
            <a:endParaRPr lang="es-ES" sz="800">
              <a:solidFill>
                <a:srgbClr val="4F062A"/>
              </a:solidFill>
            </a:endParaRPr>
          </a:p>
        </p:txBody>
      </p:sp>
      <p:sp>
        <p:nvSpPr>
          <p:cNvPr id="28" name="CuadroTexto 27">
            <a:extLst>
              <a:ext uri="{FF2B5EF4-FFF2-40B4-BE49-F238E27FC236}">
                <a16:creationId xmlns:a16="http://schemas.microsoft.com/office/drawing/2014/main" id="{2210C92B-93D1-B381-76E6-B43A2F872814}"/>
              </a:ext>
            </a:extLst>
          </p:cNvPr>
          <p:cNvSpPr txBox="1"/>
          <p:nvPr/>
        </p:nvSpPr>
        <p:spPr>
          <a:xfrm>
            <a:off x="927642" y="2270046"/>
            <a:ext cx="2150930" cy="261610"/>
          </a:xfrm>
          <a:prstGeom prst="rect">
            <a:avLst/>
          </a:prstGeom>
          <a:noFill/>
        </p:spPr>
        <p:txBody>
          <a:bodyPr wrap="square" lIns="0" tIns="60960" rIns="121920" bIns="60960" rtlCol="0" anchor="t">
            <a:spAutoFit/>
          </a:bodyPr>
          <a:lstStyle/>
          <a:p>
            <a:pPr marL="182558" indent="-182558" defTabSz="913768">
              <a:spcBef>
                <a:spcPts val="600"/>
              </a:spcBef>
              <a:buFont typeface="Wingdings" panose="05000000000000000000" pitchFamily="2" charset="2"/>
              <a:buChar char="§"/>
              <a:defRPr/>
            </a:pPr>
            <a:endParaRPr lang="es-ES" sz="900">
              <a:solidFill>
                <a:srgbClr val="1A3B47"/>
              </a:solidFill>
            </a:endParaRPr>
          </a:p>
        </p:txBody>
      </p:sp>
      <p:sp>
        <p:nvSpPr>
          <p:cNvPr id="29" name="CuadroTexto 28">
            <a:extLst>
              <a:ext uri="{FF2B5EF4-FFF2-40B4-BE49-F238E27FC236}">
                <a16:creationId xmlns:a16="http://schemas.microsoft.com/office/drawing/2014/main" id="{99D90FFD-EDA9-19CD-C391-F16C19DB9D8A}"/>
              </a:ext>
            </a:extLst>
          </p:cNvPr>
          <p:cNvSpPr txBox="1"/>
          <p:nvPr/>
        </p:nvSpPr>
        <p:spPr>
          <a:xfrm>
            <a:off x="3227880" y="2271106"/>
            <a:ext cx="2082985" cy="615553"/>
          </a:xfrm>
          <a:prstGeom prst="rect">
            <a:avLst/>
          </a:prstGeom>
          <a:noFill/>
        </p:spPr>
        <p:txBody>
          <a:bodyPr wrap="square" lIns="0" tIns="60960" rIns="121920" bIns="60960" rtlCol="0" anchor="t">
            <a:spAutoFit/>
          </a:bodyPr>
          <a:lstStyle/>
          <a:p>
            <a:pPr defTabSz="913768">
              <a:spcBef>
                <a:spcPts val="600"/>
              </a:spcBef>
            </a:pPr>
            <a:r>
              <a:rPr lang="es-ES" sz="800">
                <a:solidFill>
                  <a:srgbClr val="4F062A"/>
                </a:solidFill>
              </a:rPr>
              <a:t>Diseño del modelo de funcionamiento de la PMO, adaptación de las herramientas y elaboración del plan consolidado.</a:t>
            </a:r>
          </a:p>
        </p:txBody>
      </p:sp>
      <p:sp>
        <p:nvSpPr>
          <p:cNvPr id="30" name="CuadroTexto 29">
            <a:extLst>
              <a:ext uri="{FF2B5EF4-FFF2-40B4-BE49-F238E27FC236}">
                <a16:creationId xmlns:a16="http://schemas.microsoft.com/office/drawing/2014/main" id="{E9F1D19D-9E78-68B0-58BD-64AD52C10EF2}"/>
              </a:ext>
            </a:extLst>
          </p:cNvPr>
          <p:cNvSpPr txBox="1"/>
          <p:nvPr/>
        </p:nvSpPr>
        <p:spPr>
          <a:xfrm>
            <a:off x="5426090" y="2268061"/>
            <a:ext cx="2152561" cy="492443"/>
          </a:xfrm>
          <a:prstGeom prst="rect">
            <a:avLst/>
          </a:prstGeom>
          <a:noFill/>
        </p:spPr>
        <p:txBody>
          <a:bodyPr wrap="square" lIns="0" tIns="60960" rIns="121920" bIns="60960" rtlCol="0" anchor="t">
            <a:spAutoFit/>
          </a:bodyPr>
          <a:lstStyle/>
          <a:p>
            <a:pPr marL="182558" indent="-182558" defTabSz="913768">
              <a:spcBef>
                <a:spcPts val="600"/>
              </a:spcBef>
              <a:buFont typeface="Wingdings" panose="05000000000000000000" pitchFamily="2" charset="2"/>
              <a:buChar char="§"/>
              <a:defRPr/>
            </a:pPr>
            <a:r>
              <a:rPr lang="es-CL" sz="800">
                <a:solidFill>
                  <a:srgbClr val="4F062A"/>
                </a:solidFill>
              </a:rPr>
              <a:t>Elaborar el plan detallado de cada frente de trabajo y el plan consolidado del proyecto </a:t>
            </a:r>
          </a:p>
        </p:txBody>
      </p:sp>
      <p:sp>
        <p:nvSpPr>
          <p:cNvPr id="32" name="CuadroTexto 31">
            <a:extLst>
              <a:ext uri="{FF2B5EF4-FFF2-40B4-BE49-F238E27FC236}">
                <a16:creationId xmlns:a16="http://schemas.microsoft.com/office/drawing/2014/main" id="{258E9B7E-2B2F-82D4-640F-90D71A753A97}"/>
              </a:ext>
            </a:extLst>
          </p:cNvPr>
          <p:cNvSpPr txBox="1"/>
          <p:nvPr/>
        </p:nvSpPr>
        <p:spPr>
          <a:xfrm>
            <a:off x="921424" y="2876093"/>
            <a:ext cx="2116962" cy="2031325"/>
          </a:xfrm>
          <a:prstGeom prst="rect">
            <a:avLst/>
          </a:prstGeom>
          <a:noFill/>
        </p:spPr>
        <p:txBody>
          <a:bodyPr wrap="square" lIns="0" tIns="60960" rIns="121920" bIns="60960" rtlCol="0" anchor="t">
            <a:spAutoFit/>
          </a:bodyPr>
          <a:lstStyle/>
          <a:p>
            <a:pPr marL="179489" indent="-179489" fontAlgn="ctr">
              <a:spcBef>
                <a:spcPts val="600"/>
              </a:spcBef>
              <a:buFont typeface="Wingdings" panose="05000000000000000000" pitchFamily="2" charset="2"/>
              <a:buChar char="§"/>
              <a:defRPr/>
            </a:pPr>
            <a:r>
              <a:rPr lang="es-MX" sz="800" b="1">
                <a:solidFill>
                  <a:srgbClr val="4F062A"/>
                </a:solidFill>
                <a:cs typeface="Arial" panose="020B0604020202020204" pitchFamily="34" charset="0"/>
              </a:rPr>
              <a:t>Identificación de todos los stakeholders </a:t>
            </a:r>
            <a:r>
              <a:rPr lang="es-MX" sz="800">
                <a:solidFill>
                  <a:srgbClr val="4F062A"/>
                </a:solidFill>
                <a:cs typeface="Arial" panose="020B0604020202020204" pitchFamily="34" charset="0"/>
              </a:rPr>
              <a:t>del proyecto y elaboración del organigrama y listas de distribución</a:t>
            </a:r>
          </a:p>
          <a:p>
            <a:pPr marL="179489" indent="-179489" fontAlgn="ctr">
              <a:spcBef>
                <a:spcPts val="600"/>
              </a:spcBef>
              <a:buFont typeface="Wingdings" panose="05000000000000000000" pitchFamily="2" charset="2"/>
              <a:buChar char="§"/>
              <a:defRPr/>
            </a:pPr>
            <a:r>
              <a:rPr lang="es-MX" sz="800" b="1" err="1">
                <a:solidFill>
                  <a:srgbClr val="4F062A"/>
                </a:solidFill>
                <a:cs typeface="Arial" panose="020B0604020202020204" pitchFamily="34" charset="0"/>
              </a:rPr>
              <a:t>Kick</a:t>
            </a:r>
            <a:r>
              <a:rPr lang="es-MX" sz="800" b="1">
                <a:solidFill>
                  <a:srgbClr val="4F062A"/>
                </a:solidFill>
                <a:cs typeface="Arial" panose="020B0604020202020204" pitchFamily="34" charset="0"/>
              </a:rPr>
              <a:t> Off </a:t>
            </a:r>
            <a:r>
              <a:rPr lang="es-MX" sz="800">
                <a:solidFill>
                  <a:srgbClr val="4F062A"/>
                </a:solidFill>
                <a:cs typeface="Arial" panose="020B0604020202020204" pitchFamily="34" charset="0"/>
              </a:rPr>
              <a:t>del proyecto</a:t>
            </a:r>
          </a:p>
          <a:p>
            <a:pPr marL="179489" indent="-179489" fontAlgn="ctr">
              <a:spcBef>
                <a:spcPts val="600"/>
              </a:spcBef>
              <a:buFont typeface="Wingdings" panose="05000000000000000000" pitchFamily="2" charset="2"/>
              <a:buChar char="§"/>
              <a:defRPr/>
            </a:pPr>
            <a:r>
              <a:rPr lang="es-MX" sz="800">
                <a:solidFill>
                  <a:srgbClr val="4F062A"/>
                </a:solidFill>
                <a:cs typeface="Arial" panose="020B0604020202020204" pitchFamily="34" charset="0"/>
              </a:rPr>
              <a:t>Solicitud y </a:t>
            </a:r>
            <a:r>
              <a:rPr lang="es-MX" sz="800" b="1">
                <a:solidFill>
                  <a:srgbClr val="4F062A"/>
                </a:solidFill>
                <a:cs typeface="Arial" panose="020B0604020202020204" pitchFamily="34" charset="0"/>
              </a:rPr>
              <a:t>recopilación de toda la información </a:t>
            </a:r>
            <a:r>
              <a:rPr lang="es-MX" sz="800">
                <a:solidFill>
                  <a:srgbClr val="4F062A"/>
                </a:solidFill>
                <a:cs typeface="Arial" panose="020B0604020202020204" pitchFamily="34" charset="0"/>
              </a:rPr>
              <a:t>necesaria para el entendimiento del proyecto</a:t>
            </a:r>
          </a:p>
          <a:p>
            <a:pPr marL="179489" indent="-179489" fontAlgn="ctr">
              <a:spcBef>
                <a:spcPts val="600"/>
              </a:spcBef>
              <a:buFont typeface="Wingdings" panose="05000000000000000000" pitchFamily="2" charset="2"/>
              <a:buChar char="§"/>
              <a:defRPr/>
            </a:pPr>
            <a:r>
              <a:rPr lang="es-MX" sz="800" b="1">
                <a:solidFill>
                  <a:srgbClr val="4F062A"/>
                </a:solidFill>
                <a:cs typeface="Arial" panose="020B0604020202020204" pitchFamily="34" charset="0"/>
              </a:rPr>
              <a:t>Planificación de reuniones </a:t>
            </a:r>
            <a:r>
              <a:rPr lang="es-MX" sz="800">
                <a:solidFill>
                  <a:srgbClr val="4F062A"/>
                </a:solidFill>
                <a:cs typeface="Arial" panose="020B0604020202020204" pitchFamily="34" charset="0"/>
              </a:rPr>
              <a:t>con los grupos de interés más relevantes</a:t>
            </a:r>
          </a:p>
          <a:p>
            <a:pPr marL="179489" indent="-179489" fontAlgn="ctr">
              <a:spcBef>
                <a:spcPts val="600"/>
              </a:spcBef>
              <a:buFont typeface="Wingdings" panose="05000000000000000000" pitchFamily="2" charset="2"/>
              <a:buChar char="§"/>
              <a:defRPr/>
            </a:pPr>
            <a:r>
              <a:rPr lang="es-MX" sz="800">
                <a:solidFill>
                  <a:srgbClr val="4F062A"/>
                </a:solidFill>
                <a:cs typeface="Arial" panose="020B0604020202020204" pitchFamily="34" charset="0"/>
              </a:rPr>
              <a:t>Creación del repositorio de información y sus procesos y normas de utilización</a:t>
            </a:r>
          </a:p>
        </p:txBody>
      </p:sp>
      <p:sp>
        <p:nvSpPr>
          <p:cNvPr id="33" name="CuadroTexto 32">
            <a:extLst>
              <a:ext uri="{FF2B5EF4-FFF2-40B4-BE49-F238E27FC236}">
                <a16:creationId xmlns:a16="http://schemas.microsoft.com/office/drawing/2014/main" id="{373D1A96-95ED-779F-51DD-F94D4F0700E9}"/>
              </a:ext>
            </a:extLst>
          </p:cNvPr>
          <p:cNvSpPr txBox="1"/>
          <p:nvPr/>
        </p:nvSpPr>
        <p:spPr>
          <a:xfrm>
            <a:off x="3176040" y="2876093"/>
            <a:ext cx="2082124" cy="1923604"/>
          </a:xfrm>
          <a:prstGeom prst="rect">
            <a:avLst/>
          </a:prstGeom>
          <a:noFill/>
        </p:spPr>
        <p:txBody>
          <a:bodyPr wrap="square" lIns="0" tIns="60960" rIns="121920" bIns="60960" rtlCol="0" anchor="t">
            <a:spAutoFit/>
          </a:bodyPr>
          <a:lstStyle>
            <a:defPPr>
              <a:defRPr lang="es-ES"/>
            </a:defPPr>
            <a:lvl1pPr marL="136922" indent="-136922" defTabSz="685343">
              <a:spcBef>
                <a:spcPts val="450"/>
              </a:spcBef>
              <a:buFont typeface="Wingdings" panose="05000000000000000000" pitchFamily="2" charset="2"/>
              <a:buChar char="§"/>
              <a:defRPr sz="750">
                <a:solidFill>
                  <a:srgbClr val="1A3B47"/>
                </a:solidFill>
                <a:latin typeface="Soho Gothic Pro Light"/>
              </a:defRPr>
            </a:lvl1pPr>
          </a:lstStyle>
          <a:p>
            <a:r>
              <a:rPr lang="es-ES" sz="800">
                <a:solidFill>
                  <a:srgbClr val="4F062A"/>
                </a:solidFill>
                <a:latin typeface="+mn-lt"/>
              </a:rPr>
              <a:t>Definir el </a:t>
            </a:r>
            <a:r>
              <a:rPr lang="es-ES" sz="800" b="1">
                <a:solidFill>
                  <a:srgbClr val="4F062A"/>
                </a:solidFill>
                <a:latin typeface="+mn-lt"/>
              </a:rPr>
              <a:t>modelo operativo </a:t>
            </a:r>
            <a:r>
              <a:rPr lang="es-ES" sz="800">
                <a:solidFill>
                  <a:srgbClr val="4F062A"/>
                </a:solidFill>
                <a:latin typeface="+mn-lt"/>
              </a:rPr>
              <a:t>de la PMO adecuado a la realidad, expectativas y ambición de Ferreyros</a:t>
            </a:r>
          </a:p>
          <a:p>
            <a:pPr marL="354013" lvl="1" indent="-176213">
              <a:buFont typeface="Arial" panose="020B0604020202020204" pitchFamily="34" charset="0"/>
              <a:buChar char="•"/>
            </a:pPr>
            <a:r>
              <a:rPr lang="es-CL" sz="800">
                <a:solidFill>
                  <a:srgbClr val="4F062A"/>
                </a:solidFill>
              </a:rPr>
              <a:t>Definición de </a:t>
            </a:r>
            <a:r>
              <a:rPr lang="es-CL" sz="800" b="1">
                <a:solidFill>
                  <a:srgbClr val="4F062A"/>
                </a:solidFill>
              </a:rPr>
              <a:t>Gobierno</a:t>
            </a:r>
            <a:r>
              <a:rPr lang="es-CL" sz="800">
                <a:solidFill>
                  <a:srgbClr val="4F062A"/>
                </a:solidFill>
              </a:rPr>
              <a:t> – comités</a:t>
            </a:r>
          </a:p>
          <a:p>
            <a:pPr marL="354013" lvl="1" indent="-176213">
              <a:buFont typeface="Arial" panose="020B0604020202020204" pitchFamily="34" charset="0"/>
              <a:buChar char="•"/>
            </a:pPr>
            <a:r>
              <a:rPr lang="es-CL" sz="800">
                <a:solidFill>
                  <a:srgbClr val="4F062A"/>
                </a:solidFill>
              </a:rPr>
              <a:t>Definición de </a:t>
            </a:r>
            <a:r>
              <a:rPr lang="es-CL" sz="800" b="1">
                <a:solidFill>
                  <a:srgbClr val="4F062A"/>
                </a:solidFill>
              </a:rPr>
              <a:t>indicadores, reportes y cuadro de mando </a:t>
            </a:r>
          </a:p>
          <a:p>
            <a:pPr marL="354013" lvl="1" indent="-176213">
              <a:buFont typeface="Arial" panose="020B0604020202020204" pitchFamily="34" charset="0"/>
              <a:buChar char="•"/>
            </a:pPr>
            <a:r>
              <a:rPr lang="es-CL" sz="800">
                <a:solidFill>
                  <a:srgbClr val="4F062A"/>
                </a:solidFill>
              </a:rPr>
              <a:t>Definición de Planes de riesgos, recursos, presupuestos (costos), Control de Cambios</a:t>
            </a:r>
          </a:p>
          <a:p>
            <a:pPr marL="354013" lvl="1" indent="-176213">
              <a:buFont typeface="Arial" panose="020B0604020202020204" pitchFamily="34" charset="0"/>
              <a:buChar char="•"/>
            </a:pPr>
            <a:r>
              <a:rPr lang="es-CL" sz="800">
                <a:solidFill>
                  <a:srgbClr val="4F062A"/>
                </a:solidFill>
              </a:rPr>
              <a:t>Definición de herramientas/ artefactos</a:t>
            </a:r>
          </a:p>
          <a:p>
            <a:pPr marL="179489" lvl="1" indent="-179489" defTabSz="685343" fontAlgn="ctr">
              <a:spcBef>
                <a:spcPts val="600"/>
              </a:spcBef>
              <a:buFont typeface="Wingdings" panose="05000000000000000000" pitchFamily="2" charset="2"/>
              <a:buChar char="§"/>
              <a:defRPr/>
            </a:pPr>
            <a:r>
              <a:rPr lang="es-CL" sz="800">
                <a:solidFill>
                  <a:srgbClr val="4F062A"/>
                </a:solidFill>
                <a:cs typeface="Arial" panose="020B0604020202020204" pitchFamily="34" charset="0"/>
              </a:rPr>
              <a:t>Adaptar las </a:t>
            </a:r>
            <a:r>
              <a:rPr lang="es-CL" sz="800" b="1">
                <a:solidFill>
                  <a:srgbClr val="4F062A"/>
                </a:solidFill>
                <a:cs typeface="Arial" panose="020B0604020202020204" pitchFamily="34" charset="0"/>
              </a:rPr>
              <a:t>herramientas a utilizar en la </a:t>
            </a:r>
            <a:r>
              <a:rPr lang="es-MX" sz="800" b="1">
                <a:solidFill>
                  <a:srgbClr val="4F062A"/>
                </a:solidFill>
                <a:cs typeface="Arial" panose="020B0604020202020204" pitchFamily="34" charset="0"/>
              </a:rPr>
              <a:t>PMO </a:t>
            </a:r>
            <a:r>
              <a:rPr lang="es-MX" sz="800">
                <a:solidFill>
                  <a:srgbClr val="4F062A"/>
                </a:solidFill>
                <a:cs typeface="Arial" panose="020B0604020202020204" pitchFamily="34" charset="0"/>
              </a:rPr>
              <a:t>(utilizando aceleradores Minsait)</a:t>
            </a:r>
            <a:endParaRPr lang="es-ES" sz="800">
              <a:solidFill>
                <a:srgbClr val="4F062A"/>
              </a:solidFill>
              <a:cs typeface="Arial" panose="020B0604020202020204" pitchFamily="34" charset="0"/>
            </a:endParaRPr>
          </a:p>
        </p:txBody>
      </p:sp>
      <p:sp>
        <p:nvSpPr>
          <p:cNvPr id="34" name="CuadroTexto 33">
            <a:extLst>
              <a:ext uri="{FF2B5EF4-FFF2-40B4-BE49-F238E27FC236}">
                <a16:creationId xmlns:a16="http://schemas.microsoft.com/office/drawing/2014/main" id="{D3B48401-2F12-DFD9-F6C4-AE65922B167D}"/>
              </a:ext>
            </a:extLst>
          </p:cNvPr>
          <p:cNvSpPr txBox="1"/>
          <p:nvPr/>
        </p:nvSpPr>
        <p:spPr>
          <a:xfrm>
            <a:off x="5437674" y="2876093"/>
            <a:ext cx="2082287" cy="1461939"/>
          </a:xfrm>
          <a:prstGeom prst="rect">
            <a:avLst/>
          </a:prstGeom>
          <a:noFill/>
        </p:spPr>
        <p:txBody>
          <a:bodyPr wrap="square" lIns="0" tIns="60960" rIns="121920" bIns="60960" rtlCol="0" anchor="t">
            <a:spAutoFit/>
          </a:bodyPr>
          <a:lstStyle/>
          <a:p>
            <a:pPr marL="179489" indent="-179489" fontAlgn="ctr">
              <a:spcBef>
                <a:spcPts val="600"/>
              </a:spcBef>
              <a:buFont typeface="Wingdings" panose="05000000000000000000" pitchFamily="2" charset="2"/>
              <a:buChar char="§"/>
              <a:defRPr/>
            </a:pPr>
            <a:r>
              <a:rPr lang="es-MX" sz="800" b="1">
                <a:solidFill>
                  <a:srgbClr val="4F062A"/>
                </a:solidFill>
                <a:cs typeface="Arial" panose="020B0604020202020204" pitchFamily="34" charset="0"/>
              </a:rPr>
              <a:t>Planificaciones detallada</a:t>
            </a:r>
            <a:r>
              <a:rPr lang="es-MX" sz="800">
                <a:solidFill>
                  <a:srgbClr val="4F062A"/>
                </a:solidFill>
                <a:cs typeface="Arial" panose="020B0604020202020204" pitchFamily="34" charset="0"/>
              </a:rPr>
              <a:t> e individual </a:t>
            </a:r>
            <a:r>
              <a:rPr lang="es-MX" sz="800" b="1">
                <a:solidFill>
                  <a:srgbClr val="4F062A"/>
                </a:solidFill>
                <a:cs typeface="Arial" panose="020B0604020202020204" pitchFamily="34" charset="0"/>
              </a:rPr>
              <a:t>por cada Frente de trabajo </a:t>
            </a:r>
          </a:p>
          <a:p>
            <a:pPr marL="179489" indent="-179489" fontAlgn="ctr">
              <a:spcBef>
                <a:spcPts val="600"/>
              </a:spcBef>
              <a:buFont typeface="Wingdings" panose="05000000000000000000" pitchFamily="2" charset="2"/>
              <a:buChar char="§"/>
              <a:defRPr/>
            </a:pPr>
            <a:r>
              <a:rPr lang="es-MX" sz="800">
                <a:solidFill>
                  <a:srgbClr val="4F062A"/>
                </a:solidFill>
                <a:cs typeface="Arial" panose="020B0604020202020204" pitchFamily="34" charset="0"/>
              </a:rPr>
              <a:t>Revisión y </a:t>
            </a:r>
            <a:r>
              <a:rPr lang="es-MX" sz="800" b="1">
                <a:solidFill>
                  <a:srgbClr val="4F062A"/>
                </a:solidFill>
                <a:cs typeface="Arial" panose="020B0604020202020204" pitchFamily="34" charset="0"/>
              </a:rPr>
              <a:t>consolidación de los planes de trabajo de cada frente </a:t>
            </a:r>
            <a:r>
              <a:rPr lang="es-MX" sz="800">
                <a:solidFill>
                  <a:srgbClr val="4F062A"/>
                </a:solidFill>
                <a:cs typeface="Arial" panose="020B0604020202020204" pitchFamily="34" charset="0"/>
              </a:rPr>
              <a:t>para disponer de un único Plan</a:t>
            </a:r>
          </a:p>
          <a:p>
            <a:pPr marL="179489" indent="-179489" fontAlgn="ctr">
              <a:spcBef>
                <a:spcPts val="600"/>
              </a:spcBef>
              <a:buFont typeface="Wingdings" panose="05000000000000000000" pitchFamily="2" charset="2"/>
              <a:buChar char="§"/>
              <a:defRPr/>
            </a:pPr>
            <a:r>
              <a:rPr lang="es-MX" sz="800">
                <a:solidFill>
                  <a:srgbClr val="4F062A"/>
                </a:solidFill>
                <a:cs typeface="Arial" panose="020B0604020202020204" pitchFamily="34" charset="0"/>
              </a:rPr>
              <a:t>Elaboración del </a:t>
            </a:r>
            <a:r>
              <a:rPr lang="es-MX" sz="800" b="1">
                <a:solidFill>
                  <a:srgbClr val="4F062A"/>
                </a:solidFill>
                <a:cs typeface="Arial" panose="020B0604020202020204" pitchFamily="34" charset="0"/>
              </a:rPr>
              <a:t>Camino Crítico </a:t>
            </a:r>
            <a:r>
              <a:rPr lang="es-MX" sz="800">
                <a:solidFill>
                  <a:srgbClr val="4F062A"/>
                </a:solidFill>
                <a:cs typeface="Arial" panose="020B0604020202020204" pitchFamily="34" charset="0"/>
              </a:rPr>
              <a:t>(</a:t>
            </a:r>
            <a:r>
              <a:rPr lang="es-MX" sz="800" err="1">
                <a:solidFill>
                  <a:srgbClr val="4F062A"/>
                </a:solidFill>
                <a:cs typeface="Arial" panose="020B0604020202020204" pitchFamily="34" charset="0"/>
              </a:rPr>
              <a:t>Critical</a:t>
            </a:r>
            <a:r>
              <a:rPr lang="es-MX" sz="800">
                <a:solidFill>
                  <a:srgbClr val="4F062A"/>
                </a:solidFill>
                <a:cs typeface="Arial" panose="020B0604020202020204" pitchFamily="34" charset="0"/>
              </a:rPr>
              <a:t> </a:t>
            </a:r>
            <a:r>
              <a:rPr lang="es-MX" sz="800" err="1">
                <a:solidFill>
                  <a:srgbClr val="4F062A"/>
                </a:solidFill>
                <a:cs typeface="Arial" panose="020B0604020202020204" pitchFamily="34" charset="0"/>
              </a:rPr>
              <a:t>Path</a:t>
            </a:r>
            <a:r>
              <a:rPr lang="es-MX" sz="800">
                <a:solidFill>
                  <a:srgbClr val="4F062A"/>
                </a:solidFill>
                <a:cs typeface="Arial" panose="020B0604020202020204" pitchFamily="34" charset="0"/>
              </a:rPr>
              <a:t>)</a:t>
            </a:r>
          </a:p>
          <a:p>
            <a:pPr marL="179489" indent="-179489" fontAlgn="ctr">
              <a:spcBef>
                <a:spcPts val="600"/>
              </a:spcBef>
              <a:buFont typeface="Wingdings" panose="05000000000000000000" pitchFamily="2" charset="2"/>
              <a:buChar char="§"/>
              <a:defRPr/>
            </a:pPr>
            <a:endParaRPr lang="es-MX" sz="800" b="1">
              <a:solidFill>
                <a:srgbClr val="4F062A"/>
              </a:solidFill>
              <a:cs typeface="Arial" panose="020B0604020202020204" pitchFamily="34" charset="0"/>
            </a:endParaRPr>
          </a:p>
        </p:txBody>
      </p:sp>
      <p:sp>
        <p:nvSpPr>
          <p:cNvPr id="26" name="CuadroTexto 25">
            <a:extLst>
              <a:ext uri="{FF2B5EF4-FFF2-40B4-BE49-F238E27FC236}">
                <a16:creationId xmlns:a16="http://schemas.microsoft.com/office/drawing/2014/main" id="{597359E6-EFC3-F43C-70E8-78C3D2A04759}"/>
              </a:ext>
            </a:extLst>
          </p:cNvPr>
          <p:cNvSpPr txBox="1"/>
          <p:nvPr/>
        </p:nvSpPr>
        <p:spPr>
          <a:xfrm>
            <a:off x="971742" y="2268061"/>
            <a:ext cx="2069237" cy="369332"/>
          </a:xfrm>
          <a:prstGeom prst="rect">
            <a:avLst/>
          </a:prstGeom>
          <a:noFill/>
        </p:spPr>
        <p:txBody>
          <a:bodyPr wrap="square" lIns="0" tIns="60960" rIns="121920" bIns="60960" rtlCol="0" anchor="t">
            <a:spAutoFit/>
          </a:bodyPr>
          <a:lstStyle/>
          <a:p>
            <a:pPr defTabSz="913768">
              <a:spcBef>
                <a:spcPts val="600"/>
              </a:spcBef>
            </a:pPr>
            <a:r>
              <a:rPr lang="es-ES" sz="800">
                <a:solidFill>
                  <a:srgbClr val="4F062A"/>
                </a:solidFill>
              </a:rPr>
              <a:t>Alineamiento de los objetivos de la PMO con la visión y estrategia de Ferreyros</a:t>
            </a:r>
          </a:p>
        </p:txBody>
      </p:sp>
      <p:sp>
        <p:nvSpPr>
          <p:cNvPr id="8" name="Rectángulo: esquinas superiores cortadas 7">
            <a:extLst>
              <a:ext uri="{FF2B5EF4-FFF2-40B4-BE49-F238E27FC236}">
                <a16:creationId xmlns:a16="http://schemas.microsoft.com/office/drawing/2014/main" id="{167F9D38-F13B-10BE-948C-C94732E1B684}"/>
              </a:ext>
            </a:extLst>
          </p:cNvPr>
          <p:cNvSpPr/>
          <p:nvPr/>
        </p:nvSpPr>
        <p:spPr>
          <a:xfrm>
            <a:off x="7590212" y="2271106"/>
            <a:ext cx="2148824" cy="4323313"/>
          </a:xfrm>
          <a:prstGeom prst="snip2SameRect">
            <a:avLst>
              <a:gd name="adj1" fmla="val 4256"/>
              <a:gd name="adj2" fmla="val 4574"/>
            </a:avLst>
          </a:prstGeom>
          <a:solidFill>
            <a:schemeClr val="bg1">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s-CO" sz="900" kern="0">
              <a:solidFill>
                <a:srgbClr val="FFFFFF"/>
              </a:solidFill>
            </a:endParaRPr>
          </a:p>
        </p:txBody>
      </p:sp>
      <p:sp>
        <p:nvSpPr>
          <p:cNvPr id="9" name="Rectángulo: esquinas superiores cortadas 8">
            <a:extLst>
              <a:ext uri="{FF2B5EF4-FFF2-40B4-BE49-F238E27FC236}">
                <a16:creationId xmlns:a16="http://schemas.microsoft.com/office/drawing/2014/main" id="{DBB90BCC-DABB-EA28-49D6-1999DC008F67}"/>
              </a:ext>
            </a:extLst>
          </p:cNvPr>
          <p:cNvSpPr/>
          <p:nvPr/>
        </p:nvSpPr>
        <p:spPr>
          <a:xfrm>
            <a:off x="7593911" y="1444142"/>
            <a:ext cx="2145125" cy="777621"/>
          </a:xfrm>
          <a:prstGeom prst="snip2SameRect">
            <a:avLst>
              <a:gd name="adj1" fmla="val 10951"/>
              <a:gd name="adj2" fmla="val 10616"/>
            </a:avLst>
          </a:prstGeom>
          <a:solidFill>
            <a:schemeClr val="bg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sz="1351">
              <a:solidFill>
                <a:srgbClr val="FFFFFF"/>
              </a:solidFill>
            </a:endParaRPr>
          </a:p>
        </p:txBody>
      </p:sp>
      <p:sp>
        <p:nvSpPr>
          <p:cNvPr id="13" name="CuadroTexto 12">
            <a:extLst>
              <a:ext uri="{FF2B5EF4-FFF2-40B4-BE49-F238E27FC236}">
                <a16:creationId xmlns:a16="http://schemas.microsoft.com/office/drawing/2014/main" id="{1087964E-4603-D817-29AF-67AF4DF7E691}"/>
              </a:ext>
            </a:extLst>
          </p:cNvPr>
          <p:cNvSpPr txBox="1"/>
          <p:nvPr/>
        </p:nvSpPr>
        <p:spPr>
          <a:xfrm>
            <a:off x="8089466" y="1514248"/>
            <a:ext cx="1399764" cy="297454"/>
          </a:xfrm>
          <a:prstGeom prst="rect">
            <a:avLst/>
          </a:prstGeom>
          <a:noFill/>
        </p:spPr>
        <p:txBody>
          <a:bodyPr wrap="square" rtlCol="0">
            <a:spAutoFit/>
          </a:bodyPr>
          <a:lstStyle/>
          <a:p>
            <a:pPr>
              <a:defRPr/>
            </a:pPr>
            <a:r>
              <a:rPr lang="es-419" sz="1333"/>
              <a:t>Lanzamiento</a:t>
            </a:r>
          </a:p>
        </p:txBody>
      </p:sp>
      <p:sp>
        <p:nvSpPr>
          <p:cNvPr id="14" name="Rectángulo: esquinas superiores cortadas 13">
            <a:extLst>
              <a:ext uri="{FF2B5EF4-FFF2-40B4-BE49-F238E27FC236}">
                <a16:creationId xmlns:a16="http://schemas.microsoft.com/office/drawing/2014/main" id="{BB2C2241-E355-0D5C-6A53-0201C115F1C5}"/>
              </a:ext>
            </a:extLst>
          </p:cNvPr>
          <p:cNvSpPr/>
          <p:nvPr/>
        </p:nvSpPr>
        <p:spPr>
          <a:xfrm>
            <a:off x="7747556" y="1544744"/>
            <a:ext cx="341910" cy="236462"/>
          </a:xfrm>
          <a:prstGeom prst="snip2SameRect">
            <a:avLst>
              <a:gd name="adj1" fmla="val 16667"/>
              <a:gd name="adj2" fmla="val 1812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a:solidFill>
                  <a:srgbClr val="4F062A"/>
                </a:solidFill>
              </a:rPr>
              <a:t>4</a:t>
            </a:r>
          </a:p>
        </p:txBody>
      </p:sp>
      <p:sp>
        <p:nvSpPr>
          <p:cNvPr id="15" name="CuadroTexto 14">
            <a:extLst>
              <a:ext uri="{FF2B5EF4-FFF2-40B4-BE49-F238E27FC236}">
                <a16:creationId xmlns:a16="http://schemas.microsoft.com/office/drawing/2014/main" id="{2601A7A0-47AE-51C3-FFB6-A6A3799C4A33}"/>
              </a:ext>
            </a:extLst>
          </p:cNvPr>
          <p:cNvSpPr txBox="1"/>
          <p:nvPr/>
        </p:nvSpPr>
        <p:spPr>
          <a:xfrm>
            <a:off x="7648902" y="5277123"/>
            <a:ext cx="2152561" cy="830997"/>
          </a:xfrm>
          <a:prstGeom prst="rect">
            <a:avLst/>
          </a:prstGeom>
          <a:noFill/>
        </p:spPr>
        <p:txBody>
          <a:bodyPr wrap="square" lIns="0" rtlCol="0">
            <a:spAutoFit/>
          </a:bodyPr>
          <a:lstStyle/>
          <a:p>
            <a:pPr marL="285744" indent="-285744" defTabSz="913768">
              <a:buFont typeface="Wingdings" panose="05000000000000000000" pitchFamily="2" charset="2"/>
              <a:buChar char="§"/>
              <a:defRPr/>
            </a:pPr>
            <a:r>
              <a:rPr lang="es-MX" altLang="en-US" sz="800">
                <a:solidFill>
                  <a:srgbClr val="4F062A"/>
                </a:solidFill>
              </a:rPr>
              <a:t>Lanzamiento de la PMO</a:t>
            </a:r>
          </a:p>
          <a:p>
            <a:pPr marL="285744" indent="-285744" defTabSz="913768">
              <a:buFont typeface="Wingdings" panose="05000000000000000000" pitchFamily="2" charset="2"/>
              <a:buChar char="§"/>
              <a:defRPr/>
            </a:pPr>
            <a:r>
              <a:rPr lang="es-MX" altLang="en-US" sz="800">
                <a:solidFill>
                  <a:srgbClr val="4F062A"/>
                </a:solidFill>
              </a:rPr>
              <a:t>Comunicación a todos los stakeholders</a:t>
            </a:r>
          </a:p>
          <a:p>
            <a:pPr marL="285744" indent="-285744" defTabSz="913768">
              <a:buFont typeface="Wingdings" panose="05000000000000000000" pitchFamily="2" charset="2"/>
              <a:buChar char="§"/>
              <a:defRPr/>
            </a:pPr>
            <a:r>
              <a:rPr lang="es-MX" altLang="en-US" sz="800">
                <a:solidFill>
                  <a:srgbClr val="4F062A"/>
                </a:solidFill>
              </a:rPr>
              <a:t>Canales de comunicación</a:t>
            </a:r>
          </a:p>
          <a:p>
            <a:pPr marL="285744" indent="-285744" defTabSz="913768">
              <a:buFont typeface="Wingdings" panose="05000000000000000000" pitchFamily="2" charset="2"/>
              <a:buChar char="§"/>
              <a:defRPr/>
            </a:pPr>
            <a:r>
              <a:rPr lang="es-MX" altLang="en-US" sz="800">
                <a:solidFill>
                  <a:srgbClr val="4F062A"/>
                </a:solidFill>
              </a:rPr>
              <a:t>Bitácora de controles</a:t>
            </a:r>
          </a:p>
          <a:p>
            <a:pPr defTabSz="913768">
              <a:defRPr/>
            </a:pPr>
            <a:endParaRPr lang="es-ES" sz="800">
              <a:solidFill>
                <a:srgbClr val="4F062A"/>
              </a:solidFill>
            </a:endParaRPr>
          </a:p>
        </p:txBody>
      </p:sp>
      <p:sp>
        <p:nvSpPr>
          <p:cNvPr id="16" name="CuadroTexto 15">
            <a:extLst>
              <a:ext uri="{FF2B5EF4-FFF2-40B4-BE49-F238E27FC236}">
                <a16:creationId xmlns:a16="http://schemas.microsoft.com/office/drawing/2014/main" id="{444A2DC1-D43C-A957-9F7B-549ADF00B4A3}"/>
              </a:ext>
            </a:extLst>
          </p:cNvPr>
          <p:cNvSpPr txBox="1"/>
          <p:nvPr/>
        </p:nvSpPr>
        <p:spPr>
          <a:xfrm>
            <a:off x="7648903" y="2268061"/>
            <a:ext cx="2090134" cy="492443"/>
          </a:xfrm>
          <a:prstGeom prst="rect">
            <a:avLst/>
          </a:prstGeom>
          <a:noFill/>
        </p:spPr>
        <p:txBody>
          <a:bodyPr wrap="square" lIns="0" tIns="60960" rIns="121920" bIns="60960" rtlCol="0" anchor="t">
            <a:spAutoFit/>
          </a:bodyPr>
          <a:lstStyle/>
          <a:p>
            <a:pPr marL="182558" indent="-182558" defTabSz="913768">
              <a:spcBef>
                <a:spcPts val="600"/>
              </a:spcBef>
              <a:buFont typeface="Wingdings" panose="05000000000000000000" pitchFamily="2" charset="2"/>
              <a:buChar char="§"/>
              <a:defRPr/>
            </a:pPr>
            <a:r>
              <a:rPr lang="es-CL" sz="800">
                <a:solidFill>
                  <a:srgbClr val="4F062A"/>
                </a:solidFill>
              </a:rPr>
              <a:t>Poner en marcha la PMO y capacitar al equipo interno para operarla según el modelo definido</a:t>
            </a:r>
          </a:p>
        </p:txBody>
      </p:sp>
      <p:sp>
        <p:nvSpPr>
          <p:cNvPr id="17" name="CuadroTexto 16">
            <a:extLst>
              <a:ext uri="{FF2B5EF4-FFF2-40B4-BE49-F238E27FC236}">
                <a16:creationId xmlns:a16="http://schemas.microsoft.com/office/drawing/2014/main" id="{03AFDE3A-BBCD-E477-3A47-383EAE535E0D}"/>
              </a:ext>
            </a:extLst>
          </p:cNvPr>
          <p:cNvSpPr txBox="1"/>
          <p:nvPr/>
        </p:nvSpPr>
        <p:spPr>
          <a:xfrm>
            <a:off x="7660485" y="2876093"/>
            <a:ext cx="2078551" cy="2031325"/>
          </a:xfrm>
          <a:prstGeom prst="rect">
            <a:avLst/>
          </a:prstGeom>
          <a:noFill/>
        </p:spPr>
        <p:txBody>
          <a:bodyPr wrap="square" lIns="0" tIns="60960" rIns="121920" bIns="60960" rtlCol="0" anchor="t">
            <a:spAutoFit/>
          </a:bodyPr>
          <a:lstStyle/>
          <a:p>
            <a:pPr marL="177800" indent="-177800">
              <a:spcBef>
                <a:spcPts val="600"/>
              </a:spcBef>
              <a:buFont typeface="Wingdings" panose="05000000000000000000" pitchFamily="2" charset="2"/>
              <a:buChar char="§"/>
              <a:tabLst>
                <a:tab pos="5715000" algn="l"/>
              </a:tabLst>
              <a:defRPr b="0" i="0"/>
            </a:pPr>
            <a:r>
              <a:rPr lang="es-ES" sz="800" b="1">
                <a:solidFill>
                  <a:srgbClr val="4F062A"/>
                </a:solidFill>
                <a:cs typeface="Times New Roman" pitchFamily="18" charset="0"/>
              </a:rPr>
              <a:t>Publicación a todos los stakeholders </a:t>
            </a:r>
            <a:r>
              <a:rPr lang="es-ES" sz="800">
                <a:solidFill>
                  <a:srgbClr val="4F062A"/>
                </a:solidFill>
                <a:cs typeface="Times New Roman" pitchFamily="18" charset="0"/>
              </a:rPr>
              <a:t>del funcionamiento de la PMO</a:t>
            </a:r>
          </a:p>
          <a:p>
            <a:pPr marL="177800" indent="-177800">
              <a:spcBef>
                <a:spcPts val="600"/>
              </a:spcBef>
              <a:buFont typeface="Wingdings" panose="05000000000000000000" pitchFamily="2" charset="2"/>
              <a:buChar char="§"/>
              <a:tabLst>
                <a:tab pos="5715000" algn="l"/>
              </a:tabLst>
              <a:defRPr b="0" i="0"/>
            </a:pPr>
            <a:r>
              <a:rPr lang="es-ES" sz="800">
                <a:solidFill>
                  <a:srgbClr val="4F062A"/>
                </a:solidFill>
                <a:cs typeface="Times New Roman" pitchFamily="18" charset="0"/>
              </a:rPr>
              <a:t>Diseño de los </a:t>
            </a:r>
            <a:r>
              <a:rPr lang="es-ES" sz="800" b="1">
                <a:solidFill>
                  <a:srgbClr val="4F062A"/>
                </a:solidFill>
                <a:cs typeface="Times New Roman" pitchFamily="18" charset="0"/>
              </a:rPr>
              <a:t>canales de comunicación y medios de coordinación</a:t>
            </a:r>
          </a:p>
          <a:p>
            <a:pPr marL="177800" indent="-177800">
              <a:spcBef>
                <a:spcPts val="600"/>
              </a:spcBef>
              <a:buFont typeface="Wingdings" panose="05000000000000000000" pitchFamily="2" charset="2"/>
              <a:buChar char="§"/>
              <a:tabLst>
                <a:tab pos="5715000" algn="l"/>
              </a:tabLst>
              <a:defRPr b="0" i="0"/>
            </a:pPr>
            <a:r>
              <a:rPr lang="es-ES" sz="800" b="1">
                <a:solidFill>
                  <a:srgbClr val="4F062A"/>
                </a:solidFill>
                <a:cs typeface="Times New Roman" pitchFamily="18" charset="0"/>
              </a:rPr>
              <a:t>Planificación de actividades periódicas</a:t>
            </a:r>
            <a:r>
              <a:rPr lang="es-ES" sz="800">
                <a:solidFill>
                  <a:srgbClr val="4F062A"/>
                </a:solidFill>
                <a:cs typeface="Times New Roman" pitchFamily="18" charset="0"/>
              </a:rPr>
              <a:t> con los responsables </a:t>
            </a:r>
          </a:p>
          <a:p>
            <a:pPr marL="177800" indent="-177800">
              <a:spcBef>
                <a:spcPts val="600"/>
              </a:spcBef>
              <a:buFont typeface="Wingdings" panose="05000000000000000000" pitchFamily="2" charset="2"/>
              <a:buChar char="§"/>
              <a:tabLst>
                <a:tab pos="5715000" algn="l"/>
              </a:tabLst>
              <a:defRPr b="0" i="0"/>
            </a:pPr>
            <a:r>
              <a:rPr lang="es-ES" sz="800" b="1">
                <a:solidFill>
                  <a:srgbClr val="4F062A"/>
                </a:solidFill>
                <a:cs typeface="Times New Roman" pitchFamily="18" charset="0"/>
              </a:rPr>
              <a:t>Creación y despliegue de la bitácora de controles, </a:t>
            </a:r>
            <a:r>
              <a:rPr lang="es-ES" sz="800">
                <a:solidFill>
                  <a:srgbClr val="4F062A"/>
                </a:solidFill>
                <a:cs typeface="Times New Roman" pitchFamily="18" charset="0"/>
              </a:rPr>
              <a:t>donde se registrarán y gestionará todos los controles identificados</a:t>
            </a:r>
          </a:p>
          <a:p>
            <a:pPr marL="177800" indent="-177800">
              <a:spcBef>
                <a:spcPts val="600"/>
              </a:spcBef>
              <a:buFont typeface="Wingdings" panose="05000000000000000000" pitchFamily="2" charset="2"/>
              <a:buChar char="§"/>
              <a:tabLst>
                <a:tab pos="5715000" algn="l"/>
              </a:tabLst>
              <a:defRPr b="0" i="0"/>
            </a:pPr>
            <a:r>
              <a:rPr lang="es-ES" sz="800">
                <a:solidFill>
                  <a:srgbClr val="4F062A"/>
                </a:solidFill>
                <a:cs typeface="Times New Roman" pitchFamily="18" charset="0"/>
              </a:rPr>
              <a:t>Lanzamiento de la PMO</a:t>
            </a:r>
            <a:endParaRPr lang="es-ES" sz="800" b="1">
              <a:solidFill>
                <a:srgbClr val="4F062A"/>
              </a:solidFill>
              <a:cs typeface="Times New Roman" pitchFamily="18" charset="0"/>
            </a:endParaRPr>
          </a:p>
        </p:txBody>
      </p:sp>
      <p:sp>
        <p:nvSpPr>
          <p:cNvPr id="22" name="Rectángulo: esquinas superiores cortadas 21">
            <a:extLst>
              <a:ext uri="{FF2B5EF4-FFF2-40B4-BE49-F238E27FC236}">
                <a16:creationId xmlns:a16="http://schemas.microsoft.com/office/drawing/2014/main" id="{8E86E778-0518-B318-DA22-9A4939FDE221}"/>
              </a:ext>
            </a:extLst>
          </p:cNvPr>
          <p:cNvSpPr/>
          <p:nvPr/>
        </p:nvSpPr>
        <p:spPr>
          <a:xfrm>
            <a:off x="9797727" y="1442815"/>
            <a:ext cx="2211252" cy="777621"/>
          </a:xfrm>
          <a:prstGeom prst="snip2SameRect">
            <a:avLst>
              <a:gd name="adj1" fmla="val 11767"/>
              <a:gd name="adj2" fmla="val 10820"/>
            </a:avLst>
          </a:prstGeom>
          <a:solidFill>
            <a:schemeClr val="bg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sz="1351">
              <a:solidFill>
                <a:srgbClr val="FFFFFF"/>
              </a:solidFill>
            </a:endParaRPr>
          </a:p>
        </p:txBody>
      </p:sp>
      <p:sp>
        <p:nvSpPr>
          <p:cNvPr id="23" name="CuadroTexto 22">
            <a:extLst>
              <a:ext uri="{FF2B5EF4-FFF2-40B4-BE49-F238E27FC236}">
                <a16:creationId xmlns:a16="http://schemas.microsoft.com/office/drawing/2014/main" id="{2F3FF4DA-FDA8-AF31-201F-531829F4FEF2}"/>
              </a:ext>
            </a:extLst>
          </p:cNvPr>
          <p:cNvSpPr txBox="1"/>
          <p:nvPr/>
        </p:nvSpPr>
        <p:spPr>
          <a:xfrm>
            <a:off x="10331637" y="1498775"/>
            <a:ext cx="1739788" cy="502573"/>
          </a:xfrm>
          <a:prstGeom prst="rect">
            <a:avLst/>
          </a:prstGeom>
          <a:noFill/>
        </p:spPr>
        <p:txBody>
          <a:bodyPr wrap="square" rtlCol="0">
            <a:spAutoFit/>
          </a:bodyPr>
          <a:lstStyle/>
          <a:p>
            <a:pPr>
              <a:defRPr/>
            </a:pPr>
            <a:r>
              <a:rPr lang="es-MX" sz="1333"/>
              <a:t>Operación de la PMO</a:t>
            </a:r>
            <a:endParaRPr lang="es-419" sz="1333"/>
          </a:p>
        </p:txBody>
      </p:sp>
      <p:sp>
        <p:nvSpPr>
          <p:cNvPr id="25" name="Rectángulo: esquinas superiores cortadas 24">
            <a:extLst>
              <a:ext uri="{FF2B5EF4-FFF2-40B4-BE49-F238E27FC236}">
                <a16:creationId xmlns:a16="http://schemas.microsoft.com/office/drawing/2014/main" id="{2E9D33FD-E67B-9A98-167C-ED97BEC0BF7C}"/>
              </a:ext>
            </a:extLst>
          </p:cNvPr>
          <p:cNvSpPr/>
          <p:nvPr/>
        </p:nvSpPr>
        <p:spPr>
          <a:xfrm>
            <a:off x="9924650" y="1558424"/>
            <a:ext cx="406987" cy="236462"/>
          </a:xfrm>
          <a:prstGeom prst="snip2SameRect">
            <a:avLst>
              <a:gd name="adj1" fmla="val 16667"/>
              <a:gd name="adj2" fmla="val 1611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a:solidFill>
                  <a:srgbClr val="4F062A"/>
                </a:solidFill>
              </a:rPr>
              <a:t>5</a:t>
            </a:r>
          </a:p>
        </p:txBody>
      </p:sp>
      <p:sp>
        <p:nvSpPr>
          <p:cNvPr id="27" name="CuadroTexto 26">
            <a:extLst>
              <a:ext uri="{FF2B5EF4-FFF2-40B4-BE49-F238E27FC236}">
                <a16:creationId xmlns:a16="http://schemas.microsoft.com/office/drawing/2014/main" id="{D9CAF0EA-BDDE-CE69-4E2F-189B137BCFA5}"/>
              </a:ext>
            </a:extLst>
          </p:cNvPr>
          <p:cNvSpPr txBox="1"/>
          <p:nvPr/>
        </p:nvSpPr>
        <p:spPr>
          <a:xfrm>
            <a:off x="9856417" y="5277123"/>
            <a:ext cx="2152561" cy="954107"/>
          </a:xfrm>
          <a:prstGeom prst="rect">
            <a:avLst/>
          </a:prstGeom>
          <a:noFill/>
        </p:spPr>
        <p:txBody>
          <a:bodyPr wrap="square" lIns="0" rtlCol="0">
            <a:spAutoFit/>
          </a:bodyPr>
          <a:lstStyle/>
          <a:p>
            <a:pPr marL="177800" indent="-177800" defTabSz="913768">
              <a:buFont typeface="Wingdings" panose="05000000000000000000" pitchFamily="2" charset="2"/>
              <a:buChar char="§"/>
              <a:defRPr/>
            </a:pPr>
            <a:r>
              <a:rPr lang="es-MX" altLang="en-US" sz="800">
                <a:solidFill>
                  <a:srgbClr val="4F062A"/>
                </a:solidFill>
              </a:rPr>
              <a:t>Informe de avance semanales, quincenales y mensuales. </a:t>
            </a:r>
          </a:p>
          <a:p>
            <a:pPr marL="447675" lvl="1" indent="-93663" defTabSz="913768">
              <a:buFont typeface="Wingdings" panose="05000000000000000000" pitchFamily="2" charset="2"/>
              <a:buChar char="§"/>
              <a:defRPr/>
            </a:pPr>
            <a:r>
              <a:rPr lang="es-MX" altLang="en-US" sz="800">
                <a:solidFill>
                  <a:srgbClr val="4F062A"/>
                </a:solidFill>
              </a:rPr>
              <a:t>Incluye riesgos, recursos, presupuesto, comunicaciones, acuerdos y compromisos.</a:t>
            </a:r>
          </a:p>
          <a:p>
            <a:pPr marL="177800" indent="-177800" defTabSz="913768">
              <a:buFont typeface="Wingdings" panose="05000000000000000000" pitchFamily="2" charset="2"/>
              <a:buChar char="§"/>
              <a:defRPr/>
            </a:pPr>
            <a:r>
              <a:rPr lang="es-MX" altLang="en-US" sz="800">
                <a:solidFill>
                  <a:srgbClr val="4F062A"/>
                </a:solidFill>
              </a:rPr>
              <a:t>Master plan actualizado (global y por frente)</a:t>
            </a:r>
          </a:p>
        </p:txBody>
      </p:sp>
      <p:sp>
        <p:nvSpPr>
          <p:cNvPr id="31" name="CuadroTexto 30">
            <a:extLst>
              <a:ext uri="{FF2B5EF4-FFF2-40B4-BE49-F238E27FC236}">
                <a16:creationId xmlns:a16="http://schemas.microsoft.com/office/drawing/2014/main" id="{4034A4CF-01F5-FEE6-21FA-EEBA96BD7707}"/>
              </a:ext>
            </a:extLst>
          </p:cNvPr>
          <p:cNvSpPr txBox="1"/>
          <p:nvPr/>
        </p:nvSpPr>
        <p:spPr>
          <a:xfrm>
            <a:off x="9856417" y="2268061"/>
            <a:ext cx="2152561" cy="369332"/>
          </a:xfrm>
          <a:prstGeom prst="rect">
            <a:avLst/>
          </a:prstGeom>
          <a:noFill/>
        </p:spPr>
        <p:txBody>
          <a:bodyPr wrap="square" lIns="0" tIns="60960" rIns="121920" bIns="60960" rtlCol="0" anchor="t">
            <a:spAutoFit/>
          </a:bodyPr>
          <a:lstStyle/>
          <a:p>
            <a:pPr marL="182558" indent="-182558" defTabSz="913768">
              <a:spcBef>
                <a:spcPts val="600"/>
              </a:spcBef>
              <a:buFont typeface="Wingdings" panose="05000000000000000000" pitchFamily="2" charset="2"/>
              <a:buChar char="§"/>
              <a:defRPr/>
            </a:pPr>
            <a:r>
              <a:rPr lang="es-CL" sz="800">
                <a:solidFill>
                  <a:srgbClr val="4F062A"/>
                </a:solidFill>
              </a:rPr>
              <a:t>Realizar el control y seguimiento del proyecto y sus frentes de trabajo </a:t>
            </a:r>
          </a:p>
        </p:txBody>
      </p:sp>
      <p:sp>
        <p:nvSpPr>
          <p:cNvPr id="35" name="CuadroTexto 34">
            <a:extLst>
              <a:ext uri="{FF2B5EF4-FFF2-40B4-BE49-F238E27FC236}">
                <a16:creationId xmlns:a16="http://schemas.microsoft.com/office/drawing/2014/main" id="{A9B4F1C2-B320-FD9A-E94B-45E5D6F4C3FC}"/>
              </a:ext>
            </a:extLst>
          </p:cNvPr>
          <p:cNvSpPr txBox="1"/>
          <p:nvPr/>
        </p:nvSpPr>
        <p:spPr>
          <a:xfrm>
            <a:off x="9868000" y="2876093"/>
            <a:ext cx="2152561" cy="2400657"/>
          </a:xfrm>
          <a:prstGeom prst="rect">
            <a:avLst/>
          </a:prstGeom>
          <a:noFill/>
        </p:spPr>
        <p:txBody>
          <a:bodyPr wrap="square" lIns="0" tIns="60960" rIns="121920" bIns="60960" rtlCol="0" anchor="t">
            <a:spAutoFit/>
          </a:bodyPr>
          <a:lstStyle/>
          <a:p>
            <a:pPr marL="177800" indent="-177800">
              <a:spcBef>
                <a:spcPts val="600"/>
              </a:spcBef>
              <a:buFont typeface="Wingdings" panose="05000000000000000000" pitchFamily="2" charset="2"/>
              <a:buChar char="§"/>
              <a:tabLst>
                <a:tab pos="5715000" algn="l"/>
              </a:tabLst>
              <a:defRPr b="0" i="0"/>
            </a:pPr>
            <a:r>
              <a:rPr lang="es-MX" sz="800" b="1">
                <a:solidFill>
                  <a:srgbClr val="4F062A"/>
                </a:solidFill>
                <a:cs typeface="Times New Roman" pitchFamily="18" charset="0"/>
              </a:rPr>
              <a:t>Sesiones </a:t>
            </a:r>
            <a:r>
              <a:rPr lang="es-MX" sz="800">
                <a:solidFill>
                  <a:srgbClr val="4F062A"/>
                </a:solidFill>
                <a:cs typeface="Times New Roman" pitchFamily="18" charset="0"/>
              </a:rPr>
              <a:t>con Jefe de Proyecto y líderes de frente</a:t>
            </a:r>
            <a:r>
              <a:rPr lang="es-MX" sz="800" b="1">
                <a:solidFill>
                  <a:srgbClr val="4F062A"/>
                </a:solidFill>
                <a:cs typeface="Times New Roman" pitchFamily="18" charset="0"/>
              </a:rPr>
              <a:t> para revisar avances.</a:t>
            </a:r>
          </a:p>
          <a:p>
            <a:pPr marL="177800" indent="-177800">
              <a:spcBef>
                <a:spcPts val="600"/>
              </a:spcBef>
              <a:buFont typeface="Wingdings" panose="05000000000000000000" pitchFamily="2" charset="2"/>
              <a:buChar char="§"/>
              <a:tabLst>
                <a:tab pos="5715000" algn="l"/>
              </a:tabLst>
              <a:defRPr b="0" i="0"/>
            </a:pPr>
            <a:r>
              <a:rPr lang="es-MX" sz="800" b="1">
                <a:solidFill>
                  <a:srgbClr val="4F062A"/>
                </a:solidFill>
                <a:cs typeface="Times New Roman" pitchFamily="18" charset="0"/>
              </a:rPr>
              <a:t>Identificación </a:t>
            </a:r>
            <a:r>
              <a:rPr lang="es-MX" sz="800">
                <a:solidFill>
                  <a:srgbClr val="4F062A"/>
                </a:solidFill>
                <a:cs typeface="Times New Roman" pitchFamily="18" charset="0"/>
              </a:rPr>
              <a:t>y caracterización de </a:t>
            </a:r>
            <a:r>
              <a:rPr lang="es-MX" sz="800" b="1">
                <a:solidFill>
                  <a:srgbClr val="4F062A"/>
                </a:solidFill>
                <a:cs typeface="Times New Roman" pitchFamily="18" charset="0"/>
              </a:rPr>
              <a:t>riesgos, problemas, desviaciones, etc.</a:t>
            </a:r>
          </a:p>
          <a:p>
            <a:pPr marL="177800" indent="-177800">
              <a:spcBef>
                <a:spcPts val="600"/>
              </a:spcBef>
              <a:buFont typeface="Wingdings" panose="05000000000000000000" pitchFamily="2" charset="2"/>
              <a:buChar char="§"/>
              <a:tabLst>
                <a:tab pos="5715000" algn="l"/>
              </a:tabLst>
              <a:defRPr b="0" i="0"/>
            </a:pPr>
            <a:r>
              <a:rPr lang="es-MX" sz="800">
                <a:solidFill>
                  <a:srgbClr val="4F062A"/>
                </a:solidFill>
                <a:cs typeface="Times New Roman" pitchFamily="18" charset="0"/>
              </a:rPr>
              <a:t>Consolidación y revisión de los </a:t>
            </a:r>
            <a:r>
              <a:rPr lang="es-MX" sz="800" b="1">
                <a:solidFill>
                  <a:srgbClr val="4F062A"/>
                </a:solidFill>
                <a:cs typeface="Times New Roman" pitchFamily="18" charset="0"/>
              </a:rPr>
              <a:t>informes de seguimiento </a:t>
            </a:r>
            <a:r>
              <a:rPr lang="es-MX" sz="800">
                <a:solidFill>
                  <a:srgbClr val="4F062A"/>
                </a:solidFill>
                <a:cs typeface="Times New Roman" pitchFamily="18" charset="0"/>
              </a:rPr>
              <a:t>(automatizados en el mayor grado posible) y elaboración de conclusiones y propuestas de soluciones</a:t>
            </a:r>
          </a:p>
          <a:p>
            <a:pPr marL="177800" indent="-177800">
              <a:spcBef>
                <a:spcPts val="600"/>
              </a:spcBef>
              <a:buFont typeface="Wingdings" panose="05000000000000000000" pitchFamily="2" charset="2"/>
              <a:buChar char="§"/>
              <a:tabLst>
                <a:tab pos="5715000" algn="l"/>
              </a:tabLst>
              <a:defRPr b="0" i="0"/>
            </a:pPr>
            <a:r>
              <a:rPr lang="es-MX" sz="800">
                <a:solidFill>
                  <a:srgbClr val="4F062A"/>
                </a:solidFill>
                <a:cs typeface="Times New Roman" pitchFamily="18" charset="0"/>
              </a:rPr>
              <a:t>Actualización de los </a:t>
            </a:r>
            <a:r>
              <a:rPr lang="es-MX" sz="800" b="1">
                <a:solidFill>
                  <a:srgbClr val="4F062A"/>
                </a:solidFill>
                <a:cs typeface="Times New Roman" pitchFamily="18" charset="0"/>
              </a:rPr>
              <a:t>cronogramas y presupuestos</a:t>
            </a:r>
          </a:p>
          <a:p>
            <a:pPr marL="177800" indent="-177800">
              <a:spcBef>
                <a:spcPts val="600"/>
              </a:spcBef>
              <a:buFont typeface="Wingdings" panose="05000000000000000000" pitchFamily="2" charset="2"/>
              <a:buChar char="§"/>
              <a:tabLst>
                <a:tab pos="5715000" algn="l"/>
              </a:tabLst>
              <a:defRPr b="0" i="0"/>
            </a:pPr>
            <a:r>
              <a:rPr lang="es-MX" sz="800">
                <a:solidFill>
                  <a:srgbClr val="4F062A"/>
                </a:solidFill>
                <a:cs typeface="Times New Roman" pitchFamily="18" charset="0"/>
              </a:rPr>
              <a:t>Realización de los materiales y </a:t>
            </a:r>
            <a:r>
              <a:rPr lang="es-MX" sz="800" b="1">
                <a:solidFill>
                  <a:srgbClr val="4F062A"/>
                </a:solidFill>
                <a:cs typeface="Times New Roman" pitchFamily="18" charset="0"/>
              </a:rPr>
              <a:t>sesiones de los órganos de gobierno</a:t>
            </a:r>
            <a:endParaRPr lang="es-ES" sz="800" b="1">
              <a:solidFill>
                <a:srgbClr val="4F062A"/>
              </a:solidFill>
              <a:cs typeface="Times New Roman" pitchFamily="18" charset="0"/>
            </a:endParaRPr>
          </a:p>
        </p:txBody>
      </p:sp>
      <p:cxnSp>
        <p:nvCxnSpPr>
          <p:cNvPr id="383" name="Conector recto 382">
            <a:extLst>
              <a:ext uri="{FF2B5EF4-FFF2-40B4-BE49-F238E27FC236}">
                <a16:creationId xmlns:a16="http://schemas.microsoft.com/office/drawing/2014/main" id="{8CC5EF3F-4A98-8B2B-00BE-4D44EC5DF493}"/>
              </a:ext>
            </a:extLst>
          </p:cNvPr>
          <p:cNvCxnSpPr>
            <a:cxnSpLocks/>
          </p:cNvCxnSpPr>
          <p:nvPr/>
        </p:nvCxnSpPr>
        <p:spPr>
          <a:xfrm>
            <a:off x="-114372" y="5240016"/>
            <a:ext cx="12123350" cy="24371"/>
          </a:xfrm>
          <a:prstGeom prst="line">
            <a:avLst/>
          </a:prstGeom>
        </p:spPr>
        <p:style>
          <a:lnRef idx="1">
            <a:schemeClr val="dk1"/>
          </a:lnRef>
          <a:fillRef idx="0">
            <a:schemeClr val="dk1"/>
          </a:fillRef>
          <a:effectRef idx="0">
            <a:schemeClr val="dk1"/>
          </a:effectRef>
          <a:fontRef idx="minor">
            <a:schemeClr val="tx1"/>
          </a:fontRef>
        </p:style>
      </p:cxnSp>
      <p:cxnSp>
        <p:nvCxnSpPr>
          <p:cNvPr id="38" name="Conector recto 37">
            <a:extLst>
              <a:ext uri="{FF2B5EF4-FFF2-40B4-BE49-F238E27FC236}">
                <a16:creationId xmlns:a16="http://schemas.microsoft.com/office/drawing/2014/main" id="{9B3766BC-A282-9681-D88C-F0B738A40FB0}"/>
              </a:ext>
            </a:extLst>
          </p:cNvPr>
          <p:cNvCxnSpPr>
            <a:cxnSpLocks/>
          </p:cNvCxnSpPr>
          <p:nvPr/>
        </p:nvCxnSpPr>
        <p:spPr>
          <a:xfrm flipV="1">
            <a:off x="-114372" y="2808070"/>
            <a:ext cx="12134933" cy="18662"/>
          </a:xfrm>
          <a:prstGeom prst="line">
            <a:avLst/>
          </a:prstGeom>
        </p:spPr>
        <p:style>
          <a:lnRef idx="1">
            <a:schemeClr val="dk1"/>
          </a:lnRef>
          <a:fillRef idx="0">
            <a:schemeClr val="dk1"/>
          </a:fillRef>
          <a:effectRef idx="0">
            <a:schemeClr val="dk1"/>
          </a:effectRef>
          <a:fontRef idx="minor">
            <a:schemeClr val="tx1"/>
          </a:fontRef>
        </p:style>
      </p:cxnSp>
      <p:sp>
        <p:nvSpPr>
          <p:cNvPr id="43" name="Rectángulo: esquinas superiores cortadas 42">
            <a:extLst>
              <a:ext uri="{FF2B5EF4-FFF2-40B4-BE49-F238E27FC236}">
                <a16:creationId xmlns:a16="http://schemas.microsoft.com/office/drawing/2014/main" id="{78068C85-C2F1-A2D4-971B-B519FDDD2DBC}"/>
              </a:ext>
            </a:extLst>
          </p:cNvPr>
          <p:cNvSpPr/>
          <p:nvPr/>
        </p:nvSpPr>
        <p:spPr>
          <a:xfrm>
            <a:off x="7590213" y="1116119"/>
            <a:ext cx="4418765" cy="288000"/>
          </a:xfrm>
          <a:prstGeom prst="snip2SameRect">
            <a:avLst>
              <a:gd name="adj1" fmla="val 16667"/>
              <a:gd name="adj2" fmla="val 15434"/>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s-MX" sz="1200">
                <a:solidFill>
                  <a:srgbClr val="4F062A"/>
                </a:solidFill>
                <a:latin typeface="+mj-lt"/>
              </a:rPr>
              <a:t>2. Implementación, Pruebas y Puesta en Marcha</a:t>
            </a:r>
          </a:p>
        </p:txBody>
      </p:sp>
      <p:pic>
        <p:nvPicPr>
          <p:cNvPr id="226" name="Gráfico 225" descr="Conectado contorno">
            <a:extLst>
              <a:ext uri="{FF2B5EF4-FFF2-40B4-BE49-F238E27FC236}">
                <a16:creationId xmlns:a16="http://schemas.microsoft.com/office/drawing/2014/main" id="{6523E9A8-81D1-1331-B0A2-EE171998D63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469087" y="1508733"/>
            <a:ext cx="587665" cy="587665"/>
          </a:xfrm>
          <a:prstGeom prst="rect">
            <a:avLst/>
          </a:prstGeom>
        </p:spPr>
      </p:pic>
      <p:pic>
        <p:nvPicPr>
          <p:cNvPr id="228" name="Gráfico 227" descr="Lluvia de ideas contorno">
            <a:extLst>
              <a:ext uri="{FF2B5EF4-FFF2-40B4-BE49-F238E27FC236}">
                <a16:creationId xmlns:a16="http://schemas.microsoft.com/office/drawing/2014/main" id="{6F081373-AA46-278C-B4C5-C3C2B4173AD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661166" y="1567100"/>
            <a:ext cx="474528" cy="474528"/>
          </a:xfrm>
          <a:prstGeom prst="rect">
            <a:avLst/>
          </a:prstGeom>
        </p:spPr>
      </p:pic>
      <p:sp>
        <p:nvSpPr>
          <p:cNvPr id="5" name="2 Marcador de número de diapositiva">
            <a:extLst>
              <a:ext uri="{FF2B5EF4-FFF2-40B4-BE49-F238E27FC236}">
                <a16:creationId xmlns:a16="http://schemas.microsoft.com/office/drawing/2014/main" id="{A4A68249-D7BF-A84C-F575-506B815A65AD}"/>
              </a:ext>
            </a:extLst>
          </p:cNvPr>
          <p:cNvSpPr txBox="1">
            <a:spLocks/>
          </p:cNvSpPr>
          <p:nvPr/>
        </p:nvSpPr>
        <p:spPr>
          <a:xfrm>
            <a:off x="11472672" y="6401514"/>
            <a:ext cx="383968" cy="123111"/>
          </a:xfrm>
          <a:prstGeom prst="rect">
            <a:avLst/>
          </a:prstGeom>
        </p:spPr>
        <p:txBody>
          <a:bodyPr vert="horz" lIns="0" tIns="0" rIns="0" bIns="0" rtlCol="0" anchor="b" anchorCtr="0">
            <a:spAutoFit/>
          </a:bodyPr>
          <a:lstStyle>
            <a:defPPr>
              <a:defRPr lang="en-US"/>
            </a:defPPr>
            <a:lvl1pPr algn="r">
              <a:defRPr sz="800">
                <a:solidFill>
                  <a:schemeClr val="tx1">
                    <a:tint val="82000"/>
                  </a:schemeClr>
                </a:solidFill>
              </a:defRPr>
            </a:lvl1pPr>
          </a:lstStyle>
          <a:p>
            <a:pPr marL="0" marR="0" lvl="0" indent="0" algn="r" defTabSz="914400" eaLnBrk="1" fontAlgn="auto" latinLnBrk="0" hangingPunct="1">
              <a:lnSpc>
                <a:spcPct val="100000"/>
              </a:lnSpc>
              <a:spcBef>
                <a:spcPts val="0"/>
              </a:spcBef>
              <a:spcAft>
                <a:spcPts val="0"/>
              </a:spcAft>
              <a:buClrTx/>
              <a:buSzTx/>
              <a:buFontTx/>
              <a:buNone/>
              <a:tabLst/>
              <a:defRPr/>
            </a:pPr>
            <a:fld id="{1A7CEF99-55C6-4480-A94C-7A7D18CCB18B}" type="slidenum">
              <a:rPr kumimoji="0" lang="en-GB" sz="800" b="0" i="0" u="none" strike="noStrike" kern="0" cap="none" spc="0" normalizeH="0" baseline="0" noProof="1" smtClean="0">
                <a:ln>
                  <a:noFill/>
                </a:ln>
                <a:solidFill>
                  <a:schemeClr val="bg1"/>
                </a:solidFill>
                <a:effectLst/>
                <a:uLnTx/>
                <a:uFillTx/>
                <a:latin typeface="+mn-lt"/>
                <a:ea typeface="+mn-ea"/>
                <a:cs typeface="+mn-cs"/>
              </a:rPr>
              <a:pPr marL="0" marR="0" lvl="0" indent="0" algn="r" defTabSz="914400" eaLnBrk="1" fontAlgn="auto" latinLnBrk="0" hangingPunct="1">
                <a:lnSpc>
                  <a:spcPct val="100000"/>
                </a:lnSpc>
                <a:spcBef>
                  <a:spcPts val="0"/>
                </a:spcBef>
                <a:spcAft>
                  <a:spcPts val="0"/>
                </a:spcAft>
                <a:buClrTx/>
                <a:buSzTx/>
                <a:buFontTx/>
                <a:buNone/>
                <a:tabLst/>
                <a:defRPr/>
              </a:pPr>
              <a:t>13</a:t>
            </a:fld>
            <a:endParaRPr kumimoji="0" lang="en-GB" sz="800" b="0" i="0" u="none" strike="noStrike" kern="0" cap="none" spc="0" normalizeH="0" baseline="0" noProof="1">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3136874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79C0A46-7DBC-62D6-E067-BB585ACA9010}"/>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4958E475-C43D-017B-A6E7-23BAC9CA0A3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4958E475-C43D-017B-A6E7-23BAC9CA0A3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46E0A350-3036-83E2-4B91-A83E10C77695}"/>
              </a:ext>
            </a:extLst>
          </p:cNvPr>
          <p:cNvSpPr>
            <a:spLocks noGrp="1"/>
          </p:cNvSpPr>
          <p:nvPr>
            <p:ph type="title"/>
          </p:nvPr>
        </p:nvSpPr>
        <p:spPr>
          <a:xfrm>
            <a:off x="335360" y="548680"/>
            <a:ext cx="11521678" cy="873124"/>
          </a:xfrm>
        </p:spPr>
        <p:txBody>
          <a:bodyPr vert="horz"/>
          <a:lstStyle/>
          <a:p>
            <a:r>
              <a:rPr lang="es-ES" sz="2000"/>
              <a:t>Fase 1 – </a:t>
            </a:r>
            <a:r>
              <a:rPr lang="es-MX" sz="2000"/>
              <a:t>Preparación y puesta en marcha de la PMO</a:t>
            </a:r>
            <a:endParaRPr lang="es-ES" sz="2000">
              <a:latin typeface="+mn-lt"/>
            </a:endParaRPr>
          </a:p>
        </p:txBody>
      </p:sp>
      <p:pic>
        <p:nvPicPr>
          <p:cNvPr id="84" name="Imagen 83"/>
          <p:cNvPicPr>
            <a:picLocks noChangeAspect="1"/>
          </p:cNvPicPr>
          <p:nvPr/>
        </p:nvPicPr>
        <p:blipFill>
          <a:blip r:embed="rId6"/>
          <a:stretch>
            <a:fillRect/>
          </a:stretch>
        </p:blipFill>
        <p:spPr>
          <a:xfrm>
            <a:off x="8657537" y="3900100"/>
            <a:ext cx="1359007" cy="940851"/>
          </a:xfrm>
          <a:prstGeom prst="rect">
            <a:avLst/>
          </a:prstGeom>
          <a:solidFill>
            <a:schemeClr val="bg1"/>
          </a:solidFill>
          <a:ln>
            <a:noFill/>
          </a:ln>
          <a:effectLst>
            <a:outerShdw blurRad="50800" dist="38100" dir="2700000" algn="tl" rotWithShape="0">
              <a:prstClr val="black">
                <a:alpha val="40000"/>
              </a:prstClr>
            </a:outerShdw>
          </a:effectLst>
        </p:spPr>
      </p:pic>
      <p:sp>
        <p:nvSpPr>
          <p:cNvPr id="4" name="Forma libre 37"/>
          <p:cNvSpPr/>
          <p:nvPr/>
        </p:nvSpPr>
        <p:spPr>
          <a:xfrm rot="16200000" flipV="1">
            <a:off x="7382370" y="-2182425"/>
            <a:ext cx="582039" cy="8339352"/>
          </a:xfrm>
          <a:custGeom>
            <a:avLst/>
            <a:gdLst>
              <a:gd name="connsiteX0" fmla="*/ 582039 w 582039"/>
              <a:gd name="connsiteY0" fmla="*/ 9006210 h 9164851"/>
              <a:gd name="connsiteX1" fmla="*/ 582039 w 582039"/>
              <a:gd name="connsiteY1" fmla="*/ 8987721 h 9164851"/>
              <a:gd name="connsiteX2" fmla="*/ 582039 w 582039"/>
              <a:gd name="connsiteY2" fmla="*/ 8968675 h 9164851"/>
              <a:gd name="connsiteX3" fmla="*/ 582039 w 582039"/>
              <a:gd name="connsiteY3" fmla="*/ 8961778 h 9164851"/>
              <a:gd name="connsiteX4" fmla="*/ 582039 w 582039"/>
              <a:gd name="connsiteY4" fmla="*/ 8946478 h 9164851"/>
              <a:gd name="connsiteX5" fmla="*/ 582039 w 582039"/>
              <a:gd name="connsiteY5" fmla="*/ 8927431 h 9164851"/>
              <a:gd name="connsiteX6" fmla="*/ 582039 w 582039"/>
              <a:gd name="connsiteY6" fmla="*/ 8920536 h 9164851"/>
              <a:gd name="connsiteX7" fmla="*/ 582039 w 582039"/>
              <a:gd name="connsiteY7" fmla="*/ 8886214 h 9164851"/>
              <a:gd name="connsiteX8" fmla="*/ 582039 w 582039"/>
              <a:gd name="connsiteY8" fmla="*/ 8860272 h 9164851"/>
              <a:gd name="connsiteX9" fmla="*/ 582039 w 582039"/>
              <a:gd name="connsiteY9" fmla="*/ 8844972 h 9164851"/>
              <a:gd name="connsiteX10" fmla="*/ 582039 w 582039"/>
              <a:gd name="connsiteY10" fmla="*/ 8819029 h 9164851"/>
              <a:gd name="connsiteX11" fmla="*/ 582039 w 582039"/>
              <a:gd name="connsiteY11" fmla="*/ 8797673 h 9164851"/>
              <a:gd name="connsiteX12" fmla="*/ 582039 w 582039"/>
              <a:gd name="connsiteY12" fmla="*/ 8771731 h 9164851"/>
              <a:gd name="connsiteX13" fmla="*/ 582039 w 582039"/>
              <a:gd name="connsiteY13" fmla="*/ 8756430 h 9164851"/>
              <a:gd name="connsiteX14" fmla="*/ 582039 w 582039"/>
              <a:gd name="connsiteY14" fmla="*/ 8730488 h 9164851"/>
              <a:gd name="connsiteX15" fmla="*/ 582039 w 582039"/>
              <a:gd name="connsiteY15" fmla="*/ 8689271 h 9164851"/>
              <a:gd name="connsiteX16" fmla="*/ 582039 w 582039"/>
              <a:gd name="connsiteY16" fmla="*/ 8670225 h 9164851"/>
              <a:gd name="connsiteX17" fmla="*/ 582039 w 582039"/>
              <a:gd name="connsiteY17" fmla="*/ 8663328 h 9164851"/>
              <a:gd name="connsiteX18" fmla="*/ 582039 w 582039"/>
              <a:gd name="connsiteY18" fmla="*/ 8648028 h 9164851"/>
              <a:gd name="connsiteX19" fmla="*/ 582039 w 582039"/>
              <a:gd name="connsiteY19" fmla="*/ 8628981 h 9164851"/>
              <a:gd name="connsiteX20" fmla="*/ 582039 w 582039"/>
              <a:gd name="connsiteY20" fmla="*/ 8622086 h 9164851"/>
              <a:gd name="connsiteX21" fmla="*/ 582039 w 582039"/>
              <a:gd name="connsiteY21" fmla="*/ 8587764 h 9164851"/>
              <a:gd name="connsiteX22" fmla="*/ 582039 w 582039"/>
              <a:gd name="connsiteY22" fmla="*/ 8561822 h 9164851"/>
              <a:gd name="connsiteX23" fmla="*/ 582039 w 582039"/>
              <a:gd name="connsiteY23" fmla="*/ 8546522 h 9164851"/>
              <a:gd name="connsiteX24" fmla="*/ 582039 w 582039"/>
              <a:gd name="connsiteY24" fmla="*/ 8520579 h 9164851"/>
              <a:gd name="connsiteX25" fmla="*/ 582038 w 582039"/>
              <a:gd name="connsiteY25" fmla="*/ 8246970 h 9164851"/>
              <a:gd name="connsiteX26" fmla="*/ 582038 w 582039"/>
              <a:gd name="connsiteY26" fmla="*/ 8221030 h 9164851"/>
              <a:gd name="connsiteX27" fmla="*/ 582038 w 582039"/>
              <a:gd name="connsiteY27" fmla="*/ 8205728 h 9164851"/>
              <a:gd name="connsiteX28" fmla="*/ 582038 w 582039"/>
              <a:gd name="connsiteY28" fmla="*/ 8179785 h 9164851"/>
              <a:gd name="connsiteX29" fmla="*/ 582038 w 582039"/>
              <a:gd name="connsiteY29" fmla="*/ 8145464 h 9164851"/>
              <a:gd name="connsiteX30" fmla="*/ 582038 w 582039"/>
              <a:gd name="connsiteY30" fmla="*/ 8138569 h 9164851"/>
              <a:gd name="connsiteX31" fmla="*/ 582038 w 582039"/>
              <a:gd name="connsiteY31" fmla="*/ 8119521 h 9164851"/>
              <a:gd name="connsiteX32" fmla="*/ 582038 w 582039"/>
              <a:gd name="connsiteY32" fmla="*/ 8104222 h 9164851"/>
              <a:gd name="connsiteX33" fmla="*/ 582038 w 582039"/>
              <a:gd name="connsiteY33" fmla="*/ 8097327 h 9164851"/>
              <a:gd name="connsiteX34" fmla="*/ 582038 w 582039"/>
              <a:gd name="connsiteY34" fmla="*/ 8078279 h 9164851"/>
              <a:gd name="connsiteX35" fmla="*/ 582038 w 582039"/>
              <a:gd name="connsiteY35" fmla="*/ 8037063 h 9164851"/>
              <a:gd name="connsiteX36" fmla="*/ 582038 w 582039"/>
              <a:gd name="connsiteY36" fmla="*/ 8011120 h 9164851"/>
              <a:gd name="connsiteX37" fmla="*/ 582038 w 582039"/>
              <a:gd name="connsiteY37" fmla="*/ 7995818 h 9164851"/>
              <a:gd name="connsiteX38" fmla="*/ 582038 w 582039"/>
              <a:gd name="connsiteY38" fmla="*/ 7969878 h 9164851"/>
              <a:gd name="connsiteX39" fmla="*/ 582038 w 582039"/>
              <a:gd name="connsiteY39" fmla="*/ 7799646 h 9164851"/>
              <a:gd name="connsiteX40" fmla="*/ 582038 w 582039"/>
              <a:gd name="connsiteY40" fmla="*/ 7773703 h 9164851"/>
              <a:gd name="connsiteX41" fmla="*/ 582038 w 582039"/>
              <a:gd name="connsiteY41" fmla="*/ 7758404 h 9164851"/>
              <a:gd name="connsiteX42" fmla="*/ 582038 w 582039"/>
              <a:gd name="connsiteY42" fmla="*/ 7732461 h 9164851"/>
              <a:gd name="connsiteX43" fmla="*/ 582038 w 582039"/>
              <a:gd name="connsiteY43" fmla="*/ 7691245 h 9164851"/>
              <a:gd name="connsiteX44" fmla="*/ 582038 w 582039"/>
              <a:gd name="connsiteY44" fmla="*/ 7665303 h 9164851"/>
              <a:gd name="connsiteX45" fmla="*/ 582038 w 582039"/>
              <a:gd name="connsiteY45" fmla="*/ 7650000 h 9164851"/>
              <a:gd name="connsiteX46" fmla="*/ 582038 w 582039"/>
              <a:gd name="connsiteY46" fmla="*/ 7624057 h 9164851"/>
              <a:gd name="connsiteX47" fmla="*/ 582038 w 582039"/>
              <a:gd name="connsiteY47" fmla="*/ 7501196 h 9164851"/>
              <a:gd name="connsiteX48" fmla="*/ 582038 w 582039"/>
              <a:gd name="connsiteY48" fmla="*/ 7475253 h 9164851"/>
              <a:gd name="connsiteX49" fmla="*/ 582038 w 582039"/>
              <a:gd name="connsiteY49" fmla="*/ 7459954 h 9164851"/>
              <a:gd name="connsiteX50" fmla="*/ 582038 w 582039"/>
              <a:gd name="connsiteY50" fmla="*/ 7434011 h 9164851"/>
              <a:gd name="connsiteX51" fmla="*/ 582038 w 582039"/>
              <a:gd name="connsiteY51" fmla="*/ 7392795 h 9164851"/>
              <a:gd name="connsiteX52" fmla="*/ 582038 w 582039"/>
              <a:gd name="connsiteY52" fmla="*/ 7366853 h 9164851"/>
              <a:gd name="connsiteX53" fmla="*/ 582038 w 582039"/>
              <a:gd name="connsiteY53" fmla="*/ 7351550 h 9164851"/>
              <a:gd name="connsiteX54" fmla="*/ 582038 w 582039"/>
              <a:gd name="connsiteY54" fmla="*/ 7325607 h 9164851"/>
              <a:gd name="connsiteX55" fmla="*/ 582038 w 582039"/>
              <a:gd name="connsiteY55" fmla="*/ 7305940 h 9164851"/>
              <a:gd name="connsiteX56" fmla="*/ 582039 w 582039"/>
              <a:gd name="connsiteY56" fmla="*/ 7305940 h 9164851"/>
              <a:gd name="connsiteX57" fmla="*/ 582039 w 582039"/>
              <a:gd name="connsiteY57" fmla="*/ 7285241 h 9164851"/>
              <a:gd name="connsiteX58" fmla="*/ 582039 w 582039"/>
              <a:gd name="connsiteY58" fmla="*/ 7259298 h 9164851"/>
              <a:gd name="connsiteX59" fmla="*/ 582039 w 582039"/>
              <a:gd name="connsiteY59" fmla="*/ 7243997 h 9164851"/>
              <a:gd name="connsiteX60" fmla="*/ 582039 w 582039"/>
              <a:gd name="connsiteY60" fmla="*/ 7218056 h 9164851"/>
              <a:gd name="connsiteX61" fmla="*/ 582039 w 582039"/>
              <a:gd name="connsiteY61" fmla="*/ 7176839 h 9164851"/>
              <a:gd name="connsiteX62" fmla="*/ 582039 w 582039"/>
              <a:gd name="connsiteY62" fmla="*/ 7135595 h 9164851"/>
              <a:gd name="connsiteX63" fmla="*/ 582039 w 582039"/>
              <a:gd name="connsiteY63" fmla="*/ 7007490 h 9164851"/>
              <a:gd name="connsiteX64" fmla="*/ 582039 w 582039"/>
              <a:gd name="connsiteY64" fmla="*/ 6997190 h 9164851"/>
              <a:gd name="connsiteX65" fmla="*/ 582039 w 582039"/>
              <a:gd name="connsiteY65" fmla="*/ 6986791 h 9164851"/>
              <a:gd name="connsiteX66" fmla="*/ 582039 w 582039"/>
              <a:gd name="connsiteY66" fmla="*/ 6971249 h 9164851"/>
              <a:gd name="connsiteX67" fmla="*/ 582039 w 582039"/>
              <a:gd name="connsiteY67" fmla="*/ 6960848 h 9164851"/>
              <a:gd name="connsiteX68" fmla="*/ 582039 w 582039"/>
              <a:gd name="connsiteY68" fmla="*/ 6955946 h 9164851"/>
              <a:gd name="connsiteX69" fmla="*/ 582039 w 582039"/>
              <a:gd name="connsiteY69" fmla="*/ 6945547 h 9164851"/>
              <a:gd name="connsiteX70" fmla="*/ 582039 w 582039"/>
              <a:gd name="connsiteY70" fmla="*/ 6930005 h 9164851"/>
              <a:gd name="connsiteX71" fmla="*/ 582039 w 582039"/>
              <a:gd name="connsiteY71" fmla="*/ 6919606 h 9164851"/>
              <a:gd name="connsiteX72" fmla="*/ 582039 w 582039"/>
              <a:gd name="connsiteY72" fmla="*/ 6888788 h 9164851"/>
              <a:gd name="connsiteX73" fmla="*/ 582039 w 582039"/>
              <a:gd name="connsiteY73" fmla="*/ 6878389 h 9164851"/>
              <a:gd name="connsiteX74" fmla="*/ 582039 w 582039"/>
              <a:gd name="connsiteY74" fmla="*/ 6862847 h 9164851"/>
              <a:gd name="connsiteX75" fmla="*/ 582039 w 582039"/>
              <a:gd name="connsiteY75" fmla="*/ 6847544 h 9164851"/>
              <a:gd name="connsiteX76" fmla="*/ 582039 w 582039"/>
              <a:gd name="connsiteY76" fmla="*/ 6837145 h 9164851"/>
              <a:gd name="connsiteX77" fmla="*/ 582039 w 582039"/>
              <a:gd name="connsiteY77" fmla="*/ 6821603 h 9164851"/>
              <a:gd name="connsiteX78" fmla="*/ 582039 w 582039"/>
              <a:gd name="connsiteY78" fmla="*/ 6698740 h 9164851"/>
              <a:gd name="connsiteX79" fmla="*/ 582039 w 582039"/>
              <a:gd name="connsiteY79" fmla="*/ 6672799 h 9164851"/>
              <a:gd name="connsiteX80" fmla="*/ 582039 w 582039"/>
              <a:gd name="connsiteY80" fmla="*/ 6657496 h 9164851"/>
              <a:gd name="connsiteX81" fmla="*/ 582039 w 582039"/>
              <a:gd name="connsiteY81" fmla="*/ 6631555 h 9164851"/>
              <a:gd name="connsiteX82" fmla="*/ 582039 w 582039"/>
              <a:gd name="connsiteY82" fmla="*/ 6590338 h 9164851"/>
              <a:gd name="connsiteX83" fmla="*/ 582039 w 582039"/>
              <a:gd name="connsiteY83" fmla="*/ 6564397 h 9164851"/>
              <a:gd name="connsiteX84" fmla="*/ 582039 w 582039"/>
              <a:gd name="connsiteY84" fmla="*/ 6549094 h 9164851"/>
              <a:gd name="connsiteX85" fmla="*/ 582039 w 582039"/>
              <a:gd name="connsiteY85" fmla="*/ 6523153 h 9164851"/>
              <a:gd name="connsiteX86" fmla="*/ 582039 w 582039"/>
              <a:gd name="connsiteY86" fmla="*/ 6352922 h 9164851"/>
              <a:gd name="connsiteX87" fmla="*/ 582039 w 582039"/>
              <a:gd name="connsiteY87" fmla="*/ 6326980 h 9164851"/>
              <a:gd name="connsiteX88" fmla="*/ 582039 w 582039"/>
              <a:gd name="connsiteY88" fmla="*/ 6311679 h 9164851"/>
              <a:gd name="connsiteX89" fmla="*/ 582039 w 582039"/>
              <a:gd name="connsiteY89" fmla="*/ 6285737 h 9164851"/>
              <a:gd name="connsiteX90" fmla="*/ 582039 w 582039"/>
              <a:gd name="connsiteY90" fmla="*/ 6244520 h 9164851"/>
              <a:gd name="connsiteX91" fmla="*/ 582039 w 582039"/>
              <a:gd name="connsiteY91" fmla="*/ 6225474 h 9164851"/>
              <a:gd name="connsiteX92" fmla="*/ 582039 w 582039"/>
              <a:gd name="connsiteY92" fmla="*/ 6218577 h 9164851"/>
              <a:gd name="connsiteX93" fmla="*/ 582039 w 582039"/>
              <a:gd name="connsiteY93" fmla="*/ 6203277 h 9164851"/>
              <a:gd name="connsiteX94" fmla="*/ 582039 w 582039"/>
              <a:gd name="connsiteY94" fmla="*/ 6184230 h 9164851"/>
              <a:gd name="connsiteX95" fmla="*/ 582039 w 582039"/>
              <a:gd name="connsiteY95" fmla="*/ 6177335 h 9164851"/>
              <a:gd name="connsiteX96" fmla="*/ 582039 w 582039"/>
              <a:gd name="connsiteY96" fmla="*/ 6143013 h 9164851"/>
              <a:gd name="connsiteX97" fmla="*/ 582039 w 582039"/>
              <a:gd name="connsiteY97" fmla="*/ 6117071 h 9164851"/>
              <a:gd name="connsiteX98" fmla="*/ 582039 w 582039"/>
              <a:gd name="connsiteY98" fmla="*/ 6101771 h 9164851"/>
              <a:gd name="connsiteX99" fmla="*/ 582039 w 582039"/>
              <a:gd name="connsiteY99" fmla="*/ 6075828 h 9164851"/>
              <a:gd name="connsiteX100" fmla="*/ 582039 w 582039"/>
              <a:gd name="connsiteY100" fmla="*/ 6054472 h 9164851"/>
              <a:gd name="connsiteX101" fmla="*/ 582039 w 582039"/>
              <a:gd name="connsiteY101" fmla="*/ 6028530 h 9164851"/>
              <a:gd name="connsiteX102" fmla="*/ 582039 w 582039"/>
              <a:gd name="connsiteY102" fmla="*/ 6013229 h 9164851"/>
              <a:gd name="connsiteX103" fmla="*/ 582039 w 582039"/>
              <a:gd name="connsiteY103" fmla="*/ 5991491 h 9164851"/>
              <a:gd name="connsiteX104" fmla="*/ 582039 w 582039"/>
              <a:gd name="connsiteY104" fmla="*/ 5987287 h 9164851"/>
              <a:gd name="connsiteX105" fmla="*/ 582039 w 582039"/>
              <a:gd name="connsiteY105" fmla="*/ 5970792 h 9164851"/>
              <a:gd name="connsiteX106" fmla="*/ 582039 w 582039"/>
              <a:gd name="connsiteY106" fmla="*/ 5946070 h 9164851"/>
              <a:gd name="connsiteX107" fmla="*/ 582039 w 582039"/>
              <a:gd name="connsiteY107" fmla="*/ 5944849 h 9164851"/>
              <a:gd name="connsiteX108" fmla="*/ 582039 w 582039"/>
              <a:gd name="connsiteY108" fmla="*/ 5929548 h 9164851"/>
              <a:gd name="connsiteX109" fmla="*/ 582039 w 582039"/>
              <a:gd name="connsiteY109" fmla="*/ 5927024 h 9164851"/>
              <a:gd name="connsiteX110" fmla="*/ 582039 w 582039"/>
              <a:gd name="connsiteY110" fmla="*/ 5920127 h 9164851"/>
              <a:gd name="connsiteX111" fmla="*/ 582039 w 582039"/>
              <a:gd name="connsiteY111" fmla="*/ 5904827 h 9164851"/>
              <a:gd name="connsiteX112" fmla="*/ 582039 w 582039"/>
              <a:gd name="connsiteY112" fmla="*/ 5903607 h 9164851"/>
              <a:gd name="connsiteX113" fmla="*/ 582039 w 582039"/>
              <a:gd name="connsiteY113" fmla="*/ 5885780 h 9164851"/>
              <a:gd name="connsiteX114" fmla="*/ 582039 w 582039"/>
              <a:gd name="connsiteY114" fmla="*/ 5878885 h 9164851"/>
              <a:gd name="connsiteX115" fmla="*/ 582039 w 582039"/>
              <a:gd name="connsiteY115" fmla="*/ 5862390 h 9164851"/>
              <a:gd name="connsiteX116" fmla="*/ 582039 w 582039"/>
              <a:gd name="connsiteY116" fmla="*/ 5844563 h 9164851"/>
              <a:gd name="connsiteX117" fmla="*/ 582039 w 582039"/>
              <a:gd name="connsiteY117" fmla="*/ 5821146 h 9164851"/>
              <a:gd name="connsiteX118" fmla="*/ 582039 w 582039"/>
              <a:gd name="connsiteY118" fmla="*/ 5818621 h 9164851"/>
              <a:gd name="connsiteX119" fmla="*/ 582039 w 582039"/>
              <a:gd name="connsiteY119" fmla="*/ 5803321 h 9164851"/>
              <a:gd name="connsiteX120" fmla="*/ 582039 w 582039"/>
              <a:gd name="connsiteY120" fmla="*/ 5777378 h 9164851"/>
              <a:gd name="connsiteX121" fmla="*/ 582039 w 582039"/>
              <a:gd name="connsiteY121" fmla="*/ 5693041 h 9164851"/>
              <a:gd name="connsiteX122" fmla="*/ 582039 w 582039"/>
              <a:gd name="connsiteY122" fmla="*/ 5682741 h 9164851"/>
              <a:gd name="connsiteX123" fmla="*/ 582039 w 582039"/>
              <a:gd name="connsiteY123" fmla="*/ 5672342 h 9164851"/>
              <a:gd name="connsiteX124" fmla="*/ 582039 w 582039"/>
              <a:gd name="connsiteY124" fmla="*/ 5656800 h 9164851"/>
              <a:gd name="connsiteX125" fmla="*/ 582039 w 582039"/>
              <a:gd name="connsiteY125" fmla="*/ 5646399 h 9164851"/>
              <a:gd name="connsiteX126" fmla="*/ 582039 w 582039"/>
              <a:gd name="connsiteY126" fmla="*/ 5641497 h 9164851"/>
              <a:gd name="connsiteX127" fmla="*/ 582039 w 582039"/>
              <a:gd name="connsiteY127" fmla="*/ 5631098 h 9164851"/>
              <a:gd name="connsiteX128" fmla="*/ 582039 w 582039"/>
              <a:gd name="connsiteY128" fmla="*/ 5615556 h 9164851"/>
              <a:gd name="connsiteX129" fmla="*/ 582039 w 582039"/>
              <a:gd name="connsiteY129" fmla="*/ 5605157 h 9164851"/>
              <a:gd name="connsiteX130" fmla="*/ 582039 w 582039"/>
              <a:gd name="connsiteY130" fmla="*/ 5574339 h 9164851"/>
              <a:gd name="connsiteX131" fmla="*/ 582039 w 582039"/>
              <a:gd name="connsiteY131" fmla="*/ 5563940 h 9164851"/>
              <a:gd name="connsiteX132" fmla="*/ 582039 w 582039"/>
              <a:gd name="connsiteY132" fmla="*/ 5548398 h 9164851"/>
              <a:gd name="connsiteX133" fmla="*/ 582039 w 582039"/>
              <a:gd name="connsiteY133" fmla="*/ 5533095 h 9164851"/>
              <a:gd name="connsiteX134" fmla="*/ 582039 w 582039"/>
              <a:gd name="connsiteY134" fmla="*/ 5522696 h 9164851"/>
              <a:gd name="connsiteX135" fmla="*/ 582039 w 582039"/>
              <a:gd name="connsiteY135" fmla="*/ 5507154 h 9164851"/>
              <a:gd name="connsiteX136" fmla="*/ 582039 w 582039"/>
              <a:gd name="connsiteY136" fmla="*/ 5384291 h 9164851"/>
              <a:gd name="connsiteX137" fmla="*/ 582039 w 582039"/>
              <a:gd name="connsiteY137" fmla="*/ 5358350 h 9164851"/>
              <a:gd name="connsiteX138" fmla="*/ 582039 w 582039"/>
              <a:gd name="connsiteY138" fmla="*/ 5343047 h 9164851"/>
              <a:gd name="connsiteX139" fmla="*/ 582039 w 582039"/>
              <a:gd name="connsiteY139" fmla="*/ 5317106 h 9164851"/>
              <a:gd name="connsiteX140" fmla="*/ 582039 w 582039"/>
              <a:gd name="connsiteY140" fmla="*/ 5275889 h 9164851"/>
              <a:gd name="connsiteX141" fmla="*/ 582039 w 582039"/>
              <a:gd name="connsiteY141" fmla="*/ 5249948 h 9164851"/>
              <a:gd name="connsiteX142" fmla="*/ 582039 w 582039"/>
              <a:gd name="connsiteY142" fmla="*/ 5234645 h 9164851"/>
              <a:gd name="connsiteX143" fmla="*/ 582039 w 582039"/>
              <a:gd name="connsiteY143" fmla="*/ 5208704 h 9164851"/>
              <a:gd name="connsiteX144" fmla="*/ 582039 w 582039"/>
              <a:gd name="connsiteY144" fmla="*/ 5038473 h 9164851"/>
              <a:gd name="connsiteX145" fmla="*/ 582039 w 582039"/>
              <a:gd name="connsiteY145" fmla="*/ 5012531 h 9164851"/>
              <a:gd name="connsiteX146" fmla="*/ 582039 w 582039"/>
              <a:gd name="connsiteY146" fmla="*/ 4997230 h 9164851"/>
              <a:gd name="connsiteX147" fmla="*/ 582039 w 582039"/>
              <a:gd name="connsiteY147" fmla="*/ 4971288 h 9164851"/>
              <a:gd name="connsiteX148" fmla="*/ 582039 w 582039"/>
              <a:gd name="connsiteY148" fmla="*/ 4930071 h 9164851"/>
              <a:gd name="connsiteX149" fmla="*/ 582039 w 582039"/>
              <a:gd name="connsiteY149" fmla="*/ 4911025 h 9164851"/>
              <a:gd name="connsiteX150" fmla="*/ 582039 w 582039"/>
              <a:gd name="connsiteY150" fmla="*/ 4904128 h 9164851"/>
              <a:gd name="connsiteX151" fmla="*/ 582039 w 582039"/>
              <a:gd name="connsiteY151" fmla="*/ 4888828 h 9164851"/>
              <a:gd name="connsiteX152" fmla="*/ 582039 w 582039"/>
              <a:gd name="connsiteY152" fmla="*/ 4869781 h 9164851"/>
              <a:gd name="connsiteX153" fmla="*/ 582039 w 582039"/>
              <a:gd name="connsiteY153" fmla="*/ 4862886 h 9164851"/>
              <a:gd name="connsiteX154" fmla="*/ 582039 w 582039"/>
              <a:gd name="connsiteY154" fmla="*/ 4828564 h 9164851"/>
              <a:gd name="connsiteX155" fmla="*/ 582039 w 582039"/>
              <a:gd name="connsiteY155" fmla="*/ 4802622 h 9164851"/>
              <a:gd name="connsiteX156" fmla="*/ 582039 w 582039"/>
              <a:gd name="connsiteY156" fmla="*/ 4787322 h 9164851"/>
              <a:gd name="connsiteX157" fmla="*/ 582039 w 582039"/>
              <a:gd name="connsiteY157" fmla="*/ 4761379 h 9164851"/>
              <a:gd name="connsiteX158" fmla="*/ 582039 w 582039"/>
              <a:gd name="connsiteY158" fmla="*/ 4740023 h 9164851"/>
              <a:gd name="connsiteX159" fmla="*/ 582039 w 582039"/>
              <a:gd name="connsiteY159" fmla="*/ 4714081 h 9164851"/>
              <a:gd name="connsiteX160" fmla="*/ 582039 w 582039"/>
              <a:gd name="connsiteY160" fmla="*/ 4698780 h 9164851"/>
              <a:gd name="connsiteX161" fmla="*/ 582039 w 582039"/>
              <a:gd name="connsiteY161" fmla="*/ 4672838 h 9164851"/>
              <a:gd name="connsiteX162" fmla="*/ 582039 w 582039"/>
              <a:gd name="connsiteY162" fmla="*/ 4631621 h 9164851"/>
              <a:gd name="connsiteX163" fmla="*/ 582039 w 582039"/>
              <a:gd name="connsiteY163" fmla="*/ 4612575 h 9164851"/>
              <a:gd name="connsiteX164" fmla="*/ 582039 w 582039"/>
              <a:gd name="connsiteY164" fmla="*/ 4605678 h 9164851"/>
              <a:gd name="connsiteX165" fmla="*/ 582039 w 582039"/>
              <a:gd name="connsiteY165" fmla="*/ 4590378 h 9164851"/>
              <a:gd name="connsiteX166" fmla="*/ 582039 w 582039"/>
              <a:gd name="connsiteY166" fmla="*/ 4571331 h 9164851"/>
              <a:gd name="connsiteX167" fmla="*/ 582039 w 582039"/>
              <a:gd name="connsiteY167" fmla="*/ 4564436 h 9164851"/>
              <a:gd name="connsiteX168" fmla="*/ 582039 w 582039"/>
              <a:gd name="connsiteY168" fmla="*/ 4530114 h 9164851"/>
              <a:gd name="connsiteX169" fmla="*/ 582039 w 582039"/>
              <a:gd name="connsiteY169" fmla="*/ 4504172 h 9164851"/>
              <a:gd name="connsiteX170" fmla="*/ 582039 w 582039"/>
              <a:gd name="connsiteY170" fmla="*/ 4488872 h 9164851"/>
              <a:gd name="connsiteX171" fmla="*/ 582039 w 582039"/>
              <a:gd name="connsiteY171" fmla="*/ 4462929 h 9164851"/>
              <a:gd name="connsiteX172" fmla="*/ 582038 w 582039"/>
              <a:gd name="connsiteY172" fmla="*/ 4189320 h 9164851"/>
              <a:gd name="connsiteX173" fmla="*/ 582038 w 582039"/>
              <a:gd name="connsiteY173" fmla="*/ 4181353 h 9164851"/>
              <a:gd name="connsiteX174" fmla="*/ 582038 w 582039"/>
              <a:gd name="connsiteY174" fmla="*/ 4166051 h 9164851"/>
              <a:gd name="connsiteX175" fmla="*/ 582038 w 582039"/>
              <a:gd name="connsiteY175" fmla="*/ 4163380 h 9164851"/>
              <a:gd name="connsiteX176" fmla="*/ 582038 w 582039"/>
              <a:gd name="connsiteY176" fmla="*/ 4148078 h 9164851"/>
              <a:gd name="connsiteX177" fmla="*/ 582038 w 582039"/>
              <a:gd name="connsiteY177" fmla="*/ 4140108 h 9164851"/>
              <a:gd name="connsiteX178" fmla="*/ 582038 w 582039"/>
              <a:gd name="connsiteY178" fmla="*/ 4122135 h 9164851"/>
              <a:gd name="connsiteX179" fmla="*/ 582038 w 582039"/>
              <a:gd name="connsiteY179" fmla="*/ 4098892 h 9164851"/>
              <a:gd name="connsiteX180" fmla="*/ 582038 w 582039"/>
              <a:gd name="connsiteY180" fmla="*/ 4087814 h 9164851"/>
              <a:gd name="connsiteX181" fmla="*/ 582038 w 582039"/>
              <a:gd name="connsiteY181" fmla="*/ 4080919 h 9164851"/>
              <a:gd name="connsiteX182" fmla="*/ 582038 w 582039"/>
              <a:gd name="connsiteY182" fmla="*/ 4061871 h 9164851"/>
              <a:gd name="connsiteX183" fmla="*/ 582038 w 582039"/>
              <a:gd name="connsiteY183" fmla="*/ 4057650 h 9164851"/>
              <a:gd name="connsiteX184" fmla="*/ 582038 w 582039"/>
              <a:gd name="connsiteY184" fmla="*/ 4046572 h 9164851"/>
              <a:gd name="connsiteX185" fmla="*/ 582038 w 582039"/>
              <a:gd name="connsiteY185" fmla="*/ 4039677 h 9164851"/>
              <a:gd name="connsiteX186" fmla="*/ 582038 w 582039"/>
              <a:gd name="connsiteY186" fmla="*/ 4020629 h 9164851"/>
              <a:gd name="connsiteX187" fmla="*/ 582038 w 582039"/>
              <a:gd name="connsiteY187" fmla="*/ 3979413 h 9164851"/>
              <a:gd name="connsiteX188" fmla="*/ 582038 w 582039"/>
              <a:gd name="connsiteY188" fmla="*/ 3953470 h 9164851"/>
              <a:gd name="connsiteX189" fmla="*/ 582038 w 582039"/>
              <a:gd name="connsiteY189" fmla="*/ 3938168 h 9164851"/>
              <a:gd name="connsiteX190" fmla="*/ 582038 w 582039"/>
              <a:gd name="connsiteY190" fmla="*/ 3912228 h 9164851"/>
              <a:gd name="connsiteX191" fmla="*/ 582038 w 582039"/>
              <a:gd name="connsiteY191" fmla="*/ 3741996 h 9164851"/>
              <a:gd name="connsiteX192" fmla="*/ 582038 w 582039"/>
              <a:gd name="connsiteY192" fmla="*/ 3716053 h 9164851"/>
              <a:gd name="connsiteX193" fmla="*/ 582038 w 582039"/>
              <a:gd name="connsiteY193" fmla="*/ 3700754 h 9164851"/>
              <a:gd name="connsiteX194" fmla="*/ 582038 w 582039"/>
              <a:gd name="connsiteY194" fmla="*/ 3674811 h 9164851"/>
              <a:gd name="connsiteX195" fmla="*/ 582038 w 582039"/>
              <a:gd name="connsiteY195" fmla="*/ 3633595 h 9164851"/>
              <a:gd name="connsiteX196" fmla="*/ 582038 w 582039"/>
              <a:gd name="connsiteY196" fmla="*/ 3607653 h 9164851"/>
              <a:gd name="connsiteX197" fmla="*/ 582038 w 582039"/>
              <a:gd name="connsiteY197" fmla="*/ 3592350 h 9164851"/>
              <a:gd name="connsiteX198" fmla="*/ 582038 w 582039"/>
              <a:gd name="connsiteY198" fmla="*/ 3566407 h 9164851"/>
              <a:gd name="connsiteX199" fmla="*/ 582038 w 582039"/>
              <a:gd name="connsiteY199" fmla="*/ 3443546 h 9164851"/>
              <a:gd name="connsiteX200" fmla="*/ 582038 w 582039"/>
              <a:gd name="connsiteY200" fmla="*/ 3417603 h 9164851"/>
              <a:gd name="connsiteX201" fmla="*/ 582038 w 582039"/>
              <a:gd name="connsiteY201" fmla="*/ 3402304 h 9164851"/>
              <a:gd name="connsiteX202" fmla="*/ 582038 w 582039"/>
              <a:gd name="connsiteY202" fmla="*/ 3376361 h 9164851"/>
              <a:gd name="connsiteX203" fmla="*/ 582038 w 582039"/>
              <a:gd name="connsiteY203" fmla="*/ 3335145 h 9164851"/>
              <a:gd name="connsiteX204" fmla="*/ 582038 w 582039"/>
              <a:gd name="connsiteY204" fmla="*/ 3309203 h 9164851"/>
              <a:gd name="connsiteX205" fmla="*/ 582038 w 582039"/>
              <a:gd name="connsiteY205" fmla="*/ 3293900 h 9164851"/>
              <a:gd name="connsiteX206" fmla="*/ 582038 w 582039"/>
              <a:gd name="connsiteY206" fmla="*/ 3267957 h 9164851"/>
              <a:gd name="connsiteX207" fmla="*/ 582038 w 582039"/>
              <a:gd name="connsiteY207" fmla="*/ 3248290 h 9164851"/>
              <a:gd name="connsiteX208" fmla="*/ 582039 w 582039"/>
              <a:gd name="connsiteY208" fmla="*/ 3248290 h 9164851"/>
              <a:gd name="connsiteX209" fmla="*/ 582039 w 582039"/>
              <a:gd name="connsiteY209" fmla="*/ 3227591 h 9164851"/>
              <a:gd name="connsiteX210" fmla="*/ 582039 w 582039"/>
              <a:gd name="connsiteY210" fmla="*/ 3201648 h 9164851"/>
              <a:gd name="connsiteX211" fmla="*/ 582039 w 582039"/>
              <a:gd name="connsiteY211" fmla="*/ 3186347 h 9164851"/>
              <a:gd name="connsiteX212" fmla="*/ 582039 w 582039"/>
              <a:gd name="connsiteY212" fmla="*/ 3160406 h 9164851"/>
              <a:gd name="connsiteX213" fmla="*/ 582039 w 582039"/>
              <a:gd name="connsiteY213" fmla="*/ 3119189 h 9164851"/>
              <a:gd name="connsiteX214" fmla="*/ 582039 w 582039"/>
              <a:gd name="connsiteY214" fmla="*/ 3077945 h 9164851"/>
              <a:gd name="connsiteX215" fmla="*/ 582039 w 582039"/>
              <a:gd name="connsiteY215" fmla="*/ 2949840 h 9164851"/>
              <a:gd name="connsiteX216" fmla="*/ 582039 w 582039"/>
              <a:gd name="connsiteY216" fmla="*/ 2939540 h 9164851"/>
              <a:gd name="connsiteX217" fmla="*/ 582039 w 582039"/>
              <a:gd name="connsiteY217" fmla="*/ 2929141 h 9164851"/>
              <a:gd name="connsiteX218" fmla="*/ 582039 w 582039"/>
              <a:gd name="connsiteY218" fmla="*/ 2913599 h 9164851"/>
              <a:gd name="connsiteX219" fmla="*/ 582039 w 582039"/>
              <a:gd name="connsiteY219" fmla="*/ 2903198 h 9164851"/>
              <a:gd name="connsiteX220" fmla="*/ 582039 w 582039"/>
              <a:gd name="connsiteY220" fmla="*/ 2898296 h 9164851"/>
              <a:gd name="connsiteX221" fmla="*/ 582039 w 582039"/>
              <a:gd name="connsiteY221" fmla="*/ 2887897 h 9164851"/>
              <a:gd name="connsiteX222" fmla="*/ 582039 w 582039"/>
              <a:gd name="connsiteY222" fmla="*/ 2872355 h 9164851"/>
              <a:gd name="connsiteX223" fmla="*/ 582039 w 582039"/>
              <a:gd name="connsiteY223" fmla="*/ 2861956 h 9164851"/>
              <a:gd name="connsiteX224" fmla="*/ 582039 w 582039"/>
              <a:gd name="connsiteY224" fmla="*/ 2831138 h 9164851"/>
              <a:gd name="connsiteX225" fmla="*/ 582039 w 582039"/>
              <a:gd name="connsiteY225" fmla="*/ 2820739 h 9164851"/>
              <a:gd name="connsiteX226" fmla="*/ 582039 w 582039"/>
              <a:gd name="connsiteY226" fmla="*/ 2805197 h 9164851"/>
              <a:gd name="connsiteX227" fmla="*/ 582039 w 582039"/>
              <a:gd name="connsiteY227" fmla="*/ 2789894 h 9164851"/>
              <a:gd name="connsiteX228" fmla="*/ 582039 w 582039"/>
              <a:gd name="connsiteY228" fmla="*/ 2779495 h 9164851"/>
              <a:gd name="connsiteX229" fmla="*/ 582039 w 582039"/>
              <a:gd name="connsiteY229" fmla="*/ 2763953 h 9164851"/>
              <a:gd name="connsiteX230" fmla="*/ 582039 w 582039"/>
              <a:gd name="connsiteY230" fmla="*/ 2641090 h 9164851"/>
              <a:gd name="connsiteX231" fmla="*/ 582039 w 582039"/>
              <a:gd name="connsiteY231" fmla="*/ 2615149 h 9164851"/>
              <a:gd name="connsiteX232" fmla="*/ 582039 w 582039"/>
              <a:gd name="connsiteY232" fmla="*/ 2599846 h 9164851"/>
              <a:gd name="connsiteX233" fmla="*/ 582039 w 582039"/>
              <a:gd name="connsiteY233" fmla="*/ 2573905 h 9164851"/>
              <a:gd name="connsiteX234" fmla="*/ 582039 w 582039"/>
              <a:gd name="connsiteY234" fmla="*/ 2532688 h 9164851"/>
              <a:gd name="connsiteX235" fmla="*/ 582039 w 582039"/>
              <a:gd name="connsiteY235" fmla="*/ 2506747 h 9164851"/>
              <a:gd name="connsiteX236" fmla="*/ 582039 w 582039"/>
              <a:gd name="connsiteY236" fmla="*/ 2491444 h 9164851"/>
              <a:gd name="connsiteX237" fmla="*/ 582039 w 582039"/>
              <a:gd name="connsiteY237" fmla="*/ 2465503 h 9164851"/>
              <a:gd name="connsiteX238" fmla="*/ 582039 w 582039"/>
              <a:gd name="connsiteY238" fmla="*/ 2295272 h 9164851"/>
              <a:gd name="connsiteX239" fmla="*/ 582039 w 582039"/>
              <a:gd name="connsiteY239" fmla="*/ 2269330 h 9164851"/>
              <a:gd name="connsiteX240" fmla="*/ 582039 w 582039"/>
              <a:gd name="connsiteY240" fmla="*/ 2254029 h 9164851"/>
              <a:gd name="connsiteX241" fmla="*/ 582039 w 582039"/>
              <a:gd name="connsiteY241" fmla="*/ 2228087 h 9164851"/>
              <a:gd name="connsiteX242" fmla="*/ 582039 w 582039"/>
              <a:gd name="connsiteY242" fmla="*/ 2186870 h 9164851"/>
              <a:gd name="connsiteX243" fmla="*/ 582039 w 582039"/>
              <a:gd name="connsiteY243" fmla="*/ 2167824 h 9164851"/>
              <a:gd name="connsiteX244" fmla="*/ 582039 w 582039"/>
              <a:gd name="connsiteY244" fmla="*/ 2160927 h 9164851"/>
              <a:gd name="connsiteX245" fmla="*/ 582039 w 582039"/>
              <a:gd name="connsiteY245" fmla="*/ 2145627 h 9164851"/>
              <a:gd name="connsiteX246" fmla="*/ 582039 w 582039"/>
              <a:gd name="connsiteY246" fmla="*/ 2126580 h 9164851"/>
              <a:gd name="connsiteX247" fmla="*/ 582039 w 582039"/>
              <a:gd name="connsiteY247" fmla="*/ 2119685 h 9164851"/>
              <a:gd name="connsiteX248" fmla="*/ 582039 w 582039"/>
              <a:gd name="connsiteY248" fmla="*/ 2085363 h 9164851"/>
              <a:gd name="connsiteX249" fmla="*/ 582039 w 582039"/>
              <a:gd name="connsiteY249" fmla="*/ 2059421 h 9164851"/>
              <a:gd name="connsiteX250" fmla="*/ 582039 w 582039"/>
              <a:gd name="connsiteY250" fmla="*/ 2044121 h 9164851"/>
              <a:gd name="connsiteX251" fmla="*/ 582039 w 582039"/>
              <a:gd name="connsiteY251" fmla="*/ 2018178 h 9164851"/>
              <a:gd name="connsiteX252" fmla="*/ 582039 w 582039"/>
              <a:gd name="connsiteY252" fmla="*/ 1996822 h 9164851"/>
              <a:gd name="connsiteX253" fmla="*/ 582039 w 582039"/>
              <a:gd name="connsiteY253" fmla="*/ 1970880 h 9164851"/>
              <a:gd name="connsiteX254" fmla="*/ 582039 w 582039"/>
              <a:gd name="connsiteY254" fmla="*/ 1955579 h 9164851"/>
              <a:gd name="connsiteX255" fmla="*/ 582039 w 582039"/>
              <a:gd name="connsiteY255" fmla="*/ 1929637 h 9164851"/>
              <a:gd name="connsiteX256" fmla="*/ 582039 w 582039"/>
              <a:gd name="connsiteY256" fmla="*/ 1888420 h 9164851"/>
              <a:gd name="connsiteX257" fmla="*/ 582039 w 582039"/>
              <a:gd name="connsiteY257" fmla="*/ 1869374 h 9164851"/>
              <a:gd name="connsiteX258" fmla="*/ 582039 w 582039"/>
              <a:gd name="connsiteY258" fmla="*/ 1862477 h 9164851"/>
              <a:gd name="connsiteX259" fmla="*/ 582039 w 582039"/>
              <a:gd name="connsiteY259" fmla="*/ 1847177 h 9164851"/>
              <a:gd name="connsiteX260" fmla="*/ 582039 w 582039"/>
              <a:gd name="connsiteY260" fmla="*/ 1828130 h 9164851"/>
              <a:gd name="connsiteX261" fmla="*/ 582039 w 582039"/>
              <a:gd name="connsiteY261" fmla="*/ 1821235 h 9164851"/>
              <a:gd name="connsiteX262" fmla="*/ 582039 w 582039"/>
              <a:gd name="connsiteY262" fmla="*/ 1786913 h 9164851"/>
              <a:gd name="connsiteX263" fmla="*/ 582039 w 582039"/>
              <a:gd name="connsiteY263" fmla="*/ 1760971 h 9164851"/>
              <a:gd name="connsiteX264" fmla="*/ 582039 w 582039"/>
              <a:gd name="connsiteY264" fmla="*/ 1745671 h 9164851"/>
              <a:gd name="connsiteX265" fmla="*/ 582039 w 582039"/>
              <a:gd name="connsiteY265" fmla="*/ 1719728 h 9164851"/>
              <a:gd name="connsiteX266" fmla="*/ 582038 w 582039"/>
              <a:gd name="connsiteY266" fmla="*/ 1446119 h 9164851"/>
              <a:gd name="connsiteX267" fmla="*/ 582038 w 582039"/>
              <a:gd name="connsiteY267" fmla="*/ 1420179 h 9164851"/>
              <a:gd name="connsiteX268" fmla="*/ 582038 w 582039"/>
              <a:gd name="connsiteY268" fmla="*/ 1404877 h 9164851"/>
              <a:gd name="connsiteX269" fmla="*/ 582038 w 582039"/>
              <a:gd name="connsiteY269" fmla="*/ 1378934 h 9164851"/>
              <a:gd name="connsiteX270" fmla="*/ 582038 w 582039"/>
              <a:gd name="connsiteY270" fmla="*/ 1344613 h 9164851"/>
              <a:gd name="connsiteX271" fmla="*/ 582038 w 582039"/>
              <a:gd name="connsiteY271" fmla="*/ 1337718 h 9164851"/>
              <a:gd name="connsiteX272" fmla="*/ 582038 w 582039"/>
              <a:gd name="connsiteY272" fmla="*/ 1318670 h 9164851"/>
              <a:gd name="connsiteX273" fmla="*/ 582038 w 582039"/>
              <a:gd name="connsiteY273" fmla="*/ 1303371 h 9164851"/>
              <a:gd name="connsiteX274" fmla="*/ 582038 w 582039"/>
              <a:gd name="connsiteY274" fmla="*/ 1296476 h 9164851"/>
              <a:gd name="connsiteX275" fmla="*/ 582038 w 582039"/>
              <a:gd name="connsiteY275" fmla="*/ 1277428 h 9164851"/>
              <a:gd name="connsiteX276" fmla="*/ 582038 w 582039"/>
              <a:gd name="connsiteY276" fmla="*/ 1236212 h 9164851"/>
              <a:gd name="connsiteX277" fmla="*/ 582038 w 582039"/>
              <a:gd name="connsiteY277" fmla="*/ 1210269 h 9164851"/>
              <a:gd name="connsiteX278" fmla="*/ 582038 w 582039"/>
              <a:gd name="connsiteY278" fmla="*/ 1194967 h 9164851"/>
              <a:gd name="connsiteX279" fmla="*/ 582038 w 582039"/>
              <a:gd name="connsiteY279" fmla="*/ 1169027 h 9164851"/>
              <a:gd name="connsiteX280" fmla="*/ 582038 w 582039"/>
              <a:gd name="connsiteY280" fmla="*/ 998795 h 9164851"/>
              <a:gd name="connsiteX281" fmla="*/ 582038 w 582039"/>
              <a:gd name="connsiteY281" fmla="*/ 972852 h 9164851"/>
              <a:gd name="connsiteX282" fmla="*/ 582038 w 582039"/>
              <a:gd name="connsiteY282" fmla="*/ 957553 h 9164851"/>
              <a:gd name="connsiteX283" fmla="*/ 582038 w 582039"/>
              <a:gd name="connsiteY283" fmla="*/ 931610 h 9164851"/>
              <a:gd name="connsiteX284" fmla="*/ 582038 w 582039"/>
              <a:gd name="connsiteY284" fmla="*/ 890394 h 9164851"/>
              <a:gd name="connsiteX285" fmla="*/ 582038 w 582039"/>
              <a:gd name="connsiteY285" fmla="*/ 864452 h 9164851"/>
              <a:gd name="connsiteX286" fmla="*/ 582038 w 582039"/>
              <a:gd name="connsiteY286" fmla="*/ 849149 h 9164851"/>
              <a:gd name="connsiteX287" fmla="*/ 582038 w 582039"/>
              <a:gd name="connsiteY287" fmla="*/ 823206 h 9164851"/>
              <a:gd name="connsiteX288" fmla="*/ 582038 w 582039"/>
              <a:gd name="connsiteY288" fmla="*/ 700345 h 9164851"/>
              <a:gd name="connsiteX289" fmla="*/ 582038 w 582039"/>
              <a:gd name="connsiteY289" fmla="*/ 674402 h 9164851"/>
              <a:gd name="connsiteX290" fmla="*/ 582038 w 582039"/>
              <a:gd name="connsiteY290" fmla="*/ 659103 h 9164851"/>
              <a:gd name="connsiteX291" fmla="*/ 582038 w 582039"/>
              <a:gd name="connsiteY291" fmla="*/ 633160 h 9164851"/>
              <a:gd name="connsiteX292" fmla="*/ 582038 w 582039"/>
              <a:gd name="connsiteY292" fmla="*/ 591944 h 9164851"/>
              <a:gd name="connsiteX293" fmla="*/ 582038 w 582039"/>
              <a:gd name="connsiteY293" fmla="*/ 566002 h 9164851"/>
              <a:gd name="connsiteX294" fmla="*/ 582038 w 582039"/>
              <a:gd name="connsiteY294" fmla="*/ 550699 h 9164851"/>
              <a:gd name="connsiteX295" fmla="*/ 582038 w 582039"/>
              <a:gd name="connsiteY295" fmla="*/ 524756 h 9164851"/>
              <a:gd name="connsiteX296" fmla="*/ 582038 w 582039"/>
              <a:gd name="connsiteY296" fmla="*/ 448093 h 9164851"/>
              <a:gd name="connsiteX297" fmla="*/ 582038 w 582039"/>
              <a:gd name="connsiteY297" fmla="*/ 422153 h 9164851"/>
              <a:gd name="connsiteX298" fmla="*/ 582038 w 582039"/>
              <a:gd name="connsiteY298" fmla="*/ 406851 h 9164851"/>
              <a:gd name="connsiteX299" fmla="*/ 582038 w 582039"/>
              <a:gd name="connsiteY299" fmla="*/ 380908 h 9164851"/>
              <a:gd name="connsiteX300" fmla="*/ 582038 w 582039"/>
              <a:gd name="connsiteY300" fmla="*/ 339692 h 9164851"/>
              <a:gd name="connsiteX301" fmla="*/ 582038 w 582039"/>
              <a:gd name="connsiteY301" fmla="*/ 298450 h 9164851"/>
              <a:gd name="connsiteX302" fmla="*/ 582038 w 582039"/>
              <a:gd name="connsiteY302" fmla="*/ 149643 h 9164851"/>
              <a:gd name="connsiteX303" fmla="*/ 582038 w 582039"/>
              <a:gd name="connsiteY303" fmla="*/ 123703 h 9164851"/>
              <a:gd name="connsiteX304" fmla="*/ 582038 w 582039"/>
              <a:gd name="connsiteY304" fmla="*/ 108401 h 9164851"/>
              <a:gd name="connsiteX305" fmla="*/ 582038 w 582039"/>
              <a:gd name="connsiteY305" fmla="*/ 82458 h 9164851"/>
              <a:gd name="connsiteX306" fmla="*/ 582038 w 582039"/>
              <a:gd name="connsiteY306" fmla="*/ 41242 h 9164851"/>
              <a:gd name="connsiteX307" fmla="*/ 582038 w 582039"/>
              <a:gd name="connsiteY307" fmla="*/ 0 h 9164851"/>
              <a:gd name="connsiteX308" fmla="*/ 0 w 582039"/>
              <a:gd name="connsiteY308" fmla="*/ 158641 h 9164851"/>
              <a:gd name="connsiteX309" fmla="*/ 0 w 582039"/>
              <a:gd name="connsiteY309" fmla="*/ 199883 h 9164851"/>
              <a:gd name="connsiteX310" fmla="*/ 0 w 582039"/>
              <a:gd name="connsiteY310" fmla="*/ 241102 h 9164851"/>
              <a:gd name="connsiteX311" fmla="*/ 0 w 582039"/>
              <a:gd name="connsiteY311" fmla="*/ 267042 h 9164851"/>
              <a:gd name="connsiteX312" fmla="*/ 0 w 582039"/>
              <a:gd name="connsiteY312" fmla="*/ 282344 h 9164851"/>
              <a:gd name="connsiteX313" fmla="*/ 0 w 582039"/>
              <a:gd name="connsiteY313" fmla="*/ 308287 h 9164851"/>
              <a:gd name="connsiteX314" fmla="*/ 0 w 582039"/>
              <a:gd name="connsiteY314" fmla="*/ 457091 h 9164851"/>
              <a:gd name="connsiteX315" fmla="*/ 0 w 582039"/>
              <a:gd name="connsiteY315" fmla="*/ 498333 h 9164851"/>
              <a:gd name="connsiteX316" fmla="*/ 0 w 582039"/>
              <a:gd name="connsiteY316" fmla="*/ 539552 h 9164851"/>
              <a:gd name="connsiteX317" fmla="*/ 0 w 582039"/>
              <a:gd name="connsiteY317" fmla="*/ 565492 h 9164851"/>
              <a:gd name="connsiteX318" fmla="*/ 0 w 582039"/>
              <a:gd name="connsiteY318" fmla="*/ 580794 h 9164851"/>
              <a:gd name="connsiteX319" fmla="*/ 0 w 582039"/>
              <a:gd name="connsiteY319" fmla="*/ 606737 h 9164851"/>
              <a:gd name="connsiteX320" fmla="*/ 0 w 582039"/>
              <a:gd name="connsiteY320" fmla="*/ 683401 h 9164851"/>
              <a:gd name="connsiteX321" fmla="*/ 0 w 582039"/>
              <a:gd name="connsiteY321" fmla="*/ 709343 h 9164851"/>
              <a:gd name="connsiteX322" fmla="*/ 0 w 582039"/>
              <a:gd name="connsiteY322" fmla="*/ 724643 h 9164851"/>
              <a:gd name="connsiteX323" fmla="*/ 0 w 582039"/>
              <a:gd name="connsiteY323" fmla="*/ 750585 h 9164851"/>
              <a:gd name="connsiteX324" fmla="*/ 0 w 582039"/>
              <a:gd name="connsiteY324" fmla="*/ 791801 h 9164851"/>
              <a:gd name="connsiteX325" fmla="*/ 0 w 582039"/>
              <a:gd name="connsiteY325" fmla="*/ 817744 h 9164851"/>
              <a:gd name="connsiteX326" fmla="*/ 0 w 582039"/>
              <a:gd name="connsiteY326" fmla="*/ 833046 h 9164851"/>
              <a:gd name="connsiteX327" fmla="*/ 0 w 582039"/>
              <a:gd name="connsiteY327" fmla="*/ 858986 h 9164851"/>
              <a:gd name="connsiteX328" fmla="*/ 0 w 582039"/>
              <a:gd name="connsiteY328" fmla="*/ 981851 h 9164851"/>
              <a:gd name="connsiteX329" fmla="*/ 0 w 582039"/>
              <a:gd name="connsiteY329" fmla="*/ 1007793 h 9164851"/>
              <a:gd name="connsiteX330" fmla="*/ 0 w 582039"/>
              <a:gd name="connsiteY330" fmla="*/ 1023093 h 9164851"/>
              <a:gd name="connsiteX331" fmla="*/ 0 w 582039"/>
              <a:gd name="connsiteY331" fmla="*/ 1049035 h 9164851"/>
              <a:gd name="connsiteX332" fmla="*/ 0 w 582039"/>
              <a:gd name="connsiteY332" fmla="*/ 1090251 h 9164851"/>
              <a:gd name="connsiteX333" fmla="*/ 0 w 582039"/>
              <a:gd name="connsiteY333" fmla="*/ 1116194 h 9164851"/>
              <a:gd name="connsiteX334" fmla="*/ 0 w 582039"/>
              <a:gd name="connsiteY334" fmla="*/ 1131496 h 9164851"/>
              <a:gd name="connsiteX335" fmla="*/ 0 w 582039"/>
              <a:gd name="connsiteY335" fmla="*/ 1157436 h 9164851"/>
              <a:gd name="connsiteX336" fmla="*/ 0 w 582039"/>
              <a:gd name="connsiteY336" fmla="*/ 1169027 h 9164851"/>
              <a:gd name="connsiteX337" fmla="*/ 0 w 582039"/>
              <a:gd name="connsiteY337" fmla="*/ 1194967 h 9164851"/>
              <a:gd name="connsiteX338" fmla="*/ 0 w 582039"/>
              <a:gd name="connsiteY338" fmla="*/ 1210269 h 9164851"/>
              <a:gd name="connsiteX339" fmla="*/ 0 w 582039"/>
              <a:gd name="connsiteY339" fmla="*/ 1236212 h 9164851"/>
              <a:gd name="connsiteX340" fmla="*/ 0 w 582039"/>
              <a:gd name="connsiteY340" fmla="*/ 1277428 h 9164851"/>
              <a:gd name="connsiteX341" fmla="*/ 0 w 582039"/>
              <a:gd name="connsiteY341" fmla="*/ 1303371 h 9164851"/>
              <a:gd name="connsiteX342" fmla="*/ 0 w 582039"/>
              <a:gd name="connsiteY342" fmla="*/ 1318670 h 9164851"/>
              <a:gd name="connsiteX343" fmla="*/ 0 w 582039"/>
              <a:gd name="connsiteY343" fmla="*/ 1344613 h 9164851"/>
              <a:gd name="connsiteX344" fmla="*/ 0 w 582039"/>
              <a:gd name="connsiteY344" fmla="*/ 1455117 h 9164851"/>
              <a:gd name="connsiteX345" fmla="*/ 0 w 582039"/>
              <a:gd name="connsiteY345" fmla="*/ 1467477 h 9164851"/>
              <a:gd name="connsiteX346" fmla="*/ 0 w 582039"/>
              <a:gd name="connsiteY346" fmla="*/ 1493417 h 9164851"/>
              <a:gd name="connsiteX347" fmla="*/ 0 w 582039"/>
              <a:gd name="connsiteY347" fmla="*/ 1496359 h 9164851"/>
              <a:gd name="connsiteX348" fmla="*/ 0 w 582039"/>
              <a:gd name="connsiteY348" fmla="*/ 1508719 h 9164851"/>
              <a:gd name="connsiteX349" fmla="*/ 0 w 582039"/>
              <a:gd name="connsiteY349" fmla="*/ 1534662 h 9164851"/>
              <a:gd name="connsiteX350" fmla="*/ 0 w 582039"/>
              <a:gd name="connsiteY350" fmla="*/ 1537578 h 9164851"/>
              <a:gd name="connsiteX351" fmla="*/ 0 w 582039"/>
              <a:gd name="connsiteY351" fmla="*/ 1563518 h 9164851"/>
              <a:gd name="connsiteX352" fmla="*/ 0 w 582039"/>
              <a:gd name="connsiteY352" fmla="*/ 1575878 h 9164851"/>
              <a:gd name="connsiteX353" fmla="*/ 0 w 582039"/>
              <a:gd name="connsiteY353" fmla="*/ 1578820 h 9164851"/>
              <a:gd name="connsiteX354" fmla="*/ 0 w 582039"/>
              <a:gd name="connsiteY354" fmla="*/ 1601821 h 9164851"/>
              <a:gd name="connsiteX355" fmla="*/ 0 w 582039"/>
              <a:gd name="connsiteY355" fmla="*/ 1604763 h 9164851"/>
              <a:gd name="connsiteX356" fmla="*/ 0 w 582039"/>
              <a:gd name="connsiteY356" fmla="*/ 1617120 h 9164851"/>
              <a:gd name="connsiteX357" fmla="*/ 0 w 582039"/>
              <a:gd name="connsiteY357" fmla="*/ 1643063 h 9164851"/>
              <a:gd name="connsiteX358" fmla="*/ 0 w 582039"/>
              <a:gd name="connsiteY358" fmla="*/ 1719728 h 9164851"/>
              <a:gd name="connsiteX359" fmla="*/ 0 w 582039"/>
              <a:gd name="connsiteY359" fmla="*/ 1745671 h 9164851"/>
              <a:gd name="connsiteX360" fmla="*/ 0 w 582039"/>
              <a:gd name="connsiteY360" fmla="*/ 1753567 h 9164851"/>
              <a:gd name="connsiteX361" fmla="*/ 0 w 582039"/>
              <a:gd name="connsiteY361" fmla="*/ 1760972 h 9164851"/>
              <a:gd name="connsiteX362" fmla="*/ 0 w 582039"/>
              <a:gd name="connsiteY362" fmla="*/ 1786913 h 9164851"/>
              <a:gd name="connsiteX363" fmla="*/ 0 w 582039"/>
              <a:gd name="connsiteY363" fmla="*/ 1794809 h 9164851"/>
              <a:gd name="connsiteX364" fmla="*/ 0 w 582039"/>
              <a:gd name="connsiteY364" fmla="*/ 1828130 h 9164851"/>
              <a:gd name="connsiteX365" fmla="*/ 0 w 582039"/>
              <a:gd name="connsiteY365" fmla="*/ 1836028 h 9164851"/>
              <a:gd name="connsiteX366" fmla="*/ 0 w 582039"/>
              <a:gd name="connsiteY366" fmla="*/ 1861968 h 9164851"/>
              <a:gd name="connsiteX367" fmla="*/ 0 w 582039"/>
              <a:gd name="connsiteY367" fmla="*/ 1869374 h 9164851"/>
              <a:gd name="connsiteX368" fmla="*/ 0 w 582039"/>
              <a:gd name="connsiteY368" fmla="*/ 1877270 h 9164851"/>
              <a:gd name="connsiteX369" fmla="*/ 0 w 582039"/>
              <a:gd name="connsiteY369" fmla="*/ 1903213 h 9164851"/>
              <a:gd name="connsiteX370" fmla="*/ 0 w 582039"/>
              <a:gd name="connsiteY370" fmla="*/ 1979876 h 9164851"/>
              <a:gd name="connsiteX371" fmla="*/ 0 w 582039"/>
              <a:gd name="connsiteY371" fmla="*/ 2005819 h 9164851"/>
              <a:gd name="connsiteX372" fmla="*/ 0 w 582039"/>
              <a:gd name="connsiteY372" fmla="*/ 2018178 h 9164851"/>
              <a:gd name="connsiteX373" fmla="*/ 0 w 582039"/>
              <a:gd name="connsiteY373" fmla="*/ 2021120 h 9164851"/>
              <a:gd name="connsiteX374" fmla="*/ 0 w 582039"/>
              <a:gd name="connsiteY374" fmla="*/ 2044121 h 9164851"/>
              <a:gd name="connsiteX375" fmla="*/ 0 w 582039"/>
              <a:gd name="connsiteY375" fmla="*/ 2047063 h 9164851"/>
              <a:gd name="connsiteX376" fmla="*/ 0 w 582039"/>
              <a:gd name="connsiteY376" fmla="*/ 2059422 h 9164851"/>
              <a:gd name="connsiteX377" fmla="*/ 0 w 582039"/>
              <a:gd name="connsiteY377" fmla="*/ 2085363 h 9164851"/>
              <a:gd name="connsiteX378" fmla="*/ 0 w 582039"/>
              <a:gd name="connsiteY378" fmla="*/ 2088279 h 9164851"/>
              <a:gd name="connsiteX379" fmla="*/ 0 w 582039"/>
              <a:gd name="connsiteY379" fmla="*/ 2114222 h 9164851"/>
              <a:gd name="connsiteX380" fmla="*/ 0 w 582039"/>
              <a:gd name="connsiteY380" fmla="*/ 2126580 h 9164851"/>
              <a:gd name="connsiteX381" fmla="*/ 0 w 582039"/>
              <a:gd name="connsiteY381" fmla="*/ 2129522 h 9164851"/>
              <a:gd name="connsiteX382" fmla="*/ 0 w 582039"/>
              <a:gd name="connsiteY382" fmla="*/ 2155464 h 9164851"/>
              <a:gd name="connsiteX383" fmla="*/ 0 w 582039"/>
              <a:gd name="connsiteY383" fmla="*/ 2167824 h 9164851"/>
              <a:gd name="connsiteX384" fmla="*/ 0 w 582039"/>
              <a:gd name="connsiteY384" fmla="*/ 2278326 h 9164851"/>
              <a:gd name="connsiteX385" fmla="*/ 0 w 582039"/>
              <a:gd name="connsiteY385" fmla="*/ 2304269 h 9164851"/>
              <a:gd name="connsiteX386" fmla="*/ 0 w 582039"/>
              <a:gd name="connsiteY386" fmla="*/ 2319570 h 9164851"/>
              <a:gd name="connsiteX387" fmla="*/ 0 w 582039"/>
              <a:gd name="connsiteY387" fmla="*/ 2345513 h 9164851"/>
              <a:gd name="connsiteX388" fmla="*/ 0 w 582039"/>
              <a:gd name="connsiteY388" fmla="*/ 2386729 h 9164851"/>
              <a:gd name="connsiteX389" fmla="*/ 0 w 582039"/>
              <a:gd name="connsiteY389" fmla="*/ 2412672 h 9164851"/>
              <a:gd name="connsiteX390" fmla="*/ 0 w 582039"/>
              <a:gd name="connsiteY390" fmla="*/ 2427972 h 9164851"/>
              <a:gd name="connsiteX391" fmla="*/ 0 w 582039"/>
              <a:gd name="connsiteY391" fmla="*/ 2453914 h 9164851"/>
              <a:gd name="connsiteX392" fmla="*/ 0 w 582039"/>
              <a:gd name="connsiteY392" fmla="*/ 2465503 h 9164851"/>
              <a:gd name="connsiteX393" fmla="*/ 0 w 582039"/>
              <a:gd name="connsiteY393" fmla="*/ 2491444 h 9164851"/>
              <a:gd name="connsiteX394" fmla="*/ 0 w 582039"/>
              <a:gd name="connsiteY394" fmla="*/ 2506747 h 9164851"/>
              <a:gd name="connsiteX395" fmla="*/ 0 w 582039"/>
              <a:gd name="connsiteY395" fmla="*/ 2532688 h 9164851"/>
              <a:gd name="connsiteX396" fmla="*/ 0 w 582039"/>
              <a:gd name="connsiteY396" fmla="*/ 2573905 h 9164851"/>
              <a:gd name="connsiteX397" fmla="*/ 0 w 582039"/>
              <a:gd name="connsiteY397" fmla="*/ 2599846 h 9164851"/>
              <a:gd name="connsiteX398" fmla="*/ 0 w 582039"/>
              <a:gd name="connsiteY398" fmla="*/ 2615149 h 9164851"/>
              <a:gd name="connsiteX399" fmla="*/ 0 w 582039"/>
              <a:gd name="connsiteY399" fmla="*/ 2641090 h 9164851"/>
              <a:gd name="connsiteX400" fmla="*/ 0 w 582039"/>
              <a:gd name="connsiteY400" fmla="*/ 2763953 h 9164851"/>
              <a:gd name="connsiteX401" fmla="*/ 0 w 582039"/>
              <a:gd name="connsiteY401" fmla="*/ 2789894 h 9164851"/>
              <a:gd name="connsiteX402" fmla="*/ 0 w 582039"/>
              <a:gd name="connsiteY402" fmla="*/ 2805197 h 9164851"/>
              <a:gd name="connsiteX403" fmla="*/ 0 w 582039"/>
              <a:gd name="connsiteY403" fmla="*/ 2831138 h 9164851"/>
              <a:gd name="connsiteX404" fmla="*/ 0 w 582039"/>
              <a:gd name="connsiteY404" fmla="*/ 2872355 h 9164851"/>
              <a:gd name="connsiteX405" fmla="*/ 0 w 582039"/>
              <a:gd name="connsiteY405" fmla="*/ 2898296 h 9164851"/>
              <a:gd name="connsiteX406" fmla="*/ 0 w 582039"/>
              <a:gd name="connsiteY406" fmla="*/ 2901842 h 9164851"/>
              <a:gd name="connsiteX407" fmla="*/ 0 w 582039"/>
              <a:gd name="connsiteY407" fmla="*/ 2913599 h 9164851"/>
              <a:gd name="connsiteX408" fmla="*/ 0 w 582039"/>
              <a:gd name="connsiteY408" fmla="*/ 2938137 h 9164851"/>
              <a:gd name="connsiteX409" fmla="*/ 0 w 582039"/>
              <a:gd name="connsiteY409" fmla="*/ 2939540 h 9164851"/>
              <a:gd name="connsiteX410" fmla="*/ 0 w 582039"/>
              <a:gd name="connsiteY410" fmla="*/ 2943084 h 9164851"/>
              <a:gd name="connsiteX411" fmla="*/ 0 w 582039"/>
              <a:gd name="connsiteY411" fmla="*/ 2949840 h 9164851"/>
              <a:gd name="connsiteX412" fmla="*/ 0 w 582039"/>
              <a:gd name="connsiteY412" fmla="*/ 2984303 h 9164851"/>
              <a:gd name="connsiteX413" fmla="*/ 0 w 582039"/>
              <a:gd name="connsiteY413" fmla="*/ 3010243 h 9164851"/>
              <a:gd name="connsiteX414" fmla="*/ 0 w 582039"/>
              <a:gd name="connsiteY414" fmla="*/ 3025545 h 9164851"/>
              <a:gd name="connsiteX415" fmla="*/ 0 w 582039"/>
              <a:gd name="connsiteY415" fmla="*/ 3051488 h 9164851"/>
              <a:gd name="connsiteX416" fmla="*/ 0 w 582039"/>
              <a:gd name="connsiteY416" fmla="*/ 3200292 h 9164851"/>
              <a:gd name="connsiteX417" fmla="*/ 0 w 582039"/>
              <a:gd name="connsiteY417" fmla="*/ 3236587 h 9164851"/>
              <a:gd name="connsiteX418" fmla="*/ 0 w 582039"/>
              <a:gd name="connsiteY418" fmla="*/ 3241534 h 9164851"/>
              <a:gd name="connsiteX419" fmla="*/ 0 w 582039"/>
              <a:gd name="connsiteY419" fmla="*/ 3248290 h 9164851"/>
              <a:gd name="connsiteX420" fmla="*/ 0 w 582039"/>
              <a:gd name="connsiteY420" fmla="*/ 3282753 h 9164851"/>
              <a:gd name="connsiteX421" fmla="*/ 0 w 582039"/>
              <a:gd name="connsiteY421" fmla="*/ 3308693 h 9164851"/>
              <a:gd name="connsiteX422" fmla="*/ 0 w 582039"/>
              <a:gd name="connsiteY422" fmla="*/ 3323995 h 9164851"/>
              <a:gd name="connsiteX423" fmla="*/ 0 w 582039"/>
              <a:gd name="connsiteY423" fmla="*/ 3349938 h 9164851"/>
              <a:gd name="connsiteX424" fmla="*/ 0 w 582039"/>
              <a:gd name="connsiteY424" fmla="*/ 3426602 h 9164851"/>
              <a:gd name="connsiteX425" fmla="*/ 0 w 582039"/>
              <a:gd name="connsiteY425" fmla="*/ 3452544 h 9164851"/>
              <a:gd name="connsiteX426" fmla="*/ 0 w 582039"/>
              <a:gd name="connsiteY426" fmla="*/ 3467844 h 9164851"/>
              <a:gd name="connsiteX427" fmla="*/ 0 w 582039"/>
              <a:gd name="connsiteY427" fmla="*/ 3493786 h 9164851"/>
              <a:gd name="connsiteX428" fmla="*/ 0 w 582039"/>
              <a:gd name="connsiteY428" fmla="*/ 3535002 h 9164851"/>
              <a:gd name="connsiteX429" fmla="*/ 0 w 582039"/>
              <a:gd name="connsiteY429" fmla="*/ 3560945 h 9164851"/>
              <a:gd name="connsiteX430" fmla="*/ 0 w 582039"/>
              <a:gd name="connsiteY430" fmla="*/ 3576247 h 9164851"/>
              <a:gd name="connsiteX431" fmla="*/ 0 w 582039"/>
              <a:gd name="connsiteY431" fmla="*/ 3602187 h 9164851"/>
              <a:gd name="connsiteX432" fmla="*/ 0 w 582039"/>
              <a:gd name="connsiteY432" fmla="*/ 3725052 h 9164851"/>
              <a:gd name="connsiteX433" fmla="*/ 0 w 582039"/>
              <a:gd name="connsiteY433" fmla="*/ 3750994 h 9164851"/>
              <a:gd name="connsiteX434" fmla="*/ 0 w 582039"/>
              <a:gd name="connsiteY434" fmla="*/ 3766294 h 9164851"/>
              <a:gd name="connsiteX435" fmla="*/ 0 w 582039"/>
              <a:gd name="connsiteY435" fmla="*/ 3792236 h 9164851"/>
              <a:gd name="connsiteX436" fmla="*/ 0 w 582039"/>
              <a:gd name="connsiteY436" fmla="*/ 3833452 h 9164851"/>
              <a:gd name="connsiteX437" fmla="*/ 0 w 582039"/>
              <a:gd name="connsiteY437" fmla="*/ 3859395 h 9164851"/>
              <a:gd name="connsiteX438" fmla="*/ 0 w 582039"/>
              <a:gd name="connsiteY438" fmla="*/ 3874697 h 9164851"/>
              <a:gd name="connsiteX439" fmla="*/ 0 w 582039"/>
              <a:gd name="connsiteY439" fmla="*/ 3900637 h 9164851"/>
              <a:gd name="connsiteX440" fmla="*/ 0 w 582039"/>
              <a:gd name="connsiteY440" fmla="*/ 3912228 h 9164851"/>
              <a:gd name="connsiteX441" fmla="*/ 0 w 582039"/>
              <a:gd name="connsiteY441" fmla="*/ 3938168 h 9164851"/>
              <a:gd name="connsiteX442" fmla="*/ 0 w 582039"/>
              <a:gd name="connsiteY442" fmla="*/ 3953470 h 9164851"/>
              <a:gd name="connsiteX443" fmla="*/ 0 w 582039"/>
              <a:gd name="connsiteY443" fmla="*/ 3979413 h 9164851"/>
              <a:gd name="connsiteX444" fmla="*/ 0 w 582039"/>
              <a:gd name="connsiteY444" fmla="*/ 4020629 h 9164851"/>
              <a:gd name="connsiteX445" fmla="*/ 0 w 582039"/>
              <a:gd name="connsiteY445" fmla="*/ 4046572 h 9164851"/>
              <a:gd name="connsiteX446" fmla="*/ 0 w 582039"/>
              <a:gd name="connsiteY446" fmla="*/ 4061871 h 9164851"/>
              <a:gd name="connsiteX447" fmla="*/ 0 w 582039"/>
              <a:gd name="connsiteY447" fmla="*/ 4087814 h 9164851"/>
              <a:gd name="connsiteX448" fmla="*/ 0 w 582039"/>
              <a:gd name="connsiteY448" fmla="*/ 4198318 h 9164851"/>
              <a:gd name="connsiteX449" fmla="*/ 0 w 582039"/>
              <a:gd name="connsiteY449" fmla="*/ 4210678 h 9164851"/>
              <a:gd name="connsiteX450" fmla="*/ 0 w 582039"/>
              <a:gd name="connsiteY450" fmla="*/ 4216291 h 9164851"/>
              <a:gd name="connsiteX451" fmla="*/ 0 w 582039"/>
              <a:gd name="connsiteY451" fmla="*/ 4236618 h 9164851"/>
              <a:gd name="connsiteX452" fmla="*/ 0 w 582039"/>
              <a:gd name="connsiteY452" fmla="*/ 4239560 h 9164851"/>
              <a:gd name="connsiteX453" fmla="*/ 0 w 582039"/>
              <a:gd name="connsiteY453" fmla="*/ 4251920 h 9164851"/>
              <a:gd name="connsiteX454" fmla="*/ 0 w 582039"/>
              <a:gd name="connsiteY454" fmla="*/ 4257533 h 9164851"/>
              <a:gd name="connsiteX455" fmla="*/ 0 w 582039"/>
              <a:gd name="connsiteY455" fmla="*/ 4277863 h 9164851"/>
              <a:gd name="connsiteX456" fmla="*/ 0 w 582039"/>
              <a:gd name="connsiteY456" fmla="*/ 4280779 h 9164851"/>
              <a:gd name="connsiteX457" fmla="*/ 0 w 582039"/>
              <a:gd name="connsiteY457" fmla="*/ 4298752 h 9164851"/>
              <a:gd name="connsiteX458" fmla="*/ 0 w 582039"/>
              <a:gd name="connsiteY458" fmla="*/ 4306719 h 9164851"/>
              <a:gd name="connsiteX459" fmla="*/ 0 w 582039"/>
              <a:gd name="connsiteY459" fmla="*/ 4319079 h 9164851"/>
              <a:gd name="connsiteX460" fmla="*/ 0 w 582039"/>
              <a:gd name="connsiteY460" fmla="*/ 4322021 h 9164851"/>
              <a:gd name="connsiteX461" fmla="*/ 0 w 582039"/>
              <a:gd name="connsiteY461" fmla="*/ 4324692 h 9164851"/>
              <a:gd name="connsiteX462" fmla="*/ 0 w 582039"/>
              <a:gd name="connsiteY462" fmla="*/ 4339994 h 9164851"/>
              <a:gd name="connsiteX463" fmla="*/ 0 w 582039"/>
              <a:gd name="connsiteY463" fmla="*/ 4345022 h 9164851"/>
              <a:gd name="connsiteX464" fmla="*/ 0 w 582039"/>
              <a:gd name="connsiteY464" fmla="*/ 4347964 h 9164851"/>
              <a:gd name="connsiteX465" fmla="*/ 0 w 582039"/>
              <a:gd name="connsiteY465" fmla="*/ 4360321 h 9164851"/>
              <a:gd name="connsiteX466" fmla="*/ 0 w 582039"/>
              <a:gd name="connsiteY466" fmla="*/ 4365937 h 9164851"/>
              <a:gd name="connsiteX467" fmla="*/ 0 w 582039"/>
              <a:gd name="connsiteY467" fmla="*/ 4386264 h 9164851"/>
              <a:gd name="connsiteX468" fmla="*/ 0 w 582039"/>
              <a:gd name="connsiteY468" fmla="*/ 4462929 h 9164851"/>
              <a:gd name="connsiteX469" fmla="*/ 0 w 582039"/>
              <a:gd name="connsiteY469" fmla="*/ 4488872 h 9164851"/>
              <a:gd name="connsiteX470" fmla="*/ 0 w 582039"/>
              <a:gd name="connsiteY470" fmla="*/ 4496768 h 9164851"/>
              <a:gd name="connsiteX471" fmla="*/ 0 w 582039"/>
              <a:gd name="connsiteY471" fmla="*/ 4504173 h 9164851"/>
              <a:gd name="connsiteX472" fmla="*/ 0 w 582039"/>
              <a:gd name="connsiteY472" fmla="*/ 4514741 h 9164851"/>
              <a:gd name="connsiteX473" fmla="*/ 0 w 582039"/>
              <a:gd name="connsiteY473" fmla="*/ 4530114 h 9164851"/>
              <a:gd name="connsiteX474" fmla="*/ 0 w 582039"/>
              <a:gd name="connsiteY474" fmla="*/ 4538010 h 9164851"/>
              <a:gd name="connsiteX475" fmla="*/ 0 w 582039"/>
              <a:gd name="connsiteY475" fmla="*/ 4555983 h 9164851"/>
              <a:gd name="connsiteX476" fmla="*/ 0 w 582039"/>
              <a:gd name="connsiteY476" fmla="*/ 4571331 h 9164851"/>
              <a:gd name="connsiteX477" fmla="*/ 0 w 582039"/>
              <a:gd name="connsiteY477" fmla="*/ 4579229 h 9164851"/>
              <a:gd name="connsiteX478" fmla="*/ 0 w 582039"/>
              <a:gd name="connsiteY478" fmla="*/ 4597202 h 9164851"/>
              <a:gd name="connsiteX479" fmla="*/ 0 w 582039"/>
              <a:gd name="connsiteY479" fmla="*/ 4605169 h 9164851"/>
              <a:gd name="connsiteX480" fmla="*/ 0 w 582039"/>
              <a:gd name="connsiteY480" fmla="*/ 4612575 h 9164851"/>
              <a:gd name="connsiteX481" fmla="*/ 0 w 582039"/>
              <a:gd name="connsiteY481" fmla="*/ 4620471 h 9164851"/>
              <a:gd name="connsiteX482" fmla="*/ 0 w 582039"/>
              <a:gd name="connsiteY482" fmla="*/ 4623142 h 9164851"/>
              <a:gd name="connsiteX483" fmla="*/ 0 w 582039"/>
              <a:gd name="connsiteY483" fmla="*/ 4638444 h 9164851"/>
              <a:gd name="connsiteX484" fmla="*/ 0 w 582039"/>
              <a:gd name="connsiteY484" fmla="*/ 4646414 h 9164851"/>
              <a:gd name="connsiteX485" fmla="*/ 0 w 582039"/>
              <a:gd name="connsiteY485" fmla="*/ 4664387 h 9164851"/>
              <a:gd name="connsiteX486" fmla="*/ 0 w 582039"/>
              <a:gd name="connsiteY486" fmla="*/ 4723077 h 9164851"/>
              <a:gd name="connsiteX487" fmla="*/ 0 w 582039"/>
              <a:gd name="connsiteY487" fmla="*/ 4741051 h 9164851"/>
              <a:gd name="connsiteX488" fmla="*/ 0 w 582039"/>
              <a:gd name="connsiteY488" fmla="*/ 4749020 h 9164851"/>
              <a:gd name="connsiteX489" fmla="*/ 0 w 582039"/>
              <a:gd name="connsiteY489" fmla="*/ 4761379 h 9164851"/>
              <a:gd name="connsiteX490" fmla="*/ 0 w 582039"/>
              <a:gd name="connsiteY490" fmla="*/ 4764321 h 9164851"/>
              <a:gd name="connsiteX491" fmla="*/ 0 w 582039"/>
              <a:gd name="connsiteY491" fmla="*/ 4766993 h 9164851"/>
              <a:gd name="connsiteX492" fmla="*/ 0 w 582039"/>
              <a:gd name="connsiteY492" fmla="*/ 4782293 h 9164851"/>
              <a:gd name="connsiteX493" fmla="*/ 0 w 582039"/>
              <a:gd name="connsiteY493" fmla="*/ 4787322 h 9164851"/>
              <a:gd name="connsiteX494" fmla="*/ 0 w 582039"/>
              <a:gd name="connsiteY494" fmla="*/ 4790264 h 9164851"/>
              <a:gd name="connsiteX495" fmla="*/ 0 w 582039"/>
              <a:gd name="connsiteY495" fmla="*/ 4802623 h 9164851"/>
              <a:gd name="connsiteX496" fmla="*/ 0 w 582039"/>
              <a:gd name="connsiteY496" fmla="*/ 4808235 h 9164851"/>
              <a:gd name="connsiteX497" fmla="*/ 0 w 582039"/>
              <a:gd name="connsiteY497" fmla="*/ 4828564 h 9164851"/>
              <a:gd name="connsiteX498" fmla="*/ 0 w 582039"/>
              <a:gd name="connsiteY498" fmla="*/ 4831480 h 9164851"/>
              <a:gd name="connsiteX499" fmla="*/ 0 w 582039"/>
              <a:gd name="connsiteY499" fmla="*/ 4849451 h 9164851"/>
              <a:gd name="connsiteX500" fmla="*/ 0 w 582039"/>
              <a:gd name="connsiteY500" fmla="*/ 4857423 h 9164851"/>
              <a:gd name="connsiteX501" fmla="*/ 0 w 582039"/>
              <a:gd name="connsiteY501" fmla="*/ 4869781 h 9164851"/>
              <a:gd name="connsiteX502" fmla="*/ 0 w 582039"/>
              <a:gd name="connsiteY502" fmla="*/ 4872723 h 9164851"/>
              <a:gd name="connsiteX503" fmla="*/ 0 w 582039"/>
              <a:gd name="connsiteY503" fmla="*/ 4875394 h 9164851"/>
              <a:gd name="connsiteX504" fmla="*/ 0 w 582039"/>
              <a:gd name="connsiteY504" fmla="*/ 4890696 h 9164851"/>
              <a:gd name="connsiteX505" fmla="*/ 0 w 582039"/>
              <a:gd name="connsiteY505" fmla="*/ 4898665 h 9164851"/>
              <a:gd name="connsiteX506" fmla="*/ 0 w 582039"/>
              <a:gd name="connsiteY506" fmla="*/ 4911025 h 9164851"/>
              <a:gd name="connsiteX507" fmla="*/ 0 w 582039"/>
              <a:gd name="connsiteY507" fmla="*/ 4916636 h 9164851"/>
              <a:gd name="connsiteX508" fmla="*/ 0 w 582039"/>
              <a:gd name="connsiteY508" fmla="*/ 5021527 h 9164851"/>
              <a:gd name="connsiteX509" fmla="*/ 0 w 582039"/>
              <a:gd name="connsiteY509" fmla="*/ 5039501 h 9164851"/>
              <a:gd name="connsiteX510" fmla="*/ 0 w 582039"/>
              <a:gd name="connsiteY510" fmla="*/ 5047470 h 9164851"/>
              <a:gd name="connsiteX511" fmla="*/ 0 w 582039"/>
              <a:gd name="connsiteY511" fmla="*/ 5062771 h 9164851"/>
              <a:gd name="connsiteX512" fmla="*/ 0 w 582039"/>
              <a:gd name="connsiteY512" fmla="*/ 5065443 h 9164851"/>
              <a:gd name="connsiteX513" fmla="*/ 0 w 582039"/>
              <a:gd name="connsiteY513" fmla="*/ 5080743 h 9164851"/>
              <a:gd name="connsiteX514" fmla="*/ 0 w 582039"/>
              <a:gd name="connsiteY514" fmla="*/ 5088714 h 9164851"/>
              <a:gd name="connsiteX515" fmla="*/ 0 w 582039"/>
              <a:gd name="connsiteY515" fmla="*/ 5106685 h 9164851"/>
              <a:gd name="connsiteX516" fmla="*/ 0 w 582039"/>
              <a:gd name="connsiteY516" fmla="*/ 5129930 h 9164851"/>
              <a:gd name="connsiteX517" fmla="*/ 0 w 582039"/>
              <a:gd name="connsiteY517" fmla="*/ 5147901 h 9164851"/>
              <a:gd name="connsiteX518" fmla="*/ 0 w 582039"/>
              <a:gd name="connsiteY518" fmla="*/ 5155873 h 9164851"/>
              <a:gd name="connsiteX519" fmla="*/ 0 w 582039"/>
              <a:gd name="connsiteY519" fmla="*/ 5171173 h 9164851"/>
              <a:gd name="connsiteX520" fmla="*/ 0 w 582039"/>
              <a:gd name="connsiteY520" fmla="*/ 5173844 h 9164851"/>
              <a:gd name="connsiteX521" fmla="*/ 0 w 582039"/>
              <a:gd name="connsiteY521" fmla="*/ 5189146 h 9164851"/>
              <a:gd name="connsiteX522" fmla="*/ 0 w 582039"/>
              <a:gd name="connsiteY522" fmla="*/ 5197115 h 9164851"/>
              <a:gd name="connsiteX523" fmla="*/ 0 w 582039"/>
              <a:gd name="connsiteY523" fmla="*/ 5208704 h 9164851"/>
              <a:gd name="connsiteX524" fmla="*/ 0 w 582039"/>
              <a:gd name="connsiteY524" fmla="*/ 5215086 h 9164851"/>
              <a:gd name="connsiteX525" fmla="*/ 0 w 582039"/>
              <a:gd name="connsiteY525" fmla="*/ 5226677 h 9164851"/>
              <a:gd name="connsiteX526" fmla="*/ 0 w 582039"/>
              <a:gd name="connsiteY526" fmla="*/ 5234645 h 9164851"/>
              <a:gd name="connsiteX527" fmla="*/ 0 w 582039"/>
              <a:gd name="connsiteY527" fmla="*/ 5249948 h 9164851"/>
              <a:gd name="connsiteX528" fmla="*/ 0 w 582039"/>
              <a:gd name="connsiteY528" fmla="*/ 5252617 h 9164851"/>
              <a:gd name="connsiteX529" fmla="*/ 0 w 582039"/>
              <a:gd name="connsiteY529" fmla="*/ 5267919 h 9164851"/>
              <a:gd name="connsiteX530" fmla="*/ 0 w 582039"/>
              <a:gd name="connsiteY530" fmla="*/ 5275889 h 9164851"/>
              <a:gd name="connsiteX531" fmla="*/ 0 w 582039"/>
              <a:gd name="connsiteY531" fmla="*/ 5293862 h 9164851"/>
              <a:gd name="connsiteX532" fmla="*/ 0 w 582039"/>
              <a:gd name="connsiteY532" fmla="*/ 5317106 h 9164851"/>
              <a:gd name="connsiteX533" fmla="*/ 0 w 582039"/>
              <a:gd name="connsiteY533" fmla="*/ 5335078 h 9164851"/>
              <a:gd name="connsiteX534" fmla="*/ 0 w 582039"/>
              <a:gd name="connsiteY534" fmla="*/ 5343047 h 9164851"/>
              <a:gd name="connsiteX535" fmla="*/ 0 w 582039"/>
              <a:gd name="connsiteY535" fmla="*/ 5358350 h 9164851"/>
              <a:gd name="connsiteX536" fmla="*/ 0 w 582039"/>
              <a:gd name="connsiteY536" fmla="*/ 5361021 h 9164851"/>
              <a:gd name="connsiteX537" fmla="*/ 0 w 582039"/>
              <a:gd name="connsiteY537" fmla="*/ 5376320 h 9164851"/>
              <a:gd name="connsiteX538" fmla="*/ 0 w 582039"/>
              <a:gd name="connsiteY538" fmla="*/ 5384291 h 9164851"/>
              <a:gd name="connsiteX539" fmla="*/ 0 w 582039"/>
              <a:gd name="connsiteY539" fmla="*/ 5402263 h 9164851"/>
              <a:gd name="connsiteX540" fmla="*/ 0 w 582039"/>
              <a:gd name="connsiteY540" fmla="*/ 5507154 h 9164851"/>
              <a:gd name="connsiteX541" fmla="*/ 0 w 582039"/>
              <a:gd name="connsiteY541" fmla="*/ 5512767 h 9164851"/>
              <a:gd name="connsiteX542" fmla="*/ 0 w 582039"/>
              <a:gd name="connsiteY542" fmla="*/ 5525127 h 9164851"/>
              <a:gd name="connsiteX543" fmla="*/ 0 w 582039"/>
              <a:gd name="connsiteY543" fmla="*/ 5533095 h 9164851"/>
              <a:gd name="connsiteX544" fmla="*/ 0 w 582039"/>
              <a:gd name="connsiteY544" fmla="*/ 5548398 h 9164851"/>
              <a:gd name="connsiteX545" fmla="*/ 0 w 582039"/>
              <a:gd name="connsiteY545" fmla="*/ 5551067 h 9164851"/>
              <a:gd name="connsiteX546" fmla="*/ 0 w 582039"/>
              <a:gd name="connsiteY546" fmla="*/ 5554009 h 9164851"/>
              <a:gd name="connsiteX547" fmla="*/ 0 w 582039"/>
              <a:gd name="connsiteY547" fmla="*/ 5566369 h 9164851"/>
              <a:gd name="connsiteX548" fmla="*/ 0 w 582039"/>
              <a:gd name="connsiteY548" fmla="*/ 5574339 h 9164851"/>
              <a:gd name="connsiteX549" fmla="*/ 0 w 582039"/>
              <a:gd name="connsiteY549" fmla="*/ 5592312 h 9164851"/>
              <a:gd name="connsiteX550" fmla="*/ 0 w 582039"/>
              <a:gd name="connsiteY550" fmla="*/ 5595228 h 9164851"/>
              <a:gd name="connsiteX551" fmla="*/ 0 w 582039"/>
              <a:gd name="connsiteY551" fmla="*/ 5615556 h 9164851"/>
              <a:gd name="connsiteX552" fmla="*/ 0 w 582039"/>
              <a:gd name="connsiteY552" fmla="*/ 5621168 h 9164851"/>
              <a:gd name="connsiteX553" fmla="*/ 0 w 582039"/>
              <a:gd name="connsiteY553" fmla="*/ 5633528 h 9164851"/>
              <a:gd name="connsiteX554" fmla="*/ 0 w 582039"/>
              <a:gd name="connsiteY554" fmla="*/ 5636470 h 9164851"/>
              <a:gd name="connsiteX555" fmla="*/ 0 w 582039"/>
              <a:gd name="connsiteY555" fmla="*/ 5641497 h 9164851"/>
              <a:gd name="connsiteX556" fmla="*/ 0 w 582039"/>
              <a:gd name="connsiteY556" fmla="*/ 5656800 h 9164851"/>
              <a:gd name="connsiteX557" fmla="*/ 0 w 582039"/>
              <a:gd name="connsiteY557" fmla="*/ 5659471 h 9164851"/>
              <a:gd name="connsiteX558" fmla="*/ 0 w 582039"/>
              <a:gd name="connsiteY558" fmla="*/ 5662413 h 9164851"/>
              <a:gd name="connsiteX559" fmla="*/ 0 w 582039"/>
              <a:gd name="connsiteY559" fmla="*/ 5674770 h 9164851"/>
              <a:gd name="connsiteX560" fmla="*/ 0 w 582039"/>
              <a:gd name="connsiteY560" fmla="*/ 5681338 h 9164851"/>
              <a:gd name="connsiteX561" fmla="*/ 0 w 582039"/>
              <a:gd name="connsiteY561" fmla="*/ 5682741 h 9164851"/>
              <a:gd name="connsiteX562" fmla="*/ 0 w 582039"/>
              <a:gd name="connsiteY562" fmla="*/ 5693041 h 9164851"/>
              <a:gd name="connsiteX563" fmla="*/ 0 w 582039"/>
              <a:gd name="connsiteY563" fmla="*/ 5700713 h 9164851"/>
              <a:gd name="connsiteX564" fmla="*/ 0 w 582039"/>
              <a:gd name="connsiteY564" fmla="*/ 5777378 h 9164851"/>
              <a:gd name="connsiteX565" fmla="*/ 0 w 582039"/>
              <a:gd name="connsiteY565" fmla="*/ 5803321 h 9164851"/>
              <a:gd name="connsiteX566" fmla="*/ 0 w 582039"/>
              <a:gd name="connsiteY566" fmla="*/ 5811217 h 9164851"/>
              <a:gd name="connsiteX567" fmla="*/ 0 w 582039"/>
              <a:gd name="connsiteY567" fmla="*/ 5818622 h 9164851"/>
              <a:gd name="connsiteX568" fmla="*/ 0 w 582039"/>
              <a:gd name="connsiteY568" fmla="*/ 5844563 h 9164851"/>
              <a:gd name="connsiteX569" fmla="*/ 0 w 582039"/>
              <a:gd name="connsiteY569" fmla="*/ 5852459 h 9164851"/>
              <a:gd name="connsiteX570" fmla="*/ 0 w 582039"/>
              <a:gd name="connsiteY570" fmla="*/ 5885780 h 9164851"/>
              <a:gd name="connsiteX571" fmla="*/ 0 w 582039"/>
              <a:gd name="connsiteY571" fmla="*/ 5893678 h 9164851"/>
              <a:gd name="connsiteX572" fmla="*/ 0 w 582039"/>
              <a:gd name="connsiteY572" fmla="*/ 5919618 h 9164851"/>
              <a:gd name="connsiteX573" fmla="*/ 0 w 582039"/>
              <a:gd name="connsiteY573" fmla="*/ 5927024 h 9164851"/>
              <a:gd name="connsiteX574" fmla="*/ 0 w 582039"/>
              <a:gd name="connsiteY574" fmla="*/ 5934920 h 9164851"/>
              <a:gd name="connsiteX575" fmla="*/ 0 w 582039"/>
              <a:gd name="connsiteY575" fmla="*/ 5960863 h 9164851"/>
              <a:gd name="connsiteX576" fmla="*/ 0 w 582039"/>
              <a:gd name="connsiteY576" fmla="*/ 5979788 h 9164851"/>
              <a:gd name="connsiteX577" fmla="*/ 0 w 582039"/>
              <a:gd name="connsiteY577" fmla="*/ 5991491 h 9164851"/>
              <a:gd name="connsiteX578" fmla="*/ 0 w 582039"/>
              <a:gd name="connsiteY578" fmla="*/ 6037526 h 9164851"/>
              <a:gd name="connsiteX579" fmla="*/ 0 w 582039"/>
              <a:gd name="connsiteY579" fmla="*/ 6063469 h 9164851"/>
              <a:gd name="connsiteX580" fmla="*/ 0 w 582039"/>
              <a:gd name="connsiteY580" fmla="*/ 6075828 h 9164851"/>
              <a:gd name="connsiteX581" fmla="*/ 0 w 582039"/>
              <a:gd name="connsiteY581" fmla="*/ 6078770 h 9164851"/>
              <a:gd name="connsiteX582" fmla="*/ 0 w 582039"/>
              <a:gd name="connsiteY582" fmla="*/ 6101771 h 9164851"/>
              <a:gd name="connsiteX583" fmla="*/ 0 w 582039"/>
              <a:gd name="connsiteY583" fmla="*/ 6104713 h 9164851"/>
              <a:gd name="connsiteX584" fmla="*/ 0 w 582039"/>
              <a:gd name="connsiteY584" fmla="*/ 6117072 h 9164851"/>
              <a:gd name="connsiteX585" fmla="*/ 0 w 582039"/>
              <a:gd name="connsiteY585" fmla="*/ 6143013 h 9164851"/>
              <a:gd name="connsiteX586" fmla="*/ 0 w 582039"/>
              <a:gd name="connsiteY586" fmla="*/ 6145929 h 9164851"/>
              <a:gd name="connsiteX587" fmla="*/ 0 w 582039"/>
              <a:gd name="connsiteY587" fmla="*/ 6171872 h 9164851"/>
              <a:gd name="connsiteX588" fmla="*/ 0 w 582039"/>
              <a:gd name="connsiteY588" fmla="*/ 6184230 h 9164851"/>
              <a:gd name="connsiteX589" fmla="*/ 0 w 582039"/>
              <a:gd name="connsiteY589" fmla="*/ 6187172 h 9164851"/>
              <a:gd name="connsiteX590" fmla="*/ 0 w 582039"/>
              <a:gd name="connsiteY590" fmla="*/ 6213114 h 9164851"/>
              <a:gd name="connsiteX591" fmla="*/ 0 w 582039"/>
              <a:gd name="connsiteY591" fmla="*/ 6225474 h 9164851"/>
              <a:gd name="connsiteX592" fmla="*/ 0 w 582039"/>
              <a:gd name="connsiteY592" fmla="*/ 6335976 h 9164851"/>
              <a:gd name="connsiteX593" fmla="*/ 0 w 582039"/>
              <a:gd name="connsiteY593" fmla="*/ 6361919 h 9164851"/>
              <a:gd name="connsiteX594" fmla="*/ 0 w 582039"/>
              <a:gd name="connsiteY594" fmla="*/ 6377220 h 9164851"/>
              <a:gd name="connsiteX595" fmla="*/ 0 w 582039"/>
              <a:gd name="connsiteY595" fmla="*/ 6403163 h 9164851"/>
              <a:gd name="connsiteX596" fmla="*/ 0 w 582039"/>
              <a:gd name="connsiteY596" fmla="*/ 6444379 h 9164851"/>
              <a:gd name="connsiteX597" fmla="*/ 0 w 582039"/>
              <a:gd name="connsiteY597" fmla="*/ 6470322 h 9164851"/>
              <a:gd name="connsiteX598" fmla="*/ 0 w 582039"/>
              <a:gd name="connsiteY598" fmla="*/ 6485622 h 9164851"/>
              <a:gd name="connsiteX599" fmla="*/ 0 w 582039"/>
              <a:gd name="connsiteY599" fmla="*/ 6511564 h 9164851"/>
              <a:gd name="connsiteX600" fmla="*/ 0 w 582039"/>
              <a:gd name="connsiteY600" fmla="*/ 6523153 h 9164851"/>
              <a:gd name="connsiteX601" fmla="*/ 0 w 582039"/>
              <a:gd name="connsiteY601" fmla="*/ 6549094 h 9164851"/>
              <a:gd name="connsiteX602" fmla="*/ 0 w 582039"/>
              <a:gd name="connsiteY602" fmla="*/ 6564397 h 9164851"/>
              <a:gd name="connsiteX603" fmla="*/ 0 w 582039"/>
              <a:gd name="connsiteY603" fmla="*/ 6590338 h 9164851"/>
              <a:gd name="connsiteX604" fmla="*/ 0 w 582039"/>
              <a:gd name="connsiteY604" fmla="*/ 6631555 h 9164851"/>
              <a:gd name="connsiteX605" fmla="*/ 0 w 582039"/>
              <a:gd name="connsiteY605" fmla="*/ 6657496 h 9164851"/>
              <a:gd name="connsiteX606" fmla="*/ 0 w 582039"/>
              <a:gd name="connsiteY606" fmla="*/ 6672799 h 9164851"/>
              <a:gd name="connsiteX607" fmla="*/ 0 w 582039"/>
              <a:gd name="connsiteY607" fmla="*/ 6698740 h 9164851"/>
              <a:gd name="connsiteX608" fmla="*/ 0 w 582039"/>
              <a:gd name="connsiteY608" fmla="*/ 6821603 h 9164851"/>
              <a:gd name="connsiteX609" fmla="*/ 0 w 582039"/>
              <a:gd name="connsiteY609" fmla="*/ 6847544 h 9164851"/>
              <a:gd name="connsiteX610" fmla="*/ 0 w 582039"/>
              <a:gd name="connsiteY610" fmla="*/ 6862847 h 9164851"/>
              <a:gd name="connsiteX611" fmla="*/ 0 w 582039"/>
              <a:gd name="connsiteY611" fmla="*/ 6888788 h 9164851"/>
              <a:gd name="connsiteX612" fmla="*/ 0 w 582039"/>
              <a:gd name="connsiteY612" fmla="*/ 6930005 h 9164851"/>
              <a:gd name="connsiteX613" fmla="*/ 0 w 582039"/>
              <a:gd name="connsiteY613" fmla="*/ 6955946 h 9164851"/>
              <a:gd name="connsiteX614" fmla="*/ 0 w 582039"/>
              <a:gd name="connsiteY614" fmla="*/ 6959492 h 9164851"/>
              <a:gd name="connsiteX615" fmla="*/ 0 w 582039"/>
              <a:gd name="connsiteY615" fmla="*/ 6971249 h 9164851"/>
              <a:gd name="connsiteX616" fmla="*/ 0 w 582039"/>
              <a:gd name="connsiteY616" fmla="*/ 6995787 h 9164851"/>
              <a:gd name="connsiteX617" fmla="*/ 0 w 582039"/>
              <a:gd name="connsiteY617" fmla="*/ 6997190 h 9164851"/>
              <a:gd name="connsiteX618" fmla="*/ 0 w 582039"/>
              <a:gd name="connsiteY618" fmla="*/ 7000734 h 9164851"/>
              <a:gd name="connsiteX619" fmla="*/ 0 w 582039"/>
              <a:gd name="connsiteY619" fmla="*/ 7007490 h 9164851"/>
              <a:gd name="connsiteX620" fmla="*/ 0 w 582039"/>
              <a:gd name="connsiteY620" fmla="*/ 7041953 h 9164851"/>
              <a:gd name="connsiteX621" fmla="*/ 0 w 582039"/>
              <a:gd name="connsiteY621" fmla="*/ 7067893 h 9164851"/>
              <a:gd name="connsiteX622" fmla="*/ 0 w 582039"/>
              <a:gd name="connsiteY622" fmla="*/ 7083195 h 9164851"/>
              <a:gd name="connsiteX623" fmla="*/ 0 w 582039"/>
              <a:gd name="connsiteY623" fmla="*/ 7109138 h 9164851"/>
              <a:gd name="connsiteX624" fmla="*/ 0 w 582039"/>
              <a:gd name="connsiteY624" fmla="*/ 7257942 h 9164851"/>
              <a:gd name="connsiteX625" fmla="*/ 0 w 582039"/>
              <a:gd name="connsiteY625" fmla="*/ 7294237 h 9164851"/>
              <a:gd name="connsiteX626" fmla="*/ 0 w 582039"/>
              <a:gd name="connsiteY626" fmla="*/ 7299184 h 9164851"/>
              <a:gd name="connsiteX627" fmla="*/ 0 w 582039"/>
              <a:gd name="connsiteY627" fmla="*/ 7305940 h 9164851"/>
              <a:gd name="connsiteX628" fmla="*/ 0 w 582039"/>
              <a:gd name="connsiteY628" fmla="*/ 7340403 h 9164851"/>
              <a:gd name="connsiteX629" fmla="*/ 0 w 582039"/>
              <a:gd name="connsiteY629" fmla="*/ 7366343 h 9164851"/>
              <a:gd name="connsiteX630" fmla="*/ 0 w 582039"/>
              <a:gd name="connsiteY630" fmla="*/ 7381645 h 9164851"/>
              <a:gd name="connsiteX631" fmla="*/ 0 w 582039"/>
              <a:gd name="connsiteY631" fmla="*/ 7407588 h 9164851"/>
              <a:gd name="connsiteX632" fmla="*/ 0 w 582039"/>
              <a:gd name="connsiteY632" fmla="*/ 7484252 h 9164851"/>
              <a:gd name="connsiteX633" fmla="*/ 0 w 582039"/>
              <a:gd name="connsiteY633" fmla="*/ 7510194 h 9164851"/>
              <a:gd name="connsiteX634" fmla="*/ 0 w 582039"/>
              <a:gd name="connsiteY634" fmla="*/ 7525494 h 9164851"/>
              <a:gd name="connsiteX635" fmla="*/ 0 w 582039"/>
              <a:gd name="connsiteY635" fmla="*/ 7551436 h 9164851"/>
              <a:gd name="connsiteX636" fmla="*/ 0 w 582039"/>
              <a:gd name="connsiteY636" fmla="*/ 7592652 h 9164851"/>
              <a:gd name="connsiteX637" fmla="*/ 0 w 582039"/>
              <a:gd name="connsiteY637" fmla="*/ 7618595 h 9164851"/>
              <a:gd name="connsiteX638" fmla="*/ 0 w 582039"/>
              <a:gd name="connsiteY638" fmla="*/ 7633897 h 9164851"/>
              <a:gd name="connsiteX639" fmla="*/ 0 w 582039"/>
              <a:gd name="connsiteY639" fmla="*/ 7659837 h 9164851"/>
              <a:gd name="connsiteX640" fmla="*/ 0 w 582039"/>
              <a:gd name="connsiteY640" fmla="*/ 7782702 h 9164851"/>
              <a:gd name="connsiteX641" fmla="*/ 0 w 582039"/>
              <a:gd name="connsiteY641" fmla="*/ 7808644 h 9164851"/>
              <a:gd name="connsiteX642" fmla="*/ 0 w 582039"/>
              <a:gd name="connsiteY642" fmla="*/ 7823944 h 9164851"/>
              <a:gd name="connsiteX643" fmla="*/ 0 w 582039"/>
              <a:gd name="connsiteY643" fmla="*/ 7849886 h 9164851"/>
              <a:gd name="connsiteX644" fmla="*/ 0 w 582039"/>
              <a:gd name="connsiteY644" fmla="*/ 7891102 h 9164851"/>
              <a:gd name="connsiteX645" fmla="*/ 0 w 582039"/>
              <a:gd name="connsiteY645" fmla="*/ 7917045 h 9164851"/>
              <a:gd name="connsiteX646" fmla="*/ 0 w 582039"/>
              <a:gd name="connsiteY646" fmla="*/ 7932347 h 9164851"/>
              <a:gd name="connsiteX647" fmla="*/ 0 w 582039"/>
              <a:gd name="connsiteY647" fmla="*/ 7958287 h 9164851"/>
              <a:gd name="connsiteX648" fmla="*/ 0 w 582039"/>
              <a:gd name="connsiteY648" fmla="*/ 7969878 h 9164851"/>
              <a:gd name="connsiteX649" fmla="*/ 0 w 582039"/>
              <a:gd name="connsiteY649" fmla="*/ 7995818 h 9164851"/>
              <a:gd name="connsiteX650" fmla="*/ 0 w 582039"/>
              <a:gd name="connsiteY650" fmla="*/ 8011120 h 9164851"/>
              <a:gd name="connsiteX651" fmla="*/ 0 w 582039"/>
              <a:gd name="connsiteY651" fmla="*/ 8037063 h 9164851"/>
              <a:gd name="connsiteX652" fmla="*/ 0 w 582039"/>
              <a:gd name="connsiteY652" fmla="*/ 8078279 h 9164851"/>
              <a:gd name="connsiteX653" fmla="*/ 0 w 582039"/>
              <a:gd name="connsiteY653" fmla="*/ 8104222 h 9164851"/>
              <a:gd name="connsiteX654" fmla="*/ 0 w 582039"/>
              <a:gd name="connsiteY654" fmla="*/ 8119521 h 9164851"/>
              <a:gd name="connsiteX655" fmla="*/ 0 w 582039"/>
              <a:gd name="connsiteY655" fmla="*/ 8145464 h 9164851"/>
              <a:gd name="connsiteX656" fmla="*/ 0 w 582039"/>
              <a:gd name="connsiteY656" fmla="*/ 8255968 h 9164851"/>
              <a:gd name="connsiteX657" fmla="*/ 0 w 582039"/>
              <a:gd name="connsiteY657" fmla="*/ 8268328 h 9164851"/>
              <a:gd name="connsiteX658" fmla="*/ 0 w 582039"/>
              <a:gd name="connsiteY658" fmla="*/ 8294268 h 9164851"/>
              <a:gd name="connsiteX659" fmla="*/ 0 w 582039"/>
              <a:gd name="connsiteY659" fmla="*/ 8297210 h 9164851"/>
              <a:gd name="connsiteX660" fmla="*/ 0 w 582039"/>
              <a:gd name="connsiteY660" fmla="*/ 8309570 h 9164851"/>
              <a:gd name="connsiteX661" fmla="*/ 0 w 582039"/>
              <a:gd name="connsiteY661" fmla="*/ 8335513 h 9164851"/>
              <a:gd name="connsiteX662" fmla="*/ 0 w 582039"/>
              <a:gd name="connsiteY662" fmla="*/ 8338429 h 9164851"/>
              <a:gd name="connsiteX663" fmla="*/ 0 w 582039"/>
              <a:gd name="connsiteY663" fmla="*/ 8364369 h 9164851"/>
              <a:gd name="connsiteX664" fmla="*/ 0 w 582039"/>
              <a:gd name="connsiteY664" fmla="*/ 8376729 h 9164851"/>
              <a:gd name="connsiteX665" fmla="*/ 0 w 582039"/>
              <a:gd name="connsiteY665" fmla="*/ 8379671 h 9164851"/>
              <a:gd name="connsiteX666" fmla="*/ 0 w 582039"/>
              <a:gd name="connsiteY666" fmla="*/ 8402672 h 9164851"/>
              <a:gd name="connsiteX667" fmla="*/ 0 w 582039"/>
              <a:gd name="connsiteY667" fmla="*/ 8405614 h 9164851"/>
              <a:gd name="connsiteX668" fmla="*/ 0 w 582039"/>
              <a:gd name="connsiteY668" fmla="*/ 8417971 h 9164851"/>
              <a:gd name="connsiteX669" fmla="*/ 0 w 582039"/>
              <a:gd name="connsiteY669" fmla="*/ 8443914 h 9164851"/>
              <a:gd name="connsiteX670" fmla="*/ 0 w 582039"/>
              <a:gd name="connsiteY670" fmla="*/ 8520579 h 9164851"/>
              <a:gd name="connsiteX671" fmla="*/ 0 w 582039"/>
              <a:gd name="connsiteY671" fmla="*/ 8546522 h 9164851"/>
              <a:gd name="connsiteX672" fmla="*/ 0 w 582039"/>
              <a:gd name="connsiteY672" fmla="*/ 8554418 h 9164851"/>
              <a:gd name="connsiteX673" fmla="*/ 0 w 582039"/>
              <a:gd name="connsiteY673" fmla="*/ 8561823 h 9164851"/>
              <a:gd name="connsiteX674" fmla="*/ 0 w 582039"/>
              <a:gd name="connsiteY674" fmla="*/ 8587764 h 9164851"/>
              <a:gd name="connsiteX675" fmla="*/ 0 w 582039"/>
              <a:gd name="connsiteY675" fmla="*/ 8595660 h 9164851"/>
              <a:gd name="connsiteX676" fmla="*/ 0 w 582039"/>
              <a:gd name="connsiteY676" fmla="*/ 8628981 h 9164851"/>
              <a:gd name="connsiteX677" fmla="*/ 0 w 582039"/>
              <a:gd name="connsiteY677" fmla="*/ 8636879 h 9164851"/>
              <a:gd name="connsiteX678" fmla="*/ 0 w 582039"/>
              <a:gd name="connsiteY678" fmla="*/ 8662819 h 9164851"/>
              <a:gd name="connsiteX679" fmla="*/ 0 w 582039"/>
              <a:gd name="connsiteY679" fmla="*/ 8670225 h 9164851"/>
              <a:gd name="connsiteX680" fmla="*/ 0 w 582039"/>
              <a:gd name="connsiteY680" fmla="*/ 8678121 h 9164851"/>
              <a:gd name="connsiteX681" fmla="*/ 0 w 582039"/>
              <a:gd name="connsiteY681" fmla="*/ 8704064 h 9164851"/>
              <a:gd name="connsiteX682" fmla="*/ 0 w 582039"/>
              <a:gd name="connsiteY682" fmla="*/ 8780727 h 9164851"/>
              <a:gd name="connsiteX683" fmla="*/ 0 w 582039"/>
              <a:gd name="connsiteY683" fmla="*/ 8806670 h 9164851"/>
              <a:gd name="connsiteX684" fmla="*/ 0 w 582039"/>
              <a:gd name="connsiteY684" fmla="*/ 8819029 h 9164851"/>
              <a:gd name="connsiteX685" fmla="*/ 0 w 582039"/>
              <a:gd name="connsiteY685" fmla="*/ 8821971 h 9164851"/>
              <a:gd name="connsiteX686" fmla="*/ 0 w 582039"/>
              <a:gd name="connsiteY686" fmla="*/ 8844972 h 9164851"/>
              <a:gd name="connsiteX687" fmla="*/ 0 w 582039"/>
              <a:gd name="connsiteY687" fmla="*/ 8847914 h 9164851"/>
              <a:gd name="connsiteX688" fmla="*/ 0 w 582039"/>
              <a:gd name="connsiteY688" fmla="*/ 8860273 h 9164851"/>
              <a:gd name="connsiteX689" fmla="*/ 0 w 582039"/>
              <a:gd name="connsiteY689" fmla="*/ 8886214 h 9164851"/>
              <a:gd name="connsiteX690" fmla="*/ 0 w 582039"/>
              <a:gd name="connsiteY690" fmla="*/ 8889130 h 9164851"/>
              <a:gd name="connsiteX691" fmla="*/ 0 w 582039"/>
              <a:gd name="connsiteY691" fmla="*/ 8915073 h 9164851"/>
              <a:gd name="connsiteX692" fmla="*/ 0 w 582039"/>
              <a:gd name="connsiteY692" fmla="*/ 8927431 h 9164851"/>
              <a:gd name="connsiteX693" fmla="*/ 0 w 582039"/>
              <a:gd name="connsiteY693" fmla="*/ 8930373 h 9164851"/>
              <a:gd name="connsiteX694" fmla="*/ 0 w 582039"/>
              <a:gd name="connsiteY694" fmla="*/ 8956315 h 9164851"/>
              <a:gd name="connsiteX695" fmla="*/ 0 w 582039"/>
              <a:gd name="connsiteY695" fmla="*/ 8968675 h 9164851"/>
              <a:gd name="connsiteX696" fmla="*/ 0 w 582039"/>
              <a:gd name="connsiteY696" fmla="*/ 9079177 h 9164851"/>
              <a:gd name="connsiteX697" fmla="*/ 0 w 582039"/>
              <a:gd name="connsiteY697" fmla="*/ 9105120 h 9164851"/>
              <a:gd name="connsiteX698" fmla="*/ 0 w 582039"/>
              <a:gd name="connsiteY698" fmla="*/ 9120421 h 9164851"/>
              <a:gd name="connsiteX699" fmla="*/ 0 w 582039"/>
              <a:gd name="connsiteY699" fmla="*/ 9146364 h 9164851"/>
              <a:gd name="connsiteX700" fmla="*/ 0 w 582039"/>
              <a:gd name="connsiteY700" fmla="*/ 9164851 h 9164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Lst>
            <a:rect l="l" t="t" r="r" b="b"/>
            <a:pathLst>
              <a:path w="582039" h="9164851">
                <a:moveTo>
                  <a:pt x="582039" y="9006210"/>
                </a:moveTo>
                <a:lnTo>
                  <a:pt x="582039" y="8987721"/>
                </a:lnTo>
                <a:lnTo>
                  <a:pt x="582039" y="8968675"/>
                </a:lnTo>
                <a:lnTo>
                  <a:pt x="582039" y="8961778"/>
                </a:lnTo>
                <a:lnTo>
                  <a:pt x="582039" y="8946478"/>
                </a:lnTo>
                <a:lnTo>
                  <a:pt x="582039" y="8927431"/>
                </a:lnTo>
                <a:lnTo>
                  <a:pt x="582039" y="8920536"/>
                </a:lnTo>
                <a:lnTo>
                  <a:pt x="582039" y="8886214"/>
                </a:lnTo>
                <a:lnTo>
                  <a:pt x="582039" y="8860272"/>
                </a:lnTo>
                <a:lnTo>
                  <a:pt x="582039" y="8844972"/>
                </a:lnTo>
                <a:lnTo>
                  <a:pt x="582039" y="8819029"/>
                </a:lnTo>
                <a:lnTo>
                  <a:pt x="582039" y="8797673"/>
                </a:lnTo>
                <a:lnTo>
                  <a:pt x="582039" y="8771731"/>
                </a:lnTo>
                <a:lnTo>
                  <a:pt x="582039" y="8756430"/>
                </a:lnTo>
                <a:lnTo>
                  <a:pt x="582039" y="8730488"/>
                </a:lnTo>
                <a:lnTo>
                  <a:pt x="582039" y="8689271"/>
                </a:lnTo>
                <a:lnTo>
                  <a:pt x="582039" y="8670225"/>
                </a:lnTo>
                <a:lnTo>
                  <a:pt x="582039" y="8663328"/>
                </a:lnTo>
                <a:lnTo>
                  <a:pt x="582039" y="8648028"/>
                </a:lnTo>
                <a:lnTo>
                  <a:pt x="582039" y="8628981"/>
                </a:lnTo>
                <a:lnTo>
                  <a:pt x="582039" y="8622086"/>
                </a:lnTo>
                <a:lnTo>
                  <a:pt x="582039" y="8587764"/>
                </a:lnTo>
                <a:lnTo>
                  <a:pt x="582039" y="8561822"/>
                </a:lnTo>
                <a:lnTo>
                  <a:pt x="582039" y="8546522"/>
                </a:lnTo>
                <a:lnTo>
                  <a:pt x="582039" y="8520579"/>
                </a:lnTo>
                <a:lnTo>
                  <a:pt x="582038" y="8246970"/>
                </a:lnTo>
                <a:lnTo>
                  <a:pt x="582038" y="8221030"/>
                </a:lnTo>
                <a:lnTo>
                  <a:pt x="582038" y="8205728"/>
                </a:lnTo>
                <a:lnTo>
                  <a:pt x="582038" y="8179785"/>
                </a:lnTo>
                <a:lnTo>
                  <a:pt x="582038" y="8145464"/>
                </a:lnTo>
                <a:lnTo>
                  <a:pt x="582038" y="8138569"/>
                </a:lnTo>
                <a:lnTo>
                  <a:pt x="582038" y="8119521"/>
                </a:lnTo>
                <a:lnTo>
                  <a:pt x="582038" y="8104222"/>
                </a:lnTo>
                <a:lnTo>
                  <a:pt x="582038" y="8097327"/>
                </a:lnTo>
                <a:lnTo>
                  <a:pt x="582038" y="8078279"/>
                </a:lnTo>
                <a:lnTo>
                  <a:pt x="582038" y="8037063"/>
                </a:lnTo>
                <a:lnTo>
                  <a:pt x="582038" y="8011120"/>
                </a:lnTo>
                <a:lnTo>
                  <a:pt x="582038" y="7995818"/>
                </a:lnTo>
                <a:lnTo>
                  <a:pt x="582038" y="7969878"/>
                </a:lnTo>
                <a:lnTo>
                  <a:pt x="582038" y="7799646"/>
                </a:lnTo>
                <a:lnTo>
                  <a:pt x="582038" y="7773703"/>
                </a:lnTo>
                <a:lnTo>
                  <a:pt x="582038" y="7758404"/>
                </a:lnTo>
                <a:lnTo>
                  <a:pt x="582038" y="7732461"/>
                </a:lnTo>
                <a:lnTo>
                  <a:pt x="582038" y="7691245"/>
                </a:lnTo>
                <a:lnTo>
                  <a:pt x="582038" y="7665303"/>
                </a:lnTo>
                <a:lnTo>
                  <a:pt x="582038" y="7650000"/>
                </a:lnTo>
                <a:lnTo>
                  <a:pt x="582038" y="7624057"/>
                </a:lnTo>
                <a:lnTo>
                  <a:pt x="582038" y="7501196"/>
                </a:lnTo>
                <a:lnTo>
                  <a:pt x="582038" y="7475253"/>
                </a:lnTo>
                <a:lnTo>
                  <a:pt x="582038" y="7459954"/>
                </a:lnTo>
                <a:lnTo>
                  <a:pt x="582038" y="7434011"/>
                </a:lnTo>
                <a:lnTo>
                  <a:pt x="582038" y="7392795"/>
                </a:lnTo>
                <a:lnTo>
                  <a:pt x="582038" y="7366853"/>
                </a:lnTo>
                <a:lnTo>
                  <a:pt x="582038" y="7351550"/>
                </a:lnTo>
                <a:lnTo>
                  <a:pt x="582038" y="7325607"/>
                </a:lnTo>
                <a:lnTo>
                  <a:pt x="582038" y="7305940"/>
                </a:lnTo>
                <a:lnTo>
                  <a:pt x="582039" y="7305940"/>
                </a:lnTo>
                <a:lnTo>
                  <a:pt x="582039" y="7285241"/>
                </a:lnTo>
                <a:lnTo>
                  <a:pt x="582039" y="7259298"/>
                </a:lnTo>
                <a:lnTo>
                  <a:pt x="582039" y="7243997"/>
                </a:lnTo>
                <a:lnTo>
                  <a:pt x="582039" y="7218056"/>
                </a:lnTo>
                <a:lnTo>
                  <a:pt x="582039" y="7176839"/>
                </a:lnTo>
                <a:lnTo>
                  <a:pt x="582039" y="7135595"/>
                </a:lnTo>
                <a:lnTo>
                  <a:pt x="582039" y="7007490"/>
                </a:lnTo>
                <a:lnTo>
                  <a:pt x="582039" y="6997190"/>
                </a:lnTo>
                <a:lnTo>
                  <a:pt x="582039" y="6986791"/>
                </a:lnTo>
                <a:lnTo>
                  <a:pt x="582039" y="6971249"/>
                </a:lnTo>
                <a:lnTo>
                  <a:pt x="582039" y="6960848"/>
                </a:lnTo>
                <a:lnTo>
                  <a:pt x="582039" y="6955946"/>
                </a:lnTo>
                <a:lnTo>
                  <a:pt x="582039" y="6945547"/>
                </a:lnTo>
                <a:lnTo>
                  <a:pt x="582039" y="6930005"/>
                </a:lnTo>
                <a:lnTo>
                  <a:pt x="582039" y="6919606"/>
                </a:lnTo>
                <a:lnTo>
                  <a:pt x="582039" y="6888788"/>
                </a:lnTo>
                <a:lnTo>
                  <a:pt x="582039" y="6878389"/>
                </a:lnTo>
                <a:lnTo>
                  <a:pt x="582039" y="6862847"/>
                </a:lnTo>
                <a:lnTo>
                  <a:pt x="582039" y="6847544"/>
                </a:lnTo>
                <a:lnTo>
                  <a:pt x="582039" y="6837145"/>
                </a:lnTo>
                <a:lnTo>
                  <a:pt x="582039" y="6821603"/>
                </a:lnTo>
                <a:lnTo>
                  <a:pt x="582039" y="6698740"/>
                </a:lnTo>
                <a:lnTo>
                  <a:pt x="582039" y="6672799"/>
                </a:lnTo>
                <a:lnTo>
                  <a:pt x="582039" y="6657496"/>
                </a:lnTo>
                <a:lnTo>
                  <a:pt x="582039" y="6631555"/>
                </a:lnTo>
                <a:lnTo>
                  <a:pt x="582039" y="6590338"/>
                </a:lnTo>
                <a:lnTo>
                  <a:pt x="582039" y="6564397"/>
                </a:lnTo>
                <a:lnTo>
                  <a:pt x="582039" y="6549094"/>
                </a:lnTo>
                <a:lnTo>
                  <a:pt x="582039" y="6523153"/>
                </a:lnTo>
                <a:lnTo>
                  <a:pt x="582039" y="6352922"/>
                </a:lnTo>
                <a:lnTo>
                  <a:pt x="582039" y="6326980"/>
                </a:lnTo>
                <a:lnTo>
                  <a:pt x="582039" y="6311679"/>
                </a:lnTo>
                <a:lnTo>
                  <a:pt x="582039" y="6285737"/>
                </a:lnTo>
                <a:lnTo>
                  <a:pt x="582039" y="6244520"/>
                </a:lnTo>
                <a:lnTo>
                  <a:pt x="582039" y="6225474"/>
                </a:lnTo>
                <a:lnTo>
                  <a:pt x="582039" y="6218577"/>
                </a:lnTo>
                <a:lnTo>
                  <a:pt x="582039" y="6203277"/>
                </a:lnTo>
                <a:lnTo>
                  <a:pt x="582039" y="6184230"/>
                </a:lnTo>
                <a:lnTo>
                  <a:pt x="582039" y="6177335"/>
                </a:lnTo>
                <a:lnTo>
                  <a:pt x="582039" y="6143013"/>
                </a:lnTo>
                <a:lnTo>
                  <a:pt x="582039" y="6117071"/>
                </a:lnTo>
                <a:lnTo>
                  <a:pt x="582039" y="6101771"/>
                </a:lnTo>
                <a:lnTo>
                  <a:pt x="582039" y="6075828"/>
                </a:lnTo>
                <a:lnTo>
                  <a:pt x="582039" y="6054472"/>
                </a:lnTo>
                <a:lnTo>
                  <a:pt x="582039" y="6028530"/>
                </a:lnTo>
                <a:lnTo>
                  <a:pt x="582039" y="6013229"/>
                </a:lnTo>
                <a:lnTo>
                  <a:pt x="582039" y="5991491"/>
                </a:lnTo>
                <a:lnTo>
                  <a:pt x="582039" y="5987287"/>
                </a:lnTo>
                <a:lnTo>
                  <a:pt x="582039" y="5970792"/>
                </a:lnTo>
                <a:lnTo>
                  <a:pt x="582039" y="5946070"/>
                </a:lnTo>
                <a:lnTo>
                  <a:pt x="582039" y="5944849"/>
                </a:lnTo>
                <a:lnTo>
                  <a:pt x="582039" y="5929548"/>
                </a:lnTo>
                <a:lnTo>
                  <a:pt x="582039" y="5927024"/>
                </a:lnTo>
                <a:lnTo>
                  <a:pt x="582039" y="5920127"/>
                </a:lnTo>
                <a:lnTo>
                  <a:pt x="582039" y="5904827"/>
                </a:lnTo>
                <a:lnTo>
                  <a:pt x="582039" y="5903607"/>
                </a:lnTo>
                <a:lnTo>
                  <a:pt x="582039" y="5885780"/>
                </a:lnTo>
                <a:lnTo>
                  <a:pt x="582039" y="5878885"/>
                </a:lnTo>
                <a:lnTo>
                  <a:pt x="582039" y="5862390"/>
                </a:lnTo>
                <a:lnTo>
                  <a:pt x="582039" y="5844563"/>
                </a:lnTo>
                <a:lnTo>
                  <a:pt x="582039" y="5821146"/>
                </a:lnTo>
                <a:lnTo>
                  <a:pt x="582039" y="5818621"/>
                </a:lnTo>
                <a:lnTo>
                  <a:pt x="582039" y="5803321"/>
                </a:lnTo>
                <a:lnTo>
                  <a:pt x="582039" y="5777378"/>
                </a:lnTo>
                <a:lnTo>
                  <a:pt x="582039" y="5693041"/>
                </a:lnTo>
                <a:lnTo>
                  <a:pt x="582039" y="5682741"/>
                </a:lnTo>
                <a:lnTo>
                  <a:pt x="582039" y="5672342"/>
                </a:lnTo>
                <a:lnTo>
                  <a:pt x="582039" y="5656800"/>
                </a:lnTo>
                <a:lnTo>
                  <a:pt x="582039" y="5646399"/>
                </a:lnTo>
                <a:lnTo>
                  <a:pt x="582039" y="5641497"/>
                </a:lnTo>
                <a:lnTo>
                  <a:pt x="582039" y="5631098"/>
                </a:lnTo>
                <a:lnTo>
                  <a:pt x="582039" y="5615556"/>
                </a:lnTo>
                <a:lnTo>
                  <a:pt x="582039" y="5605157"/>
                </a:lnTo>
                <a:lnTo>
                  <a:pt x="582039" y="5574339"/>
                </a:lnTo>
                <a:lnTo>
                  <a:pt x="582039" y="5563940"/>
                </a:lnTo>
                <a:lnTo>
                  <a:pt x="582039" y="5548398"/>
                </a:lnTo>
                <a:lnTo>
                  <a:pt x="582039" y="5533095"/>
                </a:lnTo>
                <a:lnTo>
                  <a:pt x="582039" y="5522696"/>
                </a:lnTo>
                <a:lnTo>
                  <a:pt x="582039" y="5507154"/>
                </a:lnTo>
                <a:lnTo>
                  <a:pt x="582039" y="5384291"/>
                </a:lnTo>
                <a:lnTo>
                  <a:pt x="582039" y="5358350"/>
                </a:lnTo>
                <a:lnTo>
                  <a:pt x="582039" y="5343047"/>
                </a:lnTo>
                <a:lnTo>
                  <a:pt x="582039" y="5317106"/>
                </a:lnTo>
                <a:lnTo>
                  <a:pt x="582039" y="5275889"/>
                </a:lnTo>
                <a:lnTo>
                  <a:pt x="582039" y="5249948"/>
                </a:lnTo>
                <a:lnTo>
                  <a:pt x="582039" y="5234645"/>
                </a:lnTo>
                <a:lnTo>
                  <a:pt x="582039" y="5208704"/>
                </a:lnTo>
                <a:lnTo>
                  <a:pt x="582039" y="5038473"/>
                </a:lnTo>
                <a:lnTo>
                  <a:pt x="582039" y="5012531"/>
                </a:lnTo>
                <a:lnTo>
                  <a:pt x="582039" y="4997230"/>
                </a:lnTo>
                <a:lnTo>
                  <a:pt x="582039" y="4971288"/>
                </a:lnTo>
                <a:lnTo>
                  <a:pt x="582039" y="4930071"/>
                </a:lnTo>
                <a:lnTo>
                  <a:pt x="582039" y="4911025"/>
                </a:lnTo>
                <a:lnTo>
                  <a:pt x="582039" y="4904128"/>
                </a:lnTo>
                <a:lnTo>
                  <a:pt x="582039" y="4888828"/>
                </a:lnTo>
                <a:lnTo>
                  <a:pt x="582039" y="4869781"/>
                </a:lnTo>
                <a:lnTo>
                  <a:pt x="582039" y="4862886"/>
                </a:lnTo>
                <a:lnTo>
                  <a:pt x="582039" y="4828564"/>
                </a:lnTo>
                <a:lnTo>
                  <a:pt x="582039" y="4802622"/>
                </a:lnTo>
                <a:lnTo>
                  <a:pt x="582039" y="4787322"/>
                </a:lnTo>
                <a:lnTo>
                  <a:pt x="582039" y="4761379"/>
                </a:lnTo>
                <a:lnTo>
                  <a:pt x="582039" y="4740023"/>
                </a:lnTo>
                <a:lnTo>
                  <a:pt x="582039" y="4714081"/>
                </a:lnTo>
                <a:lnTo>
                  <a:pt x="582039" y="4698780"/>
                </a:lnTo>
                <a:lnTo>
                  <a:pt x="582039" y="4672838"/>
                </a:lnTo>
                <a:lnTo>
                  <a:pt x="582039" y="4631621"/>
                </a:lnTo>
                <a:lnTo>
                  <a:pt x="582039" y="4612575"/>
                </a:lnTo>
                <a:lnTo>
                  <a:pt x="582039" y="4605678"/>
                </a:lnTo>
                <a:lnTo>
                  <a:pt x="582039" y="4590378"/>
                </a:lnTo>
                <a:lnTo>
                  <a:pt x="582039" y="4571331"/>
                </a:lnTo>
                <a:lnTo>
                  <a:pt x="582039" y="4564436"/>
                </a:lnTo>
                <a:lnTo>
                  <a:pt x="582039" y="4530114"/>
                </a:lnTo>
                <a:lnTo>
                  <a:pt x="582039" y="4504172"/>
                </a:lnTo>
                <a:lnTo>
                  <a:pt x="582039" y="4488872"/>
                </a:lnTo>
                <a:lnTo>
                  <a:pt x="582039" y="4462929"/>
                </a:lnTo>
                <a:lnTo>
                  <a:pt x="582038" y="4189320"/>
                </a:lnTo>
                <a:lnTo>
                  <a:pt x="582038" y="4181353"/>
                </a:lnTo>
                <a:lnTo>
                  <a:pt x="582038" y="4166051"/>
                </a:lnTo>
                <a:lnTo>
                  <a:pt x="582038" y="4163380"/>
                </a:lnTo>
                <a:lnTo>
                  <a:pt x="582038" y="4148078"/>
                </a:lnTo>
                <a:lnTo>
                  <a:pt x="582038" y="4140108"/>
                </a:lnTo>
                <a:lnTo>
                  <a:pt x="582038" y="4122135"/>
                </a:lnTo>
                <a:lnTo>
                  <a:pt x="582038" y="4098892"/>
                </a:lnTo>
                <a:lnTo>
                  <a:pt x="582038" y="4087814"/>
                </a:lnTo>
                <a:lnTo>
                  <a:pt x="582038" y="4080919"/>
                </a:lnTo>
                <a:lnTo>
                  <a:pt x="582038" y="4061871"/>
                </a:lnTo>
                <a:lnTo>
                  <a:pt x="582038" y="4057650"/>
                </a:lnTo>
                <a:lnTo>
                  <a:pt x="582038" y="4046572"/>
                </a:lnTo>
                <a:lnTo>
                  <a:pt x="582038" y="4039677"/>
                </a:lnTo>
                <a:lnTo>
                  <a:pt x="582038" y="4020629"/>
                </a:lnTo>
                <a:lnTo>
                  <a:pt x="582038" y="3979413"/>
                </a:lnTo>
                <a:lnTo>
                  <a:pt x="582038" y="3953470"/>
                </a:lnTo>
                <a:lnTo>
                  <a:pt x="582038" y="3938168"/>
                </a:lnTo>
                <a:lnTo>
                  <a:pt x="582038" y="3912228"/>
                </a:lnTo>
                <a:lnTo>
                  <a:pt x="582038" y="3741996"/>
                </a:lnTo>
                <a:lnTo>
                  <a:pt x="582038" y="3716053"/>
                </a:lnTo>
                <a:lnTo>
                  <a:pt x="582038" y="3700754"/>
                </a:lnTo>
                <a:lnTo>
                  <a:pt x="582038" y="3674811"/>
                </a:lnTo>
                <a:lnTo>
                  <a:pt x="582038" y="3633595"/>
                </a:lnTo>
                <a:lnTo>
                  <a:pt x="582038" y="3607653"/>
                </a:lnTo>
                <a:lnTo>
                  <a:pt x="582038" y="3592350"/>
                </a:lnTo>
                <a:lnTo>
                  <a:pt x="582038" y="3566407"/>
                </a:lnTo>
                <a:lnTo>
                  <a:pt x="582038" y="3443546"/>
                </a:lnTo>
                <a:lnTo>
                  <a:pt x="582038" y="3417603"/>
                </a:lnTo>
                <a:lnTo>
                  <a:pt x="582038" y="3402304"/>
                </a:lnTo>
                <a:lnTo>
                  <a:pt x="582038" y="3376361"/>
                </a:lnTo>
                <a:lnTo>
                  <a:pt x="582038" y="3335145"/>
                </a:lnTo>
                <a:lnTo>
                  <a:pt x="582038" y="3309203"/>
                </a:lnTo>
                <a:lnTo>
                  <a:pt x="582038" y="3293900"/>
                </a:lnTo>
                <a:lnTo>
                  <a:pt x="582038" y="3267957"/>
                </a:lnTo>
                <a:lnTo>
                  <a:pt x="582038" y="3248290"/>
                </a:lnTo>
                <a:lnTo>
                  <a:pt x="582039" y="3248290"/>
                </a:lnTo>
                <a:lnTo>
                  <a:pt x="582039" y="3227591"/>
                </a:lnTo>
                <a:lnTo>
                  <a:pt x="582039" y="3201648"/>
                </a:lnTo>
                <a:lnTo>
                  <a:pt x="582039" y="3186347"/>
                </a:lnTo>
                <a:lnTo>
                  <a:pt x="582039" y="3160406"/>
                </a:lnTo>
                <a:lnTo>
                  <a:pt x="582039" y="3119189"/>
                </a:lnTo>
                <a:lnTo>
                  <a:pt x="582039" y="3077945"/>
                </a:lnTo>
                <a:lnTo>
                  <a:pt x="582039" y="2949840"/>
                </a:lnTo>
                <a:lnTo>
                  <a:pt x="582039" y="2939540"/>
                </a:lnTo>
                <a:lnTo>
                  <a:pt x="582039" y="2929141"/>
                </a:lnTo>
                <a:lnTo>
                  <a:pt x="582039" y="2913599"/>
                </a:lnTo>
                <a:lnTo>
                  <a:pt x="582039" y="2903198"/>
                </a:lnTo>
                <a:lnTo>
                  <a:pt x="582039" y="2898296"/>
                </a:lnTo>
                <a:lnTo>
                  <a:pt x="582039" y="2887897"/>
                </a:lnTo>
                <a:lnTo>
                  <a:pt x="582039" y="2872355"/>
                </a:lnTo>
                <a:lnTo>
                  <a:pt x="582039" y="2861956"/>
                </a:lnTo>
                <a:lnTo>
                  <a:pt x="582039" y="2831138"/>
                </a:lnTo>
                <a:lnTo>
                  <a:pt x="582039" y="2820739"/>
                </a:lnTo>
                <a:lnTo>
                  <a:pt x="582039" y="2805197"/>
                </a:lnTo>
                <a:lnTo>
                  <a:pt x="582039" y="2789894"/>
                </a:lnTo>
                <a:lnTo>
                  <a:pt x="582039" y="2779495"/>
                </a:lnTo>
                <a:lnTo>
                  <a:pt x="582039" y="2763953"/>
                </a:lnTo>
                <a:lnTo>
                  <a:pt x="582039" y="2641090"/>
                </a:lnTo>
                <a:lnTo>
                  <a:pt x="582039" y="2615149"/>
                </a:lnTo>
                <a:lnTo>
                  <a:pt x="582039" y="2599846"/>
                </a:lnTo>
                <a:lnTo>
                  <a:pt x="582039" y="2573905"/>
                </a:lnTo>
                <a:lnTo>
                  <a:pt x="582039" y="2532688"/>
                </a:lnTo>
                <a:lnTo>
                  <a:pt x="582039" y="2506747"/>
                </a:lnTo>
                <a:lnTo>
                  <a:pt x="582039" y="2491444"/>
                </a:lnTo>
                <a:lnTo>
                  <a:pt x="582039" y="2465503"/>
                </a:lnTo>
                <a:lnTo>
                  <a:pt x="582039" y="2295272"/>
                </a:lnTo>
                <a:lnTo>
                  <a:pt x="582039" y="2269330"/>
                </a:lnTo>
                <a:lnTo>
                  <a:pt x="582039" y="2254029"/>
                </a:lnTo>
                <a:lnTo>
                  <a:pt x="582039" y="2228087"/>
                </a:lnTo>
                <a:lnTo>
                  <a:pt x="582039" y="2186870"/>
                </a:lnTo>
                <a:lnTo>
                  <a:pt x="582039" y="2167824"/>
                </a:lnTo>
                <a:lnTo>
                  <a:pt x="582039" y="2160927"/>
                </a:lnTo>
                <a:lnTo>
                  <a:pt x="582039" y="2145627"/>
                </a:lnTo>
                <a:lnTo>
                  <a:pt x="582039" y="2126580"/>
                </a:lnTo>
                <a:lnTo>
                  <a:pt x="582039" y="2119685"/>
                </a:lnTo>
                <a:lnTo>
                  <a:pt x="582039" y="2085363"/>
                </a:lnTo>
                <a:lnTo>
                  <a:pt x="582039" y="2059421"/>
                </a:lnTo>
                <a:lnTo>
                  <a:pt x="582039" y="2044121"/>
                </a:lnTo>
                <a:lnTo>
                  <a:pt x="582039" y="2018178"/>
                </a:lnTo>
                <a:lnTo>
                  <a:pt x="582039" y="1996822"/>
                </a:lnTo>
                <a:lnTo>
                  <a:pt x="582039" y="1970880"/>
                </a:lnTo>
                <a:lnTo>
                  <a:pt x="582039" y="1955579"/>
                </a:lnTo>
                <a:lnTo>
                  <a:pt x="582039" y="1929637"/>
                </a:lnTo>
                <a:lnTo>
                  <a:pt x="582039" y="1888420"/>
                </a:lnTo>
                <a:lnTo>
                  <a:pt x="582039" y="1869374"/>
                </a:lnTo>
                <a:lnTo>
                  <a:pt x="582039" y="1862477"/>
                </a:lnTo>
                <a:lnTo>
                  <a:pt x="582039" y="1847177"/>
                </a:lnTo>
                <a:lnTo>
                  <a:pt x="582039" y="1828130"/>
                </a:lnTo>
                <a:lnTo>
                  <a:pt x="582039" y="1821235"/>
                </a:lnTo>
                <a:lnTo>
                  <a:pt x="582039" y="1786913"/>
                </a:lnTo>
                <a:lnTo>
                  <a:pt x="582039" y="1760971"/>
                </a:lnTo>
                <a:lnTo>
                  <a:pt x="582039" y="1745671"/>
                </a:lnTo>
                <a:lnTo>
                  <a:pt x="582039" y="1719728"/>
                </a:lnTo>
                <a:lnTo>
                  <a:pt x="582038" y="1446119"/>
                </a:lnTo>
                <a:lnTo>
                  <a:pt x="582038" y="1420179"/>
                </a:lnTo>
                <a:lnTo>
                  <a:pt x="582038" y="1404877"/>
                </a:lnTo>
                <a:lnTo>
                  <a:pt x="582038" y="1378934"/>
                </a:lnTo>
                <a:lnTo>
                  <a:pt x="582038" y="1344613"/>
                </a:lnTo>
                <a:lnTo>
                  <a:pt x="582038" y="1337718"/>
                </a:lnTo>
                <a:lnTo>
                  <a:pt x="582038" y="1318670"/>
                </a:lnTo>
                <a:lnTo>
                  <a:pt x="582038" y="1303371"/>
                </a:lnTo>
                <a:lnTo>
                  <a:pt x="582038" y="1296476"/>
                </a:lnTo>
                <a:lnTo>
                  <a:pt x="582038" y="1277428"/>
                </a:lnTo>
                <a:lnTo>
                  <a:pt x="582038" y="1236212"/>
                </a:lnTo>
                <a:lnTo>
                  <a:pt x="582038" y="1210269"/>
                </a:lnTo>
                <a:lnTo>
                  <a:pt x="582038" y="1194967"/>
                </a:lnTo>
                <a:lnTo>
                  <a:pt x="582038" y="1169027"/>
                </a:lnTo>
                <a:lnTo>
                  <a:pt x="582038" y="998795"/>
                </a:lnTo>
                <a:lnTo>
                  <a:pt x="582038" y="972852"/>
                </a:lnTo>
                <a:lnTo>
                  <a:pt x="582038" y="957553"/>
                </a:lnTo>
                <a:lnTo>
                  <a:pt x="582038" y="931610"/>
                </a:lnTo>
                <a:lnTo>
                  <a:pt x="582038" y="890394"/>
                </a:lnTo>
                <a:lnTo>
                  <a:pt x="582038" y="864452"/>
                </a:lnTo>
                <a:lnTo>
                  <a:pt x="582038" y="849149"/>
                </a:lnTo>
                <a:lnTo>
                  <a:pt x="582038" y="823206"/>
                </a:lnTo>
                <a:lnTo>
                  <a:pt x="582038" y="700345"/>
                </a:lnTo>
                <a:lnTo>
                  <a:pt x="582038" y="674402"/>
                </a:lnTo>
                <a:lnTo>
                  <a:pt x="582038" y="659103"/>
                </a:lnTo>
                <a:lnTo>
                  <a:pt x="582038" y="633160"/>
                </a:lnTo>
                <a:lnTo>
                  <a:pt x="582038" y="591944"/>
                </a:lnTo>
                <a:lnTo>
                  <a:pt x="582038" y="566002"/>
                </a:lnTo>
                <a:lnTo>
                  <a:pt x="582038" y="550699"/>
                </a:lnTo>
                <a:lnTo>
                  <a:pt x="582038" y="524756"/>
                </a:lnTo>
                <a:lnTo>
                  <a:pt x="582038" y="448093"/>
                </a:lnTo>
                <a:lnTo>
                  <a:pt x="582038" y="422153"/>
                </a:lnTo>
                <a:lnTo>
                  <a:pt x="582038" y="406851"/>
                </a:lnTo>
                <a:lnTo>
                  <a:pt x="582038" y="380908"/>
                </a:lnTo>
                <a:lnTo>
                  <a:pt x="582038" y="339692"/>
                </a:lnTo>
                <a:lnTo>
                  <a:pt x="582038" y="298450"/>
                </a:lnTo>
                <a:lnTo>
                  <a:pt x="582038" y="149643"/>
                </a:lnTo>
                <a:lnTo>
                  <a:pt x="582038" y="123703"/>
                </a:lnTo>
                <a:lnTo>
                  <a:pt x="582038" y="108401"/>
                </a:lnTo>
                <a:lnTo>
                  <a:pt x="582038" y="82458"/>
                </a:lnTo>
                <a:lnTo>
                  <a:pt x="582038" y="41242"/>
                </a:lnTo>
                <a:lnTo>
                  <a:pt x="582038" y="0"/>
                </a:lnTo>
                <a:lnTo>
                  <a:pt x="0" y="158641"/>
                </a:lnTo>
                <a:lnTo>
                  <a:pt x="0" y="199883"/>
                </a:lnTo>
                <a:lnTo>
                  <a:pt x="0" y="241102"/>
                </a:lnTo>
                <a:lnTo>
                  <a:pt x="0" y="267042"/>
                </a:lnTo>
                <a:lnTo>
                  <a:pt x="0" y="282344"/>
                </a:lnTo>
                <a:lnTo>
                  <a:pt x="0" y="308287"/>
                </a:lnTo>
                <a:lnTo>
                  <a:pt x="0" y="457091"/>
                </a:lnTo>
                <a:lnTo>
                  <a:pt x="0" y="498333"/>
                </a:lnTo>
                <a:lnTo>
                  <a:pt x="0" y="539552"/>
                </a:lnTo>
                <a:lnTo>
                  <a:pt x="0" y="565492"/>
                </a:lnTo>
                <a:lnTo>
                  <a:pt x="0" y="580794"/>
                </a:lnTo>
                <a:lnTo>
                  <a:pt x="0" y="606737"/>
                </a:lnTo>
                <a:lnTo>
                  <a:pt x="0" y="683401"/>
                </a:lnTo>
                <a:lnTo>
                  <a:pt x="0" y="709343"/>
                </a:lnTo>
                <a:lnTo>
                  <a:pt x="0" y="724643"/>
                </a:lnTo>
                <a:lnTo>
                  <a:pt x="0" y="750585"/>
                </a:lnTo>
                <a:lnTo>
                  <a:pt x="0" y="791801"/>
                </a:lnTo>
                <a:lnTo>
                  <a:pt x="0" y="817744"/>
                </a:lnTo>
                <a:lnTo>
                  <a:pt x="0" y="833046"/>
                </a:lnTo>
                <a:lnTo>
                  <a:pt x="0" y="858986"/>
                </a:lnTo>
                <a:lnTo>
                  <a:pt x="0" y="981851"/>
                </a:lnTo>
                <a:lnTo>
                  <a:pt x="0" y="1007793"/>
                </a:lnTo>
                <a:lnTo>
                  <a:pt x="0" y="1023093"/>
                </a:lnTo>
                <a:lnTo>
                  <a:pt x="0" y="1049035"/>
                </a:lnTo>
                <a:lnTo>
                  <a:pt x="0" y="1090251"/>
                </a:lnTo>
                <a:lnTo>
                  <a:pt x="0" y="1116194"/>
                </a:lnTo>
                <a:lnTo>
                  <a:pt x="0" y="1131496"/>
                </a:lnTo>
                <a:lnTo>
                  <a:pt x="0" y="1157436"/>
                </a:lnTo>
                <a:lnTo>
                  <a:pt x="0" y="1169027"/>
                </a:lnTo>
                <a:lnTo>
                  <a:pt x="0" y="1194967"/>
                </a:lnTo>
                <a:lnTo>
                  <a:pt x="0" y="1210269"/>
                </a:lnTo>
                <a:lnTo>
                  <a:pt x="0" y="1236212"/>
                </a:lnTo>
                <a:lnTo>
                  <a:pt x="0" y="1277428"/>
                </a:lnTo>
                <a:lnTo>
                  <a:pt x="0" y="1303371"/>
                </a:lnTo>
                <a:lnTo>
                  <a:pt x="0" y="1318670"/>
                </a:lnTo>
                <a:lnTo>
                  <a:pt x="0" y="1344613"/>
                </a:lnTo>
                <a:lnTo>
                  <a:pt x="0" y="1455117"/>
                </a:lnTo>
                <a:lnTo>
                  <a:pt x="0" y="1467477"/>
                </a:lnTo>
                <a:lnTo>
                  <a:pt x="0" y="1493417"/>
                </a:lnTo>
                <a:lnTo>
                  <a:pt x="0" y="1496359"/>
                </a:lnTo>
                <a:lnTo>
                  <a:pt x="0" y="1508719"/>
                </a:lnTo>
                <a:lnTo>
                  <a:pt x="0" y="1534662"/>
                </a:lnTo>
                <a:lnTo>
                  <a:pt x="0" y="1537578"/>
                </a:lnTo>
                <a:lnTo>
                  <a:pt x="0" y="1563518"/>
                </a:lnTo>
                <a:lnTo>
                  <a:pt x="0" y="1575878"/>
                </a:lnTo>
                <a:lnTo>
                  <a:pt x="0" y="1578820"/>
                </a:lnTo>
                <a:lnTo>
                  <a:pt x="0" y="1601821"/>
                </a:lnTo>
                <a:lnTo>
                  <a:pt x="0" y="1604763"/>
                </a:lnTo>
                <a:lnTo>
                  <a:pt x="0" y="1617120"/>
                </a:lnTo>
                <a:lnTo>
                  <a:pt x="0" y="1643063"/>
                </a:lnTo>
                <a:lnTo>
                  <a:pt x="0" y="1719728"/>
                </a:lnTo>
                <a:lnTo>
                  <a:pt x="0" y="1745671"/>
                </a:lnTo>
                <a:lnTo>
                  <a:pt x="0" y="1753567"/>
                </a:lnTo>
                <a:lnTo>
                  <a:pt x="0" y="1760972"/>
                </a:lnTo>
                <a:lnTo>
                  <a:pt x="0" y="1786913"/>
                </a:lnTo>
                <a:lnTo>
                  <a:pt x="0" y="1794809"/>
                </a:lnTo>
                <a:lnTo>
                  <a:pt x="0" y="1828130"/>
                </a:lnTo>
                <a:lnTo>
                  <a:pt x="0" y="1836028"/>
                </a:lnTo>
                <a:lnTo>
                  <a:pt x="0" y="1861968"/>
                </a:lnTo>
                <a:lnTo>
                  <a:pt x="0" y="1869374"/>
                </a:lnTo>
                <a:lnTo>
                  <a:pt x="0" y="1877270"/>
                </a:lnTo>
                <a:lnTo>
                  <a:pt x="0" y="1903213"/>
                </a:lnTo>
                <a:lnTo>
                  <a:pt x="0" y="1979876"/>
                </a:lnTo>
                <a:lnTo>
                  <a:pt x="0" y="2005819"/>
                </a:lnTo>
                <a:lnTo>
                  <a:pt x="0" y="2018178"/>
                </a:lnTo>
                <a:lnTo>
                  <a:pt x="0" y="2021120"/>
                </a:lnTo>
                <a:lnTo>
                  <a:pt x="0" y="2044121"/>
                </a:lnTo>
                <a:lnTo>
                  <a:pt x="0" y="2047063"/>
                </a:lnTo>
                <a:lnTo>
                  <a:pt x="0" y="2059422"/>
                </a:lnTo>
                <a:lnTo>
                  <a:pt x="0" y="2085363"/>
                </a:lnTo>
                <a:lnTo>
                  <a:pt x="0" y="2088279"/>
                </a:lnTo>
                <a:lnTo>
                  <a:pt x="0" y="2114222"/>
                </a:lnTo>
                <a:lnTo>
                  <a:pt x="0" y="2126580"/>
                </a:lnTo>
                <a:lnTo>
                  <a:pt x="0" y="2129522"/>
                </a:lnTo>
                <a:lnTo>
                  <a:pt x="0" y="2155464"/>
                </a:lnTo>
                <a:lnTo>
                  <a:pt x="0" y="2167824"/>
                </a:lnTo>
                <a:lnTo>
                  <a:pt x="0" y="2278326"/>
                </a:lnTo>
                <a:lnTo>
                  <a:pt x="0" y="2304269"/>
                </a:lnTo>
                <a:lnTo>
                  <a:pt x="0" y="2319570"/>
                </a:lnTo>
                <a:lnTo>
                  <a:pt x="0" y="2345513"/>
                </a:lnTo>
                <a:lnTo>
                  <a:pt x="0" y="2386729"/>
                </a:lnTo>
                <a:lnTo>
                  <a:pt x="0" y="2412672"/>
                </a:lnTo>
                <a:lnTo>
                  <a:pt x="0" y="2427972"/>
                </a:lnTo>
                <a:lnTo>
                  <a:pt x="0" y="2453914"/>
                </a:lnTo>
                <a:lnTo>
                  <a:pt x="0" y="2465503"/>
                </a:lnTo>
                <a:lnTo>
                  <a:pt x="0" y="2491444"/>
                </a:lnTo>
                <a:lnTo>
                  <a:pt x="0" y="2506747"/>
                </a:lnTo>
                <a:lnTo>
                  <a:pt x="0" y="2532688"/>
                </a:lnTo>
                <a:lnTo>
                  <a:pt x="0" y="2573905"/>
                </a:lnTo>
                <a:lnTo>
                  <a:pt x="0" y="2599846"/>
                </a:lnTo>
                <a:lnTo>
                  <a:pt x="0" y="2615149"/>
                </a:lnTo>
                <a:lnTo>
                  <a:pt x="0" y="2641090"/>
                </a:lnTo>
                <a:lnTo>
                  <a:pt x="0" y="2763953"/>
                </a:lnTo>
                <a:lnTo>
                  <a:pt x="0" y="2789894"/>
                </a:lnTo>
                <a:lnTo>
                  <a:pt x="0" y="2805197"/>
                </a:lnTo>
                <a:lnTo>
                  <a:pt x="0" y="2831138"/>
                </a:lnTo>
                <a:lnTo>
                  <a:pt x="0" y="2872355"/>
                </a:lnTo>
                <a:lnTo>
                  <a:pt x="0" y="2898296"/>
                </a:lnTo>
                <a:lnTo>
                  <a:pt x="0" y="2901842"/>
                </a:lnTo>
                <a:lnTo>
                  <a:pt x="0" y="2913599"/>
                </a:lnTo>
                <a:lnTo>
                  <a:pt x="0" y="2938137"/>
                </a:lnTo>
                <a:lnTo>
                  <a:pt x="0" y="2939540"/>
                </a:lnTo>
                <a:lnTo>
                  <a:pt x="0" y="2943084"/>
                </a:lnTo>
                <a:lnTo>
                  <a:pt x="0" y="2949840"/>
                </a:lnTo>
                <a:lnTo>
                  <a:pt x="0" y="2984303"/>
                </a:lnTo>
                <a:lnTo>
                  <a:pt x="0" y="3010243"/>
                </a:lnTo>
                <a:lnTo>
                  <a:pt x="0" y="3025545"/>
                </a:lnTo>
                <a:lnTo>
                  <a:pt x="0" y="3051488"/>
                </a:lnTo>
                <a:lnTo>
                  <a:pt x="0" y="3200292"/>
                </a:lnTo>
                <a:lnTo>
                  <a:pt x="0" y="3236587"/>
                </a:lnTo>
                <a:lnTo>
                  <a:pt x="0" y="3241534"/>
                </a:lnTo>
                <a:lnTo>
                  <a:pt x="0" y="3248290"/>
                </a:lnTo>
                <a:lnTo>
                  <a:pt x="0" y="3282753"/>
                </a:lnTo>
                <a:lnTo>
                  <a:pt x="0" y="3308693"/>
                </a:lnTo>
                <a:lnTo>
                  <a:pt x="0" y="3323995"/>
                </a:lnTo>
                <a:lnTo>
                  <a:pt x="0" y="3349938"/>
                </a:lnTo>
                <a:lnTo>
                  <a:pt x="0" y="3426602"/>
                </a:lnTo>
                <a:lnTo>
                  <a:pt x="0" y="3452544"/>
                </a:lnTo>
                <a:lnTo>
                  <a:pt x="0" y="3467844"/>
                </a:lnTo>
                <a:lnTo>
                  <a:pt x="0" y="3493786"/>
                </a:lnTo>
                <a:lnTo>
                  <a:pt x="0" y="3535002"/>
                </a:lnTo>
                <a:lnTo>
                  <a:pt x="0" y="3560945"/>
                </a:lnTo>
                <a:lnTo>
                  <a:pt x="0" y="3576247"/>
                </a:lnTo>
                <a:lnTo>
                  <a:pt x="0" y="3602187"/>
                </a:lnTo>
                <a:lnTo>
                  <a:pt x="0" y="3725052"/>
                </a:lnTo>
                <a:lnTo>
                  <a:pt x="0" y="3750994"/>
                </a:lnTo>
                <a:lnTo>
                  <a:pt x="0" y="3766294"/>
                </a:lnTo>
                <a:lnTo>
                  <a:pt x="0" y="3792236"/>
                </a:lnTo>
                <a:lnTo>
                  <a:pt x="0" y="3833452"/>
                </a:lnTo>
                <a:lnTo>
                  <a:pt x="0" y="3859395"/>
                </a:lnTo>
                <a:lnTo>
                  <a:pt x="0" y="3874697"/>
                </a:lnTo>
                <a:lnTo>
                  <a:pt x="0" y="3900637"/>
                </a:lnTo>
                <a:lnTo>
                  <a:pt x="0" y="3912228"/>
                </a:lnTo>
                <a:lnTo>
                  <a:pt x="0" y="3938168"/>
                </a:lnTo>
                <a:lnTo>
                  <a:pt x="0" y="3953470"/>
                </a:lnTo>
                <a:lnTo>
                  <a:pt x="0" y="3979413"/>
                </a:lnTo>
                <a:lnTo>
                  <a:pt x="0" y="4020629"/>
                </a:lnTo>
                <a:lnTo>
                  <a:pt x="0" y="4046572"/>
                </a:lnTo>
                <a:lnTo>
                  <a:pt x="0" y="4061871"/>
                </a:lnTo>
                <a:lnTo>
                  <a:pt x="0" y="4087814"/>
                </a:lnTo>
                <a:lnTo>
                  <a:pt x="0" y="4198318"/>
                </a:lnTo>
                <a:lnTo>
                  <a:pt x="0" y="4210678"/>
                </a:lnTo>
                <a:lnTo>
                  <a:pt x="0" y="4216291"/>
                </a:lnTo>
                <a:lnTo>
                  <a:pt x="0" y="4236618"/>
                </a:lnTo>
                <a:lnTo>
                  <a:pt x="0" y="4239560"/>
                </a:lnTo>
                <a:lnTo>
                  <a:pt x="0" y="4251920"/>
                </a:lnTo>
                <a:lnTo>
                  <a:pt x="0" y="4257533"/>
                </a:lnTo>
                <a:lnTo>
                  <a:pt x="0" y="4277863"/>
                </a:lnTo>
                <a:lnTo>
                  <a:pt x="0" y="4280779"/>
                </a:lnTo>
                <a:lnTo>
                  <a:pt x="0" y="4298752"/>
                </a:lnTo>
                <a:lnTo>
                  <a:pt x="0" y="4306719"/>
                </a:lnTo>
                <a:lnTo>
                  <a:pt x="0" y="4319079"/>
                </a:lnTo>
                <a:lnTo>
                  <a:pt x="0" y="4322021"/>
                </a:lnTo>
                <a:lnTo>
                  <a:pt x="0" y="4324692"/>
                </a:lnTo>
                <a:lnTo>
                  <a:pt x="0" y="4339994"/>
                </a:lnTo>
                <a:lnTo>
                  <a:pt x="0" y="4345022"/>
                </a:lnTo>
                <a:lnTo>
                  <a:pt x="0" y="4347964"/>
                </a:lnTo>
                <a:lnTo>
                  <a:pt x="0" y="4360321"/>
                </a:lnTo>
                <a:lnTo>
                  <a:pt x="0" y="4365937"/>
                </a:lnTo>
                <a:lnTo>
                  <a:pt x="0" y="4386264"/>
                </a:lnTo>
                <a:lnTo>
                  <a:pt x="0" y="4462929"/>
                </a:lnTo>
                <a:lnTo>
                  <a:pt x="0" y="4488872"/>
                </a:lnTo>
                <a:lnTo>
                  <a:pt x="0" y="4496768"/>
                </a:lnTo>
                <a:lnTo>
                  <a:pt x="0" y="4504173"/>
                </a:lnTo>
                <a:lnTo>
                  <a:pt x="0" y="4514741"/>
                </a:lnTo>
                <a:lnTo>
                  <a:pt x="0" y="4530114"/>
                </a:lnTo>
                <a:lnTo>
                  <a:pt x="0" y="4538010"/>
                </a:lnTo>
                <a:lnTo>
                  <a:pt x="0" y="4555983"/>
                </a:lnTo>
                <a:lnTo>
                  <a:pt x="0" y="4571331"/>
                </a:lnTo>
                <a:lnTo>
                  <a:pt x="0" y="4579229"/>
                </a:lnTo>
                <a:lnTo>
                  <a:pt x="0" y="4597202"/>
                </a:lnTo>
                <a:lnTo>
                  <a:pt x="0" y="4605169"/>
                </a:lnTo>
                <a:lnTo>
                  <a:pt x="0" y="4612575"/>
                </a:lnTo>
                <a:lnTo>
                  <a:pt x="0" y="4620471"/>
                </a:lnTo>
                <a:lnTo>
                  <a:pt x="0" y="4623142"/>
                </a:lnTo>
                <a:lnTo>
                  <a:pt x="0" y="4638444"/>
                </a:lnTo>
                <a:lnTo>
                  <a:pt x="0" y="4646414"/>
                </a:lnTo>
                <a:lnTo>
                  <a:pt x="0" y="4664387"/>
                </a:lnTo>
                <a:lnTo>
                  <a:pt x="0" y="4723077"/>
                </a:lnTo>
                <a:lnTo>
                  <a:pt x="0" y="4741051"/>
                </a:lnTo>
                <a:lnTo>
                  <a:pt x="0" y="4749020"/>
                </a:lnTo>
                <a:lnTo>
                  <a:pt x="0" y="4761379"/>
                </a:lnTo>
                <a:lnTo>
                  <a:pt x="0" y="4764321"/>
                </a:lnTo>
                <a:lnTo>
                  <a:pt x="0" y="4766993"/>
                </a:lnTo>
                <a:lnTo>
                  <a:pt x="0" y="4782293"/>
                </a:lnTo>
                <a:lnTo>
                  <a:pt x="0" y="4787322"/>
                </a:lnTo>
                <a:lnTo>
                  <a:pt x="0" y="4790264"/>
                </a:lnTo>
                <a:lnTo>
                  <a:pt x="0" y="4802623"/>
                </a:lnTo>
                <a:lnTo>
                  <a:pt x="0" y="4808235"/>
                </a:lnTo>
                <a:lnTo>
                  <a:pt x="0" y="4828564"/>
                </a:lnTo>
                <a:lnTo>
                  <a:pt x="0" y="4831480"/>
                </a:lnTo>
                <a:lnTo>
                  <a:pt x="0" y="4849451"/>
                </a:lnTo>
                <a:lnTo>
                  <a:pt x="0" y="4857423"/>
                </a:lnTo>
                <a:lnTo>
                  <a:pt x="0" y="4869781"/>
                </a:lnTo>
                <a:lnTo>
                  <a:pt x="0" y="4872723"/>
                </a:lnTo>
                <a:lnTo>
                  <a:pt x="0" y="4875394"/>
                </a:lnTo>
                <a:lnTo>
                  <a:pt x="0" y="4890696"/>
                </a:lnTo>
                <a:lnTo>
                  <a:pt x="0" y="4898665"/>
                </a:lnTo>
                <a:lnTo>
                  <a:pt x="0" y="4911025"/>
                </a:lnTo>
                <a:lnTo>
                  <a:pt x="0" y="4916636"/>
                </a:lnTo>
                <a:lnTo>
                  <a:pt x="0" y="5021527"/>
                </a:lnTo>
                <a:lnTo>
                  <a:pt x="0" y="5039501"/>
                </a:lnTo>
                <a:lnTo>
                  <a:pt x="0" y="5047470"/>
                </a:lnTo>
                <a:lnTo>
                  <a:pt x="0" y="5062771"/>
                </a:lnTo>
                <a:lnTo>
                  <a:pt x="0" y="5065443"/>
                </a:lnTo>
                <a:lnTo>
                  <a:pt x="0" y="5080743"/>
                </a:lnTo>
                <a:lnTo>
                  <a:pt x="0" y="5088714"/>
                </a:lnTo>
                <a:lnTo>
                  <a:pt x="0" y="5106685"/>
                </a:lnTo>
                <a:lnTo>
                  <a:pt x="0" y="5129930"/>
                </a:lnTo>
                <a:lnTo>
                  <a:pt x="0" y="5147901"/>
                </a:lnTo>
                <a:lnTo>
                  <a:pt x="0" y="5155873"/>
                </a:lnTo>
                <a:lnTo>
                  <a:pt x="0" y="5171173"/>
                </a:lnTo>
                <a:lnTo>
                  <a:pt x="0" y="5173844"/>
                </a:lnTo>
                <a:lnTo>
                  <a:pt x="0" y="5189146"/>
                </a:lnTo>
                <a:lnTo>
                  <a:pt x="0" y="5197115"/>
                </a:lnTo>
                <a:lnTo>
                  <a:pt x="0" y="5208704"/>
                </a:lnTo>
                <a:lnTo>
                  <a:pt x="0" y="5215086"/>
                </a:lnTo>
                <a:lnTo>
                  <a:pt x="0" y="5226677"/>
                </a:lnTo>
                <a:lnTo>
                  <a:pt x="0" y="5234645"/>
                </a:lnTo>
                <a:lnTo>
                  <a:pt x="0" y="5249948"/>
                </a:lnTo>
                <a:lnTo>
                  <a:pt x="0" y="5252617"/>
                </a:lnTo>
                <a:lnTo>
                  <a:pt x="0" y="5267919"/>
                </a:lnTo>
                <a:lnTo>
                  <a:pt x="0" y="5275889"/>
                </a:lnTo>
                <a:lnTo>
                  <a:pt x="0" y="5293862"/>
                </a:lnTo>
                <a:lnTo>
                  <a:pt x="0" y="5317106"/>
                </a:lnTo>
                <a:lnTo>
                  <a:pt x="0" y="5335078"/>
                </a:lnTo>
                <a:lnTo>
                  <a:pt x="0" y="5343047"/>
                </a:lnTo>
                <a:lnTo>
                  <a:pt x="0" y="5358350"/>
                </a:lnTo>
                <a:lnTo>
                  <a:pt x="0" y="5361021"/>
                </a:lnTo>
                <a:lnTo>
                  <a:pt x="0" y="5376320"/>
                </a:lnTo>
                <a:lnTo>
                  <a:pt x="0" y="5384291"/>
                </a:lnTo>
                <a:lnTo>
                  <a:pt x="0" y="5402263"/>
                </a:lnTo>
                <a:lnTo>
                  <a:pt x="0" y="5507154"/>
                </a:lnTo>
                <a:lnTo>
                  <a:pt x="0" y="5512767"/>
                </a:lnTo>
                <a:lnTo>
                  <a:pt x="0" y="5525127"/>
                </a:lnTo>
                <a:lnTo>
                  <a:pt x="0" y="5533095"/>
                </a:lnTo>
                <a:lnTo>
                  <a:pt x="0" y="5548398"/>
                </a:lnTo>
                <a:lnTo>
                  <a:pt x="0" y="5551067"/>
                </a:lnTo>
                <a:lnTo>
                  <a:pt x="0" y="5554009"/>
                </a:lnTo>
                <a:lnTo>
                  <a:pt x="0" y="5566369"/>
                </a:lnTo>
                <a:lnTo>
                  <a:pt x="0" y="5574339"/>
                </a:lnTo>
                <a:lnTo>
                  <a:pt x="0" y="5592312"/>
                </a:lnTo>
                <a:lnTo>
                  <a:pt x="0" y="5595228"/>
                </a:lnTo>
                <a:lnTo>
                  <a:pt x="0" y="5615556"/>
                </a:lnTo>
                <a:lnTo>
                  <a:pt x="0" y="5621168"/>
                </a:lnTo>
                <a:lnTo>
                  <a:pt x="0" y="5633528"/>
                </a:lnTo>
                <a:lnTo>
                  <a:pt x="0" y="5636470"/>
                </a:lnTo>
                <a:lnTo>
                  <a:pt x="0" y="5641497"/>
                </a:lnTo>
                <a:lnTo>
                  <a:pt x="0" y="5656800"/>
                </a:lnTo>
                <a:lnTo>
                  <a:pt x="0" y="5659471"/>
                </a:lnTo>
                <a:lnTo>
                  <a:pt x="0" y="5662413"/>
                </a:lnTo>
                <a:lnTo>
                  <a:pt x="0" y="5674770"/>
                </a:lnTo>
                <a:lnTo>
                  <a:pt x="0" y="5681338"/>
                </a:lnTo>
                <a:lnTo>
                  <a:pt x="0" y="5682741"/>
                </a:lnTo>
                <a:lnTo>
                  <a:pt x="0" y="5693041"/>
                </a:lnTo>
                <a:lnTo>
                  <a:pt x="0" y="5700713"/>
                </a:lnTo>
                <a:lnTo>
                  <a:pt x="0" y="5777378"/>
                </a:lnTo>
                <a:lnTo>
                  <a:pt x="0" y="5803321"/>
                </a:lnTo>
                <a:lnTo>
                  <a:pt x="0" y="5811217"/>
                </a:lnTo>
                <a:lnTo>
                  <a:pt x="0" y="5818622"/>
                </a:lnTo>
                <a:lnTo>
                  <a:pt x="0" y="5844563"/>
                </a:lnTo>
                <a:lnTo>
                  <a:pt x="0" y="5852459"/>
                </a:lnTo>
                <a:lnTo>
                  <a:pt x="0" y="5885780"/>
                </a:lnTo>
                <a:lnTo>
                  <a:pt x="0" y="5893678"/>
                </a:lnTo>
                <a:lnTo>
                  <a:pt x="0" y="5919618"/>
                </a:lnTo>
                <a:lnTo>
                  <a:pt x="0" y="5927024"/>
                </a:lnTo>
                <a:lnTo>
                  <a:pt x="0" y="5934920"/>
                </a:lnTo>
                <a:lnTo>
                  <a:pt x="0" y="5960863"/>
                </a:lnTo>
                <a:lnTo>
                  <a:pt x="0" y="5979788"/>
                </a:lnTo>
                <a:lnTo>
                  <a:pt x="0" y="5991491"/>
                </a:lnTo>
                <a:lnTo>
                  <a:pt x="0" y="6037526"/>
                </a:lnTo>
                <a:lnTo>
                  <a:pt x="0" y="6063469"/>
                </a:lnTo>
                <a:lnTo>
                  <a:pt x="0" y="6075828"/>
                </a:lnTo>
                <a:lnTo>
                  <a:pt x="0" y="6078770"/>
                </a:lnTo>
                <a:lnTo>
                  <a:pt x="0" y="6101771"/>
                </a:lnTo>
                <a:lnTo>
                  <a:pt x="0" y="6104713"/>
                </a:lnTo>
                <a:lnTo>
                  <a:pt x="0" y="6117072"/>
                </a:lnTo>
                <a:lnTo>
                  <a:pt x="0" y="6143013"/>
                </a:lnTo>
                <a:lnTo>
                  <a:pt x="0" y="6145929"/>
                </a:lnTo>
                <a:lnTo>
                  <a:pt x="0" y="6171872"/>
                </a:lnTo>
                <a:lnTo>
                  <a:pt x="0" y="6184230"/>
                </a:lnTo>
                <a:lnTo>
                  <a:pt x="0" y="6187172"/>
                </a:lnTo>
                <a:lnTo>
                  <a:pt x="0" y="6213114"/>
                </a:lnTo>
                <a:lnTo>
                  <a:pt x="0" y="6225474"/>
                </a:lnTo>
                <a:lnTo>
                  <a:pt x="0" y="6335976"/>
                </a:lnTo>
                <a:lnTo>
                  <a:pt x="0" y="6361919"/>
                </a:lnTo>
                <a:lnTo>
                  <a:pt x="0" y="6377220"/>
                </a:lnTo>
                <a:lnTo>
                  <a:pt x="0" y="6403163"/>
                </a:lnTo>
                <a:lnTo>
                  <a:pt x="0" y="6444379"/>
                </a:lnTo>
                <a:lnTo>
                  <a:pt x="0" y="6470322"/>
                </a:lnTo>
                <a:lnTo>
                  <a:pt x="0" y="6485622"/>
                </a:lnTo>
                <a:lnTo>
                  <a:pt x="0" y="6511564"/>
                </a:lnTo>
                <a:lnTo>
                  <a:pt x="0" y="6523153"/>
                </a:lnTo>
                <a:lnTo>
                  <a:pt x="0" y="6549094"/>
                </a:lnTo>
                <a:lnTo>
                  <a:pt x="0" y="6564397"/>
                </a:lnTo>
                <a:lnTo>
                  <a:pt x="0" y="6590338"/>
                </a:lnTo>
                <a:lnTo>
                  <a:pt x="0" y="6631555"/>
                </a:lnTo>
                <a:lnTo>
                  <a:pt x="0" y="6657496"/>
                </a:lnTo>
                <a:lnTo>
                  <a:pt x="0" y="6672799"/>
                </a:lnTo>
                <a:lnTo>
                  <a:pt x="0" y="6698740"/>
                </a:lnTo>
                <a:lnTo>
                  <a:pt x="0" y="6821603"/>
                </a:lnTo>
                <a:lnTo>
                  <a:pt x="0" y="6847544"/>
                </a:lnTo>
                <a:lnTo>
                  <a:pt x="0" y="6862847"/>
                </a:lnTo>
                <a:lnTo>
                  <a:pt x="0" y="6888788"/>
                </a:lnTo>
                <a:lnTo>
                  <a:pt x="0" y="6930005"/>
                </a:lnTo>
                <a:lnTo>
                  <a:pt x="0" y="6955946"/>
                </a:lnTo>
                <a:lnTo>
                  <a:pt x="0" y="6959492"/>
                </a:lnTo>
                <a:lnTo>
                  <a:pt x="0" y="6971249"/>
                </a:lnTo>
                <a:lnTo>
                  <a:pt x="0" y="6995787"/>
                </a:lnTo>
                <a:lnTo>
                  <a:pt x="0" y="6997190"/>
                </a:lnTo>
                <a:lnTo>
                  <a:pt x="0" y="7000734"/>
                </a:lnTo>
                <a:lnTo>
                  <a:pt x="0" y="7007490"/>
                </a:lnTo>
                <a:lnTo>
                  <a:pt x="0" y="7041953"/>
                </a:lnTo>
                <a:lnTo>
                  <a:pt x="0" y="7067893"/>
                </a:lnTo>
                <a:lnTo>
                  <a:pt x="0" y="7083195"/>
                </a:lnTo>
                <a:lnTo>
                  <a:pt x="0" y="7109138"/>
                </a:lnTo>
                <a:lnTo>
                  <a:pt x="0" y="7257942"/>
                </a:lnTo>
                <a:lnTo>
                  <a:pt x="0" y="7294237"/>
                </a:lnTo>
                <a:lnTo>
                  <a:pt x="0" y="7299184"/>
                </a:lnTo>
                <a:lnTo>
                  <a:pt x="0" y="7305940"/>
                </a:lnTo>
                <a:lnTo>
                  <a:pt x="0" y="7340403"/>
                </a:lnTo>
                <a:lnTo>
                  <a:pt x="0" y="7366343"/>
                </a:lnTo>
                <a:lnTo>
                  <a:pt x="0" y="7381645"/>
                </a:lnTo>
                <a:lnTo>
                  <a:pt x="0" y="7407588"/>
                </a:lnTo>
                <a:lnTo>
                  <a:pt x="0" y="7484252"/>
                </a:lnTo>
                <a:lnTo>
                  <a:pt x="0" y="7510194"/>
                </a:lnTo>
                <a:lnTo>
                  <a:pt x="0" y="7525494"/>
                </a:lnTo>
                <a:lnTo>
                  <a:pt x="0" y="7551436"/>
                </a:lnTo>
                <a:lnTo>
                  <a:pt x="0" y="7592652"/>
                </a:lnTo>
                <a:lnTo>
                  <a:pt x="0" y="7618595"/>
                </a:lnTo>
                <a:lnTo>
                  <a:pt x="0" y="7633897"/>
                </a:lnTo>
                <a:lnTo>
                  <a:pt x="0" y="7659837"/>
                </a:lnTo>
                <a:lnTo>
                  <a:pt x="0" y="7782702"/>
                </a:lnTo>
                <a:lnTo>
                  <a:pt x="0" y="7808644"/>
                </a:lnTo>
                <a:lnTo>
                  <a:pt x="0" y="7823944"/>
                </a:lnTo>
                <a:lnTo>
                  <a:pt x="0" y="7849886"/>
                </a:lnTo>
                <a:lnTo>
                  <a:pt x="0" y="7891102"/>
                </a:lnTo>
                <a:lnTo>
                  <a:pt x="0" y="7917045"/>
                </a:lnTo>
                <a:lnTo>
                  <a:pt x="0" y="7932347"/>
                </a:lnTo>
                <a:lnTo>
                  <a:pt x="0" y="7958287"/>
                </a:lnTo>
                <a:lnTo>
                  <a:pt x="0" y="7969878"/>
                </a:lnTo>
                <a:lnTo>
                  <a:pt x="0" y="7995818"/>
                </a:lnTo>
                <a:lnTo>
                  <a:pt x="0" y="8011120"/>
                </a:lnTo>
                <a:lnTo>
                  <a:pt x="0" y="8037063"/>
                </a:lnTo>
                <a:lnTo>
                  <a:pt x="0" y="8078279"/>
                </a:lnTo>
                <a:lnTo>
                  <a:pt x="0" y="8104222"/>
                </a:lnTo>
                <a:lnTo>
                  <a:pt x="0" y="8119521"/>
                </a:lnTo>
                <a:lnTo>
                  <a:pt x="0" y="8145464"/>
                </a:lnTo>
                <a:lnTo>
                  <a:pt x="0" y="8255968"/>
                </a:lnTo>
                <a:lnTo>
                  <a:pt x="0" y="8268328"/>
                </a:lnTo>
                <a:lnTo>
                  <a:pt x="0" y="8294268"/>
                </a:lnTo>
                <a:lnTo>
                  <a:pt x="0" y="8297210"/>
                </a:lnTo>
                <a:lnTo>
                  <a:pt x="0" y="8309570"/>
                </a:lnTo>
                <a:lnTo>
                  <a:pt x="0" y="8335513"/>
                </a:lnTo>
                <a:lnTo>
                  <a:pt x="0" y="8338429"/>
                </a:lnTo>
                <a:lnTo>
                  <a:pt x="0" y="8364369"/>
                </a:lnTo>
                <a:lnTo>
                  <a:pt x="0" y="8376729"/>
                </a:lnTo>
                <a:lnTo>
                  <a:pt x="0" y="8379671"/>
                </a:lnTo>
                <a:lnTo>
                  <a:pt x="0" y="8402672"/>
                </a:lnTo>
                <a:lnTo>
                  <a:pt x="0" y="8405614"/>
                </a:lnTo>
                <a:lnTo>
                  <a:pt x="0" y="8417971"/>
                </a:lnTo>
                <a:lnTo>
                  <a:pt x="0" y="8443914"/>
                </a:lnTo>
                <a:lnTo>
                  <a:pt x="0" y="8520579"/>
                </a:lnTo>
                <a:lnTo>
                  <a:pt x="0" y="8546522"/>
                </a:lnTo>
                <a:lnTo>
                  <a:pt x="0" y="8554418"/>
                </a:lnTo>
                <a:lnTo>
                  <a:pt x="0" y="8561823"/>
                </a:lnTo>
                <a:lnTo>
                  <a:pt x="0" y="8587764"/>
                </a:lnTo>
                <a:lnTo>
                  <a:pt x="0" y="8595660"/>
                </a:lnTo>
                <a:lnTo>
                  <a:pt x="0" y="8628981"/>
                </a:lnTo>
                <a:lnTo>
                  <a:pt x="0" y="8636879"/>
                </a:lnTo>
                <a:lnTo>
                  <a:pt x="0" y="8662819"/>
                </a:lnTo>
                <a:lnTo>
                  <a:pt x="0" y="8670225"/>
                </a:lnTo>
                <a:lnTo>
                  <a:pt x="0" y="8678121"/>
                </a:lnTo>
                <a:lnTo>
                  <a:pt x="0" y="8704064"/>
                </a:lnTo>
                <a:lnTo>
                  <a:pt x="0" y="8780727"/>
                </a:lnTo>
                <a:lnTo>
                  <a:pt x="0" y="8806670"/>
                </a:lnTo>
                <a:lnTo>
                  <a:pt x="0" y="8819029"/>
                </a:lnTo>
                <a:lnTo>
                  <a:pt x="0" y="8821971"/>
                </a:lnTo>
                <a:lnTo>
                  <a:pt x="0" y="8844972"/>
                </a:lnTo>
                <a:lnTo>
                  <a:pt x="0" y="8847914"/>
                </a:lnTo>
                <a:lnTo>
                  <a:pt x="0" y="8860273"/>
                </a:lnTo>
                <a:lnTo>
                  <a:pt x="0" y="8886214"/>
                </a:lnTo>
                <a:lnTo>
                  <a:pt x="0" y="8889130"/>
                </a:lnTo>
                <a:lnTo>
                  <a:pt x="0" y="8915073"/>
                </a:lnTo>
                <a:lnTo>
                  <a:pt x="0" y="8927431"/>
                </a:lnTo>
                <a:lnTo>
                  <a:pt x="0" y="8930373"/>
                </a:lnTo>
                <a:lnTo>
                  <a:pt x="0" y="8956315"/>
                </a:lnTo>
                <a:lnTo>
                  <a:pt x="0" y="8968675"/>
                </a:lnTo>
                <a:lnTo>
                  <a:pt x="0" y="9079177"/>
                </a:lnTo>
                <a:lnTo>
                  <a:pt x="0" y="9105120"/>
                </a:lnTo>
                <a:lnTo>
                  <a:pt x="0" y="9120421"/>
                </a:lnTo>
                <a:lnTo>
                  <a:pt x="0" y="9146364"/>
                </a:lnTo>
                <a:lnTo>
                  <a:pt x="0" y="9164851"/>
                </a:lnTo>
                <a:close/>
              </a:path>
            </a:pathLst>
          </a:custGeom>
          <a:solidFill>
            <a:srgbClr val="FF005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6" name="Forma libre 38"/>
          <p:cNvSpPr/>
          <p:nvPr/>
        </p:nvSpPr>
        <p:spPr>
          <a:xfrm rot="16200000" flipV="1">
            <a:off x="1557751" y="-537766"/>
            <a:ext cx="582039" cy="3741929"/>
          </a:xfrm>
          <a:custGeom>
            <a:avLst/>
            <a:gdLst>
              <a:gd name="connsiteX0" fmla="*/ 582039 w 582039"/>
              <a:gd name="connsiteY0" fmla="*/ 2949840 h 2949840"/>
              <a:gd name="connsiteX1" fmla="*/ 582039 w 582039"/>
              <a:gd name="connsiteY1" fmla="*/ 2929141 h 2949840"/>
              <a:gd name="connsiteX2" fmla="*/ 582039 w 582039"/>
              <a:gd name="connsiteY2" fmla="*/ 2903198 h 2949840"/>
              <a:gd name="connsiteX3" fmla="*/ 582039 w 582039"/>
              <a:gd name="connsiteY3" fmla="*/ 2887897 h 2949840"/>
              <a:gd name="connsiteX4" fmla="*/ 582039 w 582039"/>
              <a:gd name="connsiteY4" fmla="*/ 2861956 h 2949840"/>
              <a:gd name="connsiteX5" fmla="*/ 582039 w 582039"/>
              <a:gd name="connsiteY5" fmla="*/ 2820739 h 2949840"/>
              <a:gd name="connsiteX6" fmla="*/ 582039 w 582039"/>
              <a:gd name="connsiteY6" fmla="*/ 2779495 h 2949840"/>
              <a:gd name="connsiteX7" fmla="*/ 582039 w 582039"/>
              <a:gd name="connsiteY7" fmla="*/ 2641090 h 2949840"/>
              <a:gd name="connsiteX8" fmla="*/ 582039 w 582039"/>
              <a:gd name="connsiteY8" fmla="*/ 2615149 h 2949840"/>
              <a:gd name="connsiteX9" fmla="*/ 582039 w 582039"/>
              <a:gd name="connsiteY9" fmla="*/ 2599846 h 2949840"/>
              <a:gd name="connsiteX10" fmla="*/ 582039 w 582039"/>
              <a:gd name="connsiteY10" fmla="*/ 2573905 h 2949840"/>
              <a:gd name="connsiteX11" fmla="*/ 582039 w 582039"/>
              <a:gd name="connsiteY11" fmla="*/ 2532688 h 2949840"/>
              <a:gd name="connsiteX12" fmla="*/ 582039 w 582039"/>
              <a:gd name="connsiteY12" fmla="*/ 2506747 h 2949840"/>
              <a:gd name="connsiteX13" fmla="*/ 582039 w 582039"/>
              <a:gd name="connsiteY13" fmla="*/ 2491444 h 2949840"/>
              <a:gd name="connsiteX14" fmla="*/ 582039 w 582039"/>
              <a:gd name="connsiteY14" fmla="*/ 2465503 h 2949840"/>
              <a:gd name="connsiteX15" fmla="*/ 582039 w 582039"/>
              <a:gd name="connsiteY15" fmla="*/ 1996822 h 2949840"/>
              <a:gd name="connsiteX16" fmla="*/ 582039 w 582039"/>
              <a:gd name="connsiteY16" fmla="*/ 1970880 h 2949840"/>
              <a:gd name="connsiteX17" fmla="*/ 582039 w 582039"/>
              <a:gd name="connsiteY17" fmla="*/ 1955579 h 2949840"/>
              <a:gd name="connsiteX18" fmla="*/ 582039 w 582039"/>
              <a:gd name="connsiteY18" fmla="*/ 1929637 h 2949840"/>
              <a:gd name="connsiteX19" fmla="*/ 582039 w 582039"/>
              <a:gd name="connsiteY19" fmla="*/ 1888420 h 2949840"/>
              <a:gd name="connsiteX20" fmla="*/ 582039 w 582039"/>
              <a:gd name="connsiteY20" fmla="*/ 1869374 h 2949840"/>
              <a:gd name="connsiteX21" fmla="*/ 582039 w 582039"/>
              <a:gd name="connsiteY21" fmla="*/ 1862477 h 2949840"/>
              <a:gd name="connsiteX22" fmla="*/ 582039 w 582039"/>
              <a:gd name="connsiteY22" fmla="*/ 1847177 h 2949840"/>
              <a:gd name="connsiteX23" fmla="*/ 582039 w 582039"/>
              <a:gd name="connsiteY23" fmla="*/ 1828130 h 2949840"/>
              <a:gd name="connsiteX24" fmla="*/ 582039 w 582039"/>
              <a:gd name="connsiteY24" fmla="*/ 1821235 h 2949840"/>
              <a:gd name="connsiteX25" fmla="*/ 582039 w 582039"/>
              <a:gd name="connsiteY25" fmla="*/ 1786913 h 2949840"/>
              <a:gd name="connsiteX26" fmla="*/ 582039 w 582039"/>
              <a:gd name="connsiteY26" fmla="*/ 1760971 h 2949840"/>
              <a:gd name="connsiteX27" fmla="*/ 582039 w 582039"/>
              <a:gd name="connsiteY27" fmla="*/ 1745671 h 2949840"/>
              <a:gd name="connsiteX28" fmla="*/ 582039 w 582039"/>
              <a:gd name="connsiteY28" fmla="*/ 1719728 h 2949840"/>
              <a:gd name="connsiteX29" fmla="*/ 582038 w 582039"/>
              <a:gd name="connsiteY29" fmla="*/ 1446119 h 2949840"/>
              <a:gd name="connsiteX30" fmla="*/ 582038 w 582039"/>
              <a:gd name="connsiteY30" fmla="*/ 1420179 h 2949840"/>
              <a:gd name="connsiteX31" fmla="*/ 582038 w 582039"/>
              <a:gd name="connsiteY31" fmla="*/ 1404877 h 2949840"/>
              <a:gd name="connsiteX32" fmla="*/ 582038 w 582039"/>
              <a:gd name="connsiteY32" fmla="*/ 1378934 h 2949840"/>
              <a:gd name="connsiteX33" fmla="*/ 582038 w 582039"/>
              <a:gd name="connsiteY33" fmla="*/ 1344613 h 2949840"/>
              <a:gd name="connsiteX34" fmla="*/ 582038 w 582039"/>
              <a:gd name="connsiteY34" fmla="*/ 1337718 h 2949840"/>
              <a:gd name="connsiteX35" fmla="*/ 582038 w 582039"/>
              <a:gd name="connsiteY35" fmla="*/ 1318670 h 2949840"/>
              <a:gd name="connsiteX36" fmla="*/ 582038 w 582039"/>
              <a:gd name="connsiteY36" fmla="*/ 1303371 h 2949840"/>
              <a:gd name="connsiteX37" fmla="*/ 582038 w 582039"/>
              <a:gd name="connsiteY37" fmla="*/ 1296476 h 2949840"/>
              <a:gd name="connsiteX38" fmla="*/ 582038 w 582039"/>
              <a:gd name="connsiteY38" fmla="*/ 1277428 h 2949840"/>
              <a:gd name="connsiteX39" fmla="*/ 582038 w 582039"/>
              <a:gd name="connsiteY39" fmla="*/ 1236212 h 2949840"/>
              <a:gd name="connsiteX40" fmla="*/ 582038 w 582039"/>
              <a:gd name="connsiteY40" fmla="*/ 1210269 h 2949840"/>
              <a:gd name="connsiteX41" fmla="*/ 582038 w 582039"/>
              <a:gd name="connsiteY41" fmla="*/ 1194967 h 2949840"/>
              <a:gd name="connsiteX42" fmla="*/ 582038 w 582039"/>
              <a:gd name="connsiteY42" fmla="*/ 1169027 h 2949840"/>
              <a:gd name="connsiteX43" fmla="*/ 582038 w 582039"/>
              <a:gd name="connsiteY43" fmla="*/ 700345 h 2949840"/>
              <a:gd name="connsiteX44" fmla="*/ 582038 w 582039"/>
              <a:gd name="connsiteY44" fmla="*/ 674402 h 2949840"/>
              <a:gd name="connsiteX45" fmla="*/ 582038 w 582039"/>
              <a:gd name="connsiteY45" fmla="*/ 659103 h 2949840"/>
              <a:gd name="connsiteX46" fmla="*/ 582038 w 582039"/>
              <a:gd name="connsiteY46" fmla="*/ 633160 h 2949840"/>
              <a:gd name="connsiteX47" fmla="*/ 582038 w 582039"/>
              <a:gd name="connsiteY47" fmla="*/ 591944 h 2949840"/>
              <a:gd name="connsiteX48" fmla="*/ 582038 w 582039"/>
              <a:gd name="connsiteY48" fmla="*/ 566002 h 2949840"/>
              <a:gd name="connsiteX49" fmla="*/ 582038 w 582039"/>
              <a:gd name="connsiteY49" fmla="*/ 550699 h 2949840"/>
              <a:gd name="connsiteX50" fmla="*/ 582038 w 582039"/>
              <a:gd name="connsiteY50" fmla="*/ 524756 h 2949840"/>
              <a:gd name="connsiteX51" fmla="*/ 582038 w 582039"/>
              <a:gd name="connsiteY51" fmla="*/ 149643 h 2949840"/>
              <a:gd name="connsiteX52" fmla="*/ 582038 w 582039"/>
              <a:gd name="connsiteY52" fmla="*/ 123703 h 2949840"/>
              <a:gd name="connsiteX53" fmla="*/ 582038 w 582039"/>
              <a:gd name="connsiteY53" fmla="*/ 108401 h 2949840"/>
              <a:gd name="connsiteX54" fmla="*/ 582038 w 582039"/>
              <a:gd name="connsiteY54" fmla="*/ 82458 h 2949840"/>
              <a:gd name="connsiteX55" fmla="*/ 582038 w 582039"/>
              <a:gd name="connsiteY55" fmla="*/ 41242 h 2949840"/>
              <a:gd name="connsiteX56" fmla="*/ 582038 w 582039"/>
              <a:gd name="connsiteY56" fmla="*/ 0 h 2949840"/>
              <a:gd name="connsiteX57" fmla="*/ 0 w 582039"/>
              <a:gd name="connsiteY57" fmla="*/ 158641 h 2949840"/>
              <a:gd name="connsiteX58" fmla="*/ 0 w 582039"/>
              <a:gd name="connsiteY58" fmla="*/ 199883 h 2949840"/>
              <a:gd name="connsiteX59" fmla="*/ 0 w 582039"/>
              <a:gd name="connsiteY59" fmla="*/ 241102 h 2949840"/>
              <a:gd name="connsiteX60" fmla="*/ 0 w 582039"/>
              <a:gd name="connsiteY60" fmla="*/ 267042 h 2949840"/>
              <a:gd name="connsiteX61" fmla="*/ 0 w 582039"/>
              <a:gd name="connsiteY61" fmla="*/ 282344 h 2949840"/>
              <a:gd name="connsiteX62" fmla="*/ 0 w 582039"/>
              <a:gd name="connsiteY62" fmla="*/ 308287 h 2949840"/>
              <a:gd name="connsiteX63" fmla="*/ 0 w 582039"/>
              <a:gd name="connsiteY63" fmla="*/ 683401 h 2949840"/>
              <a:gd name="connsiteX64" fmla="*/ 0 w 582039"/>
              <a:gd name="connsiteY64" fmla="*/ 709343 h 2949840"/>
              <a:gd name="connsiteX65" fmla="*/ 0 w 582039"/>
              <a:gd name="connsiteY65" fmla="*/ 724643 h 2949840"/>
              <a:gd name="connsiteX66" fmla="*/ 0 w 582039"/>
              <a:gd name="connsiteY66" fmla="*/ 750585 h 2949840"/>
              <a:gd name="connsiteX67" fmla="*/ 0 w 582039"/>
              <a:gd name="connsiteY67" fmla="*/ 791801 h 2949840"/>
              <a:gd name="connsiteX68" fmla="*/ 0 w 582039"/>
              <a:gd name="connsiteY68" fmla="*/ 817744 h 2949840"/>
              <a:gd name="connsiteX69" fmla="*/ 0 w 582039"/>
              <a:gd name="connsiteY69" fmla="*/ 833046 h 2949840"/>
              <a:gd name="connsiteX70" fmla="*/ 0 w 582039"/>
              <a:gd name="connsiteY70" fmla="*/ 858986 h 2949840"/>
              <a:gd name="connsiteX71" fmla="*/ 0 w 582039"/>
              <a:gd name="connsiteY71" fmla="*/ 1169027 h 2949840"/>
              <a:gd name="connsiteX72" fmla="*/ 0 w 582039"/>
              <a:gd name="connsiteY72" fmla="*/ 1194967 h 2949840"/>
              <a:gd name="connsiteX73" fmla="*/ 0 w 582039"/>
              <a:gd name="connsiteY73" fmla="*/ 1210269 h 2949840"/>
              <a:gd name="connsiteX74" fmla="*/ 0 w 582039"/>
              <a:gd name="connsiteY74" fmla="*/ 1236212 h 2949840"/>
              <a:gd name="connsiteX75" fmla="*/ 0 w 582039"/>
              <a:gd name="connsiteY75" fmla="*/ 1277428 h 2949840"/>
              <a:gd name="connsiteX76" fmla="*/ 0 w 582039"/>
              <a:gd name="connsiteY76" fmla="*/ 1303371 h 2949840"/>
              <a:gd name="connsiteX77" fmla="*/ 0 w 582039"/>
              <a:gd name="connsiteY77" fmla="*/ 1318670 h 2949840"/>
              <a:gd name="connsiteX78" fmla="*/ 0 w 582039"/>
              <a:gd name="connsiteY78" fmla="*/ 1344613 h 2949840"/>
              <a:gd name="connsiteX79" fmla="*/ 0 w 582039"/>
              <a:gd name="connsiteY79" fmla="*/ 1455117 h 2949840"/>
              <a:gd name="connsiteX80" fmla="*/ 0 w 582039"/>
              <a:gd name="connsiteY80" fmla="*/ 1496359 h 2949840"/>
              <a:gd name="connsiteX81" fmla="*/ 0 w 582039"/>
              <a:gd name="connsiteY81" fmla="*/ 1537578 h 2949840"/>
              <a:gd name="connsiteX82" fmla="*/ 0 w 582039"/>
              <a:gd name="connsiteY82" fmla="*/ 1563518 h 2949840"/>
              <a:gd name="connsiteX83" fmla="*/ 0 w 582039"/>
              <a:gd name="connsiteY83" fmla="*/ 1578820 h 2949840"/>
              <a:gd name="connsiteX84" fmla="*/ 0 w 582039"/>
              <a:gd name="connsiteY84" fmla="*/ 1604763 h 2949840"/>
              <a:gd name="connsiteX85" fmla="*/ 0 w 582039"/>
              <a:gd name="connsiteY85" fmla="*/ 1719728 h 2949840"/>
              <a:gd name="connsiteX86" fmla="*/ 0 w 582039"/>
              <a:gd name="connsiteY86" fmla="*/ 1745671 h 2949840"/>
              <a:gd name="connsiteX87" fmla="*/ 0 w 582039"/>
              <a:gd name="connsiteY87" fmla="*/ 1760972 h 2949840"/>
              <a:gd name="connsiteX88" fmla="*/ 0 w 582039"/>
              <a:gd name="connsiteY88" fmla="*/ 1786913 h 2949840"/>
              <a:gd name="connsiteX89" fmla="*/ 0 w 582039"/>
              <a:gd name="connsiteY89" fmla="*/ 1828130 h 2949840"/>
              <a:gd name="connsiteX90" fmla="*/ 0 w 582039"/>
              <a:gd name="connsiteY90" fmla="*/ 1869374 h 2949840"/>
              <a:gd name="connsiteX91" fmla="*/ 0 w 582039"/>
              <a:gd name="connsiteY91" fmla="*/ 1979876 h 2949840"/>
              <a:gd name="connsiteX92" fmla="*/ 0 w 582039"/>
              <a:gd name="connsiteY92" fmla="*/ 2005819 h 2949840"/>
              <a:gd name="connsiteX93" fmla="*/ 0 w 582039"/>
              <a:gd name="connsiteY93" fmla="*/ 2021120 h 2949840"/>
              <a:gd name="connsiteX94" fmla="*/ 0 w 582039"/>
              <a:gd name="connsiteY94" fmla="*/ 2047063 h 2949840"/>
              <a:gd name="connsiteX95" fmla="*/ 0 w 582039"/>
              <a:gd name="connsiteY95" fmla="*/ 2088279 h 2949840"/>
              <a:gd name="connsiteX96" fmla="*/ 0 w 582039"/>
              <a:gd name="connsiteY96" fmla="*/ 2114222 h 2949840"/>
              <a:gd name="connsiteX97" fmla="*/ 0 w 582039"/>
              <a:gd name="connsiteY97" fmla="*/ 2129522 h 2949840"/>
              <a:gd name="connsiteX98" fmla="*/ 0 w 582039"/>
              <a:gd name="connsiteY98" fmla="*/ 2155464 h 2949840"/>
              <a:gd name="connsiteX99" fmla="*/ 0 w 582039"/>
              <a:gd name="connsiteY99" fmla="*/ 2465503 h 2949840"/>
              <a:gd name="connsiteX100" fmla="*/ 0 w 582039"/>
              <a:gd name="connsiteY100" fmla="*/ 2491444 h 2949840"/>
              <a:gd name="connsiteX101" fmla="*/ 0 w 582039"/>
              <a:gd name="connsiteY101" fmla="*/ 2506747 h 2949840"/>
              <a:gd name="connsiteX102" fmla="*/ 0 w 582039"/>
              <a:gd name="connsiteY102" fmla="*/ 2532688 h 2949840"/>
              <a:gd name="connsiteX103" fmla="*/ 0 w 582039"/>
              <a:gd name="connsiteY103" fmla="*/ 2573905 h 2949840"/>
              <a:gd name="connsiteX104" fmla="*/ 0 w 582039"/>
              <a:gd name="connsiteY104" fmla="*/ 2599846 h 2949840"/>
              <a:gd name="connsiteX105" fmla="*/ 0 w 582039"/>
              <a:gd name="connsiteY105" fmla="*/ 2615149 h 2949840"/>
              <a:gd name="connsiteX106" fmla="*/ 0 w 582039"/>
              <a:gd name="connsiteY106" fmla="*/ 2641090 h 2949840"/>
              <a:gd name="connsiteX107" fmla="*/ 0 w 582039"/>
              <a:gd name="connsiteY107" fmla="*/ 2938137 h 2949840"/>
              <a:gd name="connsiteX108" fmla="*/ 0 w 582039"/>
              <a:gd name="connsiteY108" fmla="*/ 2949840 h 294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2039" h="2949840">
                <a:moveTo>
                  <a:pt x="582039" y="2949840"/>
                </a:moveTo>
                <a:lnTo>
                  <a:pt x="582039" y="2929141"/>
                </a:lnTo>
                <a:lnTo>
                  <a:pt x="582039" y="2903198"/>
                </a:lnTo>
                <a:lnTo>
                  <a:pt x="582039" y="2887897"/>
                </a:lnTo>
                <a:lnTo>
                  <a:pt x="582039" y="2861956"/>
                </a:lnTo>
                <a:lnTo>
                  <a:pt x="582039" y="2820739"/>
                </a:lnTo>
                <a:lnTo>
                  <a:pt x="582039" y="2779495"/>
                </a:lnTo>
                <a:lnTo>
                  <a:pt x="582039" y="2641090"/>
                </a:lnTo>
                <a:lnTo>
                  <a:pt x="582039" y="2615149"/>
                </a:lnTo>
                <a:lnTo>
                  <a:pt x="582039" y="2599846"/>
                </a:lnTo>
                <a:lnTo>
                  <a:pt x="582039" y="2573905"/>
                </a:lnTo>
                <a:lnTo>
                  <a:pt x="582039" y="2532688"/>
                </a:lnTo>
                <a:lnTo>
                  <a:pt x="582039" y="2506747"/>
                </a:lnTo>
                <a:lnTo>
                  <a:pt x="582039" y="2491444"/>
                </a:lnTo>
                <a:lnTo>
                  <a:pt x="582039" y="2465503"/>
                </a:lnTo>
                <a:lnTo>
                  <a:pt x="582039" y="1996822"/>
                </a:lnTo>
                <a:lnTo>
                  <a:pt x="582039" y="1970880"/>
                </a:lnTo>
                <a:lnTo>
                  <a:pt x="582039" y="1955579"/>
                </a:lnTo>
                <a:lnTo>
                  <a:pt x="582039" y="1929637"/>
                </a:lnTo>
                <a:lnTo>
                  <a:pt x="582039" y="1888420"/>
                </a:lnTo>
                <a:lnTo>
                  <a:pt x="582039" y="1869374"/>
                </a:lnTo>
                <a:lnTo>
                  <a:pt x="582039" y="1862477"/>
                </a:lnTo>
                <a:lnTo>
                  <a:pt x="582039" y="1847177"/>
                </a:lnTo>
                <a:lnTo>
                  <a:pt x="582039" y="1828130"/>
                </a:lnTo>
                <a:lnTo>
                  <a:pt x="582039" y="1821235"/>
                </a:lnTo>
                <a:lnTo>
                  <a:pt x="582039" y="1786913"/>
                </a:lnTo>
                <a:lnTo>
                  <a:pt x="582039" y="1760971"/>
                </a:lnTo>
                <a:lnTo>
                  <a:pt x="582039" y="1745671"/>
                </a:lnTo>
                <a:lnTo>
                  <a:pt x="582039" y="1719728"/>
                </a:lnTo>
                <a:lnTo>
                  <a:pt x="582038" y="1446119"/>
                </a:lnTo>
                <a:lnTo>
                  <a:pt x="582038" y="1420179"/>
                </a:lnTo>
                <a:lnTo>
                  <a:pt x="582038" y="1404877"/>
                </a:lnTo>
                <a:lnTo>
                  <a:pt x="582038" y="1378934"/>
                </a:lnTo>
                <a:lnTo>
                  <a:pt x="582038" y="1344613"/>
                </a:lnTo>
                <a:lnTo>
                  <a:pt x="582038" y="1337718"/>
                </a:lnTo>
                <a:lnTo>
                  <a:pt x="582038" y="1318670"/>
                </a:lnTo>
                <a:lnTo>
                  <a:pt x="582038" y="1303371"/>
                </a:lnTo>
                <a:lnTo>
                  <a:pt x="582038" y="1296476"/>
                </a:lnTo>
                <a:lnTo>
                  <a:pt x="582038" y="1277428"/>
                </a:lnTo>
                <a:lnTo>
                  <a:pt x="582038" y="1236212"/>
                </a:lnTo>
                <a:lnTo>
                  <a:pt x="582038" y="1210269"/>
                </a:lnTo>
                <a:lnTo>
                  <a:pt x="582038" y="1194967"/>
                </a:lnTo>
                <a:lnTo>
                  <a:pt x="582038" y="1169027"/>
                </a:lnTo>
                <a:lnTo>
                  <a:pt x="582038" y="700345"/>
                </a:lnTo>
                <a:lnTo>
                  <a:pt x="582038" y="674402"/>
                </a:lnTo>
                <a:lnTo>
                  <a:pt x="582038" y="659103"/>
                </a:lnTo>
                <a:lnTo>
                  <a:pt x="582038" y="633160"/>
                </a:lnTo>
                <a:lnTo>
                  <a:pt x="582038" y="591944"/>
                </a:lnTo>
                <a:lnTo>
                  <a:pt x="582038" y="566002"/>
                </a:lnTo>
                <a:lnTo>
                  <a:pt x="582038" y="550699"/>
                </a:lnTo>
                <a:lnTo>
                  <a:pt x="582038" y="524756"/>
                </a:lnTo>
                <a:lnTo>
                  <a:pt x="582038" y="149643"/>
                </a:lnTo>
                <a:lnTo>
                  <a:pt x="582038" y="123703"/>
                </a:lnTo>
                <a:lnTo>
                  <a:pt x="582038" y="108401"/>
                </a:lnTo>
                <a:lnTo>
                  <a:pt x="582038" y="82458"/>
                </a:lnTo>
                <a:lnTo>
                  <a:pt x="582038" y="41242"/>
                </a:lnTo>
                <a:lnTo>
                  <a:pt x="582038" y="0"/>
                </a:lnTo>
                <a:lnTo>
                  <a:pt x="0" y="158641"/>
                </a:lnTo>
                <a:lnTo>
                  <a:pt x="0" y="199883"/>
                </a:lnTo>
                <a:lnTo>
                  <a:pt x="0" y="241102"/>
                </a:lnTo>
                <a:lnTo>
                  <a:pt x="0" y="267042"/>
                </a:lnTo>
                <a:lnTo>
                  <a:pt x="0" y="282344"/>
                </a:lnTo>
                <a:lnTo>
                  <a:pt x="0" y="308287"/>
                </a:lnTo>
                <a:lnTo>
                  <a:pt x="0" y="683401"/>
                </a:lnTo>
                <a:lnTo>
                  <a:pt x="0" y="709343"/>
                </a:lnTo>
                <a:lnTo>
                  <a:pt x="0" y="724643"/>
                </a:lnTo>
                <a:lnTo>
                  <a:pt x="0" y="750585"/>
                </a:lnTo>
                <a:lnTo>
                  <a:pt x="0" y="791801"/>
                </a:lnTo>
                <a:lnTo>
                  <a:pt x="0" y="817744"/>
                </a:lnTo>
                <a:lnTo>
                  <a:pt x="0" y="833046"/>
                </a:lnTo>
                <a:lnTo>
                  <a:pt x="0" y="858986"/>
                </a:lnTo>
                <a:lnTo>
                  <a:pt x="0" y="1169027"/>
                </a:lnTo>
                <a:lnTo>
                  <a:pt x="0" y="1194967"/>
                </a:lnTo>
                <a:lnTo>
                  <a:pt x="0" y="1210269"/>
                </a:lnTo>
                <a:lnTo>
                  <a:pt x="0" y="1236212"/>
                </a:lnTo>
                <a:lnTo>
                  <a:pt x="0" y="1277428"/>
                </a:lnTo>
                <a:lnTo>
                  <a:pt x="0" y="1303371"/>
                </a:lnTo>
                <a:lnTo>
                  <a:pt x="0" y="1318670"/>
                </a:lnTo>
                <a:lnTo>
                  <a:pt x="0" y="1344613"/>
                </a:lnTo>
                <a:lnTo>
                  <a:pt x="0" y="1455117"/>
                </a:lnTo>
                <a:lnTo>
                  <a:pt x="0" y="1496359"/>
                </a:lnTo>
                <a:lnTo>
                  <a:pt x="0" y="1537578"/>
                </a:lnTo>
                <a:lnTo>
                  <a:pt x="0" y="1563518"/>
                </a:lnTo>
                <a:lnTo>
                  <a:pt x="0" y="1578820"/>
                </a:lnTo>
                <a:lnTo>
                  <a:pt x="0" y="1604763"/>
                </a:lnTo>
                <a:lnTo>
                  <a:pt x="0" y="1719728"/>
                </a:lnTo>
                <a:lnTo>
                  <a:pt x="0" y="1745671"/>
                </a:lnTo>
                <a:lnTo>
                  <a:pt x="0" y="1760972"/>
                </a:lnTo>
                <a:lnTo>
                  <a:pt x="0" y="1786913"/>
                </a:lnTo>
                <a:lnTo>
                  <a:pt x="0" y="1828130"/>
                </a:lnTo>
                <a:lnTo>
                  <a:pt x="0" y="1869374"/>
                </a:lnTo>
                <a:lnTo>
                  <a:pt x="0" y="1979876"/>
                </a:lnTo>
                <a:lnTo>
                  <a:pt x="0" y="2005819"/>
                </a:lnTo>
                <a:lnTo>
                  <a:pt x="0" y="2021120"/>
                </a:lnTo>
                <a:lnTo>
                  <a:pt x="0" y="2047063"/>
                </a:lnTo>
                <a:lnTo>
                  <a:pt x="0" y="2088279"/>
                </a:lnTo>
                <a:lnTo>
                  <a:pt x="0" y="2114222"/>
                </a:lnTo>
                <a:lnTo>
                  <a:pt x="0" y="2129522"/>
                </a:lnTo>
                <a:lnTo>
                  <a:pt x="0" y="2155464"/>
                </a:lnTo>
                <a:lnTo>
                  <a:pt x="0" y="2465503"/>
                </a:lnTo>
                <a:lnTo>
                  <a:pt x="0" y="2491444"/>
                </a:lnTo>
                <a:lnTo>
                  <a:pt x="0" y="2506747"/>
                </a:lnTo>
                <a:lnTo>
                  <a:pt x="0" y="2532688"/>
                </a:lnTo>
                <a:lnTo>
                  <a:pt x="0" y="2573905"/>
                </a:lnTo>
                <a:lnTo>
                  <a:pt x="0" y="2599846"/>
                </a:lnTo>
                <a:lnTo>
                  <a:pt x="0" y="2615149"/>
                </a:lnTo>
                <a:lnTo>
                  <a:pt x="0" y="2641090"/>
                </a:lnTo>
                <a:lnTo>
                  <a:pt x="0" y="2938137"/>
                </a:lnTo>
                <a:lnTo>
                  <a:pt x="0" y="2949840"/>
                </a:lnTo>
                <a:close/>
              </a:path>
            </a:pathLst>
          </a:custGeom>
          <a:solidFill>
            <a:srgbClr val="26071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40" name="Forma libre 39"/>
          <p:cNvSpPr/>
          <p:nvPr/>
        </p:nvSpPr>
        <p:spPr>
          <a:xfrm rot="16200000" flipV="1">
            <a:off x="1360215" y="134772"/>
            <a:ext cx="582039" cy="3704958"/>
          </a:xfrm>
          <a:custGeom>
            <a:avLst/>
            <a:gdLst>
              <a:gd name="connsiteX0" fmla="*/ 582039 w 582039"/>
              <a:gd name="connsiteY0" fmla="*/ 2949840 h 2949840"/>
              <a:gd name="connsiteX1" fmla="*/ 582039 w 582039"/>
              <a:gd name="connsiteY1" fmla="*/ 2929141 h 2949840"/>
              <a:gd name="connsiteX2" fmla="*/ 582039 w 582039"/>
              <a:gd name="connsiteY2" fmla="*/ 2903198 h 2949840"/>
              <a:gd name="connsiteX3" fmla="*/ 582039 w 582039"/>
              <a:gd name="connsiteY3" fmla="*/ 2887897 h 2949840"/>
              <a:gd name="connsiteX4" fmla="*/ 582039 w 582039"/>
              <a:gd name="connsiteY4" fmla="*/ 2861956 h 2949840"/>
              <a:gd name="connsiteX5" fmla="*/ 582039 w 582039"/>
              <a:gd name="connsiteY5" fmla="*/ 2820739 h 2949840"/>
              <a:gd name="connsiteX6" fmla="*/ 582039 w 582039"/>
              <a:gd name="connsiteY6" fmla="*/ 2779495 h 2949840"/>
              <a:gd name="connsiteX7" fmla="*/ 582039 w 582039"/>
              <a:gd name="connsiteY7" fmla="*/ 2641090 h 2949840"/>
              <a:gd name="connsiteX8" fmla="*/ 582039 w 582039"/>
              <a:gd name="connsiteY8" fmla="*/ 2615149 h 2949840"/>
              <a:gd name="connsiteX9" fmla="*/ 582039 w 582039"/>
              <a:gd name="connsiteY9" fmla="*/ 2599846 h 2949840"/>
              <a:gd name="connsiteX10" fmla="*/ 582039 w 582039"/>
              <a:gd name="connsiteY10" fmla="*/ 2573905 h 2949840"/>
              <a:gd name="connsiteX11" fmla="*/ 582039 w 582039"/>
              <a:gd name="connsiteY11" fmla="*/ 2532688 h 2949840"/>
              <a:gd name="connsiteX12" fmla="*/ 582039 w 582039"/>
              <a:gd name="connsiteY12" fmla="*/ 2506747 h 2949840"/>
              <a:gd name="connsiteX13" fmla="*/ 582039 w 582039"/>
              <a:gd name="connsiteY13" fmla="*/ 2491444 h 2949840"/>
              <a:gd name="connsiteX14" fmla="*/ 582039 w 582039"/>
              <a:gd name="connsiteY14" fmla="*/ 2465503 h 2949840"/>
              <a:gd name="connsiteX15" fmla="*/ 582039 w 582039"/>
              <a:gd name="connsiteY15" fmla="*/ 1996822 h 2949840"/>
              <a:gd name="connsiteX16" fmla="*/ 582039 w 582039"/>
              <a:gd name="connsiteY16" fmla="*/ 1970880 h 2949840"/>
              <a:gd name="connsiteX17" fmla="*/ 582039 w 582039"/>
              <a:gd name="connsiteY17" fmla="*/ 1955579 h 2949840"/>
              <a:gd name="connsiteX18" fmla="*/ 582039 w 582039"/>
              <a:gd name="connsiteY18" fmla="*/ 1929637 h 2949840"/>
              <a:gd name="connsiteX19" fmla="*/ 582039 w 582039"/>
              <a:gd name="connsiteY19" fmla="*/ 1888420 h 2949840"/>
              <a:gd name="connsiteX20" fmla="*/ 582039 w 582039"/>
              <a:gd name="connsiteY20" fmla="*/ 1869374 h 2949840"/>
              <a:gd name="connsiteX21" fmla="*/ 582039 w 582039"/>
              <a:gd name="connsiteY21" fmla="*/ 1862477 h 2949840"/>
              <a:gd name="connsiteX22" fmla="*/ 582039 w 582039"/>
              <a:gd name="connsiteY22" fmla="*/ 1847177 h 2949840"/>
              <a:gd name="connsiteX23" fmla="*/ 582039 w 582039"/>
              <a:gd name="connsiteY23" fmla="*/ 1828130 h 2949840"/>
              <a:gd name="connsiteX24" fmla="*/ 582039 w 582039"/>
              <a:gd name="connsiteY24" fmla="*/ 1821235 h 2949840"/>
              <a:gd name="connsiteX25" fmla="*/ 582039 w 582039"/>
              <a:gd name="connsiteY25" fmla="*/ 1786913 h 2949840"/>
              <a:gd name="connsiteX26" fmla="*/ 582039 w 582039"/>
              <a:gd name="connsiteY26" fmla="*/ 1760971 h 2949840"/>
              <a:gd name="connsiteX27" fmla="*/ 582039 w 582039"/>
              <a:gd name="connsiteY27" fmla="*/ 1745671 h 2949840"/>
              <a:gd name="connsiteX28" fmla="*/ 582039 w 582039"/>
              <a:gd name="connsiteY28" fmla="*/ 1719728 h 2949840"/>
              <a:gd name="connsiteX29" fmla="*/ 582038 w 582039"/>
              <a:gd name="connsiteY29" fmla="*/ 1446119 h 2949840"/>
              <a:gd name="connsiteX30" fmla="*/ 582038 w 582039"/>
              <a:gd name="connsiteY30" fmla="*/ 1420179 h 2949840"/>
              <a:gd name="connsiteX31" fmla="*/ 582038 w 582039"/>
              <a:gd name="connsiteY31" fmla="*/ 1404877 h 2949840"/>
              <a:gd name="connsiteX32" fmla="*/ 582038 w 582039"/>
              <a:gd name="connsiteY32" fmla="*/ 1378934 h 2949840"/>
              <a:gd name="connsiteX33" fmla="*/ 582038 w 582039"/>
              <a:gd name="connsiteY33" fmla="*/ 1344613 h 2949840"/>
              <a:gd name="connsiteX34" fmla="*/ 582038 w 582039"/>
              <a:gd name="connsiteY34" fmla="*/ 1337718 h 2949840"/>
              <a:gd name="connsiteX35" fmla="*/ 582038 w 582039"/>
              <a:gd name="connsiteY35" fmla="*/ 1318670 h 2949840"/>
              <a:gd name="connsiteX36" fmla="*/ 582038 w 582039"/>
              <a:gd name="connsiteY36" fmla="*/ 1303371 h 2949840"/>
              <a:gd name="connsiteX37" fmla="*/ 582038 w 582039"/>
              <a:gd name="connsiteY37" fmla="*/ 1296476 h 2949840"/>
              <a:gd name="connsiteX38" fmla="*/ 582038 w 582039"/>
              <a:gd name="connsiteY38" fmla="*/ 1277428 h 2949840"/>
              <a:gd name="connsiteX39" fmla="*/ 582038 w 582039"/>
              <a:gd name="connsiteY39" fmla="*/ 1236212 h 2949840"/>
              <a:gd name="connsiteX40" fmla="*/ 582038 w 582039"/>
              <a:gd name="connsiteY40" fmla="*/ 1210269 h 2949840"/>
              <a:gd name="connsiteX41" fmla="*/ 582038 w 582039"/>
              <a:gd name="connsiteY41" fmla="*/ 1194967 h 2949840"/>
              <a:gd name="connsiteX42" fmla="*/ 582038 w 582039"/>
              <a:gd name="connsiteY42" fmla="*/ 1169027 h 2949840"/>
              <a:gd name="connsiteX43" fmla="*/ 582038 w 582039"/>
              <a:gd name="connsiteY43" fmla="*/ 700345 h 2949840"/>
              <a:gd name="connsiteX44" fmla="*/ 582038 w 582039"/>
              <a:gd name="connsiteY44" fmla="*/ 674402 h 2949840"/>
              <a:gd name="connsiteX45" fmla="*/ 582038 w 582039"/>
              <a:gd name="connsiteY45" fmla="*/ 659103 h 2949840"/>
              <a:gd name="connsiteX46" fmla="*/ 582038 w 582039"/>
              <a:gd name="connsiteY46" fmla="*/ 633160 h 2949840"/>
              <a:gd name="connsiteX47" fmla="*/ 582038 w 582039"/>
              <a:gd name="connsiteY47" fmla="*/ 591944 h 2949840"/>
              <a:gd name="connsiteX48" fmla="*/ 582038 w 582039"/>
              <a:gd name="connsiteY48" fmla="*/ 566002 h 2949840"/>
              <a:gd name="connsiteX49" fmla="*/ 582038 w 582039"/>
              <a:gd name="connsiteY49" fmla="*/ 550699 h 2949840"/>
              <a:gd name="connsiteX50" fmla="*/ 582038 w 582039"/>
              <a:gd name="connsiteY50" fmla="*/ 524756 h 2949840"/>
              <a:gd name="connsiteX51" fmla="*/ 582038 w 582039"/>
              <a:gd name="connsiteY51" fmla="*/ 149643 h 2949840"/>
              <a:gd name="connsiteX52" fmla="*/ 582038 w 582039"/>
              <a:gd name="connsiteY52" fmla="*/ 123703 h 2949840"/>
              <a:gd name="connsiteX53" fmla="*/ 582038 w 582039"/>
              <a:gd name="connsiteY53" fmla="*/ 108401 h 2949840"/>
              <a:gd name="connsiteX54" fmla="*/ 582038 w 582039"/>
              <a:gd name="connsiteY54" fmla="*/ 82458 h 2949840"/>
              <a:gd name="connsiteX55" fmla="*/ 582038 w 582039"/>
              <a:gd name="connsiteY55" fmla="*/ 41242 h 2949840"/>
              <a:gd name="connsiteX56" fmla="*/ 582038 w 582039"/>
              <a:gd name="connsiteY56" fmla="*/ 0 h 2949840"/>
              <a:gd name="connsiteX57" fmla="*/ 0 w 582039"/>
              <a:gd name="connsiteY57" fmla="*/ 158641 h 2949840"/>
              <a:gd name="connsiteX58" fmla="*/ 0 w 582039"/>
              <a:gd name="connsiteY58" fmla="*/ 199883 h 2949840"/>
              <a:gd name="connsiteX59" fmla="*/ 0 w 582039"/>
              <a:gd name="connsiteY59" fmla="*/ 241102 h 2949840"/>
              <a:gd name="connsiteX60" fmla="*/ 0 w 582039"/>
              <a:gd name="connsiteY60" fmla="*/ 267042 h 2949840"/>
              <a:gd name="connsiteX61" fmla="*/ 0 w 582039"/>
              <a:gd name="connsiteY61" fmla="*/ 282344 h 2949840"/>
              <a:gd name="connsiteX62" fmla="*/ 0 w 582039"/>
              <a:gd name="connsiteY62" fmla="*/ 308287 h 2949840"/>
              <a:gd name="connsiteX63" fmla="*/ 0 w 582039"/>
              <a:gd name="connsiteY63" fmla="*/ 683401 h 2949840"/>
              <a:gd name="connsiteX64" fmla="*/ 0 w 582039"/>
              <a:gd name="connsiteY64" fmla="*/ 709343 h 2949840"/>
              <a:gd name="connsiteX65" fmla="*/ 0 w 582039"/>
              <a:gd name="connsiteY65" fmla="*/ 724643 h 2949840"/>
              <a:gd name="connsiteX66" fmla="*/ 0 w 582039"/>
              <a:gd name="connsiteY66" fmla="*/ 750585 h 2949840"/>
              <a:gd name="connsiteX67" fmla="*/ 0 w 582039"/>
              <a:gd name="connsiteY67" fmla="*/ 791801 h 2949840"/>
              <a:gd name="connsiteX68" fmla="*/ 0 w 582039"/>
              <a:gd name="connsiteY68" fmla="*/ 817744 h 2949840"/>
              <a:gd name="connsiteX69" fmla="*/ 0 w 582039"/>
              <a:gd name="connsiteY69" fmla="*/ 833046 h 2949840"/>
              <a:gd name="connsiteX70" fmla="*/ 0 w 582039"/>
              <a:gd name="connsiteY70" fmla="*/ 858986 h 2949840"/>
              <a:gd name="connsiteX71" fmla="*/ 0 w 582039"/>
              <a:gd name="connsiteY71" fmla="*/ 1169027 h 2949840"/>
              <a:gd name="connsiteX72" fmla="*/ 0 w 582039"/>
              <a:gd name="connsiteY72" fmla="*/ 1194967 h 2949840"/>
              <a:gd name="connsiteX73" fmla="*/ 0 w 582039"/>
              <a:gd name="connsiteY73" fmla="*/ 1210269 h 2949840"/>
              <a:gd name="connsiteX74" fmla="*/ 0 w 582039"/>
              <a:gd name="connsiteY74" fmla="*/ 1236212 h 2949840"/>
              <a:gd name="connsiteX75" fmla="*/ 0 w 582039"/>
              <a:gd name="connsiteY75" fmla="*/ 1277428 h 2949840"/>
              <a:gd name="connsiteX76" fmla="*/ 0 w 582039"/>
              <a:gd name="connsiteY76" fmla="*/ 1303371 h 2949840"/>
              <a:gd name="connsiteX77" fmla="*/ 0 w 582039"/>
              <a:gd name="connsiteY77" fmla="*/ 1318670 h 2949840"/>
              <a:gd name="connsiteX78" fmla="*/ 0 w 582039"/>
              <a:gd name="connsiteY78" fmla="*/ 1344613 h 2949840"/>
              <a:gd name="connsiteX79" fmla="*/ 0 w 582039"/>
              <a:gd name="connsiteY79" fmla="*/ 1455117 h 2949840"/>
              <a:gd name="connsiteX80" fmla="*/ 0 w 582039"/>
              <a:gd name="connsiteY80" fmla="*/ 1496359 h 2949840"/>
              <a:gd name="connsiteX81" fmla="*/ 0 w 582039"/>
              <a:gd name="connsiteY81" fmla="*/ 1537578 h 2949840"/>
              <a:gd name="connsiteX82" fmla="*/ 0 w 582039"/>
              <a:gd name="connsiteY82" fmla="*/ 1563518 h 2949840"/>
              <a:gd name="connsiteX83" fmla="*/ 0 w 582039"/>
              <a:gd name="connsiteY83" fmla="*/ 1578820 h 2949840"/>
              <a:gd name="connsiteX84" fmla="*/ 0 w 582039"/>
              <a:gd name="connsiteY84" fmla="*/ 1604763 h 2949840"/>
              <a:gd name="connsiteX85" fmla="*/ 0 w 582039"/>
              <a:gd name="connsiteY85" fmla="*/ 1719728 h 2949840"/>
              <a:gd name="connsiteX86" fmla="*/ 0 w 582039"/>
              <a:gd name="connsiteY86" fmla="*/ 1745671 h 2949840"/>
              <a:gd name="connsiteX87" fmla="*/ 0 w 582039"/>
              <a:gd name="connsiteY87" fmla="*/ 1760972 h 2949840"/>
              <a:gd name="connsiteX88" fmla="*/ 0 w 582039"/>
              <a:gd name="connsiteY88" fmla="*/ 1786913 h 2949840"/>
              <a:gd name="connsiteX89" fmla="*/ 0 w 582039"/>
              <a:gd name="connsiteY89" fmla="*/ 1828130 h 2949840"/>
              <a:gd name="connsiteX90" fmla="*/ 0 w 582039"/>
              <a:gd name="connsiteY90" fmla="*/ 1869374 h 2949840"/>
              <a:gd name="connsiteX91" fmla="*/ 0 w 582039"/>
              <a:gd name="connsiteY91" fmla="*/ 1979876 h 2949840"/>
              <a:gd name="connsiteX92" fmla="*/ 0 w 582039"/>
              <a:gd name="connsiteY92" fmla="*/ 2005819 h 2949840"/>
              <a:gd name="connsiteX93" fmla="*/ 0 w 582039"/>
              <a:gd name="connsiteY93" fmla="*/ 2021120 h 2949840"/>
              <a:gd name="connsiteX94" fmla="*/ 0 w 582039"/>
              <a:gd name="connsiteY94" fmla="*/ 2047063 h 2949840"/>
              <a:gd name="connsiteX95" fmla="*/ 0 w 582039"/>
              <a:gd name="connsiteY95" fmla="*/ 2088279 h 2949840"/>
              <a:gd name="connsiteX96" fmla="*/ 0 w 582039"/>
              <a:gd name="connsiteY96" fmla="*/ 2114222 h 2949840"/>
              <a:gd name="connsiteX97" fmla="*/ 0 w 582039"/>
              <a:gd name="connsiteY97" fmla="*/ 2129522 h 2949840"/>
              <a:gd name="connsiteX98" fmla="*/ 0 w 582039"/>
              <a:gd name="connsiteY98" fmla="*/ 2155464 h 2949840"/>
              <a:gd name="connsiteX99" fmla="*/ 0 w 582039"/>
              <a:gd name="connsiteY99" fmla="*/ 2465503 h 2949840"/>
              <a:gd name="connsiteX100" fmla="*/ 0 w 582039"/>
              <a:gd name="connsiteY100" fmla="*/ 2491444 h 2949840"/>
              <a:gd name="connsiteX101" fmla="*/ 0 w 582039"/>
              <a:gd name="connsiteY101" fmla="*/ 2506747 h 2949840"/>
              <a:gd name="connsiteX102" fmla="*/ 0 w 582039"/>
              <a:gd name="connsiteY102" fmla="*/ 2532688 h 2949840"/>
              <a:gd name="connsiteX103" fmla="*/ 0 w 582039"/>
              <a:gd name="connsiteY103" fmla="*/ 2573905 h 2949840"/>
              <a:gd name="connsiteX104" fmla="*/ 0 w 582039"/>
              <a:gd name="connsiteY104" fmla="*/ 2599846 h 2949840"/>
              <a:gd name="connsiteX105" fmla="*/ 0 w 582039"/>
              <a:gd name="connsiteY105" fmla="*/ 2615149 h 2949840"/>
              <a:gd name="connsiteX106" fmla="*/ 0 w 582039"/>
              <a:gd name="connsiteY106" fmla="*/ 2641090 h 2949840"/>
              <a:gd name="connsiteX107" fmla="*/ 0 w 582039"/>
              <a:gd name="connsiteY107" fmla="*/ 2938137 h 2949840"/>
              <a:gd name="connsiteX108" fmla="*/ 0 w 582039"/>
              <a:gd name="connsiteY108" fmla="*/ 2949840 h 294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2039" h="2949840">
                <a:moveTo>
                  <a:pt x="582039" y="2949840"/>
                </a:moveTo>
                <a:lnTo>
                  <a:pt x="582039" y="2929141"/>
                </a:lnTo>
                <a:lnTo>
                  <a:pt x="582039" y="2903198"/>
                </a:lnTo>
                <a:lnTo>
                  <a:pt x="582039" y="2887897"/>
                </a:lnTo>
                <a:lnTo>
                  <a:pt x="582039" y="2861956"/>
                </a:lnTo>
                <a:lnTo>
                  <a:pt x="582039" y="2820739"/>
                </a:lnTo>
                <a:lnTo>
                  <a:pt x="582039" y="2779495"/>
                </a:lnTo>
                <a:lnTo>
                  <a:pt x="582039" y="2641090"/>
                </a:lnTo>
                <a:lnTo>
                  <a:pt x="582039" y="2615149"/>
                </a:lnTo>
                <a:lnTo>
                  <a:pt x="582039" y="2599846"/>
                </a:lnTo>
                <a:lnTo>
                  <a:pt x="582039" y="2573905"/>
                </a:lnTo>
                <a:lnTo>
                  <a:pt x="582039" y="2532688"/>
                </a:lnTo>
                <a:lnTo>
                  <a:pt x="582039" y="2506747"/>
                </a:lnTo>
                <a:lnTo>
                  <a:pt x="582039" y="2491444"/>
                </a:lnTo>
                <a:lnTo>
                  <a:pt x="582039" y="2465503"/>
                </a:lnTo>
                <a:lnTo>
                  <a:pt x="582039" y="1996822"/>
                </a:lnTo>
                <a:lnTo>
                  <a:pt x="582039" y="1970880"/>
                </a:lnTo>
                <a:lnTo>
                  <a:pt x="582039" y="1955579"/>
                </a:lnTo>
                <a:lnTo>
                  <a:pt x="582039" y="1929637"/>
                </a:lnTo>
                <a:lnTo>
                  <a:pt x="582039" y="1888420"/>
                </a:lnTo>
                <a:lnTo>
                  <a:pt x="582039" y="1869374"/>
                </a:lnTo>
                <a:lnTo>
                  <a:pt x="582039" y="1862477"/>
                </a:lnTo>
                <a:lnTo>
                  <a:pt x="582039" y="1847177"/>
                </a:lnTo>
                <a:lnTo>
                  <a:pt x="582039" y="1828130"/>
                </a:lnTo>
                <a:lnTo>
                  <a:pt x="582039" y="1821235"/>
                </a:lnTo>
                <a:lnTo>
                  <a:pt x="582039" y="1786913"/>
                </a:lnTo>
                <a:lnTo>
                  <a:pt x="582039" y="1760971"/>
                </a:lnTo>
                <a:lnTo>
                  <a:pt x="582039" y="1745671"/>
                </a:lnTo>
                <a:lnTo>
                  <a:pt x="582039" y="1719728"/>
                </a:lnTo>
                <a:lnTo>
                  <a:pt x="582038" y="1446119"/>
                </a:lnTo>
                <a:lnTo>
                  <a:pt x="582038" y="1420179"/>
                </a:lnTo>
                <a:lnTo>
                  <a:pt x="582038" y="1404877"/>
                </a:lnTo>
                <a:lnTo>
                  <a:pt x="582038" y="1378934"/>
                </a:lnTo>
                <a:lnTo>
                  <a:pt x="582038" y="1344613"/>
                </a:lnTo>
                <a:lnTo>
                  <a:pt x="582038" y="1337718"/>
                </a:lnTo>
                <a:lnTo>
                  <a:pt x="582038" y="1318670"/>
                </a:lnTo>
                <a:lnTo>
                  <a:pt x="582038" y="1303371"/>
                </a:lnTo>
                <a:lnTo>
                  <a:pt x="582038" y="1296476"/>
                </a:lnTo>
                <a:lnTo>
                  <a:pt x="582038" y="1277428"/>
                </a:lnTo>
                <a:lnTo>
                  <a:pt x="582038" y="1236212"/>
                </a:lnTo>
                <a:lnTo>
                  <a:pt x="582038" y="1210269"/>
                </a:lnTo>
                <a:lnTo>
                  <a:pt x="582038" y="1194967"/>
                </a:lnTo>
                <a:lnTo>
                  <a:pt x="582038" y="1169027"/>
                </a:lnTo>
                <a:lnTo>
                  <a:pt x="582038" y="700345"/>
                </a:lnTo>
                <a:lnTo>
                  <a:pt x="582038" y="674402"/>
                </a:lnTo>
                <a:lnTo>
                  <a:pt x="582038" y="659103"/>
                </a:lnTo>
                <a:lnTo>
                  <a:pt x="582038" y="633160"/>
                </a:lnTo>
                <a:lnTo>
                  <a:pt x="582038" y="591944"/>
                </a:lnTo>
                <a:lnTo>
                  <a:pt x="582038" y="566002"/>
                </a:lnTo>
                <a:lnTo>
                  <a:pt x="582038" y="550699"/>
                </a:lnTo>
                <a:lnTo>
                  <a:pt x="582038" y="524756"/>
                </a:lnTo>
                <a:lnTo>
                  <a:pt x="582038" y="149643"/>
                </a:lnTo>
                <a:lnTo>
                  <a:pt x="582038" y="123703"/>
                </a:lnTo>
                <a:lnTo>
                  <a:pt x="582038" y="108401"/>
                </a:lnTo>
                <a:lnTo>
                  <a:pt x="582038" y="82458"/>
                </a:lnTo>
                <a:lnTo>
                  <a:pt x="582038" y="41242"/>
                </a:lnTo>
                <a:lnTo>
                  <a:pt x="582038" y="0"/>
                </a:lnTo>
                <a:lnTo>
                  <a:pt x="0" y="158641"/>
                </a:lnTo>
                <a:lnTo>
                  <a:pt x="0" y="199883"/>
                </a:lnTo>
                <a:lnTo>
                  <a:pt x="0" y="241102"/>
                </a:lnTo>
                <a:lnTo>
                  <a:pt x="0" y="267042"/>
                </a:lnTo>
                <a:lnTo>
                  <a:pt x="0" y="282344"/>
                </a:lnTo>
                <a:lnTo>
                  <a:pt x="0" y="308287"/>
                </a:lnTo>
                <a:lnTo>
                  <a:pt x="0" y="683401"/>
                </a:lnTo>
                <a:lnTo>
                  <a:pt x="0" y="709343"/>
                </a:lnTo>
                <a:lnTo>
                  <a:pt x="0" y="724643"/>
                </a:lnTo>
                <a:lnTo>
                  <a:pt x="0" y="750585"/>
                </a:lnTo>
                <a:lnTo>
                  <a:pt x="0" y="791801"/>
                </a:lnTo>
                <a:lnTo>
                  <a:pt x="0" y="817744"/>
                </a:lnTo>
                <a:lnTo>
                  <a:pt x="0" y="833046"/>
                </a:lnTo>
                <a:lnTo>
                  <a:pt x="0" y="858986"/>
                </a:lnTo>
                <a:lnTo>
                  <a:pt x="0" y="1169027"/>
                </a:lnTo>
                <a:lnTo>
                  <a:pt x="0" y="1194967"/>
                </a:lnTo>
                <a:lnTo>
                  <a:pt x="0" y="1210269"/>
                </a:lnTo>
                <a:lnTo>
                  <a:pt x="0" y="1236212"/>
                </a:lnTo>
                <a:lnTo>
                  <a:pt x="0" y="1277428"/>
                </a:lnTo>
                <a:lnTo>
                  <a:pt x="0" y="1303371"/>
                </a:lnTo>
                <a:lnTo>
                  <a:pt x="0" y="1318670"/>
                </a:lnTo>
                <a:lnTo>
                  <a:pt x="0" y="1344613"/>
                </a:lnTo>
                <a:lnTo>
                  <a:pt x="0" y="1455117"/>
                </a:lnTo>
                <a:lnTo>
                  <a:pt x="0" y="1496359"/>
                </a:lnTo>
                <a:lnTo>
                  <a:pt x="0" y="1537578"/>
                </a:lnTo>
                <a:lnTo>
                  <a:pt x="0" y="1563518"/>
                </a:lnTo>
                <a:lnTo>
                  <a:pt x="0" y="1578820"/>
                </a:lnTo>
                <a:lnTo>
                  <a:pt x="0" y="1604763"/>
                </a:lnTo>
                <a:lnTo>
                  <a:pt x="0" y="1719728"/>
                </a:lnTo>
                <a:lnTo>
                  <a:pt x="0" y="1745671"/>
                </a:lnTo>
                <a:lnTo>
                  <a:pt x="0" y="1760972"/>
                </a:lnTo>
                <a:lnTo>
                  <a:pt x="0" y="1786913"/>
                </a:lnTo>
                <a:lnTo>
                  <a:pt x="0" y="1828130"/>
                </a:lnTo>
                <a:lnTo>
                  <a:pt x="0" y="1869374"/>
                </a:lnTo>
                <a:lnTo>
                  <a:pt x="0" y="1979876"/>
                </a:lnTo>
                <a:lnTo>
                  <a:pt x="0" y="2005819"/>
                </a:lnTo>
                <a:lnTo>
                  <a:pt x="0" y="2021120"/>
                </a:lnTo>
                <a:lnTo>
                  <a:pt x="0" y="2047063"/>
                </a:lnTo>
                <a:lnTo>
                  <a:pt x="0" y="2088279"/>
                </a:lnTo>
                <a:lnTo>
                  <a:pt x="0" y="2114222"/>
                </a:lnTo>
                <a:lnTo>
                  <a:pt x="0" y="2129522"/>
                </a:lnTo>
                <a:lnTo>
                  <a:pt x="0" y="2155464"/>
                </a:lnTo>
                <a:lnTo>
                  <a:pt x="0" y="2465503"/>
                </a:lnTo>
                <a:lnTo>
                  <a:pt x="0" y="2491444"/>
                </a:lnTo>
                <a:lnTo>
                  <a:pt x="0" y="2506747"/>
                </a:lnTo>
                <a:lnTo>
                  <a:pt x="0" y="2532688"/>
                </a:lnTo>
                <a:lnTo>
                  <a:pt x="0" y="2573905"/>
                </a:lnTo>
                <a:lnTo>
                  <a:pt x="0" y="2599846"/>
                </a:lnTo>
                <a:lnTo>
                  <a:pt x="0" y="2615149"/>
                </a:lnTo>
                <a:lnTo>
                  <a:pt x="0" y="2641090"/>
                </a:lnTo>
                <a:lnTo>
                  <a:pt x="0" y="2938137"/>
                </a:lnTo>
                <a:lnTo>
                  <a:pt x="0" y="294984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41" name="Forma libre 40"/>
          <p:cNvSpPr/>
          <p:nvPr/>
        </p:nvSpPr>
        <p:spPr>
          <a:xfrm rot="16200000" flipV="1">
            <a:off x="8609080" y="-163537"/>
            <a:ext cx="502574" cy="5631811"/>
          </a:xfrm>
          <a:custGeom>
            <a:avLst/>
            <a:gdLst>
              <a:gd name="connsiteX0" fmla="*/ 502574 w 502574"/>
              <a:gd name="connsiteY0" fmla="*/ 5494829 h 5631811"/>
              <a:gd name="connsiteX1" fmla="*/ 502574 w 502574"/>
              <a:gd name="connsiteY1" fmla="*/ 5483294 h 5631811"/>
              <a:gd name="connsiteX2" fmla="*/ 502574 w 502574"/>
              <a:gd name="connsiteY2" fmla="*/ 5466848 h 5631811"/>
              <a:gd name="connsiteX3" fmla="*/ 502574 w 502574"/>
              <a:gd name="connsiteY3" fmla="*/ 5460894 h 5631811"/>
              <a:gd name="connsiteX4" fmla="*/ 502574 w 502574"/>
              <a:gd name="connsiteY4" fmla="*/ 5431258 h 5631811"/>
              <a:gd name="connsiteX5" fmla="*/ 502574 w 502574"/>
              <a:gd name="connsiteY5" fmla="*/ 5408858 h 5631811"/>
              <a:gd name="connsiteX6" fmla="*/ 502574 w 502574"/>
              <a:gd name="connsiteY6" fmla="*/ 5395647 h 5631811"/>
              <a:gd name="connsiteX7" fmla="*/ 502574 w 502574"/>
              <a:gd name="connsiteY7" fmla="*/ 5373246 h 5631811"/>
              <a:gd name="connsiteX8" fmla="*/ 502573 w 502574"/>
              <a:gd name="connsiteY8" fmla="*/ 5136994 h 5631811"/>
              <a:gd name="connsiteX9" fmla="*/ 502573 w 502574"/>
              <a:gd name="connsiteY9" fmla="*/ 5114595 h 5631811"/>
              <a:gd name="connsiteX10" fmla="*/ 502573 w 502574"/>
              <a:gd name="connsiteY10" fmla="*/ 5101383 h 5631811"/>
              <a:gd name="connsiteX11" fmla="*/ 502573 w 502574"/>
              <a:gd name="connsiteY11" fmla="*/ 5078982 h 5631811"/>
              <a:gd name="connsiteX12" fmla="*/ 502573 w 502574"/>
              <a:gd name="connsiteY12" fmla="*/ 5049347 h 5631811"/>
              <a:gd name="connsiteX13" fmla="*/ 502573 w 502574"/>
              <a:gd name="connsiteY13" fmla="*/ 5043393 h 5631811"/>
              <a:gd name="connsiteX14" fmla="*/ 502573 w 502574"/>
              <a:gd name="connsiteY14" fmla="*/ 5026946 h 5631811"/>
              <a:gd name="connsiteX15" fmla="*/ 502573 w 502574"/>
              <a:gd name="connsiteY15" fmla="*/ 5013735 h 5631811"/>
              <a:gd name="connsiteX16" fmla="*/ 502573 w 502574"/>
              <a:gd name="connsiteY16" fmla="*/ 5013008 h 5631811"/>
              <a:gd name="connsiteX17" fmla="*/ 502574 w 502574"/>
              <a:gd name="connsiteY17" fmla="*/ 5013008 h 5631811"/>
              <a:gd name="connsiteX18" fmla="*/ 502574 w 502574"/>
              <a:gd name="connsiteY18" fmla="*/ 4995135 h 5631811"/>
              <a:gd name="connsiteX19" fmla="*/ 502574 w 502574"/>
              <a:gd name="connsiteY19" fmla="*/ 4972734 h 5631811"/>
              <a:gd name="connsiteX20" fmla="*/ 502574 w 502574"/>
              <a:gd name="connsiteY20" fmla="*/ 4959522 h 5631811"/>
              <a:gd name="connsiteX21" fmla="*/ 502574 w 502574"/>
              <a:gd name="connsiteY21" fmla="*/ 4937123 h 5631811"/>
              <a:gd name="connsiteX22" fmla="*/ 502574 w 502574"/>
              <a:gd name="connsiteY22" fmla="*/ 4901533 h 5631811"/>
              <a:gd name="connsiteX23" fmla="*/ 502574 w 502574"/>
              <a:gd name="connsiteY23" fmla="*/ 4865921 h 5631811"/>
              <a:gd name="connsiteX24" fmla="*/ 502574 w 502574"/>
              <a:gd name="connsiteY24" fmla="*/ 4746412 h 5631811"/>
              <a:gd name="connsiteX25" fmla="*/ 502574 w 502574"/>
              <a:gd name="connsiteY25" fmla="*/ 4724013 h 5631811"/>
              <a:gd name="connsiteX26" fmla="*/ 502574 w 502574"/>
              <a:gd name="connsiteY26" fmla="*/ 4710799 h 5631811"/>
              <a:gd name="connsiteX27" fmla="*/ 502574 w 502574"/>
              <a:gd name="connsiteY27" fmla="*/ 4688400 h 5631811"/>
              <a:gd name="connsiteX28" fmla="*/ 502574 w 502574"/>
              <a:gd name="connsiteY28" fmla="*/ 4652811 h 5631811"/>
              <a:gd name="connsiteX29" fmla="*/ 502574 w 502574"/>
              <a:gd name="connsiteY29" fmla="*/ 4630412 h 5631811"/>
              <a:gd name="connsiteX30" fmla="*/ 502574 w 502574"/>
              <a:gd name="connsiteY30" fmla="*/ 4617198 h 5631811"/>
              <a:gd name="connsiteX31" fmla="*/ 502574 w 502574"/>
              <a:gd name="connsiteY31" fmla="*/ 4594799 h 5631811"/>
              <a:gd name="connsiteX32" fmla="*/ 502574 w 502574"/>
              <a:gd name="connsiteY32" fmla="*/ 4190108 h 5631811"/>
              <a:gd name="connsiteX33" fmla="*/ 502574 w 502574"/>
              <a:gd name="connsiteY33" fmla="*/ 4167708 h 5631811"/>
              <a:gd name="connsiteX34" fmla="*/ 502574 w 502574"/>
              <a:gd name="connsiteY34" fmla="*/ 4154496 h 5631811"/>
              <a:gd name="connsiteX35" fmla="*/ 502574 w 502574"/>
              <a:gd name="connsiteY35" fmla="*/ 4132096 h 5631811"/>
              <a:gd name="connsiteX36" fmla="*/ 502574 w 502574"/>
              <a:gd name="connsiteY36" fmla="*/ 4096506 h 5631811"/>
              <a:gd name="connsiteX37" fmla="*/ 502574 w 502574"/>
              <a:gd name="connsiteY37" fmla="*/ 4080061 h 5631811"/>
              <a:gd name="connsiteX38" fmla="*/ 502574 w 502574"/>
              <a:gd name="connsiteY38" fmla="*/ 4074105 h 5631811"/>
              <a:gd name="connsiteX39" fmla="*/ 502574 w 502574"/>
              <a:gd name="connsiteY39" fmla="*/ 4060894 h 5631811"/>
              <a:gd name="connsiteX40" fmla="*/ 502574 w 502574"/>
              <a:gd name="connsiteY40" fmla="*/ 4044448 h 5631811"/>
              <a:gd name="connsiteX41" fmla="*/ 502574 w 502574"/>
              <a:gd name="connsiteY41" fmla="*/ 4038494 h 5631811"/>
              <a:gd name="connsiteX42" fmla="*/ 502574 w 502574"/>
              <a:gd name="connsiteY42" fmla="*/ 4008858 h 5631811"/>
              <a:gd name="connsiteX43" fmla="*/ 502574 w 502574"/>
              <a:gd name="connsiteY43" fmla="*/ 3986458 h 5631811"/>
              <a:gd name="connsiteX44" fmla="*/ 502574 w 502574"/>
              <a:gd name="connsiteY44" fmla="*/ 3973247 h 5631811"/>
              <a:gd name="connsiteX45" fmla="*/ 502574 w 502574"/>
              <a:gd name="connsiteY45" fmla="*/ 3950846 h 5631811"/>
              <a:gd name="connsiteX46" fmla="*/ 502573 w 502574"/>
              <a:gd name="connsiteY46" fmla="*/ 3714593 h 5631811"/>
              <a:gd name="connsiteX47" fmla="*/ 502573 w 502574"/>
              <a:gd name="connsiteY47" fmla="*/ 3692195 h 5631811"/>
              <a:gd name="connsiteX48" fmla="*/ 502573 w 502574"/>
              <a:gd name="connsiteY48" fmla="*/ 3678982 h 5631811"/>
              <a:gd name="connsiteX49" fmla="*/ 502573 w 502574"/>
              <a:gd name="connsiteY49" fmla="*/ 3656581 h 5631811"/>
              <a:gd name="connsiteX50" fmla="*/ 502573 w 502574"/>
              <a:gd name="connsiteY50" fmla="*/ 3626946 h 5631811"/>
              <a:gd name="connsiteX51" fmla="*/ 502573 w 502574"/>
              <a:gd name="connsiteY51" fmla="*/ 3620993 h 5631811"/>
              <a:gd name="connsiteX52" fmla="*/ 502573 w 502574"/>
              <a:gd name="connsiteY52" fmla="*/ 3604546 h 5631811"/>
              <a:gd name="connsiteX53" fmla="*/ 502573 w 502574"/>
              <a:gd name="connsiteY53" fmla="*/ 3591335 h 5631811"/>
              <a:gd name="connsiteX54" fmla="*/ 502573 w 502574"/>
              <a:gd name="connsiteY54" fmla="*/ 3585382 h 5631811"/>
              <a:gd name="connsiteX55" fmla="*/ 502573 w 502574"/>
              <a:gd name="connsiteY55" fmla="*/ 3568934 h 5631811"/>
              <a:gd name="connsiteX56" fmla="*/ 502573 w 502574"/>
              <a:gd name="connsiteY56" fmla="*/ 3533346 h 5631811"/>
              <a:gd name="connsiteX57" fmla="*/ 502573 w 502574"/>
              <a:gd name="connsiteY57" fmla="*/ 3510945 h 5631811"/>
              <a:gd name="connsiteX58" fmla="*/ 502573 w 502574"/>
              <a:gd name="connsiteY58" fmla="*/ 3497732 h 5631811"/>
              <a:gd name="connsiteX59" fmla="*/ 502573 w 502574"/>
              <a:gd name="connsiteY59" fmla="*/ 3475333 h 5631811"/>
              <a:gd name="connsiteX60" fmla="*/ 502573 w 502574"/>
              <a:gd name="connsiteY60" fmla="*/ 3070642 h 5631811"/>
              <a:gd name="connsiteX61" fmla="*/ 502573 w 502574"/>
              <a:gd name="connsiteY61" fmla="*/ 3048242 h 5631811"/>
              <a:gd name="connsiteX62" fmla="*/ 502573 w 502574"/>
              <a:gd name="connsiteY62" fmla="*/ 3035032 h 5631811"/>
              <a:gd name="connsiteX63" fmla="*/ 502573 w 502574"/>
              <a:gd name="connsiteY63" fmla="*/ 3012630 h 5631811"/>
              <a:gd name="connsiteX64" fmla="*/ 502573 w 502574"/>
              <a:gd name="connsiteY64" fmla="*/ 2977042 h 5631811"/>
              <a:gd name="connsiteX65" fmla="*/ 502573 w 502574"/>
              <a:gd name="connsiteY65" fmla="*/ 2954642 h 5631811"/>
              <a:gd name="connsiteX66" fmla="*/ 502573 w 502574"/>
              <a:gd name="connsiteY66" fmla="*/ 2941428 h 5631811"/>
              <a:gd name="connsiteX67" fmla="*/ 502573 w 502574"/>
              <a:gd name="connsiteY67" fmla="*/ 2919028 h 5631811"/>
              <a:gd name="connsiteX68" fmla="*/ 502573 w 502574"/>
              <a:gd name="connsiteY68" fmla="*/ 2718542 h 5631811"/>
              <a:gd name="connsiteX69" fmla="*/ 502573 w 502574"/>
              <a:gd name="connsiteY69" fmla="*/ 2700668 h 5631811"/>
              <a:gd name="connsiteX70" fmla="*/ 502573 w 502574"/>
              <a:gd name="connsiteY70" fmla="*/ 2678268 h 5631811"/>
              <a:gd name="connsiteX71" fmla="*/ 502573 w 502574"/>
              <a:gd name="connsiteY71" fmla="*/ 2665056 h 5631811"/>
              <a:gd name="connsiteX72" fmla="*/ 502573 w 502574"/>
              <a:gd name="connsiteY72" fmla="*/ 2642656 h 5631811"/>
              <a:gd name="connsiteX73" fmla="*/ 502573 w 502574"/>
              <a:gd name="connsiteY73" fmla="*/ 2607066 h 5631811"/>
              <a:gd name="connsiteX74" fmla="*/ 502573 w 502574"/>
              <a:gd name="connsiteY74" fmla="*/ 2595130 h 5631811"/>
              <a:gd name="connsiteX75" fmla="*/ 502573 w 502574"/>
              <a:gd name="connsiteY75" fmla="*/ 2572730 h 5631811"/>
              <a:gd name="connsiteX76" fmla="*/ 502573 w 502574"/>
              <a:gd name="connsiteY76" fmla="*/ 2571454 h 5631811"/>
              <a:gd name="connsiteX77" fmla="*/ 502573 w 502574"/>
              <a:gd name="connsiteY77" fmla="*/ 2559518 h 5631811"/>
              <a:gd name="connsiteX78" fmla="*/ 502573 w 502574"/>
              <a:gd name="connsiteY78" fmla="*/ 2537118 h 5631811"/>
              <a:gd name="connsiteX79" fmla="*/ 502573 w 502574"/>
              <a:gd name="connsiteY79" fmla="*/ 2501528 h 5631811"/>
              <a:gd name="connsiteX80" fmla="*/ 502573 w 502574"/>
              <a:gd name="connsiteY80" fmla="*/ 2465918 h 5631811"/>
              <a:gd name="connsiteX81" fmla="*/ 502573 w 502574"/>
              <a:gd name="connsiteY81" fmla="*/ 2451946 h 5631811"/>
              <a:gd name="connsiteX82" fmla="*/ 502573 w 502574"/>
              <a:gd name="connsiteY82" fmla="*/ 2429546 h 5631811"/>
              <a:gd name="connsiteX83" fmla="*/ 502573 w 502574"/>
              <a:gd name="connsiteY83" fmla="*/ 2416332 h 5631811"/>
              <a:gd name="connsiteX84" fmla="*/ 502573 w 502574"/>
              <a:gd name="connsiteY84" fmla="*/ 2393934 h 5631811"/>
              <a:gd name="connsiteX85" fmla="*/ 502573 w 502574"/>
              <a:gd name="connsiteY85" fmla="*/ 2358344 h 5631811"/>
              <a:gd name="connsiteX86" fmla="*/ 502573 w 502574"/>
              <a:gd name="connsiteY86" fmla="*/ 2335944 h 5631811"/>
              <a:gd name="connsiteX87" fmla="*/ 502573 w 502574"/>
              <a:gd name="connsiteY87" fmla="*/ 2322732 h 5631811"/>
              <a:gd name="connsiteX88" fmla="*/ 502573 w 502574"/>
              <a:gd name="connsiteY88" fmla="*/ 2300332 h 5631811"/>
              <a:gd name="connsiteX89" fmla="*/ 502573 w 502574"/>
              <a:gd name="connsiteY89" fmla="*/ 1895642 h 5631811"/>
              <a:gd name="connsiteX90" fmla="*/ 502573 w 502574"/>
              <a:gd name="connsiteY90" fmla="*/ 1873242 h 5631811"/>
              <a:gd name="connsiteX91" fmla="*/ 502573 w 502574"/>
              <a:gd name="connsiteY91" fmla="*/ 1860030 h 5631811"/>
              <a:gd name="connsiteX92" fmla="*/ 502573 w 502574"/>
              <a:gd name="connsiteY92" fmla="*/ 1837630 h 5631811"/>
              <a:gd name="connsiteX93" fmla="*/ 502573 w 502574"/>
              <a:gd name="connsiteY93" fmla="*/ 1802040 h 5631811"/>
              <a:gd name="connsiteX94" fmla="*/ 502573 w 502574"/>
              <a:gd name="connsiteY94" fmla="*/ 1785594 h 5631811"/>
              <a:gd name="connsiteX95" fmla="*/ 502573 w 502574"/>
              <a:gd name="connsiteY95" fmla="*/ 1779640 h 5631811"/>
              <a:gd name="connsiteX96" fmla="*/ 502573 w 502574"/>
              <a:gd name="connsiteY96" fmla="*/ 1766428 h 5631811"/>
              <a:gd name="connsiteX97" fmla="*/ 502573 w 502574"/>
              <a:gd name="connsiteY97" fmla="*/ 1749982 h 5631811"/>
              <a:gd name="connsiteX98" fmla="*/ 502573 w 502574"/>
              <a:gd name="connsiteY98" fmla="*/ 1744028 h 5631811"/>
              <a:gd name="connsiteX99" fmla="*/ 502573 w 502574"/>
              <a:gd name="connsiteY99" fmla="*/ 1714392 h 5631811"/>
              <a:gd name="connsiteX100" fmla="*/ 502573 w 502574"/>
              <a:gd name="connsiteY100" fmla="*/ 1691992 h 5631811"/>
              <a:gd name="connsiteX101" fmla="*/ 502573 w 502574"/>
              <a:gd name="connsiteY101" fmla="*/ 1678782 h 5631811"/>
              <a:gd name="connsiteX102" fmla="*/ 502573 w 502574"/>
              <a:gd name="connsiteY102" fmla="*/ 1656380 h 5631811"/>
              <a:gd name="connsiteX103" fmla="*/ 502572 w 502574"/>
              <a:gd name="connsiteY103" fmla="*/ 1420128 h 5631811"/>
              <a:gd name="connsiteX104" fmla="*/ 502572 w 502574"/>
              <a:gd name="connsiteY104" fmla="*/ 1397730 h 5631811"/>
              <a:gd name="connsiteX105" fmla="*/ 502572 w 502574"/>
              <a:gd name="connsiteY105" fmla="*/ 1384516 h 5631811"/>
              <a:gd name="connsiteX106" fmla="*/ 502572 w 502574"/>
              <a:gd name="connsiteY106" fmla="*/ 1362116 h 5631811"/>
              <a:gd name="connsiteX107" fmla="*/ 502572 w 502574"/>
              <a:gd name="connsiteY107" fmla="*/ 1332480 h 5631811"/>
              <a:gd name="connsiteX108" fmla="*/ 502572 w 502574"/>
              <a:gd name="connsiteY108" fmla="*/ 1326526 h 5631811"/>
              <a:gd name="connsiteX109" fmla="*/ 502572 w 502574"/>
              <a:gd name="connsiteY109" fmla="*/ 1310080 h 5631811"/>
              <a:gd name="connsiteX110" fmla="*/ 502572 w 502574"/>
              <a:gd name="connsiteY110" fmla="*/ 1296870 h 5631811"/>
              <a:gd name="connsiteX111" fmla="*/ 502572 w 502574"/>
              <a:gd name="connsiteY111" fmla="*/ 1290916 h 5631811"/>
              <a:gd name="connsiteX112" fmla="*/ 502572 w 502574"/>
              <a:gd name="connsiteY112" fmla="*/ 1274468 h 5631811"/>
              <a:gd name="connsiteX113" fmla="*/ 502572 w 502574"/>
              <a:gd name="connsiteY113" fmla="*/ 1238880 h 5631811"/>
              <a:gd name="connsiteX114" fmla="*/ 502572 w 502574"/>
              <a:gd name="connsiteY114" fmla="*/ 1216478 h 5631811"/>
              <a:gd name="connsiteX115" fmla="*/ 502572 w 502574"/>
              <a:gd name="connsiteY115" fmla="*/ 1203266 h 5631811"/>
              <a:gd name="connsiteX116" fmla="*/ 502572 w 502574"/>
              <a:gd name="connsiteY116" fmla="*/ 1180868 h 5631811"/>
              <a:gd name="connsiteX117" fmla="*/ 502572 w 502574"/>
              <a:gd name="connsiteY117" fmla="*/ 776176 h 5631811"/>
              <a:gd name="connsiteX118" fmla="*/ 502572 w 502574"/>
              <a:gd name="connsiteY118" fmla="*/ 753774 h 5631811"/>
              <a:gd name="connsiteX119" fmla="*/ 502572 w 502574"/>
              <a:gd name="connsiteY119" fmla="*/ 740564 h 5631811"/>
              <a:gd name="connsiteX120" fmla="*/ 502572 w 502574"/>
              <a:gd name="connsiteY120" fmla="*/ 718164 h 5631811"/>
              <a:gd name="connsiteX121" fmla="*/ 502572 w 502574"/>
              <a:gd name="connsiteY121" fmla="*/ 682576 h 5631811"/>
              <a:gd name="connsiteX122" fmla="*/ 502572 w 502574"/>
              <a:gd name="connsiteY122" fmla="*/ 660176 h 5631811"/>
              <a:gd name="connsiteX123" fmla="*/ 502572 w 502574"/>
              <a:gd name="connsiteY123" fmla="*/ 646962 h 5631811"/>
              <a:gd name="connsiteX124" fmla="*/ 502572 w 502574"/>
              <a:gd name="connsiteY124" fmla="*/ 624560 h 5631811"/>
              <a:gd name="connsiteX125" fmla="*/ 502572 w 502574"/>
              <a:gd name="connsiteY125" fmla="*/ 300662 h 5631811"/>
              <a:gd name="connsiteX126" fmla="*/ 502572 w 502574"/>
              <a:gd name="connsiteY126" fmla="*/ 278264 h 5631811"/>
              <a:gd name="connsiteX127" fmla="*/ 502572 w 502574"/>
              <a:gd name="connsiteY127" fmla="*/ 265052 h 5631811"/>
              <a:gd name="connsiteX128" fmla="*/ 502572 w 502574"/>
              <a:gd name="connsiteY128" fmla="*/ 242650 h 5631811"/>
              <a:gd name="connsiteX129" fmla="*/ 502572 w 502574"/>
              <a:gd name="connsiteY129" fmla="*/ 207062 h 5631811"/>
              <a:gd name="connsiteX130" fmla="*/ 502572 w 502574"/>
              <a:gd name="connsiteY130" fmla="*/ 171450 h 5631811"/>
              <a:gd name="connsiteX131" fmla="*/ 502571 w 502574"/>
              <a:gd name="connsiteY131" fmla="*/ 171450 h 5631811"/>
              <a:gd name="connsiteX132" fmla="*/ 502571 w 502574"/>
              <a:gd name="connsiteY132" fmla="*/ 129212 h 5631811"/>
              <a:gd name="connsiteX133" fmla="*/ 502571 w 502574"/>
              <a:gd name="connsiteY133" fmla="*/ 106814 h 5631811"/>
              <a:gd name="connsiteX134" fmla="*/ 502571 w 502574"/>
              <a:gd name="connsiteY134" fmla="*/ 93602 h 5631811"/>
              <a:gd name="connsiteX135" fmla="*/ 502571 w 502574"/>
              <a:gd name="connsiteY135" fmla="*/ 71200 h 5631811"/>
              <a:gd name="connsiteX136" fmla="*/ 502571 w 502574"/>
              <a:gd name="connsiteY136" fmla="*/ 35612 h 5631811"/>
              <a:gd name="connsiteX137" fmla="*/ 502571 w 502574"/>
              <a:gd name="connsiteY137" fmla="*/ 0 h 5631811"/>
              <a:gd name="connsiteX138" fmla="*/ 0 w 502574"/>
              <a:gd name="connsiteY138" fmla="*/ 136982 h 5631811"/>
              <a:gd name="connsiteX139" fmla="*/ 0 w 502574"/>
              <a:gd name="connsiteY139" fmla="*/ 172594 h 5631811"/>
              <a:gd name="connsiteX140" fmla="*/ 0 w 502574"/>
              <a:gd name="connsiteY140" fmla="*/ 208184 h 5631811"/>
              <a:gd name="connsiteX141" fmla="*/ 0 w 502574"/>
              <a:gd name="connsiteY141" fmla="*/ 230582 h 5631811"/>
              <a:gd name="connsiteX142" fmla="*/ 0 w 502574"/>
              <a:gd name="connsiteY142" fmla="*/ 243796 h 5631811"/>
              <a:gd name="connsiteX143" fmla="*/ 0 w 502574"/>
              <a:gd name="connsiteY143" fmla="*/ 266196 h 5631811"/>
              <a:gd name="connsiteX144" fmla="*/ 0 w 502574"/>
              <a:gd name="connsiteY144" fmla="*/ 590096 h 5631811"/>
              <a:gd name="connsiteX145" fmla="*/ 0 w 502574"/>
              <a:gd name="connsiteY145" fmla="*/ 612496 h 5631811"/>
              <a:gd name="connsiteX146" fmla="*/ 0 w 502574"/>
              <a:gd name="connsiteY146" fmla="*/ 625706 h 5631811"/>
              <a:gd name="connsiteX147" fmla="*/ 0 w 502574"/>
              <a:gd name="connsiteY147" fmla="*/ 648106 h 5631811"/>
              <a:gd name="connsiteX148" fmla="*/ 0 w 502574"/>
              <a:gd name="connsiteY148" fmla="*/ 683696 h 5631811"/>
              <a:gd name="connsiteX149" fmla="*/ 0 w 502574"/>
              <a:gd name="connsiteY149" fmla="*/ 706096 h 5631811"/>
              <a:gd name="connsiteX150" fmla="*/ 0 w 502574"/>
              <a:gd name="connsiteY150" fmla="*/ 719308 h 5631811"/>
              <a:gd name="connsiteX151" fmla="*/ 0 w 502574"/>
              <a:gd name="connsiteY151" fmla="*/ 741708 h 5631811"/>
              <a:gd name="connsiteX152" fmla="*/ 0 w 502574"/>
              <a:gd name="connsiteY152" fmla="*/ 1009418 h 5631811"/>
              <a:gd name="connsiteX153" fmla="*/ 0 w 502574"/>
              <a:gd name="connsiteY153" fmla="*/ 1031816 h 5631811"/>
              <a:gd name="connsiteX154" fmla="*/ 0 w 502574"/>
              <a:gd name="connsiteY154" fmla="*/ 1045028 h 5631811"/>
              <a:gd name="connsiteX155" fmla="*/ 0 w 502574"/>
              <a:gd name="connsiteY155" fmla="*/ 1067430 h 5631811"/>
              <a:gd name="connsiteX156" fmla="*/ 0 w 502574"/>
              <a:gd name="connsiteY156" fmla="*/ 1103018 h 5631811"/>
              <a:gd name="connsiteX157" fmla="*/ 0 w 502574"/>
              <a:gd name="connsiteY157" fmla="*/ 1125420 h 5631811"/>
              <a:gd name="connsiteX158" fmla="*/ 0 w 502574"/>
              <a:gd name="connsiteY158" fmla="*/ 1138630 h 5631811"/>
              <a:gd name="connsiteX159" fmla="*/ 0 w 502574"/>
              <a:gd name="connsiteY159" fmla="*/ 1161030 h 5631811"/>
              <a:gd name="connsiteX160" fmla="*/ 0 w 502574"/>
              <a:gd name="connsiteY160" fmla="*/ 1256448 h 5631811"/>
              <a:gd name="connsiteX161" fmla="*/ 0 w 502574"/>
              <a:gd name="connsiteY161" fmla="*/ 1292058 h 5631811"/>
              <a:gd name="connsiteX162" fmla="*/ 0 w 502574"/>
              <a:gd name="connsiteY162" fmla="*/ 1327650 h 5631811"/>
              <a:gd name="connsiteX163" fmla="*/ 0 w 502574"/>
              <a:gd name="connsiteY163" fmla="*/ 1350048 h 5631811"/>
              <a:gd name="connsiteX164" fmla="*/ 0 w 502574"/>
              <a:gd name="connsiteY164" fmla="*/ 1363260 h 5631811"/>
              <a:gd name="connsiteX165" fmla="*/ 0 w 502574"/>
              <a:gd name="connsiteY165" fmla="*/ 1385662 h 5631811"/>
              <a:gd name="connsiteX166" fmla="*/ 0 w 502574"/>
              <a:gd name="connsiteY166" fmla="*/ 1484930 h 5631811"/>
              <a:gd name="connsiteX167" fmla="*/ 0 w 502574"/>
              <a:gd name="connsiteY167" fmla="*/ 1507332 h 5631811"/>
              <a:gd name="connsiteX168" fmla="*/ 0 w 502574"/>
              <a:gd name="connsiteY168" fmla="*/ 1520542 h 5631811"/>
              <a:gd name="connsiteX169" fmla="*/ 0 w 502574"/>
              <a:gd name="connsiteY169" fmla="*/ 1542942 h 5631811"/>
              <a:gd name="connsiteX170" fmla="*/ 0 w 502574"/>
              <a:gd name="connsiteY170" fmla="*/ 1578532 h 5631811"/>
              <a:gd name="connsiteX171" fmla="*/ 0 w 502574"/>
              <a:gd name="connsiteY171" fmla="*/ 1614144 h 5631811"/>
              <a:gd name="connsiteX172" fmla="*/ 0 w 502574"/>
              <a:gd name="connsiteY172" fmla="*/ 1709560 h 5631811"/>
              <a:gd name="connsiteX173" fmla="*/ 0 w 502574"/>
              <a:gd name="connsiteY173" fmla="*/ 1731960 h 5631811"/>
              <a:gd name="connsiteX174" fmla="*/ 0 w 502574"/>
              <a:gd name="connsiteY174" fmla="*/ 1745172 h 5631811"/>
              <a:gd name="connsiteX175" fmla="*/ 0 w 502574"/>
              <a:gd name="connsiteY175" fmla="*/ 1767574 h 5631811"/>
              <a:gd name="connsiteX176" fmla="*/ 0 w 502574"/>
              <a:gd name="connsiteY176" fmla="*/ 1803162 h 5631811"/>
              <a:gd name="connsiteX177" fmla="*/ 0 w 502574"/>
              <a:gd name="connsiteY177" fmla="*/ 1825562 h 5631811"/>
              <a:gd name="connsiteX178" fmla="*/ 0 w 502574"/>
              <a:gd name="connsiteY178" fmla="*/ 1838774 h 5631811"/>
              <a:gd name="connsiteX179" fmla="*/ 0 w 502574"/>
              <a:gd name="connsiteY179" fmla="*/ 1861174 h 5631811"/>
              <a:gd name="connsiteX180" fmla="*/ 0 w 502574"/>
              <a:gd name="connsiteY180" fmla="*/ 2128882 h 5631811"/>
              <a:gd name="connsiteX181" fmla="*/ 0 w 502574"/>
              <a:gd name="connsiteY181" fmla="*/ 2151282 h 5631811"/>
              <a:gd name="connsiteX182" fmla="*/ 0 w 502574"/>
              <a:gd name="connsiteY182" fmla="*/ 2164494 h 5631811"/>
              <a:gd name="connsiteX183" fmla="*/ 0 w 502574"/>
              <a:gd name="connsiteY183" fmla="*/ 2186894 h 5631811"/>
              <a:gd name="connsiteX184" fmla="*/ 0 w 502574"/>
              <a:gd name="connsiteY184" fmla="*/ 2222484 h 5631811"/>
              <a:gd name="connsiteX185" fmla="*/ 0 w 502574"/>
              <a:gd name="connsiteY185" fmla="*/ 2244882 h 5631811"/>
              <a:gd name="connsiteX186" fmla="*/ 0 w 502574"/>
              <a:gd name="connsiteY186" fmla="*/ 2258096 h 5631811"/>
              <a:gd name="connsiteX187" fmla="*/ 0 w 502574"/>
              <a:gd name="connsiteY187" fmla="*/ 2280496 h 5631811"/>
              <a:gd name="connsiteX188" fmla="*/ 0 w 502574"/>
              <a:gd name="connsiteY188" fmla="*/ 2536986 h 5631811"/>
              <a:gd name="connsiteX189" fmla="*/ 0 w 502574"/>
              <a:gd name="connsiteY189" fmla="*/ 2547092 h 5631811"/>
              <a:gd name="connsiteX190" fmla="*/ 1 w 502574"/>
              <a:gd name="connsiteY190" fmla="*/ 2547092 h 5631811"/>
              <a:gd name="connsiteX191" fmla="*/ 1 w 502574"/>
              <a:gd name="connsiteY191" fmla="*/ 2560664 h 5631811"/>
              <a:gd name="connsiteX192" fmla="*/ 1 w 502574"/>
              <a:gd name="connsiteY192" fmla="*/ 2708436 h 5631811"/>
              <a:gd name="connsiteX193" fmla="*/ 1 w 502574"/>
              <a:gd name="connsiteY193" fmla="*/ 2718542 h 5631811"/>
              <a:gd name="connsiteX194" fmla="*/ 1 w 502574"/>
              <a:gd name="connsiteY194" fmla="*/ 2884562 h 5631811"/>
              <a:gd name="connsiteX195" fmla="*/ 1 w 502574"/>
              <a:gd name="connsiteY195" fmla="*/ 2906962 h 5631811"/>
              <a:gd name="connsiteX196" fmla="*/ 1 w 502574"/>
              <a:gd name="connsiteY196" fmla="*/ 2920174 h 5631811"/>
              <a:gd name="connsiteX197" fmla="*/ 1 w 502574"/>
              <a:gd name="connsiteY197" fmla="*/ 2942574 h 5631811"/>
              <a:gd name="connsiteX198" fmla="*/ 1 w 502574"/>
              <a:gd name="connsiteY198" fmla="*/ 2978162 h 5631811"/>
              <a:gd name="connsiteX199" fmla="*/ 1 w 502574"/>
              <a:gd name="connsiteY199" fmla="*/ 3000562 h 5631811"/>
              <a:gd name="connsiteX200" fmla="*/ 1 w 502574"/>
              <a:gd name="connsiteY200" fmla="*/ 3013776 h 5631811"/>
              <a:gd name="connsiteX201" fmla="*/ 1 w 502574"/>
              <a:gd name="connsiteY201" fmla="*/ 3036174 h 5631811"/>
              <a:gd name="connsiteX202" fmla="*/ 1 w 502574"/>
              <a:gd name="connsiteY202" fmla="*/ 3303883 h 5631811"/>
              <a:gd name="connsiteX203" fmla="*/ 1 w 502574"/>
              <a:gd name="connsiteY203" fmla="*/ 3326282 h 5631811"/>
              <a:gd name="connsiteX204" fmla="*/ 1 w 502574"/>
              <a:gd name="connsiteY204" fmla="*/ 3339495 h 5631811"/>
              <a:gd name="connsiteX205" fmla="*/ 1 w 502574"/>
              <a:gd name="connsiteY205" fmla="*/ 3361896 h 5631811"/>
              <a:gd name="connsiteX206" fmla="*/ 1 w 502574"/>
              <a:gd name="connsiteY206" fmla="*/ 3397484 h 5631811"/>
              <a:gd name="connsiteX207" fmla="*/ 1 w 502574"/>
              <a:gd name="connsiteY207" fmla="*/ 3419885 h 5631811"/>
              <a:gd name="connsiteX208" fmla="*/ 1 w 502574"/>
              <a:gd name="connsiteY208" fmla="*/ 3433096 h 5631811"/>
              <a:gd name="connsiteX209" fmla="*/ 1 w 502574"/>
              <a:gd name="connsiteY209" fmla="*/ 3455496 h 5631811"/>
              <a:gd name="connsiteX210" fmla="*/ 1 w 502574"/>
              <a:gd name="connsiteY210" fmla="*/ 3550913 h 5631811"/>
              <a:gd name="connsiteX211" fmla="*/ 1 w 502574"/>
              <a:gd name="connsiteY211" fmla="*/ 3586524 h 5631811"/>
              <a:gd name="connsiteX212" fmla="*/ 1 w 502574"/>
              <a:gd name="connsiteY212" fmla="*/ 3622115 h 5631811"/>
              <a:gd name="connsiteX213" fmla="*/ 1 w 502574"/>
              <a:gd name="connsiteY213" fmla="*/ 3644514 h 5631811"/>
              <a:gd name="connsiteX214" fmla="*/ 1 w 502574"/>
              <a:gd name="connsiteY214" fmla="*/ 3657727 h 5631811"/>
              <a:gd name="connsiteX215" fmla="*/ 1 w 502574"/>
              <a:gd name="connsiteY215" fmla="*/ 3680127 h 5631811"/>
              <a:gd name="connsiteX216" fmla="*/ 1 w 502574"/>
              <a:gd name="connsiteY216" fmla="*/ 3779396 h 5631811"/>
              <a:gd name="connsiteX217" fmla="*/ 1 w 502574"/>
              <a:gd name="connsiteY217" fmla="*/ 3801797 h 5631811"/>
              <a:gd name="connsiteX218" fmla="*/ 1 w 502574"/>
              <a:gd name="connsiteY218" fmla="*/ 3815009 h 5631811"/>
              <a:gd name="connsiteX219" fmla="*/ 1 w 502574"/>
              <a:gd name="connsiteY219" fmla="*/ 3837408 h 5631811"/>
              <a:gd name="connsiteX220" fmla="*/ 1 w 502574"/>
              <a:gd name="connsiteY220" fmla="*/ 3853848 h 5631811"/>
              <a:gd name="connsiteX221" fmla="*/ 1 w 502574"/>
              <a:gd name="connsiteY221" fmla="*/ 3872998 h 5631811"/>
              <a:gd name="connsiteX222" fmla="*/ 1 w 502574"/>
              <a:gd name="connsiteY222" fmla="*/ 3889459 h 5631811"/>
              <a:gd name="connsiteX223" fmla="*/ 1 w 502574"/>
              <a:gd name="connsiteY223" fmla="*/ 3908611 h 5631811"/>
              <a:gd name="connsiteX224" fmla="*/ 1 w 502574"/>
              <a:gd name="connsiteY224" fmla="*/ 3925051 h 5631811"/>
              <a:gd name="connsiteX225" fmla="*/ 1 w 502574"/>
              <a:gd name="connsiteY225" fmla="*/ 3947449 h 5631811"/>
              <a:gd name="connsiteX226" fmla="*/ 1 w 502574"/>
              <a:gd name="connsiteY226" fmla="*/ 3960662 h 5631811"/>
              <a:gd name="connsiteX227" fmla="*/ 1 w 502574"/>
              <a:gd name="connsiteY227" fmla="*/ 3983063 h 5631811"/>
              <a:gd name="connsiteX228" fmla="*/ 1 w 502574"/>
              <a:gd name="connsiteY228" fmla="*/ 4004025 h 5631811"/>
              <a:gd name="connsiteX229" fmla="*/ 1 w 502574"/>
              <a:gd name="connsiteY229" fmla="*/ 4026426 h 5631811"/>
              <a:gd name="connsiteX230" fmla="*/ 1 w 502574"/>
              <a:gd name="connsiteY230" fmla="*/ 4039638 h 5631811"/>
              <a:gd name="connsiteX231" fmla="*/ 1 w 502574"/>
              <a:gd name="connsiteY231" fmla="*/ 4062039 h 5631811"/>
              <a:gd name="connsiteX232" fmla="*/ 1 w 502574"/>
              <a:gd name="connsiteY232" fmla="*/ 4097628 h 5631811"/>
              <a:gd name="connsiteX233" fmla="*/ 1 w 502574"/>
              <a:gd name="connsiteY233" fmla="*/ 4120029 h 5631811"/>
              <a:gd name="connsiteX234" fmla="*/ 1 w 502574"/>
              <a:gd name="connsiteY234" fmla="*/ 4133240 h 5631811"/>
              <a:gd name="connsiteX235" fmla="*/ 1 w 502574"/>
              <a:gd name="connsiteY235" fmla="*/ 4155640 h 5631811"/>
              <a:gd name="connsiteX236" fmla="*/ 1 w 502574"/>
              <a:gd name="connsiteY236" fmla="*/ 4306961 h 5631811"/>
              <a:gd name="connsiteX237" fmla="*/ 1 w 502574"/>
              <a:gd name="connsiteY237" fmla="*/ 4329362 h 5631811"/>
              <a:gd name="connsiteX238" fmla="*/ 1 w 502574"/>
              <a:gd name="connsiteY238" fmla="*/ 4342573 h 5631811"/>
              <a:gd name="connsiteX239" fmla="*/ 1 w 502574"/>
              <a:gd name="connsiteY239" fmla="*/ 4364973 h 5631811"/>
              <a:gd name="connsiteX240" fmla="*/ 1 w 502574"/>
              <a:gd name="connsiteY240" fmla="*/ 4400561 h 5631811"/>
              <a:gd name="connsiteX241" fmla="*/ 1 w 502574"/>
              <a:gd name="connsiteY241" fmla="*/ 4422962 h 5631811"/>
              <a:gd name="connsiteX242" fmla="*/ 1 w 502574"/>
              <a:gd name="connsiteY242" fmla="*/ 4423349 h 5631811"/>
              <a:gd name="connsiteX243" fmla="*/ 1 w 502574"/>
              <a:gd name="connsiteY243" fmla="*/ 4436175 h 5631811"/>
              <a:gd name="connsiteX244" fmla="*/ 1 w 502574"/>
              <a:gd name="connsiteY244" fmla="*/ 4445748 h 5631811"/>
              <a:gd name="connsiteX245" fmla="*/ 1 w 502574"/>
              <a:gd name="connsiteY245" fmla="*/ 4458573 h 5631811"/>
              <a:gd name="connsiteX246" fmla="*/ 1 w 502574"/>
              <a:gd name="connsiteY246" fmla="*/ 4458962 h 5631811"/>
              <a:gd name="connsiteX247" fmla="*/ 1 w 502574"/>
              <a:gd name="connsiteY247" fmla="*/ 4481361 h 5631811"/>
              <a:gd name="connsiteX248" fmla="*/ 1 w 502574"/>
              <a:gd name="connsiteY248" fmla="*/ 4516950 h 5631811"/>
              <a:gd name="connsiteX249" fmla="*/ 1 w 502574"/>
              <a:gd name="connsiteY249" fmla="*/ 4539349 h 5631811"/>
              <a:gd name="connsiteX250" fmla="*/ 1 w 502574"/>
              <a:gd name="connsiteY250" fmla="*/ 4552563 h 5631811"/>
              <a:gd name="connsiteX251" fmla="*/ 1 w 502574"/>
              <a:gd name="connsiteY251" fmla="*/ 4574962 h 5631811"/>
              <a:gd name="connsiteX252" fmla="*/ 1 w 502574"/>
              <a:gd name="connsiteY252" fmla="*/ 4726284 h 5631811"/>
              <a:gd name="connsiteX253" fmla="*/ 1 w 502574"/>
              <a:gd name="connsiteY253" fmla="*/ 4748682 h 5631811"/>
              <a:gd name="connsiteX254" fmla="*/ 1 w 502574"/>
              <a:gd name="connsiteY254" fmla="*/ 4761895 h 5631811"/>
              <a:gd name="connsiteX255" fmla="*/ 1 w 502574"/>
              <a:gd name="connsiteY255" fmla="*/ 4784296 h 5631811"/>
              <a:gd name="connsiteX256" fmla="*/ 1 w 502574"/>
              <a:gd name="connsiteY256" fmla="*/ 4819885 h 5631811"/>
              <a:gd name="connsiteX257" fmla="*/ 1 w 502574"/>
              <a:gd name="connsiteY257" fmla="*/ 4831453 h 5631811"/>
              <a:gd name="connsiteX258" fmla="*/ 1 w 502574"/>
              <a:gd name="connsiteY258" fmla="*/ 4841558 h 5631811"/>
              <a:gd name="connsiteX259" fmla="*/ 1 w 502574"/>
              <a:gd name="connsiteY259" fmla="*/ 4842285 h 5631811"/>
              <a:gd name="connsiteX260" fmla="*/ 1 w 502574"/>
              <a:gd name="connsiteY260" fmla="*/ 4855496 h 5631811"/>
              <a:gd name="connsiteX261" fmla="*/ 1 w 502574"/>
              <a:gd name="connsiteY261" fmla="*/ 4877897 h 5631811"/>
              <a:gd name="connsiteX262" fmla="*/ 1 w 502574"/>
              <a:gd name="connsiteY262" fmla="*/ 4973313 h 5631811"/>
              <a:gd name="connsiteX263" fmla="*/ 1 w 502574"/>
              <a:gd name="connsiteY263" fmla="*/ 5008924 h 5631811"/>
              <a:gd name="connsiteX264" fmla="*/ 1 w 502574"/>
              <a:gd name="connsiteY264" fmla="*/ 5044516 h 5631811"/>
              <a:gd name="connsiteX265" fmla="*/ 1 w 502574"/>
              <a:gd name="connsiteY265" fmla="*/ 5066914 h 5631811"/>
              <a:gd name="connsiteX266" fmla="*/ 1 w 502574"/>
              <a:gd name="connsiteY266" fmla="*/ 5080127 h 5631811"/>
              <a:gd name="connsiteX267" fmla="*/ 1 w 502574"/>
              <a:gd name="connsiteY267" fmla="*/ 5102528 h 5631811"/>
              <a:gd name="connsiteX268" fmla="*/ 1 w 502574"/>
              <a:gd name="connsiteY268" fmla="*/ 5201796 h 5631811"/>
              <a:gd name="connsiteX269" fmla="*/ 1 w 502574"/>
              <a:gd name="connsiteY269" fmla="*/ 5224197 h 5631811"/>
              <a:gd name="connsiteX270" fmla="*/ 1 w 502574"/>
              <a:gd name="connsiteY270" fmla="*/ 5237409 h 5631811"/>
              <a:gd name="connsiteX271" fmla="*/ 1 w 502574"/>
              <a:gd name="connsiteY271" fmla="*/ 5259808 h 5631811"/>
              <a:gd name="connsiteX272" fmla="*/ 1 w 502574"/>
              <a:gd name="connsiteY272" fmla="*/ 5295398 h 5631811"/>
              <a:gd name="connsiteX273" fmla="*/ 1 w 502574"/>
              <a:gd name="connsiteY273" fmla="*/ 5331011 h 5631811"/>
              <a:gd name="connsiteX274" fmla="*/ 1 w 502574"/>
              <a:gd name="connsiteY274" fmla="*/ 5426426 h 5631811"/>
              <a:gd name="connsiteX275" fmla="*/ 1 w 502574"/>
              <a:gd name="connsiteY275" fmla="*/ 5448826 h 5631811"/>
              <a:gd name="connsiteX276" fmla="*/ 1 w 502574"/>
              <a:gd name="connsiteY276" fmla="*/ 5460361 h 5631811"/>
              <a:gd name="connsiteX277" fmla="*/ 2 w 502574"/>
              <a:gd name="connsiteY277" fmla="*/ 5460361 h 5631811"/>
              <a:gd name="connsiteX278" fmla="*/ 2 w 502574"/>
              <a:gd name="connsiteY278" fmla="*/ 5466848 h 5631811"/>
              <a:gd name="connsiteX279" fmla="*/ 2 w 502574"/>
              <a:gd name="connsiteY279" fmla="*/ 5502461 h 5631811"/>
              <a:gd name="connsiteX280" fmla="*/ 2 w 502574"/>
              <a:gd name="connsiteY280" fmla="*/ 5597876 h 5631811"/>
              <a:gd name="connsiteX281" fmla="*/ 2 w 502574"/>
              <a:gd name="connsiteY281" fmla="*/ 5620276 h 5631811"/>
              <a:gd name="connsiteX282" fmla="*/ 2 w 502574"/>
              <a:gd name="connsiteY282" fmla="*/ 5631811 h 563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Lst>
            <a:rect l="l" t="t" r="r" b="b"/>
            <a:pathLst>
              <a:path w="502574" h="5631811">
                <a:moveTo>
                  <a:pt x="502574" y="5494829"/>
                </a:moveTo>
                <a:lnTo>
                  <a:pt x="502574" y="5483294"/>
                </a:lnTo>
                <a:lnTo>
                  <a:pt x="502574" y="5466848"/>
                </a:lnTo>
                <a:lnTo>
                  <a:pt x="502574" y="5460894"/>
                </a:lnTo>
                <a:lnTo>
                  <a:pt x="502574" y="5431258"/>
                </a:lnTo>
                <a:lnTo>
                  <a:pt x="502574" y="5408858"/>
                </a:lnTo>
                <a:lnTo>
                  <a:pt x="502574" y="5395647"/>
                </a:lnTo>
                <a:lnTo>
                  <a:pt x="502574" y="5373246"/>
                </a:lnTo>
                <a:lnTo>
                  <a:pt x="502573" y="5136994"/>
                </a:lnTo>
                <a:lnTo>
                  <a:pt x="502573" y="5114595"/>
                </a:lnTo>
                <a:lnTo>
                  <a:pt x="502573" y="5101383"/>
                </a:lnTo>
                <a:lnTo>
                  <a:pt x="502573" y="5078982"/>
                </a:lnTo>
                <a:lnTo>
                  <a:pt x="502573" y="5049347"/>
                </a:lnTo>
                <a:lnTo>
                  <a:pt x="502573" y="5043393"/>
                </a:lnTo>
                <a:lnTo>
                  <a:pt x="502573" y="5026946"/>
                </a:lnTo>
                <a:lnTo>
                  <a:pt x="502573" y="5013735"/>
                </a:lnTo>
                <a:lnTo>
                  <a:pt x="502573" y="5013008"/>
                </a:lnTo>
                <a:lnTo>
                  <a:pt x="502574" y="5013008"/>
                </a:lnTo>
                <a:lnTo>
                  <a:pt x="502574" y="4995135"/>
                </a:lnTo>
                <a:lnTo>
                  <a:pt x="502574" y="4972734"/>
                </a:lnTo>
                <a:lnTo>
                  <a:pt x="502574" y="4959522"/>
                </a:lnTo>
                <a:lnTo>
                  <a:pt x="502574" y="4937123"/>
                </a:lnTo>
                <a:lnTo>
                  <a:pt x="502574" y="4901533"/>
                </a:lnTo>
                <a:lnTo>
                  <a:pt x="502574" y="4865921"/>
                </a:lnTo>
                <a:lnTo>
                  <a:pt x="502574" y="4746412"/>
                </a:lnTo>
                <a:lnTo>
                  <a:pt x="502574" y="4724013"/>
                </a:lnTo>
                <a:lnTo>
                  <a:pt x="502574" y="4710799"/>
                </a:lnTo>
                <a:lnTo>
                  <a:pt x="502574" y="4688400"/>
                </a:lnTo>
                <a:lnTo>
                  <a:pt x="502574" y="4652811"/>
                </a:lnTo>
                <a:lnTo>
                  <a:pt x="502574" y="4630412"/>
                </a:lnTo>
                <a:lnTo>
                  <a:pt x="502574" y="4617198"/>
                </a:lnTo>
                <a:lnTo>
                  <a:pt x="502574" y="4594799"/>
                </a:lnTo>
                <a:lnTo>
                  <a:pt x="502574" y="4190108"/>
                </a:lnTo>
                <a:lnTo>
                  <a:pt x="502574" y="4167708"/>
                </a:lnTo>
                <a:lnTo>
                  <a:pt x="502574" y="4154496"/>
                </a:lnTo>
                <a:lnTo>
                  <a:pt x="502574" y="4132096"/>
                </a:lnTo>
                <a:lnTo>
                  <a:pt x="502574" y="4096506"/>
                </a:lnTo>
                <a:lnTo>
                  <a:pt x="502574" y="4080061"/>
                </a:lnTo>
                <a:lnTo>
                  <a:pt x="502574" y="4074105"/>
                </a:lnTo>
                <a:lnTo>
                  <a:pt x="502574" y="4060894"/>
                </a:lnTo>
                <a:lnTo>
                  <a:pt x="502574" y="4044448"/>
                </a:lnTo>
                <a:lnTo>
                  <a:pt x="502574" y="4038494"/>
                </a:lnTo>
                <a:lnTo>
                  <a:pt x="502574" y="4008858"/>
                </a:lnTo>
                <a:lnTo>
                  <a:pt x="502574" y="3986458"/>
                </a:lnTo>
                <a:lnTo>
                  <a:pt x="502574" y="3973247"/>
                </a:lnTo>
                <a:lnTo>
                  <a:pt x="502574" y="3950846"/>
                </a:lnTo>
                <a:lnTo>
                  <a:pt x="502573" y="3714593"/>
                </a:lnTo>
                <a:lnTo>
                  <a:pt x="502573" y="3692195"/>
                </a:lnTo>
                <a:lnTo>
                  <a:pt x="502573" y="3678982"/>
                </a:lnTo>
                <a:lnTo>
                  <a:pt x="502573" y="3656581"/>
                </a:lnTo>
                <a:lnTo>
                  <a:pt x="502573" y="3626946"/>
                </a:lnTo>
                <a:lnTo>
                  <a:pt x="502573" y="3620993"/>
                </a:lnTo>
                <a:lnTo>
                  <a:pt x="502573" y="3604546"/>
                </a:lnTo>
                <a:lnTo>
                  <a:pt x="502573" y="3591335"/>
                </a:lnTo>
                <a:lnTo>
                  <a:pt x="502573" y="3585382"/>
                </a:lnTo>
                <a:lnTo>
                  <a:pt x="502573" y="3568934"/>
                </a:lnTo>
                <a:lnTo>
                  <a:pt x="502573" y="3533346"/>
                </a:lnTo>
                <a:lnTo>
                  <a:pt x="502573" y="3510945"/>
                </a:lnTo>
                <a:lnTo>
                  <a:pt x="502573" y="3497732"/>
                </a:lnTo>
                <a:lnTo>
                  <a:pt x="502573" y="3475333"/>
                </a:lnTo>
                <a:lnTo>
                  <a:pt x="502573" y="3070642"/>
                </a:lnTo>
                <a:lnTo>
                  <a:pt x="502573" y="3048242"/>
                </a:lnTo>
                <a:lnTo>
                  <a:pt x="502573" y="3035032"/>
                </a:lnTo>
                <a:lnTo>
                  <a:pt x="502573" y="3012630"/>
                </a:lnTo>
                <a:lnTo>
                  <a:pt x="502573" y="2977042"/>
                </a:lnTo>
                <a:lnTo>
                  <a:pt x="502573" y="2954642"/>
                </a:lnTo>
                <a:lnTo>
                  <a:pt x="502573" y="2941428"/>
                </a:lnTo>
                <a:lnTo>
                  <a:pt x="502573" y="2919028"/>
                </a:lnTo>
                <a:lnTo>
                  <a:pt x="502573" y="2718542"/>
                </a:lnTo>
                <a:lnTo>
                  <a:pt x="502573" y="2700668"/>
                </a:lnTo>
                <a:lnTo>
                  <a:pt x="502573" y="2678268"/>
                </a:lnTo>
                <a:lnTo>
                  <a:pt x="502573" y="2665056"/>
                </a:lnTo>
                <a:lnTo>
                  <a:pt x="502573" y="2642656"/>
                </a:lnTo>
                <a:lnTo>
                  <a:pt x="502573" y="2607066"/>
                </a:lnTo>
                <a:lnTo>
                  <a:pt x="502573" y="2595130"/>
                </a:lnTo>
                <a:lnTo>
                  <a:pt x="502573" y="2572730"/>
                </a:lnTo>
                <a:lnTo>
                  <a:pt x="502573" y="2571454"/>
                </a:lnTo>
                <a:lnTo>
                  <a:pt x="502573" y="2559518"/>
                </a:lnTo>
                <a:lnTo>
                  <a:pt x="502573" y="2537118"/>
                </a:lnTo>
                <a:lnTo>
                  <a:pt x="502573" y="2501528"/>
                </a:lnTo>
                <a:lnTo>
                  <a:pt x="502573" y="2465918"/>
                </a:lnTo>
                <a:lnTo>
                  <a:pt x="502573" y="2451946"/>
                </a:lnTo>
                <a:lnTo>
                  <a:pt x="502573" y="2429546"/>
                </a:lnTo>
                <a:lnTo>
                  <a:pt x="502573" y="2416332"/>
                </a:lnTo>
                <a:lnTo>
                  <a:pt x="502573" y="2393934"/>
                </a:lnTo>
                <a:lnTo>
                  <a:pt x="502573" y="2358344"/>
                </a:lnTo>
                <a:lnTo>
                  <a:pt x="502573" y="2335944"/>
                </a:lnTo>
                <a:lnTo>
                  <a:pt x="502573" y="2322732"/>
                </a:lnTo>
                <a:lnTo>
                  <a:pt x="502573" y="2300332"/>
                </a:lnTo>
                <a:lnTo>
                  <a:pt x="502573" y="1895642"/>
                </a:lnTo>
                <a:lnTo>
                  <a:pt x="502573" y="1873242"/>
                </a:lnTo>
                <a:lnTo>
                  <a:pt x="502573" y="1860030"/>
                </a:lnTo>
                <a:lnTo>
                  <a:pt x="502573" y="1837630"/>
                </a:lnTo>
                <a:lnTo>
                  <a:pt x="502573" y="1802040"/>
                </a:lnTo>
                <a:lnTo>
                  <a:pt x="502573" y="1785594"/>
                </a:lnTo>
                <a:lnTo>
                  <a:pt x="502573" y="1779640"/>
                </a:lnTo>
                <a:lnTo>
                  <a:pt x="502573" y="1766428"/>
                </a:lnTo>
                <a:lnTo>
                  <a:pt x="502573" y="1749982"/>
                </a:lnTo>
                <a:lnTo>
                  <a:pt x="502573" y="1744028"/>
                </a:lnTo>
                <a:lnTo>
                  <a:pt x="502573" y="1714392"/>
                </a:lnTo>
                <a:lnTo>
                  <a:pt x="502573" y="1691992"/>
                </a:lnTo>
                <a:lnTo>
                  <a:pt x="502573" y="1678782"/>
                </a:lnTo>
                <a:lnTo>
                  <a:pt x="502573" y="1656380"/>
                </a:lnTo>
                <a:lnTo>
                  <a:pt x="502572" y="1420128"/>
                </a:lnTo>
                <a:lnTo>
                  <a:pt x="502572" y="1397730"/>
                </a:lnTo>
                <a:lnTo>
                  <a:pt x="502572" y="1384516"/>
                </a:lnTo>
                <a:lnTo>
                  <a:pt x="502572" y="1362116"/>
                </a:lnTo>
                <a:lnTo>
                  <a:pt x="502572" y="1332480"/>
                </a:lnTo>
                <a:lnTo>
                  <a:pt x="502572" y="1326526"/>
                </a:lnTo>
                <a:lnTo>
                  <a:pt x="502572" y="1310080"/>
                </a:lnTo>
                <a:lnTo>
                  <a:pt x="502572" y="1296870"/>
                </a:lnTo>
                <a:lnTo>
                  <a:pt x="502572" y="1290916"/>
                </a:lnTo>
                <a:lnTo>
                  <a:pt x="502572" y="1274468"/>
                </a:lnTo>
                <a:lnTo>
                  <a:pt x="502572" y="1238880"/>
                </a:lnTo>
                <a:lnTo>
                  <a:pt x="502572" y="1216478"/>
                </a:lnTo>
                <a:lnTo>
                  <a:pt x="502572" y="1203266"/>
                </a:lnTo>
                <a:lnTo>
                  <a:pt x="502572" y="1180868"/>
                </a:lnTo>
                <a:lnTo>
                  <a:pt x="502572" y="776176"/>
                </a:lnTo>
                <a:lnTo>
                  <a:pt x="502572" y="753774"/>
                </a:lnTo>
                <a:lnTo>
                  <a:pt x="502572" y="740564"/>
                </a:lnTo>
                <a:lnTo>
                  <a:pt x="502572" y="718164"/>
                </a:lnTo>
                <a:lnTo>
                  <a:pt x="502572" y="682576"/>
                </a:lnTo>
                <a:lnTo>
                  <a:pt x="502572" y="660176"/>
                </a:lnTo>
                <a:lnTo>
                  <a:pt x="502572" y="646962"/>
                </a:lnTo>
                <a:lnTo>
                  <a:pt x="502572" y="624560"/>
                </a:lnTo>
                <a:lnTo>
                  <a:pt x="502572" y="300662"/>
                </a:lnTo>
                <a:lnTo>
                  <a:pt x="502572" y="278264"/>
                </a:lnTo>
                <a:lnTo>
                  <a:pt x="502572" y="265052"/>
                </a:lnTo>
                <a:lnTo>
                  <a:pt x="502572" y="242650"/>
                </a:lnTo>
                <a:lnTo>
                  <a:pt x="502572" y="207062"/>
                </a:lnTo>
                <a:lnTo>
                  <a:pt x="502572" y="171450"/>
                </a:lnTo>
                <a:lnTo>
                  <a:pt x="502571" y="171450"/>
                </a:lnTo>
                <a:lnTo>
                  <a:pt x="502571" y="129212"/>
                </a:lnTo>
                <a:lnTo>
                  <a:pt x="502571" y="106814"/>
                </a:lnTo>
                <a:lnTo>
                  <a:pt x="502571" y="93602"/>
                </a:lnTo>
                <a:lnTo>
                  <a:pt x="502571" y="71200"/>
                </a:lnTo>
                <a:lnTo>
                  <a:pt x="502571" y="35612"/>
                </a:lnTo>
                <a:lnTo>
                  <a:pt x="502571" y="0"/>
                </a:lnTo>
                <a:lnTo>
                  <a:pt x="0" y="136982"/>
                </a:lnTo>
                <a:lnTo>
                  <a:pt x="0" y="172594"/>
                </a:lnTo>
                <a:lnTo>
                  <a:pt x="0" y="208184"/>
                </a:lnTo>
                <a:lnTo>
                  <a:pt x="0" y="230582"/>
                </a:lnTo>
                <a:lnTo>
                  <a:pt x="0" y="243796"/>
                </a:lnTo>
                <a:lnTo>
                  <a:pt x="0" y="266196"/>
                </a:lnTo>
                <a:lnTo>
                  <a:pt x="0" y="590096"/>
                </a:lnTo>
                <a:lnTo>
                  <a:pt x="0" y="612496"/>
                </a:lnTo>
                <a:lnTo>
                  <a:pt x="0" y="625706"/>
                </a:lnTo>
                <a:lnTo>
                  <a:pt x="0" y="648106"/>
                </a:lnTo>
                <a:lnTo>
                  <a:pt x="0" y="683696"/>
                </a:lnTo>
                <a:lnTo>
                  <a:pt x="0" y="706096"/>
                </a:lnTo>
                <a:lnTo>
                  <a:pt x="0" y="719308"/>
                </a:lnTo>
                <a:lnTo>
                  <a:pt x="0" y="741708"/>
                </a:lnTo>
                <a:lnTo>
                  <a:pt x="0" y="1009418"/>
                </a:lnTo>
                <a:lnTo>
                  <a:pt x="0" y="1031816"/>
                </a:lnTo>
                <a:lnTo>
                  <a:pt x="0" y="1045028"/>
                </a:lnTo>
                <a:lnTo>
                  <a:pt x="0" y="1067430"/>
                </a:lnTo>
                <a:lnTo>
                  <a:pt x="0" y="1103018"/>
                </a:lnTo>
                <a:lnTo>
                  <a:pt x="0" y="1125420"/>
                </a:lnTo>
                <a:lnTo>
                  <a:pt x="0" y="1138630"/>
                </a:lnTo>
                <a:lnTo>
                  <a:pt x="0" y="1161030"/>
                </a:lnTo>
                <a:lnTo>
                  <a:pt x="0" y="1256448"/>
                </a:lnTo>
                <a:lnTo>
                  <a:pt x="0" y="1292058"/>
                </a:lnTo>
                <a:lnTo>
                  <a:pt x="0" y="1327650"/>
                </a:lnTo>
                <a:lnTo>
                  <a:pt x="0" y="1350048"/>
                </a:lnTo>
                <a:lnTo>
                  <a:pt x="0" y="1363260"/>
                </a:lnTo>
                <a:lnTo>
                  <a:pt x="0" y="1385662"/>
                </a:lnTo>
                <a:lnTo>
                  <a:pt x="0" y="1484930"/>
                </a:lnTo>
                <a:lnTo>
                  <a:pt x="0" y="1507332"/>
                </a:lnTo>
                <a:lnTo>
                  <a:pt x="0" y="1520542"/>
                </a:lnTo>
                <a:lnTo>
                  <a:pt x="0" y="1542942"/>
                </a:lnTo>
                <a:lnTo>
                  <a:pt x="0" y="1578532"/>
                </a:lnTo>
                <a:lnTo>
                  <a:pt x="0" y="1614144"/>
                </a:lnTo>
                <a:lnTo>
                  <a:pt x="0" y="1709560"/>
                </a:lnTo>
                <a:lnTo>
                  <a:pt x="0" y="1731960"/>
                </a:lnTo>
                <a:lnTo>
                  <a:pt x="0" y="1745172"/>
                </a:lnTo>
                <a:lnTo>
                  <a:pt x="0" y="1767574"/>
                </a:lnTo>
                <a:lnTo>
                  <a:pt x="0" y="1803162"/>
                </a:lnTo>
                <a:lnTo>
                  <a:pt x="0" y="1825562"/>
                </a:lnTo>
                <a:lnTo>
                  <a:pt x="0" y="1838774"/>
                </a:lnTo>
                <a:lnTo>
                  <a:pt x="0" y="1861174"/>
                </a:lnTo>
                <a:lnTo>
                  <a:pt x="0" y="2128882"/>
                </a:lnTo>
                <a:lnTo>
                  <a:pt x="0" y="2151282"/>
                </a:lnTo>
                <a:lnTo>
                  <a:pt x="0" y="2164494"/>
                </a:lnTo>
                <a:lnTo>
                  <a:pt x="0" y="2186894"/>
                </a:lnTo>
                <a:lnTo>
                  <a:pt x="0" y="2222484"/>
                </a:lnTo>
                <a:lnTo>
                  <a:pt x="0" y="2244882"/>
                </a:lnTo>
                <a:lnTo>
                  <a:pt x="0" y="2258096"/>
                </a:lnTo>
                <a:lnTo>
                  <a:pt x="0" y="2280496"/>
                </a:lnTo>
                <a:lnTo>
                  <a:pt x="0" y="2536986"/>
                </a:lnTo>
                <a:lnTo>
                  <a:pt x="0" y="2547092"/>
                </a:lnTo>
                <a:lnTo>
                  <a:pt x="1" y="2547092"/>
                </a:lnTo>
                <a:lnTo>
                  <a:pt x="1" y="2560664"/>
                </a:lnTo>
                <a:lnTo>
                  <a:pt x="1" y="2708436"/>
                </a:lnTo>
                <a:lnTo>
                  <a:pt x="1" y="2718542"/>
                </a:lnTo>
                <a:lnTo>
                  <a:pt x="1" y="2884562"/>
                </a:lnTo>
                <a:lnTo>
                  <a:pt x="1" y="2906962"/>
                </a:lnTo>
                <a:lnTo>
                  <a:pt x="1" y="2920174"/>
                </a:lnTo>
                <a:lnTo>
                  <a:pt x="1" y="2942574"/>
                </a:lnTo>
                <a:lnTo>
                  <a:pt x="1" y="2978162"/>
                </a:lnTo>
                <a:lnTo>
                  <a:pt x="1" y="3000562"/>
                </a:lnTo>
                <a:lnTo>
                  <a:pt x="1" y="3013776"/>
                </a:lnTo>
                <a:lnTo>
                  <a:pt x="1" y="3036174"/>
                </a:lnTo>
                <a:lnTo>
                  <a:pt x="1" y="3303883"/>
                </a:lnTo>
                <a:lnTo>
                  <a:pt x="1" y="3326282"/>
                </a:lnTo>
                <a:lnTo>
                  <a:pt x="1" y="3339495"/>
                </a:lnTo>
                <a:lnTo>
                  <a:pt x="1" y="3361896"/>
                </a:lnTo>
                <a:lnTo>
                  <a:pt x="1" y="3397484"/>
                </a:lnTo>
                <a:lnTo>
                  <a:pt x="1" y="3419885"/>
                </a:lnTo>
                <a:lnTo>
                  <a:pt x="1" y="3433096"/>
                </a:lnTo>
                <a:lnTo>
                  <a:pt x="1" y="3455496"/>
                </a:lnTo>
                <a:lnTo>
                  <a:pt x="1" y="3550913"/>
                </a:lnTo>
                <a:lnTo>
                  <a:pt x="1" y="3586524"/>
                </a:lnTo>
                <a:lnTo>
                  <a:pt x="1" y="3622115"/>
                </a:lnTo>
                <a:lnTo>
                  <a:pt x="1" y="3644514"/>
                </a:lnTo>
                <a:lnTo>
                  <a:pt x="1" y="3657727"/>
                </a:lnTo>
                <a:lnTo>
                  <a:pt x="1" y="3680127"/>
                </a:lnTo>
                <a:lnTo>
                  <a:pt x="1" y="3779396"/>
                </a:lnTo>
                <a:lnTo>
                  <a:pt x="1" y="3801797"/>
                </a:lnTo>
                <a:lnTo>
                  <a:pt x="1" y="3815009"/>
                </a:lnTo>
                <a:lnTo>
                  <a:pt x="1" y="3837408"/>
                </a:lnTo>
                <a:lnTo>
                  <a:pt x="1" y="3853848"/>
                </a:lnTo>
                <a:lnTo>
                  <a:pt x="1" y="3872998"/>
                </a:lnTo>
                <a:lnTo>
                  <a:pt x="1" y="3889459"/>
                </a:lnTo>
                <a:lnTo>
                  <a:pt x="1" y="3908611"/>
                </a:lnTo>
                <a:lnTo>
                  <a:pt x="1" y="3925051"/>
                </a:lnTo>
                <a:lnTo>
                  <a:pt x="1" y="3947449"/>
                </a:lnTo>
                <a:lnTo>
                  <a:pt x="1" y="3960662"/>
                </a:lnTo>
                <a:lnTo>
                  <a:pt x="1" y="3983063"/>
                </a:lnTo>
                <a:lnTo>
                  <a:pt x="1" y="4004025"/>
                </a:lnTo>
                <a:lnTo>
                  <a:pt x="1" y="4026426"/>
                </a:lnTo>
                <a:lnTo>
                  <a:pt x="1" y="4039638"/>
                </a:lnTo>
                <a:lnTo>
                  <a:pt x="1" y="4062039"/>
                </a:lnTo>
                <a:lnTo>
                  <a:pt x="1" y="4097628"/>
                </a:lnTo>
                <a:lnTo>
                  <a:pt x="1" y="4120029"/>
                </a:lnTo>
                <a:lnTo>
                  <a:pt x="1" y="4133240"/>
                </a:lnTo>
                <a:lnTo>
                  <a:pt x="1" y="4155640"/>
                </a:lnTo>
                <a:lnTo>
                  <a:pt x="1" y="4306961"/>
                </a:lnTo>
                <a:lnTo>
                  <a:pt x="1" y="4329362"/>
                </a:lnTo>
                <a:lnTo>
                  <a:pt x="1" y="4342573"/>
                </a:lnTo>
                <a:lnTo>
                  <a:pt x="1" y="4364973"/>
                </a:lnTo>
                <a:lnTo>
                  <a:pt x="1" y="4400561"/>
                </a:lnTo>
                <a:lnTo>
                  <a:pt x="1" y="4422962"/>
                </a:lnTo>
                <a:lnTo>
                  <a:pt x="1" y="4423349"/>
                </a:lnTo>
                <a:lnTo>
                  <a:pt x="1" y="4436175"/>
                </a:lnTo>
                <a:lnTo>
                  <a:pt x="1" y="4445748"/>
                </a:lnTo>
                <a:lnTo>
                  <a:pt x="1" y="4458573"/>
                </a:lnTo>
                <a:lnTo>
                  <a:pt x="1" y="4458962"/>
                </a:lnTo>
                <a:lnTo>
                  <a:pt x="1" y="4481361"/>
                </a:lnTo>
                <a:lnTo>
                  <a:pt x="1" y="4516950"/>
                </a:lnTo>
                <a:lnTo>
                  <a:pt x="1" y="4539349"/>
                </a:lnTo>
                <a:lnTo>
                  <a:pt x="1" y="4552563"/>
                </a:lnTo>
                <a:lnTo>
                  <a:pt x="1" y="4574962"/>
                </a:lnTo>
                <a:lnTo>
                  <a:pt x="1" y="4726284"/>
                </a:lnTo>
                <a:lnTo>
                  <a:pt x="1" y="4748682"/>
                </a:lnTo>
                <a:lnTo>
                  <a:pt x="1" y="4761895"/>
                </a:lnTo>
                <a:lnTo>
                  <a:pt x="1" y="4784296"/>
                </a:lnTo>
                <a:lnTo>
                  <a:pt x="1" y="4819885"/>
                </a:lnTo>
                <a:lnTo>
                  <a:pt x="1" y="4831453"/>
                </a:lnTo>
                <a:lnTo>
                  <a:pt x="1" y="4841558"/>
                </a:lnTo>
                <a:lnTo>
                  <a:pt x="1" y="4842285"/>
                </a:lnTo>
                <a:lnTo>
                  <a:pt x="1" y="4855496"/>
                </a:lnTo>
                <a:lnTo>
                  <a:pt x="1" y="4877897"/>
                </a:lnTo>
                <a:lnTo>
                  <a:pt x="1" y="4973313"/>
                </a:lnTo>
                <a:lnTo>
                  <a:pt x="1" y="5008924"/>
                </a:lnTo>
                <a:lnTo>
                  <a:pt x="1" y="5044516"/>
                </a:lnTo>
                <a:lnTo>
                  <a:pt x="1" y="5066914"/>
                </a:lnTo>
                <a:lnTo>
                  <a:pt x="1" y="5080127"/>
                </a:lnTo>
                <a:lnTo>
                  <a:pt x="1" y="5102528"/>
                </a:lnTo>
                <a:lnTo>
                  <a:pt x="1" y="5201796"/>
                </a:lnTo>
                <a:lnTo>
                  <a:pt x="1" y="5224197"/>
                </a:lnTo>
                <a:lnTo>
                  <a:pt x="1" y="5237409"/>
                </a:lnTo>
                <a:lnTo>
                  <a:pt x="1" y="5259808"/>
                </a:lnTo>
                <a:lnTo>
                  <a:pt x="1" y="5295398"/>
                </a:lnTo>
                <a:lnTo>
                  <a:pt x="1" y="5331011"/>
                </a:lnTo>
                <a:lnTo>
                  <a:pt x="1" y="5426426"/>
                </a:lnTo>
                <a:lnTo>
                  <a:pt x="1" y="5448826"/>
                </a:lnTo>
                <a:lnTo>
                  <a:pt x="1" y="5460361"/>
                </a:lnTo>
                <a:lnTo>
                  <a:pt x="2" y="5460361"/>
                </a:lnTo>
                <a:lnTo>
                  <a:pt x="2" y="5466848"/>
                </a:lnTo>
                <a:lnTo>
                  <a:pt x="2" y="5502461"/>
                </a:lnTo>
                <a:lnTo>
                  <a:pt x="2" y="5597876"/>
                </a:lnTo>
                <a:lnTo>
                  <a:pt x="2" y="5620276"/>
                </a:lnTo>
                <a:lnTo>
                  <a:pt x="2" y="563181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7" name="Forma libre 41"/>
          <p:cNvSpPr/>
          <p:nvPr/>
        </p:nvSpPr>
        <p:spPr>
          <a:xfrm rot="16200000" flipV="1">
            <a:off x="2685957" y="-479611"/>
            <a:ext cx="502573" cy="6263958"/>
          </a:xfrm>
          <a:custGeom>
            <a:avLst/>
            <a:gdLst>
              <a:gd name="connsiteX0" fmla="*/ 502573 w 502573"/>
              <a:gd name="connsiteY0" fmla="*/ 6263958 h 6263958"/>
              <a:gd name="connsiteX1" fmla="*/ 502573 w 502573"/>
              <a:gd name="connsiteY1" fmla="*/ 6246085 h 6263958"/>
              <a:gd name="connsiteX2" fmla="*/ 502573 w 502573"/>
              <a:gd name="connsiteY2" fmla="*/ 6223684 h 6263958"/>
              <a:gd name="connsiteX3" fmla="*/ 502573 w 502573"/>
              <a:gd name="connsiteY3" fmla="*/ 6210472 h 6263958"/>
              <a:gd name="connsiteX4" fmla="*/ 502573 w 502573"/>
              <a:gd name="connsiteY4" fmla="*/ 6188073 h 6263958"/>
              <a:gd name="connsiteX5" fmla="*/ 502573 w 502573"/>
              <a:gd name="connsiteY5" fmla="*/ 6152483 h 6263958"/>
              <a:gd name="connsiteX6" fmla="*/ 502573 w 502573"/>
              <a:gd name="connsiteY6" fmla="*/ 6116871 h 6263958"/>
              <a:gd name="connsiteX7" fmla="*/ 502573 w 502573"/>
              <a:gd name="connsiteY7" fmla="*/ 5997362 h 6263958"/>
              <a:gd name="connsiteX8" fmla="*/ 502573 w 502573"/>
              <a:gd name="connsiteY8" fmla="*/ 5974963 h 6263958"/>
              <a:gd name="connsiteX9" fmla="*/ 502573 w 502573"/>
              <a:gd name="connsiteY9" fmla="*/ 5961749 h 6263958"/>
              <a:gd name="connsiteX10" fmla="*/ 502573 w 502573"/>
              <a:gd name="connsiteY10" fmla="*/ 5939350 h 6263958"/>
              <a:gd name="connsiteX11" fmla="*/ 502573 w 502573"/>
              <a:gd name="connsiteY11" fmla="*/ 5903761 h 6263958"/>
              <a:gd name="connsiteX12" fmla="*/ 502573 w 502573"/>
              <a:gd name="connsiteY12" fmla="*/ 5881361 h 6263958"/>
              <a:gd name="connsiteX13" fmla="*/ 502573 w 502573"/>
              <a:gd name="connsiteY13" fmla="*/ 5868148 h 6263958"/>
              <a:gd name="connsiteX14" fmla="*/ 502573 w 502573"/>
              <a:gd name="connsiteY14" fmla="*/ 5845749 h 6263958"/>
              <a:gd name="connsiteX15" fmla="*/ 502573 w 502573"/>
              <a:gd name="connsiteY15" fmla="*/ 5441058 h 6263958"/>
              <a:gd name="connsiteX16" fmla="*/ 502573 w 502573"/>
              <a:gd name="connsiteY16" fmla="*/ 5418658 h 6263958"/>
              <a:gd name="connsiteX17" fmla="*/ 502573 w 502573"/>
              <a:gd name="connsiteY17" fmla="*/ 5405446 h 6263958"/>
              <a:gd name="connsiteX18" fmla="*/ 502573 w 502573"/>
              <a:gd name="connsiteY18" fmla="*/ 5383046 h 6263958"/>
              <a:gd name="connsiteX19" fmla="*/ 502573 w 502573"/>
              <a:gd name="connsiteY19" fmla="*/ 5347456 h 6263958"/>
              <a:gd name="connsiteX20" fmla="*/ 502573 w 502573"/>
              <a:gd name="connsiteY20" fmla="*/ 5331011 h 6263958"/>
              <a:gd name="connsiteX21" fmla="*/ 502573 w 502573"/>
              <a:gd name="connsiteY21" fmla="*/ 5325055 h 6263958"/>
              <a:gd name="connsiteX22" fmla="*/ 502573 w 502573"/>
              <a:gd name="connsiteY22" fmla="*/ 5311844 h 6263958"/>
              <a:gd name="connsiteX23" fmla="*/ 502573 w 502573"/>
              <a:gd name="connsiteY23" fmla="*/ 5295398 h 6263958"/>
              <a:gd name="connsiteX24" fmla="*/ 502573 w 502573"/>
              <a:gd name="connsiteY24" fmla="*/ 5289444 h 6263958"/>
              <a:gd name="connsiteX25" fmla="*/ 502573 w 502573"/>
              <a:gd name="connsiteY25" fmla="*/ 5259808 h 6263958"/>
              <a:gd name="connsiteX26" fmla="*/ 502573 w 502573"/>
              <a:gd name="connsiteY26" fmla="*/ 5237408 h 6263958"/>
              <a:gd name="connsiteX27" fmla="*/ 502573 w 502573"/>
              <a:gd name="connsiteY27" fmla="*/ 5224197 h 6263958"/>
              <a:gd name="connsiteX28" fmla="*/ 502573 w 502573"/>
              <a:gd name="connsiteY28" fmla="*/ 5201796 h 6263958"/>
              <a:gd name="connsiteX29" fmla="*/ 502572 w 502573"/>
              <a:gd name="connsiteY29" fmla="*/ 4965544 h 6263958"/>
              <a:gd name="connsiteX30" fmla="*/ 502572 w 502573"/>
              <a:gd name="connsiteY30" fmla="*/ 4943145 h 6263958"/>
              <a:gd name="connsiteX31" fmla="*/ 502572 w 502573"/>
              <a:gd name="connsiteY31" fmla="*/ 4929933 h 6263958"/>
              <a:gd name="connsiteX32" fmla="*/ 502572 w 502573"/>
              <a:gd name="connsiteY32" fmla="*/ 4907532 h 6263958"/>
              <a:gd name="connsiteX33" fmla="*/ 502572 w 502573"/>
              <a:gd name="connsiteY33" fmla="*/ 4877897 h 6263958"/>
              <a:gd name="connsiteX34" fmla="*/ 502572 w 502573"/>
              <a:gd name="connsiteY34" fmla="*/ 4871943 h 6263958"/>
              <a:gd name="connsiteX35" fmla="*/ 502572 w 502573"/>
              <a:gd name="connsiteY35" fmla="*/ 4855496 h 6263958"/>
              <a:gd name="connsiteX36" fmla="*/ 502572 w 502573"/>
              <a:gd name="connsiteY36" fmla="*/ 4842285 h 6263958"/>
              <a:gd name="connsiteX37" fmla="*/ 502572 w 502573"/>
              <a:gd name="connsiteY37" fmla="*/ 4841558 h 6263958"/>
              <a:gd name="connsiteX38" fmla="*/ 502573 w 502573"/>
              <a:gd name="connsiteY38" fmla="*/ 4841558 h 6263958"/>
              <a:gd name="connsiteX39" fmla="*/ 502573 w 502573"/>
              <a:gd name="connsiteY39" fmla="*/ 4823685 h 6263958"/>
              <a:gd name="connsiteX40" fmla="*/ 502573 w 502573"/>
              <a:gd name="connsiteY40" fmla="*/ 4801284 h 6263958"/>
              <a:gd name="connsiteX41" fmla="*/ 502573 w 502573"/>
              <a:gd name="connsiteY41" fmla="*/ 4788072 h 6263958"/>
              <a:gd name="connsiteX42" fmla="*/ 502573 w 502573"/>
              <a:gd name="connsiteY42" fmla="*/ 4765673 h 6263958"/>
              <a:gd name="connsiteX43" fmla="*/ 502573 w 502573"/>
              <a:gd name="connsiteY43" fmla="*/ 4730083 h 6263958"/>
              <a:gd name="connsiteX44" fmla="*/ 502573 w 502573"/>
              <a:gd name="connsiteY44" fmla="*/ 4694471 h 6263958"/>
              <a:gd name="connsiteX45" fmla="*/ 502573 w 502573"/>
              <a:gd name="connsiteY45" fmla="*/ 4574962 h 6263958"/>
              <a:gd name="connsiteX46" fmla="*/ 502573 w 502573"/>
              <a:gd name="connsiteY46" fmla="*/ 4552563 h 6263958"/>
              <a:gd name="connsiteX47" fmla="*/ 502573 w 502573"/>
              <a:gd name="connsiteY47" fmla="*/ 4539349 h 6263958"/>
              <a:gd name="connsiteX48" fmla="*/ 502573 w 502573"/>
              <a:gd name="connsiteY48" fmla="*/ 4516950 h 6263958"/>
              <a:gd name="connsiteX49" fmla="*/ 502573 w 502573"/>
              <a:gd name="connsiteY49" fmla="*/ 4481361 h 6263958"/>
              <a:gd name="connsiteX50" fmla="*/ 502573 w 502573"/>
              <a:gd name="connsiteY50" fmla="*/ 4458962 h 6263958"/>
              <a:gd name="connsiteX51" fmla="*/ 502573 w 502573"/>
              <a:gd name="connsiteY51" fmla="*/ 4445748 h 6263958"/>
              <a:gd name="connsiteX52" fmla="*/ 502573 w 502573"/>
              <a:gd name="connsiteY52" fmla="*/ 4423349 h 6263958"/>
              <a:gd name="connsiteX53" fmla="*/ 502573 w 502573"/>
              <a:gd name="connsiteY53" fmla="*/ 4018658 h 6263958"/>
              <a:gd name="connsiteX54" fmla="*/ 502573 w 502573"/>
              <a:gd name="connsiteY54" fmla="*/ 3996258 h 6263958"/>
              <a:gd name="connsiteX55" fmla="*/ 502573 w 502573"/>
              <a:gd name="connsiteY55" fmla="*/ 3983046 h 6263958"/>
              <a:gd name="connsiteX56" fmla="*/ 502573 w 502573"/>
              <a:gd name="connsiteY56" fmla="*/ 3960646 h 6263958"/>
              <a:gd name="connsiteX57" fmla="*/ 502573 w 502573"/>
              <a:gd name="connsiteY57" fmla="*/ 3925056 h 6263958"/>
              <a:gd name="connsiteX58" fmla="*/ 502573 w 502573"/>
              <a:gd name="connsiteY58" fmla="*/ 3908611 h 6263958"/>
              <a:gd name="connsiteX59" fmla="*/ 502573 w 502573"/>
              <a:gd name="connsiteY59" fmla="*/ 3902655 h 6263958"/>
              <a:gd name="connsiteX60" fmla="*/ 502573 w 502573"/>
              <a:gd name="connsiteY60" fmla="*/ 3889444 h 6263958"/>
              <a:gd name="connsiteX61" fmla="*/ 502573 w 502573"/>
              <a:gd name="connsiteY61" fmla="*/ 3872998 h 6263958"/>
              <a:gd name="connsiteX62" fmla="*/ 502573 w 502573"/>
              <a:gd name="connsiteY62" fmla="*/ 3867044 h 6263958"/>
              <a:gd name="connsiteX63" fmla="*/ 502573 w 502573"/>
              <a:gd name="connsiteY63" fmla="*/ 3837408 h 6263958"/>
              <a:gd name="connsiteX64" fmla="*/ 502573 w 502573"/>
              <a:gd name="connsiteY64" fmla="*/ 3815008 h 6263958"/>
              <a:gd name="connsiteX65" fmla="*/ 502573 w 502573"/>
              <a:gd name="connsiteY65" fmla="*/ 3801797 h 6263958"/>
              <a:gd name="connsiteX66" fmla="*/ 502573 w 502573"/>
              <a:gd name="connsiteY66" fmla="*/ 3779396 h 6263958"/>
              <a:gd name="connsiteX67" fmla="*/ 502572 w 502573"/>
              <a:gd name="connsiteY67" fmla="*/ 3543143 h 6263958"/>
              <a:gd name="connsiteX68" fmla="*/ 502572 w 502573"/>
              <a:gd name="connsiteY68" fmla="*/ 3520745 h 6263958"/>
              <a:gd name="connsiteX69" fmla="*/ 502572 w 502573"/>
              <a:gd name="connsiteY69" fmla="*/ 3507532 h 6263958"/>
              <a:gd name="connsiteX70" fmla="*/ 502572 w 502573"/>
              <a:gd name="connsiteY70" fmla="*/ 3485131 h 6263958"/>
              <a:gd name="connsiteX71" fmla="*/ 502572 w 502573"/>
              <a:gd name="connsiteY71" fmla="*/ 3455496 h 6263958"/>
              <a:gd name="connsiteX72" fmla="*/ 502572 w 502573"/>
              <a:gd name="connsiteY72" fmla="*/ 3449543 h 6263958"/>
              <a:gd name="connsiteX73" fmla="*/ 502572 w 502573"/>
              <a:gd name="connsiteY73" fmla="*/ 3433096 h 6263958"/>
              <a:gd name="connsiteX74" fmla="*/ 502572 w 502573"/>
              <a:gd name="connsiteY74" fmla="*/ 3419885 h 6263958"/>
              <a:gd name="connsiteX75" fmla="*/ 502572 w 502573"/>
              <a:gd name="connsiteY75" fmla="*/ 3413932 h 6263958"/>
              <a:gd name="connsiteX76" fmla="*/ 502572 w 502573"/>
              <a:gd name="connsiteY76" fmla="*/ 3397484 h 6263958"/>
              <a:gd name="connsiteX77" fmla="*/ 502572 w 502573"/>
              <a:gd name="connsiteY77" fmla="*/ 3361896 h 6263958"/>
              <a:gd name="connsiteX78" fmla="*/ 502572 w 502573"/>
              <a:gd name="connsiteY78" fmla="*/ 3339495 h 6263958"/>
              <a:gd name="connsiteX79" fmla="*/ 502572 w 502573"/>
              <a:gd name="connsiteY79" fmla="*/ 3326282 h 6263958"/>
              <a:gd name="connsiteX80" fmla="*/ 502572 w 502573"/>
              <a:gd name="connsiteY80" fmla="*/ 3303883 h 6263958"/>
              <a:gd name="connsiteX81" fmla="*/ 502572 w 502573"/>
              <a:gd name="connsiteY81" fmla="*/ 2899192 h 6263958"/>
              <a:gd name="connsiteX82" fmla="*/ 502572 w 502573"/>
              <a:gd name="connsiteY82" fmla="*/ 2876791 h 6263958"/>
              <a:gd name="connsiteX83" fmla="*/ 502572 w 502573"/>
              <a:gd name="connsiteY83" fmla="*/ 2863581 h 6263958"/>
              <a:gd name="connsiteX84" fmla="*/ 502572 w 502573"/>
              <a:gd name="connsiteY84" fmla="*/ 2841180 h 6263958"/>
              <a:gd name="connsiteX85" fmla="*/ 502572 w 502573"/>
              <a:gd name="connsiteY85" fmla="*/ 2805591 h 6263958"/>
              <a:gd name="connsiteX86" fmla="*/ 502572 w 502573"/>
              <a:gd name="connsiteY86" fmla="*/ 2783191 h 6263958"/>
              <a:gd name="connsiteX87" fmla="*/ 502572 w 502573"/>
              <a:gd name="connsiteY87" fmla="*/ 2769978 h 6263958"/>
              <a:gd name="connsiteX88" fmla="*/ 502572 w 502573"/>
              <a:gd name="connsiteY88" fmla="*/ 2747577 h 6263958"/>
              <a:gd name="connsiteX89" fmla="*/ 502572 w 502573"/>
              <a:gd name="connsiteY89" fmla="*/ 2547091 h 6263958"/>
              <a:gd name="connsiteX90" fmla="*/ 502572 w 502573"/>
              <a:gd name="connsiteY90" fmla="*/ 2529218 h 6263958"/>
              <a:gd name="connsiteX91" fmla="*/ 502572 w 502573"/>
              <a:gd name="connsiteY91" fmla="*/ 2506817 h 6263958"/>
              <a:gd name="connsiteX92" fmla="*/ 502572 w 502573"/>
              <a:gd name="connsiteY92" fmla="*/ 2493605 h 6263958"/>
              <a:gd name="connsiteX93" fmla="*/ 502572 w 502573"/>
              <a:gd name="connsiteY93" fmla="*/ 2471206 h 6263958"/>
              <a:gd name="connsiteX94" fmla="*/ 502572 w 502573"/>
              <a:gd name="connsiteY94" fmla="*/ 2435616 h 6263958"/>
              <a:gd name="connsiteX95" fmla="*/ 502572 w 502573"/>
              <a:gd name="connsiteY95" fmla="*/ 2423679 h 6263958"/>
              <a:gd name="connsiteX96" fmla="*/ 502572 w 502573"/>
              <a:gd name="connsiteY96" fmla="*/ 2401280 h 6263958"/>
              <a:gd name="connsiteX97" fmla="*/ 502572 w 502573"/>
              <a:gd name="connsiteY97" fmla="*/ 2400004 h 6263958"/>
              <a:gd name="connsiteX98" fmla="*/ 502572 w 502573"/>
              <a:gd name="connsiteY98" fmla="*/ 2388068 h 6263958"/>
              <a:gd name="connsiteX99" fmla="*/ 502572 w 502573"/>
              <a:gd name="connsiteY99" fmla="*/ 2365667 h 6263958"/>
              <a:gd name="connsiteX100" fmla="*/ 502572 w 502573"/>
              <a:gd name="connsiteY100" fmla="*/ 2330078 h 6263958"/>
              <a:gd name="connsiteX101" fmla="*/ 502572 w 502573"/>
              <a:gd name="connsiteY101" fmla="*/ 2294467 h 6263958"/>
              <a:gd name="connsiteX102" fmla="*/ 502572 w 502573"/>
              <a:gd name="connsiteY102" fmla="*/ 2280495 h 6263958"/>
              <a:gd name="connsiteX103" fmla="*/ 502572 w 502573"/>
              <a:gd name="connsiteY103" fmla="*/ 2258096 h 6263958"/>
              <a:gd name="connsiteX104" fmla="*/ 502572 w 502573"/>
              <a:gd name="connsiteY104" fmla="*/ 2244882 h 6263958"/>
              <a:gd name="connsiteX105" fmla="*/ 502572 w 502573"/>
              <a:gd name="connsiteY105" fmla="*/ 2222483 h 6263958"/>
              <a:gd name="connsiteX106" fmla="*/ 502572 w 502573"/>
              <a:gd name="connsiteY106" fmla="*/ 2186894 h 6263958"/>
              <a:gd name="connsiteX107" fmla="*/ 502572 w 502573"/>
              <a:gd name="connsiteY107" fmla="*/ 2164494 h 6263958"/>
              <a:gd name="connsiteX108" fmla="*/ 502572 w 502573"/>
              <a:gd name="connsiteY108" fmla="*/ 2151281 h 6263958"/>
              <a:gd name="connsiteX109" fmla="*/ 502572 w 502573"/>
              <a:gd name="connsiteY109" fmla="*/ 2128882 h 6263958"/>
              <a:gd name="connsiteX110" fmla="*/ 502572 w 502573"/>
              <a:gd name="connsiteY110" fmla="*/ 1724191 h 6263958"/>
              <a:gd name="connsiteX111" fmla="*/ 502572 w 502573"/>
              <a:gd name="connsiteY111" fmla="*/ 1701791 h 6263958"/>
              <a:gd name="connsiteX112" fmla="*/ 502572 w 502573"/>
              <a:gd name="connsiteY112" fmla="*/ 1688579 h 6263958"/>
              <a:gd name="connsiteX113" fmla="*/ 502572 w 502573"/>
              <a:gd name="connsiteY113" fmla="*/ 1666179 h 6263958"/>
              <a:gd name="connsiteX114" fmla="*/ 502572 w 502573"/>
              <a:gd name="connsiteY114" fmla="*/ 1630590 h 6263958"/>
              <a:gd name="connsiteX115" fmla="*/ 502572 w 502573"/>
              <a:gd name="connsiteY115" fmla="*/ 1614144 h 6263958"/>
              <a:gd name="connsiteX116" fmla="*/ 502572 w 502573"/>
              <a:gd name="connsiteY116" fmla="*/ 1608189 h 6263958"/>
              <a:gd name="connsiteX117" fmla="*/ 502572 w 502573"/>
              <a:gd name="connsiteY117" fmla="*/ 1594978 h 6263958"/>
              <a:gd name="connsiteX118" fmla="*/ 502572 w 502573"/>
              <a:gd name="connsiteY118" fmla="*/ 1578531 h 6263958"/>
              <a:gd name="connsiteX119" fmla="*/ 502572 w 502573"/>
              <a:gd name="connsiteY119" fmla="*/ 1572578 h 6263958"/>
              <a:gd name="connsiteX120" fmla="*/ 502572 w 502573"/>
              <a:gd name="connsiteY120" fmla="*/ 1542942 h 6263958"/>
              <a:gd name="connsiteX121" fmla="*/ 502572 w 502573"/>
              <a:gd name="connsiteY121" fmla="*/ 1520542 h 6263958"/>
              <a:gd name="connsiteX122" fmla="*/ 502572 w 502573"/>
              <a:gd name="connsiteY122" fmla="*/ 1507331 h 6263958"/>
              <a:gd name="connsiteX123" fmla="*/ 502572 w 502573"/>
              <a:gd name="connsiteY123" fmla="*/ 1484930 h 6263958"/>
              <a:gd name="connsiteX124" fmla="*/ 502571 w 502573"/>
              <a:gd name="connsiteY124" fmla="*/ 1248677 h 6263958"/>
              <a:gd name="connsiteX125" fmla="*/ 502571 w 502573"/>
              <a:gd name="connsiteY125" fmla="*/ 1226279 h 6263958"/>
              <a:gd name="connsiteX126" fmla="*/ 502571 w 502573"/>
              <a:gd name="connsiteY126" fmla="*/ 1213066 h 6263958"/>
              <a:gd name="connsiteX127" fmla="*/ 502571 w 502573"/>
              <a:gd name="connsiteY127" fmla="*/ 1190665 h 6263958"/>
              <a:gd name="connsiteX128" fmla="*/ 502571 w 502573"/>
              <a:gd name="connsiteY128" fmla="*/ 1161030 h 6263958"/>
              <a:gd name="connsiteX129" fmla="*/ 502571 w 502573"/>
              <a:gd name="connsiteY129" fmla="*/ 1155076 h 6263958"/>
              <a:gd name="connsiteX130" fmla="*/ 502571 w 502573"/>
              <a:gd name="connsiteY130" fmla="*/ 1138629 h 6263958"/>
              <a:gd name="connsiteX131" fmla="*/ 502571 w 502573"/>
              <a:gd name="connsiteY131" fmla="*/ 1125419 h 6263958"/>
              <a:gd name="connsiteX132" fmla="*/ 502571 w 502573"/>
              <a:gd name="connsiteY132" fmla="*/ 1119465 h 6263958"/>
              <a:gd name="connsiteX133" fmla="*/ 502571 w 502573"/>
              <a:gd name="connsiteY133" fmla="*/ 1103018 h 6263958"/>
              <a:gd name="connsiteX134" fmla="*/ 502571 w 502573"/>
              <a:gd name="connsiteY134" fmla="*/ 1067429 h 6263958"/>
              <a:gd name="connsiteX135" fmla="*/ 502571 w 502573"/>
              <a:gd name="connsiteY135" fmla="*/ 1045028 h 6263958"/>
              <a:gd name="connsiteX136" fmla="*/ 502571 w 502573"/>
              <a:gd name="connsiteY136" fmla="*/ 1031815 h 6263958"/>
              <a:gd name="connsiteX137" fmla="*/ 502571 w 502573"/>
              <a:gd name="connsiteY137" fmla="*/ 1009417 h 6263958"/>
              <a:gd name="connsiteX138" fmla="*/ 502571 w 502573"/>
              <a:gd name="connsiteY138" fmla="*/ 604725 h 6263958"/>
              <a:gd name="connsiteX139" fmla="*/ 502571 w 502573"/>
              <a:gd name="connsiteY139" fmla="*/ 582324 h 6263958"/>
              <a:gd name="connsiteX140" fmla="*/ 502571 w 502573"/>
              <a:gd name="connsiteY140" fmla="*/ 569114 h 6263958"/>
              <a:gd name="connsiteX141" fmla="*/ 502571 w 502573"/>
              <a:gd name="connsiteY141" fmla="*/ 546713 h 6263958"/>
              <a:gd name="connsiteX142" fmla="*/ 502571 w 502573"/>
              <a:gd name="connsiteY142" fmla="*/ 511125 h 6263958"/>
              <a:gd name="connsiteX143" fmla="*/ 502571 w 502573"/>
              <a:gd name="connsiteY143" fmla="*/ 488725 h 6263958"/>
              <a:gd name="connsiteX144" fmla="*/ 502571 w 502573"/>
              <a:gd name="connsiteY144" fmla="*/ 475511 h 6263958"/>
              <a:gd name="connsiteX145" fmla="*/ 502571 w 502573"/>
              <a:gd name="connsiteY145" fmla="*/ 453110 h 6263958"/>
              <a:gd name="connsiteX146" fmla="*/ 502571 w 502573"/>
              <a:gd name="connsiteY146" fmla="*/ 129212 h 6263958"/>
              <a:gd name="connsiteX147" fmla="*/ 502571 w 502573"/>
              <a:gd name="connsiteY147" fmla="*/ 106814 h 6263958"/>
              <a:gd name="connsiteX148" fmla="*/ 502571 w 502573"/>
              <a:gd name="connsiteY148" fmla="*/ 93601 h 6263958"/>
              <a:gd name="connsiteX149" fmla="*/ 502571 w 502573"/>
              <a:gd name="connsiteY149" fmla="*/ 71200 h 6263958"/>
              <a:gd name="connsiteX150" fmla="*/ 502571 w 502573"/>
              <a:gd name="connsiteY150" fmla="*/ 35611 h 6263958"/>
              <a:gd name="connsiteX151" fmla="*/ 502571 w 502573"/>
              <a:gd name="connsiteY151" fmla="*/ 0 h 6263958"/>
              <a:gd name="connsiteX152" fmla="*/ 0 w 502573"/>
              <a:gd name="connsiteY152" fmla="*/ 136982 h 6263958"/>
              <a:gd name="connsiteX153" fmla="*/ 0 w 502573"/>
              <a:gd name="connsiteY153" fmla="*/ 172593 h 6263958"/>
              <a:gd name="connsiteX154" fmla="*/ 0 w 502573"/>
              <a:gd name="connsiteY154" fmla="*/ 208184 h 6263958"/>
              <a:gd name="connsiteX155" fmla="*/ 0 w 502573"/>
              <a:gd name="connsiteY155" fmla="*/ 230582 h 6263958"/>
              <a:gd name="connsiteX156" fmla="*/ 0 w 502573"/>
              <a:gd name="connsiteY156" fmla="*/ 243795 h 6263958"/>
              <a:gd name="connsiteX157" fmla="*/ 0 w 502573"/>
              <a:gd name="connsiteY157" fmla="*/ 266196 h 6263958"/>
              <a:gd name="connsiteX158" fmla="*/ 0 w 502573"/>
              <a:gd name="connsiteY158" fmla="*/ 590095 h 6263958"/>
              <a:gd name="connsiteX159" fmla="*/ 0 w 502573"/>
              <a:gd name="connsiteY159" fmla="*/ 612495 h 6263958"/>
              <a:gd name="connsiteX160" fmla="*/ 0 w 502573"/>
              <a:gd name="connsiteY160" fmla="*/ 625706 h 6263958"/>
              <a:gd name="connsiteX161" fmla="*/ 0 w 502573"/>
              <a:gd name="connsiteY161" fmla="*/ 648106 h 6263958"/>
              <a:gd name="connsiteX162" fmla="*/ 0 w 502573"/>
              <a:gd name="connsiteY162" fmla="*/ 683695 h 6263958"/>
              <a:gd name="connsiteX163" fmla="*/ 0 w 502573"/>
              <a:gd name="connsiteY163" fmla="*/ 706096 h 6263958"/>
              <a:gd name="connsiteX164" fmla="*/ 0 w 502573"/>
              <a:gd name="connsiteY164" fmla="*/ 719308 h 6263958"/>
              <a:gd name="connsiteX165" fmla="*/ 0 w 502573"/>
              <a:gd name="connsiteY165" fmla="*/ 741707 h 6263958"/>
              <a:gd name="connsiteX166" fmla="*/ 0 w 502573"/>
              <a:gd name="connsiteY166" fmla="*/ 1009417 h 6263958"/>
              <a:gd name="connsiteX167" fmla="*/ 0 w 502573"/>
              <a:gd name="connsiteY167" fmla="*/ 1031815 h 6263958"/>
              <a:gd name="connsiteX168" fmla="*/ 0 w 502573"/>
              <a:gd name="connsiteY168" fmla="*/ 1045028 h 6263958"/>
              <a:gd name="connsiteX169" fmla="*/ 0 w 502573"/>
              <a:gd name="connsiteY169" fmla="*/ 1067429 h 6263958"/>
              <a:gd name="connsiteX170" fmla="*/ 0 w 502573"/>
              <a:gd name="connsiteY170" fmla="*/ 1103018 h 6263958"/>
              <a:gd name="connsiteX171" fmla="*/ 0 w 502573"/>
              <a:gd name="connsiteY171" fmla="*/ 1125419 h 6263958"/>
              <a:gd name="connsiteX172" fmla="*/ 0 w 502573"/>
              <a:gd name="connsiteY172" fmla="*/ 1138629 h 6263958"/>
              <a:gd name="connsiteX173" fmla="*/ 0 w 502573"/>
              <a:gd name="connsiteY173" fmla="*/ 1161030 h 6263958"/>
              <a:gd name="connsiteX174" fmla="*/ 0 w 502573"/>
              <a:gd name="connsiteY174" fmla="*/ 1256447 h 6263958"/>
              <a:gd name="connsiteX175" fmla="*/ 0 w 502573"/>
              <a:gd name="connsiteY175" fmla="*/ 1292058 h 6263958"/>
              <a:gd name="connsiteX176" fmla="*/ 0 w 502573"/>
              <a:gd name="connsiteY176" fmla="*/ 1327649 h 6263958"/>
              <a:gd name="connsiteX177" fmla="*/ 0 w 502573"/>
              <a:gd name="connsiteY177" fmla="*/ 1350047 h 6263958"/>
              <a:gd name="connsiteX178" fmla="*/ 0 w 502573"/>
              <a:gd name="connsiteY178" fmla="*/ 1363260 h 6263958"/>
              <a:gd name="connsiteX179" fmla="*/ 0 w 502573"/>
              <a:gd name="connsiteY179" fmla="*/ 1385661 h 6263958"/>
              <a:gd name="connsiteX180" fmla="*/ 0 w 502573"/>
              <a:gd name="connsiteY180" fmla="*/ 1484930 h 6263958"/>
              <a:gd name="connsiteX181" fmla="*/ 0 w 502573"/>
              <a:gd name="connsiteY181" fmla="*/ 1507331 h 6263958"/>
              <a:gd name="connsiteX182" fmla="*/ 0 w 502573"/>
              <a:gd name="connsiteY182" fmla="*/ 1520542 h 6263958"/>
              <a:gd name="connsiteX183" fmla="*/ 0 w 502573"/>
              <a:gd name="connsiteY183" fmla="*/ 1542942 h 6263958"/>
              <a:gd name="connsiteX184" fmla="*/ 0 w 502573"/>
              <a:gd name="connsiteY184" fmla="*/ 1578531 h 6263958"/>
              <a:gd name="connsiteX185" fmla="*/ 0 w 502573"/>
              <a:gd name="connsiteY185" fmla="*/ 1614144 h 6263958"/>
              <a:gd name="connsiteX186" fmla="*/ 0 w 502573"/>
              <a:gd name="connsiteY186" fmla="*/ 1709559 h 6263958"/>
              <a:gd name="connsiteX187" fmla="*/ 0 w 502573"/>
              <a:gd name="connsiteY187" fmla="*/ 1731960 h 6263958"/>
              <a:gd name="connsiteX188" fmla="*/ 0 w 502573"/>
              <a:gd name="connsiteY188" fmla="*/ 1745172 h 6263958"/>
              <a:gd name="connsiteX189" fmla="*/ 0 w 502573"/>
              <a:gd name="connsiteY189" fmla="*/ 1767573 h 6263958"/>
              <a:gd name="connsiteX190" fmla="*/ 0 w 502573"/>
              <a:gd name="connsiteY190" fmla="*/ 1803161 h 6263958"/>
              <a:gd name="connsiteX191" fmla="*/ 0 w 502573"/>
              <a:gd name="connsiteY191" fmla="*/ 1825562 h 6263958"/>
              <a:gd name="connsiteX192" fmla="*/ 0 w 502573"/>
              <a:gd name="connsiteY192" fmla="*/ 1838773 h 6263958"/>
              <a:gd name="connsiteX193" fmla="*/ 0 w 502573"/>
              <a:gd name="connsiteY193" fmla="*/ 1861173 h 6263958"/>
              <a:gd name="connsiteX194" fmla="*/ 0 w 502573"/>
              <a:gd name="connsiteY194" fmla="*/ 2128882 h 6263958"/>
              <a:gd name="connsiteX195" fmla="*/ 0 w 502573"/>
              <a:gd name="connsiteY195" fmla="*/ 2151281 h 6263958"/>
              <a:gd name="connsiteX196" fmla="*/ 0 w 502573"/>
              <a:gd name="connsiteY196" fmla="*/ 2164494 h 6263958"/>
              <a:gd name="connsiteX197" fmla="*/ 0 w 502573"/>
              <a:gd name="connsiteY197" fmla="*/ 2186894 h 6263958"/>
              <a:gd name="connsiteX198" fmla="*/ 0 w 502573"/>
              <a:gd name="connsiteY198" fmla="*/ 2222483 h 6263958"/>
              <a:gd name="connsiteX199" fmla="*/ 0 w 502573"/>
              <a:gd name="connsiteY199" fmla="*/ 2244882 h 6263958"/>
              <a:gd name="connsiteX200" fmla="*/ 0 w 502573"/>
              <a:gd name="connsiteY200" fmla="*/ 2258096 h 6263958"/>
              <a:gd name="connsiteX201" fmla="*/ 0 w 502573"/>
              <a:gd name="connsiteY201" fmla="*/ 2280495 h 6263958"/>
              <a:gd name="connsiteX202" fmla="*/ 0 w 502573"/>
              <a:gd name="connsiteY202" fmla="*/ 2536986 h 6263958"/>
              <a:gd name="connsiteX203" fmla="*/ 0 w 502573"/>
              <a:gd name="connsiteY203" fmla="*/ 2547091 h 6263958"/>
              <a:gd name="connsiteX204" fmla="*/ 1 w 502573"/>
              <a:gd name="connsiteY204" fmla="*/ 2547091 h 6263958"/>
              <a:gd name="connsiteX205" fmla="*/ 1 w 502573"/>
              <a:gd name="connsiteY205" fmla="*/ 2560663 h 6263958"/>
              <a:gd name="connsiteX206" fmla="*/ 1 w 502573"/>
              <a:gd name="connsiteY206" fmla="*/ 2884561 h 6263958"/>
              <a:gd name="connsiteX207" fmla="*/ 1 w 502573"/>
              <a:gd name="connsiteY207" fmla="*/ 2906961 h 6263958"/>
              <a:gd name="connsiteX208" fmla="*/ 1 w 502573"/>
              <a:gd name="connsiteY208" fmla="*/ 2920173 h 6263958"/>
              <a:gd name="connsiteX209" fmla="*/ 1 w 502573"/>
              <a:gd name="connsiteY209" fmla="*/ 2942573 h 6263958"/>
              <a:gd name="connsiteX210" fmla="*/ 1 w 502573"/>
              <a:gd name="connsiteY210" fmla="*/ 2978161 h 6263958"/>
              <a:gd name="connsiteX211" fmla="*/ 1 w 502573"/>
              <a:gd name="connsiteY211" fmla="*/ 3000562 h 6263958"/>
              <a:gd name="connsiteX212" fmla="*/ 1 w 502573"/>
              <a:gd name="connsiteY212" fmla="*/ 3013775 h 6263958"/>
              <a:gd name="connsiteX213" fmla="*/ 1 w 502573"/>
              <a:gd name="connsiteY213" fmla="*/ 3036173 h 6263958"/>
              <a:gd name="connsiteX214" fmla="*/ 1 w 502573"/>
              <a:gd name="connsiteY214" fmla="*/ 3303883 h 6263958"/>
              <a:gd name="connsiteX215" fmla="*/ 1 w 502573"/>
              <a:gd name="connsiteY215" fmla="*/ 3326282 h 6263958"/>
              <a:gd name="connsiteX216" fmla="*/ 1 w 502573"/>
              <a:gd name="connsiteY216" fmla="*/ 3339495 h 6263958"/>
              <a:gd name="connsiteX217" fmla="*/ 1 w 502573"/>
              <a:gd name="connsiteY217" fmla="*/ 3361896 h 6263958"/>
              <a:gd name="connsiteX218" fmla="*/ 1 w 502573"/>
              <a:gd name="connsiteY218" fmla="*/ 3397484 h 6263958"/>
              <a:gd name="connsiteX219" fmla="*/ 1 w 502573"/>
              <a:gd name="connsiteY219" fmla="*/ 3419885 h 6263958"/>
              <a:gd name="connsiteX220" fmla="*/ 1 w 502573"/>
              <a:gd name="connsiteY220" fmla="*/ 3433096 h 6263958"/>
              <a:gd name="connsiteX221" fmla="*/ 1 w 502573"/>
              <a:gd name="connsiteY221" fmla="*/ 3455496 h 6263958"/>
              <a:gd name="connsiteX222" fmla="*/ 1 w 502573"/>
              <a:gd name="connsiteY222" fmla="*/ 3550913 h 6263958"/>
              <a:gd name="connsiteX223" fmla="*/ 1 w 502573"/>
              <a:gd name="connsiteY223" fmla="*/ 3586524 h 6263958"/>
              <a:gd name="connsiteX224" fmla="*/ 1 w 502573"/>
              <a:gd name="connsiteY224" fmla="*/ 3622115 h 6263958"/>
              <a:gd name="connsiteX225" fmla="*/ 1 w 502573"/>
              <a:gd name="connsiteY225" fmla="*/ 3644514 h 6263958"/>
              <a:gd name="connsiteX226" fmla="*/ 1 w 502573"/>
              <a:gd name="connsiteY226" fmla="*/ 3657727 h 6263958"/>
              <a:gd name="connsiteX227" fmla="*/ 1 w 502573"/>
              <a:gd name="connsiteY227" fmla="*/ 3680127 h 6263958"/>
              <a:gd name="connsiteX228" fmla="*/ 1 w 502573"/>
              <a:gd name="connsiteY228" fmla="*/ 3779396 h 6263958"/>
              <a:gd name="connsiteX229" fmla="*/ 1 w 502573"/>
              <a:gd name="connsiteY229" fmla="*/ 3801797 h 6263958"/>
              <a:gd name="connsiteX230" fmla="*/ 1 w 502573"/>
              <a:gd name="connsiteY230" fmla="*/ 3815009 h 6263958"/>
              <a:gd name="connsiteX231" fmla="*/ 1 w 502573"/>
              <a:gd name="connsiteY231" fmla="*/ 3837408 h 6263958"/>
              <a:gd name="connsiteX232" fmla="*/ 1 w 502573"/>
              <a:gd name="connsiteY232" fmla="*/ 3853848 h 6263958"/>
              <a:gd name="connsiteX233" fmla="*/ 1 w 502573"/>
              <a:gd name="connsiteY233" fmla="*/ 3872998 h 6263958"/>
              <a:gd name="connsiteX234" fmla="*/ 1 w 502573"/>
              <a:gd name="connsiteY234" fmla="*/ 3889459 h 6263958"/>
              <a:gd name="connsiteX235" fmla="*/ 1 w 502573"/>
              <a:gd name="connsiteY235" fmla="*/ 3908611 h 6263958"/>
              <a:gd name="connsiteX236" fmla="*/ 1 w 502573"/>
              <a:gd name="connsiteY236" fmla="*/ 3925051 h 6263958"/>
              <a:gd name="connsiteX237" fmla="*/ 1 w 502573"/>
              <a:gd name="connsiteY237" fmla="*/ 3947449 h 6263958"/>
              <a:gd name="connsiteX238" fmla="*/ 1 w 502573"/>
              <a:gd name="connsiteY238" fmla="*/ 3960662 h 6263958"/>
              <a:gd name="connsiteX239" fmla="*/ 1 w 502573"/>
              <a:gd name="connsiteY239" fmla="*/ 3983063 h 6263958"/>
              <a:gd name="connsiteX240" fmla="*/ 1 w 502573"/>
              <a:gd name="connsiteY240" fmla="*/ 4004025 h 6263958"/>
              <a:gd name="connsiteX241" fmla="*/ 1 w 502573"/>
              <a:gd name="connsiteY241" fmla="*/ 4026426 h 6263958"/>
              <a:gd name="connsiteX242" fmla="*/ 1 w 502573"/>
              <a:gd name="connsiteY242" fmla="*/ 4039638 h 6263958"/>
              <a:gd name="connsiteX243" fmla="*/ 1 w 502573"/>
              <a:gd name="connsiteY243" fmla="*/ 4062039 h 6263958"/>
              <a:gd name="connsiteX244" fmla="*/ 1 w 502573"/>
              <a:gd name="connsiteY244" fmla="*/ 4097628 h 6263958"/>
              <a:gd name="connsiteX245" fmla="*/ 1 w 502573"/>
              <a:gd name="connsiteY245" fmla="*/ 4120029 h 6263958"/>
              <a:gd name="connsiteX246" fmla="*/ 1 w 502573"/>
              <a:gd name="connsiteY246" fmla="*/ 4133240 h 6263958"/>
              <a:gd name="connsiteX247" fmla="*/ 1 w 502573"/>
              <a:gd name="connsiteY247" fmla="*/ 4155640 h 6263958"/>
              <a:gd name="connsiteX248" fmla="*/ 1 w 502573"/>
              <a:gd name="connsiteY248" fmla="*/ 4306961 h 6263958"/>
              <a:gd name="connsiteX249" fmla="*/ 1 w 502573"/>
              <a:gd name="connsiteY249" fmla="*/ 4329362 h 6263958"/>
              <a:gd name="connsiteX250" fmla="*/ 1 w 502573"/>
              <a:gd name="connsiteY250" fmla="*/ 4342573 h 6263958"/>
              <a:gd name="connsiteX251" fmla="*/ 1 w 502573"/>
              <a:gd name="connsiteY251" fmla="*/ 4364973 h 6263958"/>
              <a:gd name="connsiteX252" fmla="*/ 1 w 502573"/>
              <a:gd name="connsiteY252" fmla="*/ 4400561 h 6263958"/>
              <a:gd name="connsiteX253" fmla="*/ 1 w 502573"/>
              <a:gd name="connsiteY253" fmla="*/ 4422962 h 6263958"/>
              <a:gd name="connsiteX254" fmla="*/ 1 w 502573"/>
              <a:gd name="connsiteY254" fmla="*/ 4423349 h 6263958"/>
              <a:gd name="connsiteX255" fmla="*/ 1 w 502573"/>
              <a:gd name="connsiteY255" fmla="*/ 4436175 h 6263958"/>
              <a:gd name="connsiteX256" fmla="*/ 1 w 502573"/>
              <a:gd name="connsiteY256" fmla="*/ 4445748 h 6263958"/>
              <a:gd name="connsiteX257" fmla="*/ 1 w 502573"/>
              <a:gd name="connsiteY257" fmla="*/ 4458573 h 6263958"/>
              <a:gd name="connsiteX258" fmla="*/ 1 w 502573"/>
              <a:gd name="connsiteY258" fmla="*/ 4458962 h 6263958"/>
              <a:gd name="connsiteX259" fmla="*/ 1 w 502573"/>
              <a:gd name="connsiteY259" fmla="*/ 4481361 h 6263958"/>
              <a:gd name="connsiteX260" fmla="*/ 1 w 502573"/>
              <a:gd name="connsiteY260" fmla="*/ 4516950 h 6263958"/>
              <a:gd name="connsiteX261" fmla="*/ 1 w 502573"/>
              <a:gd name="connsiteY261" fmla="*/ 4539349 h 6263958"/>
              <a:gd name="connsiteX262" fmla="*/ 1 w 502573"/>
              <a:gd name="connsiteY262" fmla="*/ 4552563 h 6263958"/>
              <a:gd name="connsiteX263" fmla="*/ 1 w 502573"/>
              <a:gd name="connsiteY263" fmla="*/ 4574962 h 6263958"/>
              <a:gd name="connsiteX264" fmla="*/ 1 w 502573"/>
              <a:gd name="connsiteY264" fmla="*/ 4726284 h 6263958"/>
              <a:gd name="connsiteX265" fmla="*/ 1 w 502573"/>
              <a:gd name="connsiteY265" fmla="*/ 4748682 h 6263958"/>
              <a:gd name="connsiteX266" fmla="*/ 1 w 502573"/>
              <a:gd name="connsiteY266" fmla="*/ 4761895 h 6263958"/>
              <a:gd name="connsiteX267" fmla="*/ 1 w 502573"/>
              <a:gd name="connsiteY267" fmla="*/ 4784296 h 6263958"/>
              <a:gd name="connsiteX268" fmla="*/ 1 w 502573"/>
              <a:gd name="connsiteY268" fmla="*/ 4819885 h 6263958"/>
              <a:gd name="connsiteX269" fmla="*/ 1 w 502573"/>
              <a:gd name="connsiteY269" fmla="*/ 4831453 h 6263958"/>
              <a:gd name="connsiteX270" fmla="*/ 1 w 502573"/>
              <a:gd name="connsiteY270" fmla="*/ 4841558 h 6263958"/>
              <a:gd name="connsiteX271" fmla="*/ 1 w 502573"/>
              <a:gd name="connsiteY271" fmla="*/ 4842285 h 6263958"/>
              <a:gd name="connsiteX272" fmla="*/ 1 w 502573"/>
              <a:gd name="connsiteY272" fmla="*/ 4855496 h 6263958"/>
              <a:gd name="connsiteX273" fmla="*/ 1 w 502573"/>
              <a:gd name="connsiteY273" fmla="*/ 4877897 h 6263958"/>
              <a:gd name="connsiteX274" fmla="*/ 1 w 502573"/>
              <a:gd name="connsiteY274" fmla="*/ 4973313 h 6263958"/>
              <a:gd name="connsiteX275" fmla="*/ 1 w 502573"/>
              <a:gd name="connsiteY275" fmla="*/ 5008924 h 6263958"/>
              <a:gd name="connsiteX276" fmla="*/ 1 w 502573"/>
              <a:gd name="connsiteY276" fmla="*/ 5044516 h 6263958"/>
              <a:gd name="connsiteX277" fmla="*/ 1 w 502573"/>
              <a:gd name="connsiteY277" fmla="*/ 5066914 h 6263958"/>
              <a:gd name="connsiteX278" fmla="*/ 1 w 502573"/>
              <a:gd name="connsiteY278" fmla="*/ 5080127 h 6263958"/>
              <a:gd name="connsiteX279" fmla="*/ 1 w 502573"/>
              <a:gd name="connsiteY279" fmla="*/ 5102528 h 6263958"/>
              <a:gd name="connsiteX280" fmla="*/ 1 w 502573"/>
              <a:gd name="connsiteY280" fmla="*/ 5201796 h 6263958"/>
              <a:gd name="connsiteX281" fmla="*/ 1 w 502573"/>
              <a:gd name="connsiteY281" fmla="*/ 5224197 h 6263958"/>
              <a:gd name="connsiteX282" fmla="*/ 1 w 502573"/>
              <a:gd name="connsiteY282" fmla="*/ 5237409 h 6263958"/>
              <a:gd name="connsiteX283" fmla="*/ 1 w 502573"/>
              <a:gd name="connsiteY283" fmla="*/ 5259808 h 6263958"/>
              <a:gd name="connsiteX284" fmla="*/ 1 w 502573"/>
              <a:gd name="connsiteY284" fmla="*/ 5295398 h 6263958"/>
              <a:gd name="connsiteX285" fmla="*/ 1 w 502573"/>
              <a:gd name="connsiteY285" fmla="*/ 5331011 h 6263958"/>
              <a:gd name="connsiteX286" fmla="*/ 1 w 502573"/>
              <a:gd name="connsiteY286" fmla="*/ 5426426 h 6263958"/>
              <a:gd name="connsiteX287" fmla="*/ 1 w 502573"/>
              <a:gd name="connsiteY287" fmla="*/ 5448826 h 6263958"/>
              <a:gd name="connsiteX288" fmla="*/ 1 w 502573"/>
              <a:gd name="connsiteY288" fmla="*/ 5462038 h 6263958"/>
              <a:gd name="connsiteX289" fmla="*/ 1 w 502573"/>
              <a:gd name="connsiteY289" fmla="*/ 5484439 h 6263958"/>
              <a:gd name="connsiteX290" fmla="*/ 1 w 502573"/>
              <a:gd name="connsiteY290" fmla="*/ 5520028 h 6263958"/>
              <a:gd name="connsiteX291" fmla="*/ 1 w 502573"/>
              <a:gd name="connsiteY291" fmla="*/ 5542429 h 6263958"/>
              <a:gd name="connsiteX292" fmla="*/ 1 w 502573"/>
              <a:gd name="connsiteY292" fmla="*/ 5555640 h 6263958"/>
              <a:gd name="connsiteX293" fmla="*/ 1 w 502573"/>
              <a:gd name="connsiteY293" fmla="*/ 5578040 h 6263958"/>
              <a:gd name="connsiteX294" fmla="*/ 1 w 502573"/>
              <a:gd name="connsiteY294" fmla="*/ 5845749 h 6263958"/>
              <a:gd name="connsiteX295" fmla="*/ 1 w 502573"/>
              <a:gd name="connsiteY295" fmla="*/ 5868148 h 6263958"/>
              <a:gd name="connsiteX296" fmla="*/ 1 w 502573"/>
              <a:gd name="connsiteY296" fmla="*/ 5881361 h 6263958"/>
              <a:gd name="connsiteX297" fmla="*/ 1 w 502573"/>
              <a:gd name="connsiteY297" fmla="*/ 5903761 h 6263958"/>
              <a:gd name="connsiteX298" fmla="*/ 1 w 502573"/>
              <a:gd name="connsiteY298" fmla="*/ 5939350 h 6263958"/>
              <a:gd name="connsiteX299" fmla="*/ 1 w 502573"/>
              <a:gd name="connsiteY299" fmla="*/ 5961749 h 6263958"/>
              <a:gd name="connsiteX300" fmla="*/ 1 w 502573"/>
              <a:gd name="connsiteY300" fmla="*/ 5974963 h 6263958"/>
              <a:gd name="connsiteX301" fmla="*/ 1 w 502573"/>
              <a:gd name="connsiteY301" fmla="*/ 5997362 h 6263958"/>
              <a:gd name="connsiteX302" fmla="*/ 1 w 502573"/>
              <a:gd name="connsiteY302" fmla="*/ 6253853 h 6263958"/>
              <a:gd name="connsiteX303" fmla="*/ 1 w 502573"/>
              <a:gd name="connsiteY303" fmla="*/ 6263958 h 6263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Lst>
            <a:rect l="l" t="t" r="r" b="b"/>
            <a:pathLst>
              <a:path w="502572" h="6263958">
                <a:moveTo>
                  <a:pt x="502573" y="6263958"/>
                </a:moveTo>
                <a:lnTo>
                  <a:pt x="502573" y="6246085"/>
                </a:lnTo>
                <a:lnTo>
                  <a:pt x="502573" y="6223684"/>
                </a:lnTo>
                <a:lnTo>
                  <a:pt x="502573" y="6210472"/>
                </a:lnTo>
                <a:lnTo>
                  <a:pt x="502573" y="6188073"/>
                </a:lnTo>
                <a:lnTo>
                  <a:pt x="502573" y="6152483"/>
                </a:lnTo>
                <a:lnTo>
                  <a:pt x="502573" y="6116871"/>
                </a:lnTo>
                <a:lnTo>
                  <a:pt x="502573" y="5997362"/>
                </a:lnTo>
                <a:lnTo>
                  <a:pt x="502573" y="5974963"/>
                </a:lnTo>
                <a:lnTo>
                  <a:pt x="502573" y="5961749"/>
                </a:lnTo>
                <a:lnTo>
                  <a:pt x="502573" y="5939350"/>
                </a:lnTo>
                <a:lnTo>
                  <a:pt x="502573" y="5903761"/>
                </a:lnTo>
                <a:lnTo>
                  <a:pt x="502573" y="5881361"/>
                </a:lnTo>
                <a:lnTo>
                  <a:pt x="502573" y="5868148"/>
                </a:lnTo>
                <a:lnTo>
                  <a:pt x="502573" y="5845749"/>
                </a:lnTo>
                <a:lnTo>
                  <a:pt x="502573" y="5441058"/>
                </a:lnTo>
                <a:lnTo>
                  <a:pt x="502573" y="5418658"/>
                </a:lnTo>
                <a:lnTo>
                  <a:pt x="502573" y="5405446"/>
                </a:lnTo>
                <a:lnTo>
                  <a:pt x="502573" y="5383046"/>
                </a:lnTo>
                <a:lnTo>
                  <a:pt x="502573" y="5347456"/>
                </a:lnTo>
                <a:lnTo>
                  <a:pt x="502573" y="5331011"/>
                </a:lnTo>
                <a:lnTo>
                  <a:pt x="502573" y="5325055"/>
                </a:lnTo>
                <a:lnTo>
                  <a:pt x="502573" y="5311844"/>
                </a:lnTo>
                <a:lnTo>
                  <a:pt x="502573" y="5295398"/>
                </a:lnTo>
                <a:lnTo>
                  <a:pt x="502573" y="5289444"/>
                </a:lnTo>
                <a:lnTo>
                  <a:pt x="502573" y="5259808"/>
                </a:lnTo>
                <a:lnTo>
                  <a:pt x="502573" y="5237408"/>
                </a:lnTo>
                <a:lnTo>
                  <a:pt x="502573" y="5224197"/>
                </a:lnTo>
                <a:lnTo>
                  <a:pt x="502573" y="5201796"/>
                </a:lnTo>
                <a:lnTo>
                  <a:pt x="502572" y="4965544"/>
                </a:lnTo>
                <a:lnTo>
                  <a:pt x="502572" y="4943145"/>
                </a:lnTo>
                <a:lnTo>
                  <a:pt x="502572" y="4929933"/>
                </a:lnTo>
                <a:lnTo>
                  <a:pt x="502572" y="4907532"/>
                </a:lnTo>
                <a:lnTo>
                  <a:pt x="502572" y="4877897"/>
                </a:lnTo>
                <a:lnTo>
                  <a:pt x="502572" y="4871943"/>
                </a:lnTo>
                <a:lnTo>
                  <a:pt x="502572" y="4855496"/>
                </a:lnTo>
                <a:lnTo>
                  <a:pt x="502572" y="4842285"/>
                </a:lnTo>
                <a:lnTo>
                  <a:pt x="502572" y="4841558"/>
                </a:lnTo>
                <a:lnTo>
                  <a:pt x="502573" y="4841558"/>
                </a:lnTo>
                <a:lnTo>
                  <a:pt x="502573" y="4823685"/>
                </a:lnTo>
                <a:lnTo>
                  <a:pt x="502573" y="4801284"/>
                </a:lnTo>
                <a:lnTo>
                  <a:pt x="502573" y="4788072"/>
                </a:lnTo>
                <a:lnTo>
                  <a:pt x="502573" y="4765673"/>
                </a:lnTo>
                <a:lnTo>
                  <a:pt x="502573" y="4730083"/>
                </a:lnTo>
                <a:lnTo>
                  <a:pt x="502573" y="4694471"/>
                </a:lnTo>
                <a:lnTo>
                  <a:pt x="502573" y="4574962"/>
                </a:lnTo>
                <a:lnTo>
                  <a:pt x="502573" y="4552563"/>
                </a:lnTo>
                <a:lnTo>
                  <a:pt x="502573" y="4539349"/>
                </a:lnTo>
                <a:lnTo>
                  <a:pt x="502573" y="4516950"/>
                </a:lnTo>
                <a:lnTo>
                  <a:pt x="502573" y="4481361"/>
                </a:lnTo>
                <a:lnTo>
                  <a:pt x="502573" y="4458962"/>
                </a:lnTo>
                <a:lnTo>
                  <a:pt x="502573" y="4445748"/>
                </a:lnTo>
                <a:lnTo>
                  <a:pt x="502573" y="4423349"/>
                </a:lnTo>
                <a:lnTo>
                  <a:pt x="502573" y="4018658"/>
                </a:lnTo>
                <a:lnTo>
                  <a:pt x="502573" y="3996258"/>
                </a:lnTo>
                <a:lnTo>
                  <a:pt x="502573" y="3983046"/>
                </a:lnTo>
                <a:lnTo>
                  <a:pt x="502573" y="3960646"/>
                </a:lnTo>
                <a:lnTo>
                  <a:pt x="502573" y="3925056"/>
                </a:lnTo>
                <a:lnTo>
                  <a:pt x="502573" y="3908611"/>
                </a:lnTo>
                <a:lnTo>
                  <a:pt x="502573" y="3902655"/>
                </a:lnTo>
                <a:lnTo>
                  <a:pt x="502573" y="3889444"/>
                </a:lnTo>
                <a:lnTo>
                  <a:pt x="502573" y="3872998"/>
                </a:lnTo>
                <a:lnTo>
                  <a:pt x="502573" y="3867044"/>
                </a:lnTo>
                <a:lnTo>
                  <a:pt x="502573" y="3837408"/>
                </a:lnTo>
                <a:lnTo>
                  <a:pt x="502573" y="3815008"/>
                </a:lnTo>
                <a:lnTo>
                  <a:pt x="502573" y="3801797"/>
                </a:lnTo>
                <a:lnTo>
                  <a:pt x="502573" y="3779396"/>
                </a:lnTo>
                <a:lnTo>
                  <a:pt x="502572" y="3543143"/>
                </a:lnTo>
                <a:lnTo>
                  <a:pt x="502572" y="3520745"/>
                </a:lnTo>
                <a:lnTo>
                  <a:pt x="502572" y="3507532"/>
                </a:lnTo>
                <a:lnTo>
                  <a:pt x="502572" y="3485131"/>
                </a:lnTo>
                <a:lnTo>
                  <a:pt x="502572" y="3455496"/>
                </a:lnTo>
                <a:lnTo>
                  <a:pt x="502572" y="3449543"/>
                </a:lnTo>
                <a:lnTo>
                  <a:pt x="502572" y="3433096"/>
                </a:lnTo>
                <a:lnTo>
                  <a:pt x="502572" y="3419885"/>
                </a:lnTo>
                <a:lnTo>
                  <a:pt x="502572" y="3413932"/>
                </a:lnTo>
                <a:lnTo>
                  <a:pt x="502572" y="3397484"/>
                </a:lnTo>
                <a:lnTo>
                  <a:pt x="502572" y="3361896"/>
                </a:lnTo>
                <a:lnTo>
                  <a:pt x="502572" y="3339495"/>
                </a:lnTo>
                <a:lnTo>
                  <a:pt x="502572" y="3326282"/>
                </a:lnTo>
                <a:lnTo>
                  <a:pt x="502572" y="3303883"/>
                </a:lnTo>
                <a:lnTo>
                  <a:pt x="502572" y="2899192"/>
                </a:lnTo>
                <a:lnTo>
                  <a:pt x="502572" y="2876791"/>
                </a:lnTo>
                <a:lnTo>
                  <a:pt x="502572" y="2863581"/>
                </a:lnTo>
                <a:lnTo>
                  <a:pt x="502572" y="2841180"/>
                </a:lnTo>
                <a:lnTo>
                  <a:pt x="502572" y="2805591"/>
                </a:lnTo>
                <a:lnTo>
                  <a:pt x="502572" y="2783191"/>
                </a:lnTo>
                <a:lnTo>
                  <a:pt x="502572" y="2769978"/>
                </a:lnTo>
                <a:lnTo>
                  <a:pt x="502572" y="2747577"/>
                </a:lnTo>
                <a:lnTo>
                  <a:pt x="502572" y="2547091"/>
                </a:lnTo>
                <a:lnTo>
                  <a:pt x="502572" y="2529218"/>
                </a:lnTo>
                <a:lnTo>
                  <a:pt x="502572" y="2506817"/>
                </a:lnTo>
                <a:lnTo>
                  <a:pt x="502572" y="2493605"/>
                </a:lnTo>
                <a:lnTo>
                  <a:pt x="502572" y="2471206"/>
                </a:lnTo>
                <a:lnTo>
                  <a:pt x="502572" y="2435616"/>
                </a:lnTo>
                <a:lnTo>
                  <a:pt x="502572" y="2423679"/>
                </a:lnTo>
                <a:lnTo>
                  <a:pt x="502572" y="2401280"/>
                </a:lnTo>
                <a:lnTo>
                  <a:pt x="502572" y="2400004"/>
                </a:lnTo>
                <a:lnTo>
                  <a:pt x="502572" y="2388068"/>
                </a:lnTo>
                <a:lnTo>
                  <a:pt x="502572" y="2365667"/>
                </a:lnTo>
                <a:lnTo>
                  <a:pt x="502572" y="2330078"/>
                </a:lnTo>
                <a:lnTo>
                  <a:pt x="502572" y="2294467"/>
                </a:lnTo>
                <a:lnTo>
                  <a:pt x="502572" y="2280495"/>
                </a:lnTo>
                <a:lnTo>
                  <a:pt x="502572" y="2258096"/>
                </a:lnTo>
                <a:lnTo>
                  <a:pt x="502572" y="2244882"/>
                </a:lnTo>
                <a:lnTo>
                  <a:pt x="502572" y="2222483"/>
                </a:lnTo>
                <a:lnTo>
                  <a:pt x="502572" y="2186894"/>
                </a:lnTo>
                <a:lnTo>
                  <a:pt x="502572" y="2164494"/>
                </a:lnTo>
                <a:lnTo>
                  <a:pt x="502572" y="2151281"/>
                </a:lnTo>
                <a:lnTo>
                  <a:pt x="502572" y="2128882"/>
                </a:lnTo>
                <a:lnTo>
                  <a:pt x="502572" y="1724191"/>
                </a:lnTo>
                <a:lnTo>
                  <a:pt x="502572" y="1701791"/>
                </a:lnTo>
                <a:lnTo>
                  <a:pt x="502572" y="1688579"/>
                </a:lnTo>
                <a:lnTo>
                  <a:pt x="502572" y="1666179"/>
                </a:lnTo>
                <a:lnTo>
                  <a:pt x="502572" y="1630590"/>
                </a:lnTo>
                <a:lnTo>
                  <a:pt x="502572" y="1614144"/>
                </a:lnTo>
                <a:lnTo>
                  <a:pt x="502572" y="1608189"/>
                </a:lnTo>
                <a:lnTo>
                  <a:pt x="502572" y="1594978"/>
                </a:lnTo>
                <a:lnTo>
                  <a:pt x="502572" y="1578531"/>
                </a:lnTo>
                <a:lnTo>
                  <a:pt x="502572" y="1572578"/>
                </a:lnTo>
                <a:lnTo>
                  <a:pt x="502572" y="1542942"/>
                </a:lnTo>
                <a:lnTo>
                  <a:pt x="502572" y="1520542"/>
                </a:lnTo>
                <a:lnTo>
                  <a:pt x="502572" y="1507331"/>
                </a:lnTo>
                <a:lnTo>
                  <a:pt x="502572" y="1484930"/>
                </a:lnTo>
                <a:lnTo>
                  <a:pt x="502571" y="1248677"/>
                </a:lnTo>
                <a:lnTo>
                  <a:pt x="502571" y="1226279"/>
                </a:lnTo>
                <a:lnTo>
                  <a:pt x="502571" y="1213066"/>
                </a:lnTo>
                <a:lnTo>
                  <a:pt x="502571" y="1190665"/>
                </a:lnTo>
                <a:lnTo>
                  <a:pt x="502571" y="1161030"/>
                </a:lnTo>
                <a:lnTo>
                  <a:pt x="502571" y="1155076"/>
                </a:lnTo>
                <a:lnTo>
                  <a:pt x="502571" y="1138629"/>
                </a:lnTo>
                <a:lnTo>
                  <a:pt x="502571" y="1125419"/>
                </a:lnTo>
                <a:lnTo>
                  <a:pt x="502571" y="1119465"/>
                </a:lnTo>
                <a:lnTo>
                  <a:pt x="502571" y="1103018"/>
                </a:lnTo>
                <a:lnTo>
                  <a:pt x="502571" y="1067429"/>
                </a:lnTo>
                <a:lnTo>
                  <a:pt x="502571" y="1045028"/>
                </a:lnTo>
                <a:lnTo>
                  <a:pt x="502571" y="1031815"/>
                </a:lnTo>
                <a:lnTo>
                  <a:pt x="502571" y="1009417"/>
                </a:lnTo>
                <a:lnTo>
                  <a:pt x="502571" y="604725"/>
                </a:lnTo>
                <a:lnTo>
                  <a:pt x="502571" y="582324"/>
                </a:lnTo>
                <a:lnTo>
                  <a:pt x="502571" y="569114"/>
                </a:lnTo>
                <a:lnTo>
                  <a:pt x="502571" y="546713"/>
                </a:lnTo>
                <a:lnTo>
                  <a:pt x="502571" y="511125"/>
                </a:lnTo>
                <a:lnTo>
                  <a:pt x="502571" y="488725"/>
                </a:lnTo>
                <a:lnTo>
                  <a:pt x="502571" y="475511"/>
                </a:lnTo>
                <a:lnTo>
                  <a:pt x="502571" y="453110"/>
                </a:lnTo>
                <a:lnTo>
                  <a:pt x="502571" y="129212"/>
                </a:lnTo>
                <a:lnTo>
                  <a:pt x="502571" y="106814"/>
                </a:lnTo>
                <a:lnTo>
                  <a:pt x="502571" y="93601"/>
                </a:lnTo>
                <a:lnTo>
                  <a:pt x="502571" y="71200"/>
                </a:lnTo>
                <a:lnTo>
                  <a:pt x="502571" y="35611"/>
                </a:lnTo>
                <a:lnTo>
                  <a:pt x="502571" y="0"/>
                </a:lnTo>
                <a:lnTo>
                  <a:pt x="0" y="136982"/>
                </a:lnTo>
                <a:lnTo>
                  <a:pt x="0" y="172593"/>
                </a:lnTo>
                <a:lnTo>
                  <a:pt x="0" y="208184"/>
                </a:lnTo>
                <a:lnTo>
                  <a:pt x="0" y="230582"/>
                </a:lnTo>
                <a:lnTo>
                  <a:pt x="0" y="243795"/>
                </a:lnTo>
                <a:lnTo>
                  <a:pt x="0" y="266196"/>
                </a:lnTo>
                <a:lnTo>
                  <a:pt x="0" y="590095"/>
                </a:lnTo>
                <a:lnTo>
                  <a:pt x="0" y="612495"/>
                </a:lnTo>
                <a:lnTo>
                  <a:pt x="0" y="625706"/>
                </a:lnTo>
                <a:lnTo>
                  <a:pt x="0" y="648106"/>
                </a:lnTo>
                <a:lnTo>
                  <a:pt x="0" y="683695"/>
                </a:lnTo>
                <a:lnTo>
                  <a:pt x="0" y="706096"/>
                </a:lnTo>
                <a:lnTo>
                  <a:pt x="0" y="719308"/>
                </a:lnTo>
                <a:lnTo>
                  <a:pt x="0" y="741707"/>
                </a:lnTo>
                <a:lnTo>
                  <a:pt x="0" y="1009417"/>
                </a:lnTo>
                <a:lnTo>
                  <a:pt x="0" y="1031815"/>
                </a:lnTo>
                <a:lnTo>
                  <a:pt x="0" y="1045028"/>
                </a:lnTo>
                <a:lnTo>
                  <a:pt x="0" y="1067429"/>
                </a:lnTo>
                <a:lnTo>
                  <a:pt x="0" y="1103018"/>
                </a:lnTo>
                <a:lnTo>
                  <a:pt x="0" y="1125419"/>
                </a:lnTo>
                <a:lnTo>
                  <a:pt x="0" y="1138629"/>
                </a:lnTo>
                <a:lnTo>
                  <a:pt x="0" y="1161030"/>
                </a:lnTo>
                <a:lnTo>
                  <a:pt x="0" y="1256447"/>
                </a:lnTo>
                <a:lnTo>
                  <a:pt x="0" y="1292058"/>
                </a:lnTo>
                <a:lnTo>
                  <a:pt x="0" y="1327649"/>
                </a:lnTo>
                <a:lnTo>
                  <a:pt x="0" y="1350047"/>
                </a:lnTo>
                <a:lnTo>
                  <a:pt x="0" y="1363260"/>
                </a:lnTo>
                <a:lnTo>
                  <a:pt x="0" y="1385661"/>
                </a:lnTo>
                <a:lnTo>
                  <a:pt x="0" y="1484930"/>
                </a:lnTo>
                <a:lnTo>
                  <a:pt x="0" y="1507331"/>
                </a:lnTo>
                <a:lnTo>
                  <a:pt x="0" y="1520542"/>
                </a:lnTo>
                <a:lnTo>
                  <a:pt x="0" y="1542942"/>
                </a:lnTo>
                <a:lnTo>
                  <a:pt x="0" y="1578531"/>
                </a:lnTo>
                <a:lnTo>
                  <a:pt x="0" y="1614144"/>
                </a:lnTo>
                <a:lnTo>
                  <a:pt x="0" y="1709559"/>
                </a:lnTo>
                <a:lnTo>
                  <a:pt x="0" y="1731960"/>
                </a:lnTo>
                <a:lnTo>
                  <a:pt x="0" y="1745172"/>
                </a:lnTo>
                <a:lnTo>
                  <a:pt x="0" y="1767573"/>
                </a:lnTo>
                <a:lnTo>
                  <a:pt x="0" y="1803161"/>
                </a:lnTo>
                <a:lnTo>
                  <a:pt x="0" y="1825562"/>
                </a:lnTo>
                <a:lnTo>
                  <a:pt x="0" y="1838773"/>
                </a:lnTo>
                <a:lnTo>
                  <a:pt x="0" y="1861173"/>
                </a:lnTo>
                <a:lnTo>
                  <a:pt x="0" y="2128882"/>
                </a:lnTo>
                <a:lnTo>
                  <a:pt x="0" y="2151281"/>
                </a:lnTo>
                <a:lnTo>
                  <a:pt x="0" y="2164494"/>
                </a:lnTo>
                <a:lnTo>
                  <a:pt x="0" y="2186894"/>
                </a:lnTo>
                <a:lnTo>
                  <a:pt x="0" y="2222483"/>
                </a:lnTo>
                <a:lnTo>
                  <a:pt x="0" y="2244882"/>
                </a:lnTo>
                <a:lnTo>
                  <a:pt x="0" y="2258096"/>
                </a:lnTo>
                <a:lnTo>
                  <a:pt x="0" y="2280495"/>
                </a:lnTo>
                <a:lnTo>
                  <a:pt x="0" y="2536986"/>
                </a:lnTo>
                <a:lnTo>
                  <a:pt x="0" y="2547091"/>
                </a:lnTo>
                <a:lnTo>
                  <a:pt x="1" y="2547091"/>
                </a:lnTo>
                <a:lnTo>
                  <a:pt x="1" y="2560663"/>
                </a:lnTo>
                <a:lnTo>
                  <a:pt x="1" y="2884561"/>
                </a:lnTo>
                <a:lnTo>
                  <a:pt x="1" y="2906961"/>
                </a:lnTo>
                <a:lnTo>
                  <a:pt x="1" y="2920173"/>
                </a:lnTo>
                <a:lnTo>
                  <a:pt x="1" y="2942573"/>
                </a:lnTo>
                <a:lnTo>
                  <a:pt x="1" y="2978161"/>
                </a:lnTo>
                <a:lnTo>
                  <a:pt x="1" y="3000562"/>
                </a:lnTo>
                <a:lnTo>
                  <a:pt x="1" y="3013775"/>
                </a:lnTo>
                <a:lnTo>
                  <a:pt x="1" y="3036173"/>
                </a:lnTo>
                <a:lnTo>
                  <a:pt x="1" y="3303883"/>
                </a:lnTo>
                <a:lnTo>
                  <a:pt x="1" y="3326282"/>
                </a:lnTo>
                <a:lnTo>
                  <a:pt x="1" y="3339495"/>
                </a:lnTo>
                <a:lnTo>
                  <a:pt x="1" y="3361896"/>
                </a:lnTo>
                <a:lnTo>
                  <a:pt x="1" y="3397484"/>
                </a:lnTo>
                <a:lnTo>
                  <a:pt x="1" y="3419885"/>
                </a:lnTo>
                <a:lnTo>
                  <a:pt x="1" y="3433096"/>
                </a:lnTo>
                <a:lnTo>
                  <a:pt x="1" y="3455496"/>
                </a:lnTo>
                <a:lnTo>
                  <a:pt x="1" y="3550913"/>
                </a:lnTo>
                <a:lnTo>
                  <a:pt x="1" y="3586524"/>
                </a:lnTo>
                <a:lnTo>
                  <a:pt x="1" y="3622115"/>
                </a:lnTo>
                <a:lnTo>
                  <a:pt x="1" y="3644514"/>
                </a:lnTo>
                <a:lnTo>
                  <a:pt x="1" y="3657727"/>
                </a:lnTo>
                <a:lnTo>
                  <a:pt x="1" y="3680127"/>
                </a:lnTo>
                <a:lnTo>
                  <a:pt x="1" y="3779396"/>
                </a:lnTo>
                <a:lnTo>
                  <a:pt x="1" y="3801797"/>
                </a:lnTo>
                <a:lnTo>
                  <a:pt x="1" y="3815009"/>
                </a:lnTo>
                <a:lnTo>
                  <a:pt x="1" y="3837408"/>
                </a:lnTo>
                <a:lnTo>
                  <a:pt x="1" y="3853848"/>
                </a:lnTo>
                <a:lnTo>
                  <a:pt x="1" y="3872998"/>
                </a:lnTo>
                <a:lnTo>
                  <a:pt x="1" y="3889459"/>
                </a:lnTo>
                <a:lnTo>
                  <a:pt x="1" y="3908611"/>
                </a:lnTo>
                <a:lnTo>
                  <a:pt x="1" y="3925051"/>
                </a:lnTo>
                <a:lnTo>
                  <a:pt x="1" y="3947449"/>
                </a:lnTo>
                <a:lnTo>
                  <a:pt x="1" y="3960662"/>
                </a:lnTo>
                <a:lnTo>
                  <a:pt x="1" y="3983063"/>
                </a:lnTo>
                <a:lnTo>
                  <a:pt x="1" y="4004025"/>
                </a:lnTo>
                <a:lnTo>
                  <a:pt x="1" y="4026426"/>
                </a:lnTo>
                <a:lnTo>
                  <a:pt x="1" y="4039638"/>
                </a:lnTo>
                <a:lnTo>
                  <a:pt x="1" y="4062039"/>
                </a:lnTo>
                <a:lnTo>
                  <a:pt x="1" y="4097628"/>
                </a:lnTo>
                <a:lnTo>
                  <a:pt x="1" y="4120029"/>
                </a:lnTo>
                <a:lnTo>
                  <a:pt x="1" y="4133240"/>
                </a:lnTo>
                <a:lnTo>
                  <a:pt x="1" y="4155640"/>
                </a:lnTo>
                <a:lnTo>
                  <a:pt x="1" y="4306961"/>
                </a:lnTo>
                <a:lnTo>
                  <a:pt x="1" y="4329362"/>
                </a:lnTo>
                <a:lnTo>
                  <a:pt x="1" y="4342573"/>
                </a:lnTo>
                <a:lnTo>
                  <a:pt x="1" y="4364973"/>
                </a:lnTo>
                <a:lnTo>
                  <a:pt x="1" y="4400561"/>
                </a:lnTo>
                <a:lnTo>
                  <a:pt x="1" y="4422962"/>
                </a:lnTo>
                <a:lnTo>
                  <a:pt x="1" y="4423349"/>
                </a:lnTo>
                <a:lnTo>
                  <a:pt x="1" y="4436175"/>
                </a:lnTo>
                <a:lnTo>
                  <a:pt x="1" y="4445748"/>
                </a:lnTo>
                <a:lnTo>
                  <a:pt x="1" y="4458573"/>
                </a:lnTo>
                <a:lnTo>
                  <a:pt x="1" y="4458962"/>
                </a:lnTo>
                <a:lnTo>
                  <a:pt x="1" y="4481361"/>
                </a:lnTo>
                <a:lnTo>
                  <a:pt x="1" y="4516950"/>
                </a:lnTo>
                <a:lnTo>
                  <a:pt x="1" y="4539349"/>
                </a:lnTo>
                <a:lnTo>
                  <a:pt x="1" y="4552563"/>
                </a:lnTo>
                <a:lnTo>
                  <a:pt x="1" y="4574962"/>
                </a:lnTo>
                <a:lnTo>
                  <a:pt x="1" y="4726284"/>
                </a:lnTo>
                <a:lnTo>
                  <a:pt x="1" y="4748682"/>
                </a:lnTo>
                <a:lnTo>
                  <a:pt x="1" y="4761895"/>
                </a:lnTo>
                <a:lnTo>
                  <a:pt x="1" y="4784296"/>
                </a:lnTo>
                <a:lnTo>
                  <a:pt x="1" y="4819885"/>
                </a:lnTo>
                <a:lnTo>
                  <a:pt x="1" y="4831453"/>
                </a:lnTo>
                <a:lnTo>
                  <a:pt x="1" y="4841558"/>
                </a:lnTo>
                <a:lnTo>
                  <a:pt x="1" y="4842285"/>
                </a:lnTo>
                <a:lnTo>
                  <a:pt x="1" y="4855496"/>
                </a:lnTo>
                <a:lnTo>
                  <a:pt x="1" y="4877897"/>
                </a:lnTo>
                <a:lnTo>
                  <a:pt x="1" y="4973313"/>
                </a:lnTo>
                <a:lnTo>
                  <a:pt x="1" y="5008924"/>
                </a:lnTo>
                <a:lnTo>
                  <a:pt x="1" y="5044516"/>
                </a:lnTo>
                <a:lnTo>
                  <a:pt x="1" y="5066914"/>
                </a:lnTo>
                <a:lnTo>
                  <a:pt x="1" y="5080127"/>
                </a:lnTo>
                <a:lnTo>
                  <a:pt x="1" y="5102528"/>
                </a:lnTo>
                <a:lnTo>
                  <a:pt x="1" y="5201796"/>
                </a:lnTo>
                <a:lnTo>
                  <a:pt x="1" y="5224197"/>
                </a:lnTo>
                <a:lnTo>
                  <a:pt x="1" y="5237409"/>
                </a:lnTo>
                <a:lnTo>
                  <a:pt x="1" y="5259808"/>
                </a:lnTo>
                <a:lnTo>
                  <a:pt x="1" y="5295398"/>
                </a:lnTo>
                <a:lnTo>
                  <a:pt x="1" y="5331011"/>
                </a:lnTo>
                <a:lnTo>
                  <a:pt x="1" y="5426426"/>
                </a:lnTo>
                <a:lnTo>
                  <a:pt x="1" y="5448826"/>
                </a:lnTo>
                <a:lnTo>
                  <a:pt x="1" y="5462038"/>
                </a:lnTo>
                <a:lnTo>
                  <a:pt x="1" y="5484439"/>
                </a:lnTo>
                <a:lnTo>
                  <a:pt x="1" y="5520028"/>
                </a:lnTo>
                <a:lnTo>
                  <a:pt x="1" y="5542429"/>
                </a:lnTo>
                <a:lnTo>
                  <a:pt x="1" y="5555640"/>
                </a:lnTo>
                <a:lnTo>
                  <a:pt x="1" y="5578040"/>
                </a:lnTo>
                <a:lnTo>
                  <a:pt x="1" y="5845749"/>
                </a:lnTo>
                <a:lnTo>
                  <a:pt x="1" y="5868148"/>
                </a:lnTo>
                <a:lnTo>
                  <a:pt x="1" y="5881361"/>
                </a:lnTo>
                <a:lnTo>
                  <a:pt x="1" y="5903761"/>
                </a:lnTo>
                <a:lnTo>
                  <a:pt x="1" y="5939350"/>
                </a:lnTo>
                <a:lnTo>
                  <a:pt x="1" y="5961749"/>
                </a:lnTo>
                <a:lnTo>
                  <a:pt x="1" y="5974963"/>
                </a:lnTo>
                <a:lnTo>
                  <a:pt x="1" y="5997362"/>
                </a:lnTo>
                <a:lnTo>
                  <a:pt x="1" y="6253853"/>
                </a:lnTo>
                <a:lnTo>
                  <a:pt x="1" y="626395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solidFill>
                <a:srgbClr val="4F062A"/>
              </a:solidFill>
            </a:endParaRPr>
          </a:p>
        </p:txBody>
      </p:sp>
      <p:sp>
        <p:nvSpPr>
          <p:cNvPr id="8" name="Rectangle 36"/>
          <p:cNvSpPr>
            <a:spLocks noChangeArrowheads="1"/>
          </p:cNvSpPr>
          <p:nvPr/>
        </p:nvSpPr>
        <p:spPr bwMode="auto">
          <a:xfrm>
            <a:off x="312737" y="2503143"/>
            <a:ext cx="3708000" cy="298450"/>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4F062A"/>
                </a:solidFill>
              </a:rPr>
              <a:t>Actividades críticas</a:t>
            </a:r>
          </a:p>
        </p:txBody>
      </p:sp>
      <p:sp>
        <p:nvSpPr>
          <p:cNvPr id="44" name="Rectangle 37"/>
          <p:cNvSpPr>
            <a:spLocks noChangeArrowheads="1"/>
          </p:cNvSpPr>
          <p:nvPr/>
        </p:nvSpPr>
        <p:spPr bwMode="auto">
          <a:xfrm>
            <a:off x="6240016" y="2503143"/>
            <a:ext cx="4389092" cy="298450"/>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4F062A"/>
                </a:solidFill>
              </a:rPr>
              <a:t>Resultados principales</a:t>
            </a:r>
          </a:p>
        </p:txBody>
      </p:sp>
      <p:sp>
        <p:nvSpPr>
          <p:cNvPr id="45" name="Rectangle 40"/>
          <p:cNvSpPr>
            <a:spLocks noChangeArrowheads="1"/>
          </p:cNvSpPr>
          <p:nvPr/>
        </p:nvSpPr>
        <p:spPr bwMode="auto">
          <a:xfrm>
            <a:off x="6240017" y="2928006"/>
            <a:ext cx="5200753" cy="963408"/>
          </a:xfrm>
          <a:prstGeom prst="rect">
            <a:avLst/>
          </a:prstGeom>
          <a:noFill/>
          <a:ln w="12700">
            <a:noFill/>
            <a:miter lim="800000"/>
          </a:ln>
          <a:effectLst/>
        </p:spPr>
        <p:txBody>
          <a:bodyPr lIns="92075" tIns="108000" rIns="92075" bIns="46038"/>
          <a:lstStyle/>
          <a:p>
            <a:pPr marL="177800" indent="-177800">
              <a:spcBef>
                <a:spcPts val="200"/>
              </a:spcBef>
              <a:spcAft>
                <a:spcPts val="200"/>
              </a:spcAft>
              <a:buFont typeface="Wingdings" panose="05000000000000000000" pitchFamily="2" charset="2"/>
              <a:buChar char="§"/>
              <a:tabLst>
                <a:tab pos="5715000" algn="l"/>
              </a:tabLst>
              <a:defRPr b="0" i="0"/>
            </a:pPr>
            <a:r>
              <a:rPr lang="es-ES" sz="1100">
                <a:cs typeface="Times New Roman" pitchFamily="18" charset="0"/>
              </a:rPr>
              <a:t>Recopilación de información relevante</a:t>
            </a:r>
          </a:p>
          <a:p>
            <a:pPr marL="177800" indent="-177800">
              <a:spcBef>
                <a:spcPts val="200"/>
              </a:spcBef>
              <a:spcAft>
                <a:spcPts val="200"/>
              </a:spcAft>
              <a:buFont typeface="Wingdings" panose="05000000000000000000" pitchFamily="2" charset="2"/>
              <a:buChar char="§"/>
              <a:tabLst>
                <a:tab pos="5715000" algn="l"/>
              </a:tabLst>
              <a:defRPr b="0" i="0"/>
            </a:pPr>
            <a:r>
              <a:rPr lang="es-ES" sz="1100">
                <a:cs typeface="Times New Roman" pitchFamily="18" charset="0"/>
              </a:rPr>
              <a:t>Realización del </a:t>
            </a:r>
            <a:r>
              <a:rPr lang="es-ES" sz="1100" err="1">
                <a:cs typeface="Times New Roman" pitchFamily="18" charset="0"/>
              </a:rPr>
              <a:t>Kick</a:t>
            </a:r>
            <a:r>
              <a:rPr lang="es-ES" sz="1100">
                <a:cs typeface="Times New Roman" pitchFamily="18" charset="0"/>
              </a:rPr>
              <a:t>-off del proyecto y acta de constitución del servicio</a:t>
            </a:r>
          </a:p>
          <a:p>
            <a:pPr marL="177800" indent="-177800">
              <a:spcBef>
                <a:spcPts val="200"/>
              </a:spcBef>
              <a:spcAft>
                <a:spcPts val="200"/>
              </a:spcAft>
              <a:buFont typeface="Wingdings" panose="05000000000000000000" pitchFamily="2" charset="2"/>
              <a:buChar char="§"/>
              <a:tabLst>
                <a:tab pos="5715000" algn="l"/>
              </a:tabLst>
              <a:defRPr b="0" i="0"/>
            </a:pPr>
            <a:r>
              <a:rPr lang="es-ES" sz="1100">
                <a:cs typeface="Times New Roman" pitchFamily="18" charset="0"/>
              </a:rPr>
              <a:t>Organigrama y listado de stakeholders</a:t>
            </a:r>
          </a:p>
        </p:txBody>
      </p:sp>
      <p:sp>
        <p:nvSpPr>
          <p:cNvPr id="46" name="Rectangle 44"/>
          <p:cNvSpPr>
            <a:spLocks noChangeArrowheads="1"/>
          </p:cNvSpPr>
          <p:nvPr/>
        </p:nvSpPr>
        <p:spPr bwMode="auto">
          <a:xfrm>
            <a:off x="242888" y="2928006"/>
            <a:ext cx="4917008" cy="2917238"/>
          </a:xfrm>
          <a:prstGeom prst="rect">
            <a:avLst/>
          </a:prstGeom>
          <a:noFill/>
          <a:ln w="12700">
            <a:noFill/>
            <a:miter lim="800000"/>
          </a:ln>
          <a:effectLst/>
        </p:spPr>
        <p:txBody>
          <a:bodyPr lIns="92075" tIns="108000" rIns="92075" bIns="46038"/>
          <a:lstStyle/>
          <a:p>
            <a:pPr marL="177800" indent="-177800">
              <a:spcBef>
                <a:spcPts val="600"/>
              </a:spcBef>
              <a:buFont typeface="Wingdings" panose="05000000000000000000" pitchFamily="2" charset="2"/>
              <a:buChar char="§"/>
              <a:tabLst>
                <a:tab pos="5715000" algn="l"/>
              </a:tabLst>
              <a:defRPr b="0" i="0"/>
            </a:pPr>
            <a:r>
              <a:rPr lang="es-ES" sz="1100" b="1">
                <a:cs typeface="Times New Roman" pitchFamily="18" charset="0"/>
              </a:rPr>
              <a:t>Identificación de todos los stakeholders </a:t>
            </a:r>
            <a:r>
              <a:rPr lang="es-ES" sz="1100">
                <a:cs typeface="Times New Roman" pitchFamily="18" charset="0"/>
              </a:rPr>
              <a:t>del programa (</a:t>
            </a:r>
            <a:r>
              <a:rPr lang="es-ES" sz="1100" err="1">
                <a:cs typeface="Times New Roman" pitchFamily="18" charset="0"/>
              </a:rPr>
              <a:t>key</a:t>
            </a:r>
            <a:r>
              <a:rPr lang="es-ES" sz="1100">
                <a:cs typeface="Times New Roman" pitchFamily="18" charset="0"/>
              </a:rPr>
              <a:t> </a:t>
            </a:r>
            <a:r>
              <a:rPr lang="es-ES" sz="1100" err="1">
                <a:cs typeface="Times New Roman" pitchFamily="18" charset="0"/>
              </a:rPr>
              <a:t>users</a:t>
            </a:r>
            <a:r>
              <a:rPr lang="es-ES" sz="1100">
                <a:cs typeface="Times New Roman" pitchFamily="18" charset="0"/>
              </a:rPr>
              <a:t>, responsables TI, proveedores,…) y </a:t>
            </a:r>
            <a:r>
              <a:rPr lang="es-ES" sz="1100" b="1">
                <a:cs typeface="Times New Roman" pitchFamily="18" charset="0"/>
              </a:rPr>
              <a:t>elaboración del organigrama y listas de distribución</a:t>
            </a:r>
          </a:p>
          <a:p>
            <a:pPr marL="177800" indent="-177800">
              <a:spcBef>
                <a:spcPts val="600"/>
              </a:spcBef>
              <a:buFont typeface="Wingdings" panose="05000000000000000000" pitchFamily="2" charset="2"/>
              <a:buChar char="§"/>
              <a:tabLst>
                <a:tab pos="5715000" algn="l"/>
              </a:tabLst>
              <a:defRPr b="0" i="0"/>
            </a:pPr>
            <a:r>
              <a:rPr lang="es-ES" sz="1100" b="1">
                <a:cs typeface="Times New Roman" pitchFamily="18" charset="0"/>
              </a:rPr>
              <a:t>Realización del </a:t>
            </a:r>
            <a:r>
              <a:rPr lang="es-ES" sz="1100" b="1" err="1">
                <a:cs typeface="Times New Roman" pitchFamily="18" charset="0"/>
              </a:rPr>
              <a:t>Kick</a:t>
            </a:r>
            <a:r>
              <a:rPr lang="es-ES" sz="1100" b="1">
                <a:cs typeface="Times New Roman" pitchFamily="18" charset="0"/>
              </a:rPr>
              <a:t>-Off </a:t>
            </a:r>
            <a:r>
              <a:rPr lang="es-ES" sz="1100">
                <a:cs typeface="Times New Roman" pitchFamily="18" charset="0"/>
              </a:rPr>
              <a:t>del proyecto</a:t>
            </a:r>
          </a:p>
          <a:p>
            <a:pPr marL="177800" indent="-177800">
              <a:spcBef>
                <a:spcPts val="600"/>
              </a:spcBef>
              <a:buFont typeface="Wingdings" panose="05000000000000000000" pitchFamily="2" charset="2"/>
              <a:buChar char="§"/>
              <a:tabLst>
                <a:tab pos="5715000" algn="l"/>
              </a:tabLst>
              <a:defRPr b="0" i="0"/>
            </a:pPr>
            <a:r>
              <a:rPr lang="es-ES" sz="1100">
                <a:cs typeface="Times New Roman" pitchFamily="18" charset="0"/>
              </a:rPr>
              <a:t>Solicitud y recopilación</a:t>
            </a:r>
            <a:r>
              <a:rPr lang="x-none" sz="1100">
                <a:cs typeface="Times New Roman" pitchFamily="18" charset="0"/>
              </a:rPr>
              <a:t> de</a:t>
            </a:r>
            <a:r>
              <a:rPr lang="es-ES" sz="1100">
                <a:cs typeface="Times New Roman" pitchFamily="18" charset="0"/>
              </a:rPr>
              <a:t> toda la</a:t>
            </a:r>
            <a:r>
              <a:rPr lang="x-none" sz="1100">
                <a:cs typeface="Times New Roman" pitchFamily="18" charset="0"/>
              </a:rPr>
              <a:t> </a:t>
            </a:r>
            <a:r>
              <a:rPr lang="es-ES" sz="1100" b="1">
                <a:cs typeface="Times New Roman" pitchFamily="18" charset="0"/>
              </a:rPr>
              <a:t>información necesaria para el entendimiento </a:t>
            </a:r>
            <a:r>
              <a:rPr lang="es-ES" sz="1100">
                <a:cs typeface="Times New Roman" pitchFamily="18" charset="0"/>
              </a:rPr>
              <a:t>del programa y las necesidades actuales y futuras</a:t>
            </a:r>
          </a:p>
          <a:p>
            <a:pPr marL="634695" lvl="1" indent="-177800">
              <a:spcBef>
                <a:spcPts val="600"/>
              </a:spcBef>
              <a:buFont typeface="Wingdings" panose="05000000000000000000" pitchFamily="2" charset="2"/>
              <a:buChar char="§"/>
              <a:tabLst>
                <a:tab pos="5715000" algn="l"/>
              </a:tabLst>
              <a:defRPr b="0" i="0"/>
            </a:pPr>
            <a:r>
              <a:rPr lang="es-ES" sz="1100">
                <a:cs typeface="Times New Roman" pitchFamily="18" charset="0"/>
              </a:rPr>
              <a:t>Objetivos estratégicos</a:t>
            </a:r>
          </a:p>
          <a:p>
            <a:pPr marL="634695" lvl="1" indent="-177800">
              <a:spcBef>
                <a:spcPts val="600"/>
              </a:spcBef>
              <a:buFont typeface="Wingdings" panose="05000000000000000000" pitchFamily="2" charset="2"/>
              <a:buChar char="§"/>
              <a:tabLst>
                <a:tab pos="5715000" algn="l"/>
              </a:tabLst>
              <a:defRPr b="0" i="0"/>
            </a:pPr>
            <a:r>
              <a:rPr lang="es-ES" sz="1100">
                <a:cs typeface="Times New Roman" pitchFamily="18" charset="0"/>
              </a:rPr>
              <a:t>Información relevante (documentación previa: plan de implantación alto nivel, </a:t>
            </a:r>
            <a:r>
              <a:rPr lang="es-ES" sz="1100" err="1">
                <a:cs typeface="Times New Roman" pitchFamily="18" charset="0"/>
              </a:rPr>
              <a:t>business</a:t>
            </a:r>
            <a:r>
              <a:rPr lang="es-ES" sz="1100">
                <a:cs typeface="Times New Roman" pitchFamily="18" charset="0"/>
              </a:rPr>
              <a:t> case, estrategia de proyecto,…)</a:t>
            </a:r>
            <a:endParaRPr lang="x-none" sz="1100">
              <a:cs typeface="Times New Roman" pitchFamily="18" charset="0"/>
            </a:endParaRPr>
          </a:p>
          <a:p>
            <a:pPr marL="177800" indent="-177800">
              <a:spcBef>
                <a:spcPts val="600"/>
              </a:spcBef>
              <a:buFont typeface="Wingdings" panose="05000000000000000000" pitchFamily="2" charset="2"/>
              <a:buChar char="§"/>
              <a:tabLst>
                <a:tab pos="5715000" algn="l"/>
              </a:tabLst>
              <a:defRPr b="0" i="0"/>
            </a:pPr>
            <a:r>
              <a:rPr lang="es-ES" sz="1100" b="1">
                <a:cs typeface="Times New Roman" pitchFamily="18" charset="0"/>
              </a:rPr>
              <a:t>Creación del repositorio de información </a:t>
            </a:r>
            <a:r>
              <a:rPr lang="es-ES" sz="1100">
                <a:cs typeface="Times New Roman" pitchFamily="18" charset="0"/>
              </a:rPr>
              <a:t>y sus procesos y normas de utilización</a:t>
            </a:r>
          </a:p>
          <a:p>
            <a:pPr marL="177800" indent="-177800">
              <a:spcBef>
                <a:spcPts val="600"/>
              </a:spcBef>
              <a:buFont typeface="Wingdings" panose="05000000000000000000" pitchFamily="2" charset="2"/>
              <a:buChar char="§"/>
              <a:tabLst>
                <a:tab pos="5715000" algn="l"/>
              </a:tabLst>
              <a:defRPr b="0" i="0"/>
            </a:pPr>
            <a:r>
              <a:rPr lang="es-ES" sz="1100" b="1">
                <a:cs typeface="Times New Roman" pitchFamily="18" charset="0"/>
              </a:rPr>
              <a:t>Planificación de</a:t>
            </a:r>
            <a:r>
              <a:rPr lang="x-none" sz="1100" b="1">
                <a:cs typeface="Times New Roman" pitchFamily="18" charset="0"/>
              </a:rPr>
              <a:t> reuniones </a:t>
            </a:r>
            <a:r>
              <a:rPr lang="x-none" sz="1100" b="0">
                <a:cs typeface="Times New Roman" pitchFamily="18" charset="0"/>
              </a:rPr>
              <a:t>con los grupos de interés más relevantes</a:t>
            </a:r>
            <a:endParaRPr lang="es-ES" sz="1100" b="0">
              <a:cs typeface="Times New Roman" pitchFamily="18" charset="0"/>
            </a:endParaRPr>
          </a:p>
          <a:p>
            <a:pPr marL="177800" indent="-177800">
              <a:spcBef>
                <a:spcPts val="600"/>
              </a:spcBef>
              <a:buFont typeface="Wingdings" panose="05000000000000000000" pitchFamily="2" charset="2"/>
              <a:buChar char="§"/>
              <a:tabLst>
                <a:tab pos="5715000" algn="l"/>
              </a:tabLst>
              <a:defRPr b="0" i="0"/>
            </a:pPr>
            <a:endParaRPr lang="es-ES" sz="1200" b="0">
              <a:cs typeface="Times New Roman" pitchFamily="18" charset="0"/>
            </a:endParaRPr>
          </a:p>
        </p:txBody>
      </p:sp>
      <p:sp>
        <p:nvSpPr>
          <p:cNvPr id="47" name="Rectangle 46"/>
          <p:cNvSpPr>
            <a:spLocks noChangeArrowheads="1"/>
          </p:cNvSpPr>
          <p:nvPr/>
        </p:nvSpPr>
        <p:spPr bwMode="auto">
          <a:xfrm>
            <a:off x="3719735" y="1696231"/>
            <a:ext cx="8137303" cy="582040"/>
          </a:xfrm>
          <a:prstGeom prst="rect">
            <a:avLst/>
          </a:prstGeom>
          <a:noFill/>
          <a:ln w="12700">
            <a:noFill/>
            <a:miter lim="800000"/>
          </a:ln>
          <a:effectLst/>
        </p:spPr>
        <p:txBody>
          <a:bodyPr lIns="92075" tIns="108000" rIns="92075" bIns="46038" anchor="ctr"/>
          <a:lstStyle/>
          <a:p>
            <a:pPr>
              <a:lnSpc>
                <a:spcPct val="105000"/>
              </a:lnSpc>
              <a:spcBef>
                <a:spcPts val="300"/>
              </a:spcBef>
              <a:defRPr b="0" i="0"/>
            </a:pPr>
            <a:r>
              <a:rPr lang="es-MX" sz="1400" b="1">
                <a:solidFill>
                  <a:schemeClr val="bg1"/>
                </a:solidFill>
                <a:cs typeface="Times New Roman" pitchFamily="18" charset="0"/>
              </a:rPr>
              <a:t>Alineamiento de los objetivos de la PMO con la visión y estrategia de Ferreyros</a:t>
            </a:r>
          </a:p>
        </p:txBody>
      </p:sp>
      <p:sp>
        <p:nvSpPr>
          <p:cNvPr id="50" name="Round Diagonal Corner Rectangle 3"/>
          <p:cNvSpPr/>
          <p:nvPr/>
        </p:nvSpPr>
        <p:spPr>
          <a:xfrm>
            <a:off x="692185" y="1053986"/>
            <a:ext cx="2883535" cy="558429"/>
          </a:xfrm>
          <a:prstGeom prst="rect">
            <a:avLst/>
          </a:prstGeom>
          <a:noFill/>
          <a:ln w="19050" cap="flat" cmpd="sng" algn="ctr">
            <a:noFill/>
            <a:prstDash val="solid"/>
          </a:ln>
          <a:effectLst/>
        </p:spPr>
        <p:txBody>
          <a:bodyPr rtlCol="0" anchor="ctr"/>
          <a:lstStyle/>
          <a:p>
            <a:pPr defTabSz="914400" fontAlgn="base">
              <a:spcBef>
                <a:spcPct val="0"/>
              </a:spcBef>
              <a:spcAft>
                <a:spcPct val="0"/>
              </a:spcAft>
              <a:defRPr b="0" i="0"/>
            </a:pPr>
            <a:r>
              <a:rPr lang="es-ES" sz="1600" b="1">
                <a:solidFill>
                  <a:schemeClr val="bg1"/>
                </a:solidFill>
              </a:rPr>
              <a:t>Alineamiento Estratégico </a:t>
            </a:r>
          </a:p>
        </p:txBody>
      </p:sp>
      <p:sp>
        <p:nvSpPr>
          <p:cNvPr id="51" name="Rectángulo 50"/>
          <p:cNvSpPr/>
          <p:nvPr/>
        </p:nvSpPr>
        <p:spPr>
          <a:xfrm>
            <a:off x="169062" y="1148534"/>
            <a:ext cx="502062" cy="369332"/>
          </a:xfrm>
          <a:prstGeom prst="rect">
            <a:avLst/>
          </a:prstGeom>
        </p:spPr>
        <p:txBody>
          <a:bodyPr wrap="none">
            <a:spAutoFit/>
          </a:bodyPr>
          <a:lstStyle/>
          <a:p>
            <a:pPr algn="ctr" defTabSz="873125">
              <a:defRPr b="0" i="0"/>
            </a:pPr>
            <a:r>
              <a:rPr lang="es-ES" sz="1800">
                <a:solidFill>
                  <a:schemeClr val="bg1"/>
                </a:solidFill>
                <a:latin typeface="Soho Gothic Pro" panose="020B0503030504020204" pitchFamily="34" charset="0"/>
              </a:rPr>
              <a:t>1.1</a:t>
            </a:r>
            <a:endParaRPr lang="x-none" sz="1800">
              <a:solidFill>
                <a:schemeClr val="bg1"/>
              </a:solidFill>
              <a:latin typeface="Soho Gothic Pro" panose="020B0503030504020204" pitchFamily="34" charset="0"/>
            </a:endParaRPr>
          </a:p>
        </p:txBody>
      </p:sp>
      <p:sp>
        <p:nvSpPr>
          <p:cNvPr id="52" name="Rectangle 35"/>
          <p:cNvSpPr>
            <a:spLocks noChangeArrowheads="1"/>
          </p:cNvSpPr>
          <p:nvPr/>
        </p:nvSpPr>
        <p:spPr bwMode="auto">
          <a:xfrm>
            <a:off x="306392" y="1873492"/>
            <a:ext cx="1462087" cy="227518"/>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FFFFFF"/>
                </a:solidFill>
              </a:rPr>
              <a:t>Objetivos</a:t>
            </a:r>
            <a:endParaRPr lang="pt-PT" sz="1600" b="1">
              <a:solidFill>
                <a:schemeClr val="bg1"/>
              </a:solidFill>
              <a:latin typeface="Arial"/>
            </a:endParaRPr>
          </a:p>
        </p:txBody>
      </p:sp>
      <p:sp>
        <p:nvSpPr>
          <p:cNvPr id="53" name="Forma libre 52"/>
          <p:cNvSpPr/>
          <p:nvPr/>
        </p:nvSpPr>
        <p:spPr>
          <a:xfrm rot="16200000" flipV="1">
            <a:off x="8609080" y="2452541"/>
            <a:ext cx="502574" cy="5631811"/>
          </a:xfrm>
          <a:custGeom>
            <a:avLst/>
            <a:gdLst>
              <a:gd name="connsiteX0" fmla="*/ 502574 w 502574"/>
              <a:gd name="connsiteY0" fmla="*/ 5494829 h 5631811"/>
              <a:gd name="connsiteX1" fmla="*/ 502574 w 502574"/>
              <a:gd name="connsiteY1" fmla="*/ 5483294 h 5631811"/>
              <a:gd name="connsiteX2" fmla="*/ 502574 w 502574"/>
              <a:gd name="connsiteY2" fmla="*/ 5466848 h 5631811"/>
              <a:gd name="connsiteX3" fmla="*/ 502574 w 502574"/>
              <a:gd name="connsiteY3" fmla="*/ 5460894 h 5631811"/>
              <a:gd name="connsiteX4" fmla="*/ 502574 w 502574"/>
              <a:gd name="connsiteY4" fmla="*/ 5431258 h 5631811"/>
              <a:gd name="connsiteX5" fmla="*/ 502574 w 502574"/>
              <a:gd name="connsiteY5" fmla="*/ 5408858 h 5631811"/>
              <a:gd name="connsiteX6" fmla="*/ 502574 w 502574"/>
              <a:gd name="connsiteY6" fmla="*/ 5395647 h 5631811"/>
              <a:gd name="connsiteX7" fmla="*/ 502574 w 502574"/>
              <a:gd name="connsiteY7" fmla="*/ 5373246 h 5631811"/>
              <a:gd name="connsiteX8" fmla="*/ 502573 w 502574"/>
              <a:gd name="connsiteY8" fmla="*/ 5136994 h 5631811"/>
              <a:gd name="connsiteX9" fmla="*/ 502573 w 502574"/>
              <a:gd name="connsiteY9" fmla="*/ 5114595 h 5631811"/>
              <a:gd name="connsiteX10" fmla="*/ 502573 w 502574"/>
              <a:gd name="connsiteY10" fmla="*/ 5101383 h 5631811"/>
              <a:gd name="connsiteX11" fmla="*/ 502573 w 502574"/>
              <a:gd name="connsiteY11" fmla="*/ 5078982 h 5631811"/>
              <a:gd name="connsiteX12" fmla="*/ 502573 w 502574"/>
              <a:gd name="connsiteY12" fmla="*/ 5049347 h 5631811"/>
              <a:gd name="connsiteX13" fmla="*/ 502573 w 502574"/>
              <a:gd name="connsiteY13" fmla="*/ 5043393 h 5631811"/>
              <a:gd name="connsiteX14" fmla="*/ 502573 w 502574"/>
              <a:gd name="connsiteY14" fmla="*/ 5026946 h 5631811"/>
              <a:gd name="connsiteX15" fmla="*/ 502573 w 502574"/>
              <a:gd name="connsiteY15" fmla="*/ 5013735 h 5631811"/>
              <a:gd name="connsiteX16" fmla="*/ 502573 w 502574"/>
              <a:gd name="connsiteY16" fmla="*/ 5013008 h 5631811"/>
              <a:gd name="connsiteX17" fmla="*/ 502574 w 502574"/>
              <a:gd name="connsiteY17" fmla="*/ 5013008 h 5631811"/>
              <a:gd name="connsiteX18" fmla="*/ 502574 w 502574"/>
              <a:gd name="connsiteY18" fmla="*/ 4995135 h 5631811"/>
              <a:gd name="connsiteX19" fmla="*/ 502574 w 502574"/>
              <a:gd name="connsiteY19" fmla="*/ 4972734 h 5631811"/>
              <a:gd name="connsiteX20" fmla="*/ 502574 w 502574"/>
              <a:gd name="connsiteY20" fmla="*/ 4959522 h 5631811"/>
              <a:gd name="connsiteX21" fmla="*/ 502574 w 502574"/>
              <a:gd name="connsiteY21" fmla="*/ 4937123 h 5631811"/>
              <a:gd name="connsiteX22" fmla="*/ 502574 w 502574"/>
              <a:gd name="connsiteY22" fmla="*/ 4901533 h 5631811"/>
              <a:gd name="connsiteX23" fmla="*/ 502574 w 502574"/>
              <a:gd name="connsiteY23" fmla="*/ 4865921 h 5631811"/>
              <a:gd name="connsiteX24" fmla="*/ 502574 w 502574"/>
              <a:gd name="connsiteY24" fmla="*/ 4746412 h 5631811"/>
              <a:gd name="connsiteX25" fmla="*/ 502574 w 502574"/>
              <a:gd name="connsiteY25" fmla="*/ 4724013 h 5631811"/>
              <a:gd name="connsiteX26" fmla="*/ 502574 w 502574"/>
              <a:gd name="connsiteY26" fmla="*/ 4710799 h 5631811"/>
              <a:gd name="connsiteX27" fmla="*/ 502574 w 502574"/>
              <a:gd name="connsiteY27" fmla="*/ 4688400 h 5631811"/>
              <a:gd name="connsiteX28" fmla="*/ 502574 w 502574"/>
              <a:gd name="connsiteY28" fmla="*/ 4652811 h 5631811"/>
              <a:gd name="connsiteX29" fmla="*/ 502574 w 502574"/>
              <a:gd name="connsiteY29" fmla="*/ 4630412 h 5631811"/>
              <a:gd name="connsiteX30" fmla="*/ 502574 w 502574"/>
              <a:gd name="connsiteY30" fmla="*/ 4617198 h 5631811"/>
              <a:gd name="connsiteX31" fmla="*/ 502574 w 502574"/>
              <a:gd name="connsiteY31" fmla="*/ 4594799 h 5631811"/>
              <a:gd name="connsiteX32" fmla="*/ 502574 w 502574"/>
              <a:gd name="connsiteY32" fmla="*/ 4190108 h 5631811"/>
              <a:gd name="connsiteX33" fmla="*/ 502574 w 502574"/>
              <a:gd name="connsiteY33" fmla="*/ 4167708 h 5631811"/>
              <a:gd name="connsiteX34" fmla="*/ 502574 w 502574"/>
              <a:gd name="connsiteY34" fmla="*/ 4154496 h 5631811"/>
              <a:gd name="connsiteX35" fmla="*/ 502574 w 502574"/>
              <a:gd name="connsiteY35" fmla="*/ 4132096 h 5631811"/>
              <a:gd name="connsiteX36" fmla="*/ 502574 w 502574"/>
              <a:gd name="connsiteY36" fmla="*/ 4096506 h 5631811"/>
              <a:gd name="connsiteX37" fmla="*/ 502574 w 502574"/>
              <a:gd name="connsiteY37" fmla="*/ 4080061 h 5631811"/>
              <a:gd name="connsiteX38" fmla="*/ 502574 w 502574"/>
              <a:gd name="connsiteY38" fmla="*/ 4074105 h 5631811"/>
              <a:gd name="connsiteX39" fmla="*/ 502574 w 502574"/>
              <a:gd name="connsiteY39" fmla="*/ 4060894 h 5631811"/>
              <a:gd name="connsiteX40" fmla="*/ 502574 w 502574"/>
              <a:gd name="connsiteY40" fmla="*/ 4044448 h 5631811"/>
              <a:gd name="connsiteX41" fmla="*/ 502574 w 502574"/>
              <a:gd name="connsiteY41" fmla="*/ 4038494 h 5631811"/>
              <a:gd name="connsiteX42" fmla="*/ 502574 w 502574"/>
              <a:gd name="connsiteY42" fmla="*/ 4008858 h 5631811"/>
              <a:gd name="connsiteX43" fmla="*/ 502574 w 502574"/>
              <a:gd name="connsiteY43" fmla="*/ 3986458 h 5631811"/>
              <a:gd name="connsiteX44" fmla="*/ 502574 w 502574"/>
              <a:gd name="connsiteY44" fmla="*/ 3973247 h 5631811"/>
              <a:gd name="connsiteX45" fmla="*/ 502574 w 502574"/>
              <a:gd name="connsiteY45" fmla="*/ 3950846 h 5631811"/>
              <a:gd name="connsiteX46" fmla="*/ 502573 w 502574"/>
              <a:gd name="connsiteY46" fmla="*/ 3714593 h 5631811"/>
              <a:gd name="connsiteX47" fmla="*/ 502573 w 502574"/>
              <a:gd name="connsiteY47" fmla="*/ 3692195 h 5631811"/>
              <a:gd name="connsiteX48" fmla="*/ 502573 w 502574"/>
              <a:gd name="connsiteY48" fmla="*/ 3678982 h 5631811"/>
              <a:gd name="connsiteX49" fmla="*/ 502573 w 502574"/>
              <a:gd name="connsiteY49" fmla="*/ 3656581 h 5631811"/>
              <a:gd name="connsiteX50" fmla="*/ 502573 w 502574"/>
              <a:gd name="connsiteY50" fmla="*/ 3626946 h 5631811"/>
              <a:gd name="connsiteX51" fmla="*/ 502573 w 502574"/>
              <a:gd name="connsiteY51" fmla="*/ 3620993 h 5631811"/>
              <a:gd name="connsiteX52" fmla="*/ 502573 w 502574"/>
              <a:gd name="connsiteY52" fmla="*/ 3604546 h 5631811"/>
              <a:gd name="connsiteX53" fmla="*/ 502573 w 502574"/>
              <a:gd name="connsiteY53" fmla="*/ 3591335 h 5631811"/>
              <a:gd name="connsiteX54" fmla="*/ 502573 w 502574"/>
              <a:gd name="connsiteY54" fmla="*/ 3585382 h 5631811"/>
              <a:gd name="connsiteX55" fmla="*/ 502573 w 502574"/>
              <a:gd name="connsiteY55" fmla="*/ 3568934 h 5631811"/>
              <a:gd name="connsiteX56" fmla="*/ 502573 w 502574"/>
              <a:gd name="connsiteY56" fmla="*/ 3533346 h 5631811"/>
              <a:gd name="connsiteX57" fmla="*/ 502573 w 502574"/>
              <a:gd name="connsiteY57" fmla="*/ 3510945 h 5631811"/>
              <a:gd name="connsiteX58" fmla="*/ 502573 w 502574"/>
              <a:gd name="connsiteY58" fmla="*/ 3497732 h 5631811"/>
              <a:gd name="connsiteX59" fmla="*/ 502573 w 502574"/>
              <a:gd name="connsiteY59" fmla="*/ 3475333 h 5631811"/>
              <a:gd name="connsiteX60" fmla="*/ 502573 w 502574"/>
              <a:gd name="connsiteY60" fmla="*/ 3070642 h 5631811"/>
              <a:gd name="connsiteX61" fmla="*/ 502573 w 502574"/>
              <a:gd name="connsiteY61" fmla="*/ 3048242 h 5631811"/>
              <a:gd name="connsiteX62" fmla="*/ 502573 w 502574"/>
              <a:gd name="connsiteY62" fmla="*/ 3035032 h 5631811"/>
              <a:gd name="connsiteX63" fmla="*/ 502573 w 502574"/>
              <a:gd name="connsiteY63" fmla="*/ 3012630 h 5631811"/>
              <a:gd name="connsiteX64" fmla="*/ 502573 w 502574"/>
              <a:gd name="connsiteY64" fmla="*/ 2977042 h 5631811"/>
              <a:gd name="connsiteX65" fmla="*/ 502573 w 502574"/>
              <a:gd name="connsiteY65" fmla="*/ 2954642 h 5631811"/>
              <a:gd name="connsiteX66" fmla="*/ 502573 w 502574"/>
              <a:gd name="connsiteY66" fmla="*/ 2941428 h 5631811"/>
              <a:gd name="connsiteX67" fmla="*/ 502573 w 502574"/>
              <a:gd name="connsiteY67" fmla="*/ 2919028 h 5631811"/>
              <a:gd name="connsiteX68" fmla="*/ 502573 w 502574"/>
              <a:gd name="connsiteY68" fmla="*/ 2718542 h 5631811"/>
              <a:gd name="connsiteX69" fmla="*/ 502573 w 502574"/>
              <a:gd name="connsiteY69" fmla="*/ 2700668 h 5631811"/>
              <a:gd name="connsiteX70" fmla="*/ 502573 w 502574"/>
              <a:gd name="connsiteY70" fmla="*/ 2678268 h 5631811"/>
              <a:gd name="connsiteX71" fmla="*/ 502573 w 502574"/>
              <a:gd name="connsiteY71" fmla="*/ 2665056 h 5631811"/>
              <a:gd name="connsiteX72" fmla="*/ 502573 w 502574"/>
              <a:gd name="connsiteY72" fmla="*/ 2642656 h 5631811"/>
              <a:gd name="connsiteX73" fmla="*/ 502573 w 502574"/>
              <a:gd name="connsiteY73" fmla="*/ 2607066 h 5631811"/>
              <a:gd name="connsiteX74" fmla="*/ 502573 w 502574"/>
              <a:gd name="connsiteY74" fmla="*/ 2595130 h 5631811"/>
              <a:gd name="connsiteX75" fmla="*/ 502573 w 502574"/>
              <a:gd name="connsiteY75" fmla="*/ 2572730 h 5631811"/>
              <a:gd name="connsiteX76" fmla="*/ 502573 w 502574"/>
              <a:gd name="connsiteY76" fmla="*/ 2571454 h 5631811"/>
              <a:gd name="connsiteX77" fmla="*/ 502573 w 502574"/>
              <a:gd name="connsiteY77" fmla="*/ 2559518 h 5631811"/>
              <a:gd name="connsiteX78" fmla="*/ 502573 w 502574"/>
              <a:gd name="connsiteY78" fmla="*/ 2537118 h 5631811"/>
              <a:gd name="connsiteX79" fmla="*/ 502573 w 502574"/>
              <a:gd name="connsiteY79" fmla="*/ 2501528 h 5631811"/>
              <a:gd name="connsiteX80" fmla="*/ 502573 w 502574"/>
              <a:gd name="connsiteY80" fmla="*/ 2465918 h 5631811"/>
              <a:gd name="connsiteX81" fmla="*/ 502573 w 502574"/>
              <a:gd name="connsiteY81" fmla="*/ 2451946 h 5631811"/>
              <a:gd name="connsiteX82" fmla="*/ 502573 w 502574"/>
              <a:gd name="connsiteY82" fmla="*/ 2429546 h 5631811"/>
              <a:gd name="connsiteX83" fmla="*/ 502573 w 502574"/>
              <a:gd name="connsiteY83" fmla="*/ 2416332 h 5631811"/>
              <a:gd name="connsiteX84" fmla="*/ 502573 w 502574"/>
              <a:gd name="connsiteY84" fmla="*/ 2393934 h 5631811"/>
              <a:gd name="connsiteX85" fmla="*/ 502573 w 502574"/>
              <a:gd name="connsiteY85" fmla="*/ 2358344 h 5631811"/>
              <a:gd name="connsiteX86" fmla="*/ 502573 w 502574"/>
              <a:gd name="connsiteY86" fmla="*/ 2335944 h 5631811"/>
              <a:gd name="connsiteX87" fmla="*/ 502573 w 502574"/>
              <a:gd name="connsiteY87" fmla="*/ 2322732 h 5631811"/>
              <a:gd name="connsiteX88" fmla="*/ 502573 w 502574"/>
              <a:gd name="connsiteY88" fmla="*/ 2300332 h 5631811"/>
              <a:gd name="connsiteX89" fmla="*/ 502573 w 502574"/>
              <a:gd name="connsiteY89" fmla="*/ 1895642 h 5631811"/>
              <a:gd name="connsiteX90" fmla="*/ 502573 w 502574"/>
              <a:gd name="connsiteY90" fmla="*/ 1873242 h 5631811"/>
              <a:gd name="connsiteX91" fmla="*/ 502573 w 502574"/>
              <a:gd name="connsiteY91" fmla="*/ 1860030 h 5631811"/>
              <a:gd name="connsiteX92" fmla="*/ 502573 w 502574"/>
              <a:gd name="connsiteY92" fmla="*/ 1837630 h 5631811"/>
              <a:gd name="connsiteX93" fmla="*/ 502573 w 502574"/>
              <a:gd name="connsiteY93" fmla="*/ 1802040 h 5631811"/>
              <a:gd name="connsiteX94" fmla="*/ 502573 w 502574"/>
              <a:gd name="connsiteY94" fmla="*/ 1785594 h 5631811"/>
              <a:gd name="connsiteX95" fmla="*/ 502573 w 502574"/>
              <a:gd name="connsiteY95" fmla="*/ 1779640 h 5631811"/>
              <a:gd name="connsiteX96" fmla="*/ 502573 w 502574"/>
              <a:gd name="connsiteY96" fmla="*/ 1766428 h 5631811"/>
              <a:gd name="connsiteX97" fmla="*/ 502573 w 502574"/>
              <a:gd name="connsiteY97" fmla="*/ 1749982 h 5631811"/>
              <a:gd name="connsiteX98" fmla="*/ 502573 w 502574"/>
              <a:gd name="connsiteY98" fmla="*/ 1744028 h 5631811"/>
              <a:gd name="connsiteX99" fmla="*/ 502573 w 502574"/>
              <a:gd name="connsiteY99" fmla="*/ 1714392 h 5631811"/>
              <a:gd name="connsiteX100" fmla="*/ 502573 w 502574"/>
              <a:gd name="connsiteY100" fmla="*/ 1691992 h 5631811"/>
              <a:gd name="connsiteX101" fmla="*/ 502573 w 502574"/>
              <a:gd name="connsiteY101" fmla="*/ 1678782 h 5631811"/>
              <a:gd name="connsiteX102" fmla="*/ 502573 w 502574"/>
              <a:gd name="connsiteY102" fmla="*/ 1656380 h 5631811"/>
              <a:gd name="connsiteX103" fmla="*/ 502572 w 502574"/>
              <a:gd name="connsiteY103" fmla="*/ 1420128 h 5631811"/>
              <a:gd name="connsiteX104" fmla="*/ 502572 w 502574"/>
              <a:gd name="connsiteY104" fmla="*/ 1397730 h 5631811"/>
              <a:gd name="connsiteX105" fmla="*/ 502572 w 502574"/>
              <a:gd name="connsiteY105" fmla="*/ 1384516 h 5631811"/>
              <a:gd name="connsiteX106" fmla="*/ 502572 w 502574"/>
              <a:gd name="connsiteY106" fmla="*/ 1362116 h 5631811"/>
              <a:gd name="connsiteX107" fmla="*/ 502572 w 502574"/>
              <a:gd name="connsiteY107" fmla="*/ 1332480 h 5631811"/>
              <a:gd name="connsiteX108" fmla="*/ 502572 w 502574"/>
              <a:gd name="connsiteY108" fmla="*/ 1326526 h 5631811"/>
              <a:gd name="connsiteX109" fmla="*/ 502572 w 502574"/>
              <a:gd name="connsiteY109" fmla="*/ 1310080 h 5631811"/>
              <a:gd name="connsiteX110" fmla="*/ 502572 w 502574"/>
              <a:gd name="connsiteY110" fmla="*/ 1296870 h 5631811"/>
              <a:gd name="connsiteX111" fmla="*/ 502572 w 502574"/>
              <a:gd name="connsiteY111" fmla="*/ 1290916 h 5631811"/>
              <a:gd name="connsiteX112" fmla="*/ 502572 w 502574"/>
              <a:gd name="connsiteY112" fmla="*/ 1274468 h 5631811"/>
              <a:gd name="connsiteX113" fmla="*/ 502572 w 502574"/>
              <a:gd name="connsiteY113" fmla="*/ 1238880 h 5631811"/>
              <a:gd name="connsiteX114" fmla="*/ 502572 w 502574"/>
              <a:gd name="connsiteY114" fmla="*/ 1216478 h 5631811"/>
              <a:gd name="connsiteX115" fmla="*/ 502572 w 502574"/>
              <a:gd name="connsiteY115" fmla="*/ 1203266 h 5631811"/>
              <a:gd name="connsiteX116" fmla="*/ 502572 w 502574"/>
              <a:gd name="connsiteY116" fmla="*/ 1180868 h 5631811"/>
              <a:gd name="connsiteX117" fmla="*/ 502572 w 502574"/>
              <a:gd name="connsiteY117" fmla="*/ 776176 h 5631811"/>
              <a:gd name="connsiteX118" fmla="*/ 502572 w 502574"/>
              <a:gd name="connsiteY118" fmla="*/ 753774 h 5631811"/>
              <a:gd name="connsiteX119" fmla="*/ 502572 w 502574"/>
              <a:gd name="connsiteY119" fmla="*/ 740564 h 5631811"/>
              <a:gd name="connsiteX120" fmla="*/ 502572 w 502574"/>
              <a:gd name="connsiteY120" fmla="*/ 718164 h 5631811"/>
              <a:gd name="connsiteX121" fmla="*/ 502572 w 502574"/>
              <a:gd name="connsiteY121" fmla="*/ 682576 h 5631811"/>
              <a:gd name="connsiteX122" fmla="*/ 502572 w 502574"/>
              <a:gd name="connsiteY122" fmla="*/ 660176 h 5631811"/>
              <a:gd name="connsiteX123" fmla="*/ 502572 w 502574"/>
              <a:gd name="connsiteY123" fmla="*/ 646962 h 5631811"/>
              <a:gd name="connsiteX124" fmla="*/ 502572 w 502574"/>
              <a:gd name="connsiteY124" fmla="*/ 624560 h 5631811"/>
              <a:gd name="connsiteX125" fmla="*/ 502572 w 502574"/>
              <a:gd name="connsiteY125" fmla="*/ 300662 h 5631811"/>
              <a:gd name="connsiteX126" fmla="*/ 502572 w 502574"/>
              <a:gd name="connsiteY126" fmla="*/ 278264 h 5631811"/>
              <a:gd name="connsiteX127" fmla="*/ 502572 w 502574"/>
              <a:gd name="connsiteY127" fmla="*/ 265052 h 5631811"/>
              <a:gd name="connsiteX128" fmla="*/ 502572 w 502574"/>
              <a:gd name="connsiteY128" fmla="*/ 242650 h 5631811"/>
              <a:gd name="connsiteX129" fmla="*/ 502572 w 502574"/>
              <a:gd name="connsiteY129" fmla="*/ 207062 h 5631811"/>
              <a:gd name="connsiteX130" fmla="*/ 502572 w 502574"/>
              <a:gd name="connsiteY130" fmla="*/ 171450 h 5631811"/>
              <a:gd name="connsiteX131" fmla="*/ 502571 w 502574"/>
              <a:gd name="connsiteY131" fmla="*/ 171450 h 5631811"/>
              <a:gd name="connsiteX132" fmla="*/ 502571 w 502574"/>
              <a:gd name="connsiteY132" fmla="*/ 129212 h 5631811"/>
              <a:gd name="connsiteX133" fmla="*/ 502571 w 502574"/>
              <a:gd name="connsiteY133" fmla="*/ 106814 h 5631811"/>
              <a:gd name="connsiteX134" fmla="*/ 502571 w 502574"/>
              <a:gd name="connsiteY134" fmla="*/ 93602 h 5631811"/>
              <a:gd name="connsiteX135" fmla="*/ 502571 w 502574"/>
              <a:gd name="connsiteY135" fmla="*/ 71200 h 5631811"/>
              <a:gd name="connsiteX136" fmla="*/ 502571 w 502574"/>
              <a:gd name="connsiteY136" fmla="*/ 35612 h 5631811"/>
              <a:gd name="connsiteX137" fmla="*/ 502571 w 502574"/>
              <a:gd name="connsiteY137" fmla="*/ 0 h 5631811"/>
              <a:gd name="connsiteX138" fmla="*/ 0 w 502574"/>
              <a:gd name="connsiteY138" fmla="*/ 136982 h 5631811"/>
              <a:gd name="connsiteX139" fmla="*/ 0 w 502574"/>
              <a:gd name="connsiteY139" fmla="*/ 172594 h 5631811"/>
              <a:gd name="connsiteX140" fmla="*/ 0 w 502574"/>
              <a:gd name="connsiteY140" fmla="*/ 208184 h 5631811"/>
              <a:gd name="connsiteX141" fmla="*/ 0 w 502574"/>
              <a:gd name="connsiteY141" fmla="*/ 230582 h 5631811"/>
              <a:gd name="connsiteX142" fmla="*/ 0 w 502574"/>
              <a:gd name="connsiteY142" fmla="*/ 243796 h 5631811"/>
              <a:gd name="connsiteX143" fmla="*/ 0 w 502574"/>
              <a:gd name="connsiteY143" fmla="*/ 266196 h 5631811"/>
              <a:gd name="connsiteX144" fmla="*/ 0 w 502574"/>
              <a:gd name="connsiteY144" fmla="*/ 590096 h 5631811"/>
              <a:gd name="connsiteX145" fmla="*/ 0 w 502574"/>
              <a:gd name="connsiteY145" fmla="*/ 612496 h 5631811"/>
              <a:gd name="connsiteX146" fmla="*/ 0 w 502574"/>
              <a:gd name="connsiteY146" fmla="*/ 625706 h 5631811"/>
              <a:gd name="connsiteX147" fmla="*/ 0 w 502574"/>
              <a:gd name="connsiteY147" fmla="*/ 648106 h 5631811"/>
              <a:gd name="connsiteX148" fmla="*/ 0 w 502574"/>
              <a:gd name="connsiteY148" fmla="*/ 683696 h 5631811"/>
              <a:gd name="connsiteX149" fmla="*/ 0 w 502574"/>
              <a:gd name="connsiteY149" fmla="*/ 706096 h 5631811"/>
              <a:gd name="connsiteX150" fmla="*/ 0 w 502574"/>
              <a:gd name="connsiteY150" fmla="*/ 719308 h 5631811"/>
              <a:gd name="connsiteX151" fmla="*/ 0 w 502574"/>
              <a:gd name="connsiteY151" fmla="*/ 741708 h 5631811"/>
              <a:gd name="connsiteX152" fmla="*/ 0 w 502574"/>
              <a:gd name="connsiteY152" fmla="*/ 1009418 h 5631811"/>
              <a:gd name="connsiteX153" fmla="*/ 0 w 502574"/>
              <a:gd name="connsiteY153" fmla="*/ 1031816 h 5631811"/>
              <a:gd name="connsiteX154" fmla="*/ 0 w 502574"/>
              <a:gd name="connsiteY154" fmla="*/ 1045028 h 5631811"/>
              <a:gd name="connsiteX155" fmla="*/ 0 w 502574"/>
              <a:gd name="connsiteY155" fmla="*/ 1067430 h 5631811"/>
              <a:gd name="connsiteX156" fmla="*/ 0 w 502574"/>
              <a:gd name="connsiteY156" fmla="*/ 1103018 h 5631811"/>
              <a:gd name="connsiteX157" fmla="*/ 0 w 502574"/>
              <a:gd name="connsiteY157" fmla="*/ 1125420 h 5631811"/>
              <a:gd name="connsiteX158" fmla="*/ 0 w 502574"/>
              <a:gd name="connsiteY158" fmla="*/ 1138630 h 5631811"/>
              <a:gd name="connsiteX159" fmla="*/ 0 w 502574"/>
              <a:gd name="connsiteY159" fmla="*/ 1161030 h 5631811"/>
              <a:gd name="connsiteX160" fmla="*/ 0 w 502574"/>
              <a:gd name="connsiteY160" fmla="*/ 1256448 h 5631811"/>
              <a:gd name="connsiteX161" fmla="*/ 0 w 502574"/>
              <a:gd name="connsiteY161" fmla="*/ 1292058 h 5631811"/>
              <a:gd name="connsiteX162" fmla="*/ 0 w 502574"/>
              <a:gd name="connsiteY162" fmla="*/ 1327650 h 5631811"/>
              <a:gd name="connsiteX163" fmla="*/ 0 w 502574"/>
              <a:gd name="connsiteY163" fmla="*/ 1350048 h 5631811"/>
              <a:gd name="connsiteX164" fmla="*/ 0 w 502574"/>
              <a:gd name="connsiteY164" fmla="*/ 1363260 h 5631811"/>
              <a:gd name="connsiteX165" fmla="*/ 0 w 502574"/>
              <a:gd name="connsiteY165" fmla="*/ 1385662 h 5631811"/>
              <a:gd name="connsiteX166" fmla="*/ 0 w 502574"/>
              <a:gd name="connsiteY166" fmla="*/ 1484930 h 5631811"/>
              <a:gd name="connsiteX167" fmla="*/ 0 w 502574"/>
              <a:gd name="connsiteY167" fmla="*/ 1507332 h 5631811"/>
              <a:gd name="connsiteX168" fmla="*/ 0 w 502574"/>
              <a:gd name="connsiteY168" fmla="*/ 1520542 h 5631811"/>
              <a:gd name="connsiteX169" fmla="*/ 0 w 502574"/>
              <a:gd name="connsiteY169" fmla="*/ 1542942 h 5631811"/>
              <a:gd name="connsiteX170" fmla="*/ 0 w 502574"/>
              <a:gd name="connsiteY170" fmla="*/ 1578532 h 5631811"/>
              <a:gd name="connsiteX171" fmla="*/ 0 w 502574"/>
              <a:gd name="connsiteY171" fmla="*/ 1614144 h 5631811"/>
              <a:gd name="connsiteX172" fmla="*/ 0 w 502574"/>
              <a:gd name="connsiteY172" fmla="*/ 1709560 h 5631811"/>
              <a:gd name="connsiteX173" fmla="*/ 0 w 502574"/>
              <a:gd name="connsiteY173" fmla="*/ 1731960 h 5631811"/>
              <a:gd name="connsiteX174" fmla="*/ 0 w 502574"/>
              <a:gd name="connsiteY174" fmla="*/ 1745172 h 5631811"/>
              <a:gd name="connsiteX175" fmla="*/ 0 w 502574"/>
              <a:gd name="connsiteY175" fmla="*/ 1767574 h 5631811"/>
              <a:gd name="connsiteX176" fmla="*/ 0 w 502574"/>
              <a:gd name="connsiteY176" fmla="*/ 1803162 h 5631811"/>
              <a:gd name="connsiteX177" fmla="*/ 0 w 502574"/>
              <a:gd name="connsiteY177" fmla="*/ 1825562 h 5631811"/>
              <a:gd name="connsiteX178" fmla="*/ 0 w 502574"/>
              <a:gd name="connsiteY178" fmla="*/ 1838774 h 5631811"/>
              <a:gd name="connsiteX179" fmla="*/ 0 w 502574"/>
              <a:gd name="connsiteY179" fmla="*/ 1861174 h 5631811"/>
              <a:gd name="connsiteX180" fmla="*/ 0 w 502574"/>
              <a:gd name="connsiteY180" fmla="*/ 2128882 h 5631811"/>
              <a:gd name="connsiteX181" fmla="*/ 0 w 502574"/>
              <a:gd name="connsiteY181" fmla="*/ 2151282 h 5631811"/>
              <a:gd name="connsiteX182" fmla="*/ 0 w 502574"/>
              <a:gd name="connsiteY182" fmla="*/ 2164494 h 5631811"/>
              <a:gd name="connsiteX183" fmla="*/ 0 w 502574"/>
              <a:gd name="connsiteY183" fmla="*/ 2186894 h 5631811"/>
              <a:gd name="connsiteX184" fmla="*/ 0 w 502574"/>
              <a:gd name="connsiteY184" fmla="*/ 2222484 h 5631811"/>
              <a:gd name="connsiteX185" fmla="*/ 0 w 502574"/>
              <a:gd name="connsiteY185" fmla="*/ 2244882 h 5631811"/>
              <a:gd name="connsiteX186" fmla="*/ 0 w 502574"/>
              <a:gd name="connsiteY186" fmla="*/ 2258096 h 5631811"/>
              <a:gd name="connsiteX187" fmla="*/ 0 w 502574"/>
              <a:gd name="connsiteY187" fmla="*/ 2280496 h 5631811"/>
              <a:gd name="connsiteX188" fmla="*/ 0 w 502574"/>
              <a:gd name="connsiteY188" fmla="*/ 2536986 h 5631811"/>
              <a:gd name="connsiteX189" fmla="*/ 0 w 502574"/>
              <a:gd name="connsiteY189" fmla="*/ 2547092 h 5631811"/>
              <a:gd name="connsiteX190" fmla="*/ 1 w 502574"/>
              <a:gd name="connsiteY190" fmla="*/ 2547092 h 5631811"/>
              <a:gd name="connsiteX191" fmla="*/ 1 w 502574"/>
              <a:gd name="connsiteY191" fmla="*/ 2560664 h 5631811"/>
              <a:gd name="connsiteX192" fmla="*/ 1 w 502574"/>
              <a:gd name="connsiteY192" fmla="*/ 2708436 h 5631811"/>
              <a:gd name="connsiteX193" fmla="*/ 1 w 502574"/>
              <a:gd name="connsiteY193" fmla="*/ 2718542 h 5631811"/>
              <a:gd name="connsiteX194" fmla="*/ 1 w 502574"/>
              <a:gd name="connsiteY194" fmla="*/ 2884562 h 5631811"/>
              <a:gd name="connsiteX195" fmla="*/ 1 w 502574"/>
              <a:gd name="connsiteY195" fmla="*/ 2906962 h 5631811"/>
              <a:gd name="connsiteX196" fmla="*/ 1 w 502574"/>
              <a:gd name="connsiteY196" fmla="*/ 2920174 h 5631811"/>
              <a:gd name="connsiteX197" fmla="*/ 1 w 502574"/>
              <a:gd name="connsiteY197" fmla="*/ 2942574 h 5631811"/>
              <a:gd name="connsiteX198" fmla="*/ 1 w 502574"/>
              <a:gd name="connsiteY198" fmla="*/ 2978162 h 5631811"/>
              <a:gd name="connsiteX199" fmla="*/ 1 w 502574"/>
              <a:gd name="connsiteY199" fmla="*/ 3000562 h 5631811"/>
              <a:gd name="connsiteX200" fmla="*/ 1 w 502574"/>
              <a:gd name="connsiteY200" fmla="*/ 3013776 h 5631811"/>
              <a:gd name="connsiteX201" fmla="*/ 1 w 502574"/>
              <a:gd name="connsiteY201" fmla="*/ 3036174 h 5631811"/>
              <a:gd name="connsiteX202" fmla="*/ 1 w 502574"/>
              <a:gd name="connsiteY202" fmla="*/ 3303883 h 5631811"/>
              <a:gd name="connsiteX203" fmla="*/ 1 w 502574"/>
              <a:gd name="connsiteY203" fmla="*/ 3326282 h 5631811"/>
              <a:gd name="connsiteX204" fmla="*/ 1 w 502574"/>
              <a:gd name="connsiteY204" fmla="*/ 3339495 h 5631811"/>
              <a:gd name="connsiteX205" fmla="*/ 1 w 502574"/>
              <a:gd name="connsiteY205" fmla="*/ 3361896 h 5631811"/>
              <a:gd name="connsiteX206" fmla="*/ 1 w 502574"/>
              <a:gd name="connsiteY206" fmla="*/ 3397484 h 5631811"/>
              <a:gd name="connsiteX207" fmla="*/ 1 w 502574"/>
              <a:gd name="connsiteY207" fmla="*/ 3419885 h 5631811"/>
              <a:gd name="connsiteX208" fmla="*/ 1 w 502574"/>
              <a:gd name="connsiteY208" fmla="*/ 3433096 h 5631811"/>
              <a:gd name="connsiteX209" fmla="*/ 1 w 502574"/>
              <a:gd name="connsiteY209" fmla="*/ 3455496 h 5631811"/>
              <a:gd name="connsiteX210" fmla="*/ 1 w 502574"/>
              <a:gd name="connsiteY210" fmla="*/ 3550913 h 5631811"/>
              <a:gd name="connsiteX211" fmla="*/ 1 w 502574"/>
              <a:gd name="connsiteY211" fmla="*/ 3586524 h 5631811"/>
              <a:gd name="connsiteX212" fmla="*/ 1 w 502574"/>
              <a:gd name="connsiteY212" fmla="*/ 3622115 h 5631811"/>
              <a:gd name="connsiteX213" fmla="*/ 1 w 502574"/>
              <a:gd name="connsiteY213" fmla="*/ 3644514 h 5631811"/>
              <a:gd name="connsiteX214" fmla="*/ 1 w 502574"/>
              <a:gd name="connsiteY214" fmla="*/ 3657727 h 5631811"/>
              <a:gd name="connsiteX215" fmla="*/ 1 w 502574"/>
              <a:gd name="connsiteY215" fmla="*/ 3680127 h 5631811"/>
              <a:gd name="connsiteX216" fmla="*/ 1 w 502574"/>
              <a:gd name="connsiteY216" fmla="*/ 3779396 h 5631811"/>
              <a:gd name="connsiteX217" fmla="*/ 1 w 502574"/>
              <a:gd name="connsiteY217" fmla="*/ 3801797 h 5631811"/>
              <a:gd name="connsiteX218" fmla="*/ 1 w 502574"/>
              <a:gd name="connsiteY218" fmla="*/ 3815009 h 5631811"/>
              <a:gd name="connsiteX219" fmla="*/ 1 w 502574"/>
              <a:gd name="connsiteY219" fmla="*/ 3837408 h 5631811"/>
              <a:gd name="connsiteX220" fmla="*/ 1 w 502574"/>
              <a:gd name="connsiteY220" fmla="*/ 3853848 h 5631811"/>
              <a:gd name="connsiteX221" fmla="*/ 1 w 502574"/>
              <a:gd name="connsiteY221" fmla="*/ 3872998 h 5631811"/>
              <a:gd name="connsiteX222" fmla="*/ 1 w 502574"/>
              <a:gd name="connsiteY222" fmla="*/ 3889459 h 5631811"/>
              <a:gd name="connsiteX223" fmla="*/ 1 w 502574"/>
              <a:gd name="connsiteY223" fmla="*/ 3908611 h 5631811"/>
              <a:gd name="connsiteX224" fmla="*/ 1 w 502574"/>
              <a:gd name="connsiteY224" fmla="*/ 3925051 h 5631811"/>
              <a:gd name="connsiteX225" fmla="*/ 1 w 502574"/>
              <a:gd name="connsiteY225" fmla="*/ 3947449 h 5631811"/>
              <a:gd name="connsiteX226" fmla="*/ 1 w 502574"/>
              <a:gd name="connsiteY226" fmla="*/ 3960662 h 5631811"/>
              <a:gd name="connsiteX227" fmla="*/ 1 w 502574"/>
              <a:gd name="connsiteY227" fmla="*/ 3983063 h 5631811"/>
              <a:gd name="connsiteX228" fmla="*/ 1 w 502574"/>
              <a:gd name="connsiteY228" fmla="*/ 4004025 h 5631811"/>
              <a:gd name="connsiteX229" fmla="*/ 1 w 502574"/>
              <a:gd name="connsiteY229" fmla="*/ 4026426 h 5631811"/>
              <a:gd name="connsiteX230" fmla="*/ 1 w 502574"/>
              <a:gd name="connsiteY230" fmla="*/ 4039638 h 5631811"/>
              <a:gd name="connsiteX231" fmla="*/ 1 w 502574"/>
              <a:gd name="connsiteY231" fmla="*/ 4062039 h 5631811"/>
              <a:gd name="connsiteX232" fmla="*/ 1 w 502574"/>
              <a:gd name="connsiteY232" fmla="*/ 4097628 h 5631811"/>
              <a:gd name="connsiteX233" fmla="*/ 1 w 502574"/>
              <a:gd name="connsiteY233" fmla="*/ 4120029 h 5631811"/>
              <a:gd name="connsiteX234" fmla="*/ 1 w 502574"/>
              <a:gd name="connsiteY234" fmla="*/ 4133240 h 5631811"/>
              <a:gd name="connsiteX235" fmla="*/ 1 w 502574"/>
              <a:gd name="connsiteY235" fmla="*/ 4155640 h 5631811"/>
              <a:gd name="connsiteX236" fmla="*/ 1 w 502574"/>
              <a:gd name="connsiteY236" fmla="*/ 4306961 h 5631811"/>
              <a:gd name="connsiteX237" fmla="*/ 1 w 502574"/>
              <a:gd name="connsiteY237" fmla="*/ 4329362 h 5631811"/>
              <a:gd name="connsiteX238" fmla="*/ 1 w 502574"/>
              <a:gd name="connsiteY238" fmla="*/ 4342573 h 5631811"/>
              <a:gd name="connsiteX239" fmla="*/ 1 w 502574"/>
              <a:gd name="connsiteY239" fmla="*/ 4364973 h 5631811"/>
              <a:gd name="connsiteX240" fmla="*/ 1 w 502574"/>
              <a:gd name="connsiteY240" fmla="*/ 4400561 h 5631811"/>
              <a:gd name="connsiteX241" fmla="*/ 1 w 502574"/>
              <a:gd name="connsiteY241" fmla="*/ 4422962 h 5631811"/>
              <a:gd name="connsiteX242" fmla="*/ 1 w 502574"/>
              <a:gd name="connsiteY242" fmla="*/ 4423349 h 5631811"/>
              <a:gd name="connsiteX243" fmla="*/ 1 w 502574"/>
              <a:gd name="connsiteY243" fmla="*/ 4436175 h 5631811"/>
              <a:gd name="connsiteX244" fmla="*/ 1 w 502574"/>
              <a:gd name="connsiteY244" fmla="*/ 4445748 h 5631811"/>
              <a:gd name="connsiteX245" fmla="*/ 1 w 502574"/>
              <a:gd name="connsiteY245" fmla="*/ 4458573 h 5631811"/>
              <a:gd name="connsiteX246" fmla="*/ 1 w 502574"/>
              <a:gd name="connsiteY246" fmla="*/ 4458962 h 5631811"/>
              <a:gd name="connsiteX247" fmla="*/ 1 w 502574"/>
              <a:gd name="connsiteY247" fmla="*/ 4481361 h 5631811"/>
              <a:gd name="connsiteX248" fmla="*/ 1 w 502574"/>
              <a:gd name="connsiteY248" fmla="*/ 4516950 h 5631811"/>
              <a:gd name="connsiteX249" fmla="*/ 1 w 502574"/>
              <a:gd name="connsiteY249" fmla="*/ 4539349 h 5631811"/>
              <a:gd name="connsiteX250" fmla="*/ 1 w 502574"/>
              <a:gd name="connsiteY250" fmla="*/ 4552563 h 5631811"/>
              <a:gd name="connsiteX251" fmla="*/ 1 w 502574"/>
              <a:gd name="connsiteY251" fmla="*/ 4574962 h 5631811"/>
              <a:gd name="connsiteX252" fmla="*/ 1 w 502574"/>
              <a:gd name="connsiteY252" fmla="*/ 4726284 h 5631811"/>
              <a:gd name="connsiteX253" fmla="*/ 1 w 502574"/>
              <a:gd name="connsiteY253" fmla="*/ 4748682 h 5631811"/>
              <a:gd name="connsiteX254" fmla="*/ 1 w 502574"/>
              <a:gd name="connsiteY254" fmla="*/ 4761895 h 5631811"/>
              <a:gd name="connsiteX255" fmla="*/ 1 w 502574"/>
              <a:gd name="connsiteY255" fmla="*/ 4784296 h 5631811"/>
              <a:gd name="connsiteX256" fmla="*/ 1 w 502574"/>
              <a:gd name="connsiteY256" fmla="*/ 4819885 h 5631811"/>
              <a:gd name="connsiteX257" fmla="*/ 1 w 502574"/>
              <a:gd name="connsiteY257" fmla="*/ 4831453 h 5631811"/>
              <a:gd name="connsiteX258" fmla="*/ 1 w 502574"/>
              <a:gd name="connsiteY258" fmla="*/ 4841558 h 5631811"/>
              <a:gd name="connsiteX259" fmla="*/ 1 w 502574"/>
              <a:gd name="connsiteY259" fmla="*/ 4842285 h 5631811"/>
              <a:gd name="connsiteX260" fmla="*/ 1 w 502574"/>
              <a:gd name="connsiteY260" fmla="*/ 4855496 h 5631811"/>
              <a:gd name="connsiteX261" fmla="*/ 1 w 502574"/>
              <a:gd name="connsiteY261" fmla="*/ 4877897 h 5631811"/>
              <a:gd name="connsiteX262" fmla="*/ 1 w 502574"/>
              <a:gd name="connsiteY262" fmla="*/ 4973313 h 5631811"/>
              <a:gd name="connsiteX263" fmla="*/ 1 w 502574"/>
              <a:gd name="connsiteY263" fmla="*/ 5008924 h 5631811"/>
              <a:gd name="connsiteX264" fmla="*/ 1 w 502574"/>
              <a:gd name="connsiteY264" fmla="*/ 5044516 h 5631811"/>
              <a:gd name="connsiteX265" fmla="*/ 1 w 502574"/>
              <a:gd name="connsiteY265" fmla="*/ 5066914 h 5631811"/>
              <a:gd name="connsiteX266" fmla="*/ 1 w 502574"/>
              <a:gd name="connsiteY266" fmla="*/ 5080127 h 5631811"/>
              <a:gd name="connsiteX267" fmla="*/ 1 w 502574"/>
              <a:gd name="connsiteY267" fmla="*/ 5102528 h 5631811"/>
              <a:gd name="connsiteX268" fmla="*/ 1 w 502574"/>
              <a:gd name="connsiteY268" fmla="*/ 5201796 h 5631811"/>
              <a:gd name="connsiteX269" fmla="*/ 1 w 502574"/>
              <a:gd name="connsiteY269" fmla="*/ 5224197 h 5631811"/>
              <a:gd name="connsiteX270" fmla="*/ 1 w 502574"/>
              <a:gd name="connsiteY270" fmla="*/ 5237409 h 5631811"/>
              <a:gd name="connsiteX271" fmla="*/ 1 w 502574"/>
              <a:gd name="connsiteY271" fmla="*/ 5259808 h 5631811"/>
              <a:gd name="connsiteX272" fmla="*/ 1 w 502574"/>
              <a:gd name="connsiteY272" fmla="*/ 5295398 h 5631811"/>
              <a:gd name="connsiteX273" fmla="*/ 1 w 502574"/>
              <a:gd name="connsiteY273" fmla="*/ 5331011 h 5631811"/>
              <a:gd name="connsiteX274" fmla="*/ 1 w 502574"/>
              <a:gd name="connsiteY274" fmla="*/ 5426426 h 5631811"/>
              <a:gd name="connsiteX275" fmla="*/ 1 w 502574"/>
              <a:gd name="connsiteY275" fmla="*/ 5448826 h 5631811"/>
              <a:gd name="connsiteX276" fmla="*/ 1 w 502574"/>
              <a:gd name="connsiteY276" fmla="*/ 5460361 h 5631811"/>
              <a:gd name="connsiteX277" fmla="*/ 2 w 502574"/>
              <a:gd name="connsiteY277" fmla="*/ 5460361 h 5631811"/>
              <a:gd name="connsiteX278" fmla="*/ 2 w 502574"/>
              <a:gd name="connsiteY278" fmla="*/ 5466848 h 5631811"/>
              <a:gd name="connsiteX279" fmla="*/ 2 w 502574"/>
              <a:gd name="connsiteY279" fmla="*/ 5502461 h 5631811"/>
              <a:gd name="connsiteX280" fmla="*/ 2 w 502574"/>
              <a:gd name="connsiteY280" fmla="*/ 5597876 h 5631811"/>
              <a:gd name="connsiteX281" fmla="*/ 2 w 502574"/>
              <a:gd name="connsiteY281" fmla="*/ 5620276 h 5631811"/>
              <a:gd name="connsiteX282" fmla="*/ 2 w 502574"/>
              <a:gd name="connsiteY282" fmla="*/ 5631811 h 563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Lst>
            <a:rect l="l" t="t" r="r" b="b"/>
            <a:pathLst>
              <a:path w="502574" h="5631811">
                <a:moveTo>
                  <a:pt x="502574" y="5494829"/>
                </a:moveTo>
                <a:lnTo>
                  <a:pt x="502574" y="5483294"/>
                </a:lnTo>
                <a:lnTo>
                  <a:pt x="502574" y="5466848"/>
                </a:lnTo>
                <a:lnTo>
                  <a:pt x="502574" y="5460894"/>
                </a:lnTo>
                <a:lnTo>
                  <a:pt x="502574" y="5431258"/>
                </a:lnTo>
                <a:lnTo>
                  <a:pt x="502574" y="5408858"/>
                </a:lnTo>
                <a:lnTo>
                  <a:pt x="502574" y="5395647"/>
                </a:lnTo>
                <a:lnTo>
                  <a:pt x="502574" y="5373246"/>
                </a:lnTo>
                <a:lnTo>
                  <a:pt x="502573" y="5136994"/>
                </a:lnTo>
                <a:lnTo>
                  <a:pt x="502573" y="5114595"/>
                </a:lnTo>
                <a:lnTo>
                  <a:pt x="502573" y="5101383"/>
                </a:lnTo>
                <a:lnTo>
                  <a:pt x="502573" y="5078982"/>
                </a:lnTo>
                <a:lnTo>
                  <a:pt x="502573" y="5049347"/>
                </a:lnTo>
                <a:lnTo>
                  <a:pt x="502573" y="5043393"/>
                </a:lnTo>
                <a:lnTo>
                  <a:pt x="502573" y="5026946"/>
                </a:lnTo>
                <a:lnTo>
                  <a:pt x="502573" y="5013735"/>
                </a:lnTo>
                <a:lnTo>
                  <a:pt x="502573" y="5013008"/>
                </a:lnTo>
                <a:lnTo>
                  <a:pt x="502574" y="5013008"/>
                </a:lnTo>
                <a:lnTo>
                  <a:pt x="502574" y="4995135"/>
                </a:lnTo>
                <a:lnTo>
                  <a:pt x="502574" y="4972734"/>
                </a:lnTo>
                <a:lnTo>
                  <a:pt x="502574" y="4959522"/>
                </a:lnTo>
                <a:lnTo>
                  <a:pt x="502574" y="4937123"/>
                </a:lnTo>
                <a:lnTo>
                  <a:pt x="502574" y="4901533"/>
                </a:lnTo>
                <a:lnTo>
                  <a:pt x="502574" y="4865921"/>
                </a:lnTo>
                <a:lnTo>
                  <a:pt x="502574" y="4746412"/>
                </a:lnTo>
                <a:lnTo>
                  <a:pt x="502574" y="4724013"/>
                </a:lnTo>
                <a:lnTo>
                  <a:pt x="502574" y="4710799"/>
                </a:lnTo>
                <a:lnTo>
                  <a:pt x="502574" y="4688400"/>
                </a:lnTo>
                <a:lnTo>
                  <a:pt x="502574" y="4652811"/>
                </a:lnTo>
                <a:lnTo>
                  <a:pt x="502574" y="4630412"/>
                </a:lnTo>
                <a:lnTo>
                  <a:pt x="502574" y="4617198"/>
                </a:lnTo>
                <a:lnTo>
                  <a:pt x="502574" y="4594799"/>
                </a:lnTo>
                <a:lnTo>
                  <a:pt x="502574" y="4190108"/>
                </a:lnTo>
                <a:lnTo>
                  <a:pt x="502574" y="4167708"/>
                </a:lnTo>
                <a:lnTo>
                  <a:pt x="502574" y="4154496"/>
                </a:lnTo>
                <a:lnTo>
                  <a:pt x="502574" y="4132096"/>
                </a:lnTo>
                <a:lnTo>
                  <a:pt x="502574" y="4096506"/>
                </a:lnTo>
                <a:lnTo>
                  <a:pt x="502574" y="4080061"/>
                </a:lnTo>
                <a:lnTo>
                  <a:pt x="502574" y="4074105"/>
                </a:lnTo>
                <a:lnTo>
                  <a:pt x="502574" y="4060894"/>
                </a:lnTo>
                <a:lnTo>
                  <a:pt x="502574" y="4044448"/>
                </a:lnTo>
                <a:lnTo>
                  <a:pt x="502574" y="4038494"/>
                </a:lnTo>
                <a:lnTo>
                  <a:pt x="502574" y="4008858"/>
                </a:lnTo>
                <a:lnTo>
                  <a:pt x="502574" y="3986458"/>
                </a:lnTo>
                <a:lnTo>
                  <a:pt x="502574" y="3973247"/>
                </a:lnTo>
                <a:lnTo>
                  <a:pt x="502574" y="3950846"/>
                </a:lnTo>
                <a:lnTo>
                  <a:pt x="502573" y="3714593"/>
                </a:lnTo>
                <a:lnTo>
                  <a:pt x="502573" y="3692195"/>
                </a:lnTo>
                <a:lnTo>
                  <a:pt x="502573" y="3678982"/>
                </a:lnTo>
                <a:lnTo>
                  <a:pt x="502573" y="3656581"/>
                </a:lnTo>
                <a:lnTo>
                  <a:pt x="502573" y="3626946"/>
                </a:lnTo>
                <a:lnTo>
                  <a:pt x="502573" y="3620993"/>
                </a:lnTo>
                <a:lnTo>
                  <a:pt x="502573" y="3604546"/>
                </a:lnTo>
                <a:lnTo>
                  <a:pt x="502573" y="3591335"/>
                </a:lnTo>
                <a:lnTo>
                  <a:pt x="502573" y="3585382"/>
                </a:lnTo>
                <a:lnTo>
                  <a:pt x="502573" y="3568934"/>
                </a:lnTo>
                <a:lnTo>
                  <a:pt x="502573" y="3533346"/>
                </a:lnTo>
                <a:lnTo>
                  <a:pt x="502573" y="3510945"/>
                </a:lnTo>
                <a:lnTo>
                  <a:pt x="502573" y="3497732"/>
                </a:lnTo>
                <a:lnTo>
                  <a:pt x="502573" y="3475333"/>
                </a:lnTo>
                <a:lnTo>
                  <a:pt x="502573" y="3070642"/>
                </a:lnTo>
                <a:lnTo>
                  <a:pt x="502573" y="3048242"/>
                </a:lnTo>
                <a:lnTo>
                  <a:pt x="502573" y="3035032"/>
                </a:lnTo>
                <a:lnTo>
                  <a:pt x="502573" y="3012630"/>
                </a:lnTo>
                <a:lnTo>
                  <a:pt x="502573" y="2977042"/>
                </a:lnTo>
                <a:lnTo>
                  <a:pt x="502573" y="2954642"/>
                </a:lnTo>
                <a:lnTo>
                  <a:pt x="502573" y="2941428"/>
                </a:lnTo>
                <a:lnTo>
                  <a:pt x="502573" y="2919028"/>
                </a:lnTo>
                <a:lnTo>
                  <a:pt x="502573" y="2718542"/>
                </a:lnTo>
                <a:lnTo>
                  <a:pt x="502573" y="2700668"/>
                </a:lnTo>
                <a:lnTo>
                  <a:pt x="502573" y="2678268"/>
                </a:lnTo>
                <a:lnTo>
                  <a:pt x="502573" y="2665056"/>
                </a:lnTo>
                <a:lnTo>
                  <a:pt x="502573" y="2642656"/>
                </a:lnTo>
                <a:lnTo>
                  <a:pt x="502573" y="2607066"/>
                </a:lnTo>
                <a:lnTo>
                  <a:pt x="502573" y="2595130"/>
                </a:lnTo>
                <a:lnTo>
                  <a:pt x="502573" y="2572730"/>
                </a:lnTo>
                <a:lnTo>
                  <a:pt x="502573" y="2571454"/>
                </a:lnTo>
                <a:lnTo>
                  <a:pt x="502573" y="2559518"/>
                </a:lnTo>
                <a:lnTo>
                  <a:pt x="502573" y="2537118"/>
                </a:lnTo>
                <a:lnTo>
                  <a:pt x="502573" y="2501528"/>
                </a:lnTo>
                <a:lnTo>
                  <a:pt x="502573" y="2465918"/>
                </a:lnTo>
                <a:lnTo>
                  <a:pt x="502573" y="2451946"/>
                </a:lnTo>
                <a:lnTo>
                  <a:pt x="502573" y="2429546"/>
                </a:lnTo>
                <a:lnTo>
                  <a:pt x="502573" y="2416332"/>
                </a:lnTo>
                <a:lnTo>
                  <a:pt x="502573" y="2393934"/>
                </a:lnTo>
                <a:lnTo>
                  <a:pt x="502573" y="2358344"/>
                </a:lnTo>
                <a:lnTo>
                  <a:pt x="502573" y="2335944"/>
                </a:lnTo>
                <a:lnTo>
                  <a:pt x="502573" y="2322732"/>
                </a:lnTo>
                <a:lnTo>
                  <a:pt x="502573" y="2300332"/>
                </a:lnTo>
                <a:lnTo>
                  <a:pt x="502573" y="1895642"/>
                </a:lnTo>
                <a:lnTo>
                  <a:pt x="502573" y="1873242"/>
                </a:lnTo>
                <a:lnTo>
                  <a:pt x="502573" y="1860030"/>
                </a:lnTo>
                <a:lnTo>
                  <a:pt x="502573" y="1837630"/>
                </a:lnTo>
                <a:lnTo>
                  <a:pt x="502573" y="1802040"/>
                </a:lnTo>
                <a:lnTo>
                  <a:pt x="502573" y="1785594"/>
                </a:lnTo>
                <a:lnTo>
                  <a:pt x="502573" y="1779640"/>
                </a:lnTo>
                <a:lnTo>
                  <a:pt x="502573" y="1766428"/>
                </a:lnTo>
                <a:lnTo>
                  <a:pt x="502573" y="1749982"/>
                </a:lnTo>
                <a:lnTo>
                  <a:pt x="502573" y="1744028"/>
                </a:lnTo>
                <a:lnTo>
                  <a:pt x="502573" y="1714392"/>
                </a:lnTo>
                <a:lnTo>
                  <a:pt x="502573" y="1691992"/>
                </a:lnTo>
                <a:lnTo>
                  <a:pt x="502573" y="1678782"/>
                </a:lnTo>
                <a:lnTo>
                  <a:pt x="502573" y="1656380"/>
                </a:lnTo>
                <a:lnTo>
                  <a:pt x="502572" y="1420128"/>
                </a:lnTo>
                <a:lnTo>
                  <a:pt x="502572" y="1397730"/>
                </a:lnTo>
                <a:lnTo>
                  <a:pt x="502572" y="1384516"/>
                </a:lnTo>
                <a:lnTo>
                  <a:pt x="502572" y="1362116"/>
                </a:lnTo>
                <a:lnTo>
                  <a:pt x="502572" y="1332480"/>
                </a:lnTo>
                <a:lnTo>
                  <a:pt x="502572" y="1326526"/>
                </a:lnTo>
                <a:lnTo>
                  <a:pt x="502572" y="1310080"/>
                </a:lnTo>
                <a:lnTo>
                  <a:pt x="502572" y="1296870"/>
                </a:lnTo>
                <a:lnTo>
                  <a:pt x="502572" y="1290916"/>
                </a:lnTo>
                <a:lnTo>
                  <a:pt x="502572" y="1274468"/>
                </a:lnTo>
                <a:lnTo>
                  <a:pt x="502572" y="1238880"/>
                </a:lnTo>
                <a:lnTo>
                  <a:pt x="502572" y="1216478"/>
                </a:lnTo>
                <a:lnTo>
                  <a:pt x="502572" y="1203266"/>
                </a:lnTo>
                <a:lnTo>
                  <a:pt x="502572" y="1180868"/>
                </a:lnTo>
                <a:lnTo>
                  <a:pt x="502572" y="776176"/>
                </a:lnTo>
                <a:lnTo>
                  <a:pt x="502572" y="753774"/>
                </a:lnTo>
                <a:lnTo>
                  <a:pt x="502572" y="740564"/>
                </a:lnTo>
                <a:lnTo>
                  <a:pt x="502572" y="718164"/>
                </a:lnTo>
                <a:lnTo>
                  <a:pt x="502572" y="682576"/>
                </a:lnTo>
                <a:lnTo>
                  <a:pt x="502572" y="660176"/>
                </a:lnTo>
                <a:lnTo>
                  <a:pt x="502572" y="646962"/>
                </a:lnTo>
                <a:lnTo>
                  <a:pt x="502572" y="624560"/>
                </a:lnTo>
                <a:lnTo>
                  <a:pt x="502572" y="300662"/>
                </a:lnTo>
                <a:lnTo>
                  <a:pt x="502572" y="278264"/>
                </a:lnTo>
                <a:lnTo>
                  <a:pt x="502572" y="265052"/>
                </a:lnTo>
                <a:lnTo>
                  <a:pt x="502572" y="242650"/>
                </a:lnTo>
                <a:lnTo>
                  <a:pt x="502572" y="207062"/>
                </a:lnTo>
                <a:lnTo>
                  <a:pt x="502572" y="171450"/>
                </a:lnTo>
                <a:lnTo>
                  <a:pt x="502571" y="171450"/>
                </a:lnTo>
                <a:lnTo>
                  <a:pt x="502571" y="129212"/>
                </a:lnTo>
                <a:lnTo>
                  <a:pt x="502571" y="106814"/>
                </a:lnTo>
                <a:lnTo>
                  <a:pt x="502571" y="93602"/>
                </a:lnTo>
                <a:lnTo>
                  <a:pt x="502571" y="71200"/>
                </a:lnTo>
                <a:lnTo>
                  <a:pt x="502571" y="35612"/>
                </a:lnTo>
                <a:lnTo>
                  <a:pt x="502571" y="0"/>
                </a:lnTo>
                <a:lnTo>
                  <a:pt x="0" y="136982"/>
                </a:lnTo>
                <a:lnTo>
                  <a:pt x="0" y="172594"/>
                </a:lnTo>
                <a:lnTo>
                  <a:pt x="0" y="208184"/>
                </a:lnTo>
                <a:lnTo>
                  <a:pt x="0" y="230582"/>
                </a:lnTo>
                <a:lnTo>
                  <a:pt x="0" y="243796"/>
                </a:lnTo>
                <a:lnTo>
                  <a:pt x="0" y="266196"/>
                </a:lnTo>
                <a:lnTo>
                  <a:pt x="0" y="590096"/>
                </a:lnTo>
                <a:lnTo>
                  <a:pt x="0" y="612496"/>
                </a:lnTo>
                <a:lnTo>
                  <a:pt x="0" y="625706"/>
                </a:lnTo>
                <a:lnTo>
                  <a:pt x="0" y="648106"/>
                </a:lnTo>
                <a:lnTo>
                  <a:pt x="0" y="683696"/>
                </a:lnTo>
                <a:lnTo>
                  <a:pt x="0" y="706096"/>
                </a:lnTo>
                <a:lnTo>
                  <a:pt x="0" y="719308"/>
                </a:lnTo>
                <a:lnTo>
                  <a:pt x="0" y="741708"/>
                </a:lnTo>
                <a:lnTo>
                  <a:pt x="0" y="1009418"/>
                </a:lnTo>
                <a:lnTo>
                  <a:pt x="0" y="1031816"/>
                </a:lnTo>
                <a:lnTo>
                  <a:pt x="0" y="1045028"/>
                </a:lnTo>
                <a:lnTo>
                  <a:pt x="0" y="1067430"/>
                </a:lnTo>
                <a:lnTo>
                  <a:pt x="0" y="1103018"/>
                </a:lnTo>
                <a:lnTo>
                  <a:pt x="0" y="1125420"/>
                </a:lnTo>
                <a:lnTo>
                  <a:pt x="0" y="1138630"/>
                </a:lnTo>
                <a:lnTo>
                  <a:pt x="0" y="1161030"/>
                </a:lnTo>
                <a:lnTo>
                  <a:pt x="0" y="1256448"/>
                </a:lnTo>
                <a:lnTo>
                  <a:pt x="0" y="1292058"/>
                </a:lnTo>
                <a:lnTo>
                  <a:pt x="0" y="1327650"/>
                </a:lnTo>
                <a:lnTo>
                  <a:pt x="0" y="1350048"/>
                </a:lnTo>
                <a:lnTo>
                  <a:pt x="0" y="1363260"/>
                </a:lnTo>
                <a:lnTo>
                  <a:pt x="0" y="1385662"/>
                </a:lnTo>
                <a:lnTo>
                  <a:pt x="0" y="1484930"/>
                </a:lnTo>
                <a:lnTo>
                  <a:pt x="0" y="1507332"/>
                </a:lnTo>
                <a:lnTo>
                  <a:pt x="0" y="1520542"/>
                </a:lnTo>
                <a:lnTo>
                  <a:pt x="0" y="1542942"/>
                </a:lnTo>
                <a:lnTo>
                  <a:pt x="0" y="1578532"/>
                </a:lnTo>
                <a:lnTo>
                  <a:pt x="0" y="1614144"/>
                </a:lnTo>
                <a:lnTo>
                  <a:pt x="0" y="1709560"/>
                </a:lnTo>
                <a:lnTo>
                  <a:pt x="0" y="1731960"/>
                </a:lnTo>
                <a:lnTo>
                  <a:pt x="0" y="1745172"/>
                </a:lnTo>
                <a:lnTo>
                  <a:pt x="0" y="1767574"/>
                </a:lnTo>
                <a:lnTo>
                  <a:pt x="0" y="1803162"/>
                </a:lnTo>
                <a:lnTo>
                  <a:pt x="0" y="1825562"/>
                </a:lnTo>
                <a:lnTo>
                  <a:pt x="0" y="1838774"/>
                </a:lnTo>
                <a:lnTo>
                  <a:pt x="0" y="1861174"/>
                </a:lnTo>
                <a:lnTo>
                  <a:pt x="0" y="2128882"/>
                </a:lnTo>
                <a:lnTo>
                  <a:pt x="0" y="2151282"/>
                </a:lnTo>
                <a:lnTo>
                  <a:pt x="0" y="2164494"/>
                </a:lnTo>
                <a:lnTo>
                  <a:pt x="0" y="2186894"/>
                </a:lnTo>
                <a:lnTo>
                  <a:pt x="0" y="2222484"/>
                </a:lnTo>
                <a:lnTo>
                  <a:pt x="0" y="2244882"/>
                </a:lnTo>
                <a:lnTo>
                  <a:pt x="0" y="2258096"/>
                </a:lnTo>
                <a:lnTo>
                  <a:pt x="0" y="2280496"/>
                </a:lnTo>
                <a:lnTo>
                  <a:pt x="0" y="2536986"/>
                </a:lnTo>
                <a:lnTo>
                  <a:pt x="0" y="2547092"/>
                </a:lnTo>
                <a:lnTo>
                  <a:pt x="1" y="2547092"/>
                </a:lnTo>
                <a:lnTo>
                  <a:pt x="1" y="2560664"/>
                </a:lnTo>
                <a:lnTo>
                  <a:pt x="1" y="2708436"/>
                </a:lnTo>
                <a:lnTo>
                  <a:pt x="1" y="2718542"/>
                </a:lnTo>
                <a:lnTo>
                  <a:pt x="1" y="2884562"/>
                </a:lnTo>
                <a:lnTo>
                  <a:pt x="1" y="2906962"/>
                </a:lnTo>
                <a:lnTo>
                  <a:pt x="1" y="2920174"/>
                </a:lnTo>
                <a:lnTo>
                  <a:pt x="1" y="2942574"/>
                </a:lnTo>
                <a:lnTo>
                  <a:pt x="1" y="2978162"/>
                </a:lnTo>
                <a:lnTo>
                  <a:pt x="1" y="3000562"/>
                </a:lnTo>
                <a:lnTo>
                  <a:pt x="1" y="3013776"/>
                </a:lnTo>
                <a:lnTo>
                  <a:pt x="1" y="3036174"/>
                </a:lnTo>
                <a:lnTo>
                  <a:pt x="1" y="3303883"/>
                </a:lnTo>
                <a:lnTo>
                  <a:pt x="1" y="3326282"/>
                </a:lnTo>
                <a:lnTo>
                  <a:pt x="1" y="3339495"/>
                </a:lnTo>
                <a:lnTo>
                  <a:pt x="1" y="3361896"/>
                </a:lnTo>
                <a:lnTo>
                  <a:pt x="1" y="3397484"/>
                </a:lnTo>
                <a:lnTo>
                  <a:pt x="1" y="3419885"/>
                </a:lnTo>
                <a:lnTo>
                  <a:pt x="1" y="3433096"/>
                </a:lnTo>
                <a:lnTo>
                  <a:pt x="1" y="3455496"/>
                </a:lnTo>
                <a:lnTo>
                  <a:pt x="1" y="3550913"/>
                </a:lnTo>
                <a:lnTo>
                  <a:pt x="1" y="3586524"/>
                </a:lnTo>
                <a:lnTo>
                  <a:pt x="1" y="3622115"/>
                </a:lnTo>
                <a:lnTo>
                  <a:pt x="1" y="3644514"/>
                </a:lnTo>
                <a:lnTo>
                  <a:pt x="1" y="3657727"/>
                </a:lnTo>
                <a:lnTo>
                  <a:pt x="1" y="3680127"/>
                </a:lnTo>
                <a:lnTo>
                  <a:pt x="1" y="3779396"/>
                </a:lnTo>
                <a:lnTo>
                  <a:pt x="1" y="3801797"/>
                </a:lnTo>
                <a:lnTo>
                  <a:pt x="1" y="3815009"/>
                </a:lnTo>
                <a:lnTo>
                  <a:pt x="1" y="3837408"/>
                </a:lnTo>
                <a:lnTo>
                  <a:pt x="1" y="3853848"/>
                </a:lnTo>
                <a:lnTo>
                  <a:pt x="1" y="3872998"/>
                </a:lnTo>
                <a:lnTo>
                  <a:pt x="1" y="3889459"/>
                </a:lnTo>
                <a:lnTo>
                  <a:pt x="1" y="3908611"/>
                </a:lnTo>
                <a:lnTo>
                  <a:pt x="1" y="3925051"/>
                </a:lnTo>
                <a:lnTo>
                  <a:pt x="1" y="3947449"/>
                </a:lnTo>
                <a:lnTo>
                  <a:pt x="1" y="3960662"/>
                </a:lnTo>
                <a:lnTo>
                  <a:pt x="1" y="3983063"/>
                </a:lnTo>
                <a:lnTo>
                  <a:pt x="1" y="4004025"/>
                </a:lnTo>
                <a:lnTo>
                  <a:pt x="1" y="4026426"/>
                </a:lnTo>
                <a:lnTo>
                  <a:pt x="1" y="4039638"/>
                </a:lnTo>
                <a:lnTo>
                  <a:pt x="1" y="4062039"/>
                </a:lnTo>
                <a:lnTo>
                  <a:pt x="1" y="4097628"/>
                </a:lnTo>
                <a:lnTo>
                  <a:pt x="1" y="4120029"/>
                </a:lnTo>
                <a:lnTo>
                  <a:pt x="1" y="4133240"/>
                </a:lnTo>
                <a:lnTo>
                  <a:pt x="1" y="4155640"/>
                </a:lnTo>
                <a:lnTo>
                  <a:pt x="1" y="4306961"/>
                </a:lnTo>
                <a:lnTo>
                  <a:pt x="1" y="4329362"/>
                </a:lnTo>
                <a:lnTo>
                  <a:pt x="1" y="4342573"/>
                </a:lnTo>
                <a:lnTo>
                  <a:pt x="1" y="4364973"/>
                </a:lnTo>
                <a:lnTo>
                  <a:pt x="1" y="4400561"/>
                </a:lnTo>
                <a:lnTo>
                  <a:pt x="1" y="4422962"/>
                </a:lnTo>
                <a:lnTo>
                  <a:pt x="1" y="4423349"/>
                </a:lnTo>
                <a:lnTo>
                  <a:pt x="1" y="4436175"/>
                </a:lnTo>
                <a:lnTo>
                  <a:pt x="1" y="4445748"/>
                </a:lnTo>
                <a:lnTo>
                  <a:pt x="1" y="4458573"/>
                </a:lnTo>
                <a:lnTo>
                  <a:pt x="1" y="4458962"/>
                </a:lnTo>
                <a:lnTo>
                  <a:pt x="1" y="4481361"/>
                </a:lnTo>
                <a:lnTo>
                  <a:pt x="1" y="4516950"/>
                </a:lnTo>
                <a:lnTo>
                  <a:pt x="1" y="4539349"/>
                </a:lnTo>
                <a:lnTo>
                  <a:pt x="1" y="4552563"/>
                </a:lnTo>
                <a:lnTo>
                  <a:pt x="1" y="4574962"/>
                </a:lnTo>
                <a:lnTo>
                  <a:pt x="1" y="4726284"/>
                </a:lnTo>
                <a:lnTo>
                  <a:pt x="1" y="4748682"/>
                </a:lnTo>
                <a:lnTo>
                  <a:pt x="1" y="4761895"/>
                </a:lnTo>
                <a:lnTo>
                  <a:pt x="1" y="4784296"/>
                </a:lnTo>
                <a:lnTo>
                  <a:pt x="1" y="4819885"/>
                </a:lnTo>
                <a:lnTo>
                  <a:pt x="1" y="4831453"/>
                </a:lnTo>
                <a:lnTo>
                  <a:pt x="1" y="4841558"/>
                </a:lnTo>
                <a:lnTo>
                  <a:pt x="1" y="4842285"/>
                </a:lnTo>
                <a:lnTo>
                  <a:pt x="1" y="4855496"/>
                </a:lnTo>
                <a:lnTo>
                  <a:pt x="1" y="4877897"/>
                </a:lnTo>
                <a:lnTo>
                  <a:pt x="1" y="4973313"/>
                </a:lnTo>
                <a:lnTo>
                  <a:pt x="1" y="5008924"/>
                </a:lnTo>
                <a:lnTo>
                  <a:pt x="1" y="5044516"/>
                </a:lnTo>
                <a:lnTo>
                  <a:pt x="1" y="5066914"/>
                </a:lnTo>
                <a:lnTo>
                  <a:pt x="1" y="5080127"/>
                </a:lnTo>
                <a:lnTo>
                  <a:pt x="1" y="5102528"/>
                </a:lnTo>
                <a:lnTo>
                  <a:pt x="1" y="5201796"/>
                </a:lnTo>
                <a:lnTo>
                  <a:pt x="1" y="5224197"/>
                </a:lnTo>
                <a:lnTo>
                  <a:pt x="1" y="5237409"/>
                </a:lnTo>
                <a:lnTo>
                  <a:pt x="1" y="5259808"/>
                </a:lnTo>
                <a:lnTo>
                  <a:pt x="1" y="5295398"/>
                </a:lnTo>
                <a:lnTo>
                  <a:pt x="1" y="5331011"/>
                </a:lnTo>
                <a:lnTo>
                  <a:pt x="1" y="5426426"/>
                </a:lnTo>
                <a:lnTo>
                  <a:pt x="1" y="5448826"/>
                </a:lnTo>
                <a:lnTo>
                  <a:pt x="1" y="5460361"/>
                </a:lnTo>
                <a:lnTo>
                  <a:pt x="2" y="5460361"/>
                </a:lnTo>
                <a:lnTo>
                  <a:pt x="2" y="5466848"/>
                </a:lnTo>
                <a:lnTo>
                  <a:pt x="2" y="5502461"/>
                </a:lnTo>
                <a:lnTo>
                  <a:pt x="2" y="5597876"/>
                </a:lnTo>
                <a:lnTo>
                  <a:pt x="2" y="5620276"/>
                </a:lnTo>
                <a:lnTo>
                  <a:pt x="2" y="563181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54" name="Rectangle 37"/>
          <p:cNvSpPr>
            <a:spLocks noChangeArrowheads="1"/>
          </p:cNvSpPr>
          <p:nvPr/>
        </p:nvSpPr>
        <p:spPr bwMode="auto">
          <a:xfrm>
            <a:off x="6240016" y="5119221"/>
            <a:ext cx="4389092" cy="298450"/>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4F062A"/>
                </a:solidFill>
              </a:rPr>
              <a:t>Aspectos metodológicos</a:t>
            </a:r>
          </a:p>
        </p:txBody>
      </p:sp>
      <p:sp>
        <p:nvSpPr>
          <p:cNvPr id="55" name="Rectangle 40"/>
          <p:cNvSpPr>
            <a:spLocks noChangeArrowheads="1"/>
          </p:cNvSpPr>
          <p:nvPr/>
        </p:nvSpPr>
        <p:spPr bwMode="auto">
          <a:xfrm>
            <a:off x="6240017" y="5544084"/>
            <a:ext cx="5306106" cy="561388"/>
          </a:xfrm>
          <a:prstGeom prst="rect">
            <a:avLst/>
          </a:prstGeom>
          <a:noFill/>
          <a:ln w="12700">
            <a:noFill/>
            <a:miter lim="800000"/>
          </a:ln>
          <a:effectLst/>
        </p:spPr>
        <p:txBody>
          <a:bodyPr lIns="92075" tIns="108000" rIns="92075" bIns="46038"/>
          <a:lstStyle/>
          <a:p>
            <a:pPr marL="177800" indent="-177800">
              <a:spcBef>
                <a:spcPts val="200"/>
              </a:spcBef>
              <a:spcAft>
                <a:spcPts val="200"/>
              </a:spcAft>
              <a:buFont typeface="Wingdings" panose="05000000000000000000" pitchFamily="2" charset="2"/>
              <a:buChar char="§"/>
              <a:tabLst>
                <a:tab pos="5715000" algn="l"/>
              </a:tabLst>
              <a:defRPr b="0" i="0"/>
            </a:pPr>
            <a:r>
              <a:rPr lang="es-ES" sz="1100" b="1">
                <a:cs typeface="Times New Roman" pitchFamily="18" charset="0"/>
              </a:rPr>
              <a:t>Realización de Organigrama y listas de distribución con todos los interesados del proyecto </a:t>
            </a:r>
            <a:r>
              <a:rPr lang="es-ES" sz="1100">
                <a:cs typeface="Times New Roman" pitchFamily="18" charset="0"/>
              </a:rPr>
              <a:t>detectando sus necesidades de información</a:t>
            </a:r>
            <a:endParaRPr lang="x-none" sz="1100">
              <a:cs typeface="Times New Roman" pitchFamily="18" charset="0"/>
            </a:endParaRPr>
          </a:p>
        </p:txBody>
      </p:sp>
      <p:pic>
        <p:nvPicPr>
          <p:cNvPr id="56" name="Imagen 55"/>
          <p:cNvPicPr>
            <a:picLocks noChangeAspect="1"/>
          </p:cNvPicPr>
          <p:nvPr/>
        </p:nvPicPr>
        <p:blipFill>
          <a:blip r:embed="rId7">
            <a:lum bright="100000"/>
          </a:blip>
          <a:stretch>
            <a:fillRect/>
          </a:stretch>
        </p:blipFill>
        <p:spPr>
          <a:xfrm>
            <a:off x="1521500" y="1743534"/>
            <a:ext cx="488118" cy="472468"/>
          </a:xfrm>
          <a:prstGeom prst="rect">
            <a:avLst/>
          </a:prstGeom>
        </p:spPr>
      </p:pic>
      <p:pic>
        <p:nvPicPr>
          <p:cNvPr id="57" name="Imagen 56"/>
          <p:cNvPicPr>
            <a:picLocks noChangeAspect="1"/>
          </p:cNvPicPr>
          <p:nvPr/>
        </p:nvPicPr>
        <p:blipFill>
          <a:blip r:embed="rId8"/>
          <a:stretch>
            <a:fillRect/>
          </a:stretch>
        </p:blipFill>
        <p:spPr>
          <a:xfrm>
            <a:off x="8906865" y="5039567"/>
            <a:ext cx="463597" cy="457759"/>
          </a:xfrm>
          <a:prstGeom prst="rect">
            <a:avLst/>
          </a:prstGeom>
        </p:spPr>
      </p:pic>
      <p:pic>
        <p:nvPicPr>
          <p:cNvPr id="58" name="Imagen 57"/>
          <p:cNvPicPr>
            <a:picLocks noChangeAspect="1"/>
          </p:cNvPicPr>
          <p:nvPr/>
        </p:nvPicPr>
        <p:blipFill>
          <a:blip r:embed="rId9"/>
          <a:stretch>
            <a:fillRect/>
          </a:stretch>
        </p:blipFill>
        <p:spPr>
          <a:xfrm>
            <a:off x="2485399" y="2457860"/>
            <a:ext cx="394971" cy="389016"/>
          </a:xfrm>
          <a:prstGeom prst="rect">
            <a:avLst/>
          </a:prstGeom>
        </p:spPr>
      </p:pic>
      <p:pic>
        <p:nvPicPr>
          <p:cNvPr id="59" name="Imagen 58"/>
          <p:cNvPicPr>
            <a:picLocks noChangeAspect="1"/>
          </p:cNvPicPr>
          <p:nvPr/>
        </p:nvPicPr>
        <p:blipFill>
          <a:blip r:embed="rId10"/>
          <a:stretch>
            <a:fillRect/>
          </a:stretch>
        </p:blipFill>
        <p:spPr>
          <a:xfrm>
            <a:off x="8756369" y="2557774"/>
            <a:ext cx="448307" cy="221640"/>
          </a:xfrm>
          <a:prstGeom prst="rect">
            <a:avLst/>
          </a:prstGeom>
        </p:spPr>
      </p:pic>
      <p:pic>
        <p:nvPicPr>
          <p:cNvPr id="9" name="Imagen 8"/>
          <p:cNvPicPr>
            <a:picLocks noChangeAspect="1"/>
          </p:cNvPicPr>
          <p:nvPr/>
        </p:nvPicPr>
        <p:blipFill>
          <a:blip r:embed="rId11"/>
          <a:stretch>
            <a:fillRect/>
          </a:stretch>
        </p:blipFill>
        <p:spPr>
          <a:xfrm>
            <a:off x="6779752" y="3915763"/>
            <a:ext cx="1616936" cy="909527"/>
          </a:xfrm>
          <a:prstGeom prst="rect">
            <a:avLst/>
          </a:prstGeom>
          <a:solidFill>
            <a:schemeClr val="bg1"/>
          </a:solidFill>
          <a:ln>
            <a:noFill/>
          </a:ln>
          <a:effectLst>
            <a:outerShdw blurRad="50800" dist="38100" dir="2700000" algn="tl" rotWithShape="0">
              <a:prstClr val="black">
                <a:alpha val="40000"/>
              </a:prstClr>
            </a:outerShdw>
          </a:effectLst>
        </p:spPr>
      </p:pic>
      <p:pic>
        <p:nvPicPr>
          <p:cNvPr id="11" name="Imagen 10">
            <a:extLst>
              <a:ext uri="{FF2B5EF4-FFF2-40B4-BE49-F238E27FC236}">
                <a16:creationId xmlns:a16="http://schemas.microsoft.com/office/drawing/2014/main" id="{C319BF6E-65B0-ECBC-A7F6-689FD0080B48}"/>
              </a:ext>
            </a:extLst>
          </p:cNvPr>
          <p:cNvPicPr>
            <a:picLocks noChangeAspect="1"/>
          </p:cNvPicPr>
          <p:nvPr/>
        </p:nvPicPr>
        <p:blipFill>
          <a:blip r:embed="rId12"/>
          <a:srcRect t="7513" b="-1"/>
          <a:stretch>
            <a:fillRect/>
          </a:stretch>
        </p:blipFill>
        <p:spPr>
          <a:xfrm>
            <a:off x="7543012" y="347868"/>
            <a:ext cx="4300054" cy="429308"/>
          </a:xfrm>
          <a:prstGeom prst="rect">
            <a:avLst/>
          </a:prstGeom>
        </p:spPr>
      </p:pic>
      <p:sp>
        <p:nvSpPr>
          <p:cNvPr id="12" name="Paralelogramo 11">
            <a:extLst>
              <a:ext uri="{FF2B5EF4-FFF2-40B4-BE49-F238E27FC236}">
                <a16:creationId xmlns:a16="http://schemas.microsoft.com/office/drawing/2014/main" id="{E0B7595E-1022-2B3F-0859-24C2AE2015B2}"/>
              </a:ext>
            </a:extLst>
          </p:cNvPr>
          <p:cNvSpPr/>
          <p:nvPr/>
        </p:nvSpPr>
        <p:spPr>
          <a:xfrm>
            <a:off x="8406513" y="456398"/>
            <a:ext cx="3450128" cy="311975"/>
          </a:xfrm>
          <a:prstGeom prst="parallelogram">
            <a:avLst>
              <a:gd name="adj" fmla="val 0"/>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sz="1351">
              <a:solidFill>
                <a:srgbClr val="FFFFFF"/>
              </a:solidFill>
              <a:latin typeface="Soho Gothic Pro Light"/>
            </a:endParaRPr>
          </a:p>
        </p:txBody>
      </p:sp>
      <p:sp>
        <p:nvSpPr>
          <p:cNvPr id="13" name="Marcador de texto 12">
            <a:extLst>
              <a:ext uri="{FF2B5EF4-FFF2-40B4-BE49-F238E27FC236}">
                <a16:creationId xmlns:a16="http://schemas.microsoft.com/office/drawing/2014/main" id="{AA0003D0-43B7-F8DC-2E5B-EAC0DF21B851}"/>
              </a:ext>
            </a:extLst>
          </p:cNvPr>
          <p:cNvSpPr>
            <a:spLocks noGrp="1"/>
          </p:cNvSpPr>
          <p:nvPr>
            <p:ph type="body" sz="quarter" idx="16"/>
          </p:nvPr>
        </p:nvSpPr>
        <p:spPr>
          <a:xfrm>
            <a:off x="335360" y="323548"/>
            <a:ext cx="11521678" cy="159018"/>
          </a:xfrm>
        </p:spPr>
        <p:txBody>
          <a:bodyPr/>
          <a:lstStyle/>
          <a:p>
            <a:r>
              <a:rPr lang="es-ES"/>
              <a:t>02. </a:t>
            </a:r>
            <a:r>
              <a:rPr lang="es-MX"/>
              <a:t>Nuestro enfoque de trabajo PMO </a:t>
            </a:r>
            <a:endParaRPr lang="es-CO"/>
          </a:p>
        </p:txBody>
      </p:sp>
      <p:sp>
        <p:nvSpPr>
          <p:cNvPr id="15" name="Marcador de pie de página 2">
            <a:extLst>
              <a:ext uri="{FF2B5EF4-FFF2-40B4-BE49-F238E27FC236}">
                <a16:creationId xmlns:a16="http://schemas.microsoft.com/office/drawing/2014/main" id="{2EFFAF6F-59A1-0063-BC51-2A3F27D986C0}"/>
              </a:ext>
            </a:extLst>
          </p:cNvPr>
          <p:cNvSpPr>
            <a:spLocks noGrp="1"/>
          </p:cNvSpPr>
          <p:nvPr>
            <p:ph type="ftr" sz="quarter" idx="10"/>
          </p:nvPr>
        </p:nvSpPr>
        <p:spPr>
          <a:xfrm>
            <a:off x="335360" y="6401514"/>
            <a:ext cx="7250933" cy="123111"/>
          </a:xfrm>
        </p:spPr>
        <p:txBody>
          <a:bodyPr/>
          <a:lstStyle/>
          <a:p>
            <a:r>
              <a:rPr lang="fr-FR"/>
              <a:t>MINSAIT • SERVICIO DE PROGRAM MANAGEMENT OFFICE (PMO)</a:t>
            </a:r>
            <a:endParaRPr lang="es-ES"/>
          </a:p>
        </p:txBody>
      </p:sp>
    </p:spTree>
    <p:extLst>
      <p:ext uri="{BB962C8B-B14F-4D97-AF65-F5344CB8AC3E}">
        <p14:creationId xmlns:p14="http://schemas.microsoft.com/office/powerpoint/2010/main" val="3071107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5708CC2-AFEA-8F74-E121-0B69707830FB}"/>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85949430-FEF2-AE84-C57A-42104EC185C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85949430-FEF2-AE84-C57A-42104EC185C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B23D67B7-FCD1-96AC-924F-BEF2DB72C73A}"/>
              </a:ext>
            </a:extLst>
          </p:cNvPr>
          <p:cNvSpPr>
            <a:spLocks noGrp="1"/>
          </p:cNvSpPr>
          <p:nvPr>
            <p:ph type="title"/>
          </p:nvPr>
        </p:nvSpPr>
        <p:spPr>
          <a:xfrm>
            <a:off x="335360" y="548680"/>
            <a:ext cx="11521678" cy="873124"/>
          </a:xfrm>
        </p:spPr>
        <p:txBody>
          <a:bodyPr vert="horz"/>
          <a:lstStyle/>
          <a:p>
            <a:r>
              <a:rPr lang="es-ES" sz="2200"/>
              <a:t>Fase 1 – </a:t>
            </a:r>
            <a:r>
              <a:rPr lang="es-MX" sz="2200"/>
              <a:t>Preparación y puesta en marcha de la PMO</a:t>
            </a:r>
            <a:endParaRPr lang="es-ES" sz="2200">
              <a:latin typeface="+mn-lt"/>
            </a:endParaRPr>
          </a:p>
        </p:txBody>
      </p:sp>
      <p:sp>
        <p:nvSpPr>
          <p:cNvPr id="3" name="Marcador de texto 2">
            <a:extLst>
              <a:ext uri="{FF2B5EF4-FFF2-40B4-BE49-F238E27FC236}">
                <a16:creationId xmlns:a16="http://schemas.microsoft.com/office/drawing/2014/main" id="{94D4392C-2180-EBC9-0CB8-61D210F50828}"/>
              </a:ext>
            </a:extLst>
          </p:cNvPr>
          <p:cNvSpPr>
            <a:spLocks noGrp="1"/>
          </p:cNvSpPr>
          <p:nvPr>
            <p:ph type="body" sz="quarter" idx="16"/>
          </p:nvPr>
        </p:nvSpPr>
        <p:spPr>
          <a:xfrm>
            <a:off x="334963" y="323850"/>
            <a:ext cx="11522075" cy="159018"/>
          </a:xfrm>
        </p:spPr>
        <p:txBody>
          <a:bodyPr/>
          <a:lstStyle/>
          <a:p>
            <a:r>
              <a:rPr lang="es-ES"/>
              <a:t>02. </a:t>
            </a:r>
            <a:r>
              <a:rPr lang="es-MX"/>
              <a:t>Nuestro enfoque de trabajo PMO </a:t>
            </a:r>
            <a:endParaRPr lang="es-CO"/>
          </a:p>
        </p:txBody>
      </p:sp>
      <p:sp>
        <p:nvSpPr>
          <p:cNvPr id="4" name="Forma libre 37">
            <a:extLst>
              <a:ext uri="{FF2B5EF4-FFF2-40B4-BE49-F238E27FC236}">
                <a16:creationId xmlns:a16="http://schemas.microsoft.com/office/drawing/2014/main" id="{707A11E9-2268-F81E-3488-1949371BC9AE}"/>
              </a:ext>
            </a:extLst>
          </p:cNvPr>
          <p:cNvSpPr/>
          <p:nvPr/>
        </p:nvSpPr>
        <p:spPr>
          <a:xfrm rot="16200000" flipV="1">
            <a:off x="7382370" y="-2182425"/>
            <a:ext cx="582039" cy="8339352"/>
          </a:xfrm>
          <a:custGeom>
            <a:avLst/>
            <a:gdLst>
              <a:gd name="connsiteX0" fmla="*/ 582039 w 582039"/>
              <a:gd name="connsiteY0" fmla="*/ 9006210 h 9164851"/>
              <a:gd name="connsiteX1" fmla="*/ 582039 w 582039"/>
              <a:gd name="connsiteY1" fmla="*/ 8987721 h 9164851"/>
              <a:gd name="connsiteX2" fmla="*/ 582039 w 582039"/>
              <a:gd name="connsiteY2" fmla="*/ 8968675 h 9164851"/>
              <a:gd name="connsiteX3" fmla="*/ 582039 w 582039"/>
              <a:gd name="connsiteY3" fmla="*/ 8961778 h 9164851"/>
              <a:gd name="connsiteX4" fmla="*/ 582039 w 582039"/>
              <a:gd name="connsiteY4" fmla="*/ 8946478 h 9164851"/>
              <a:gd name="connsiteX5" fmla="*/ 582039 w 582039"/>
              <a:gd name="connsiteY5" fmla="*/ 8927431 h 9164851"/>
              <a:gd name="connsiteX6" fmla="*/ 582039 w 582039"/>
              <a:gd name="connsiteY6" fmla="*/ 8920536 h 9164851"/>
              <a:gd name="connsiteX7" fmla="*/ 582039 w 582039"/>
              <a:gd name="connsiteY7" fmla="*/ 8886214 h 9164851"/>
              <a:gd name="connsiteX8" fmla="*/ 582039 w 582039"/>
              <a:gd name="connsiteY8" fmla="*/ 8860272 h 9164851"/>
              <a:gd name="connsiteX9" fmla="*/ 582039 w 582039"/>
              <a:gd name="connsiteY9" fmla="*/ 8844972 h 9164851"/>
              <a:gd name="connsiteX10" fmla="*/ 582039 w 582039"/>
              <a:gd name="connsiteY10" fmla="*/ 8819029 h 9164851"/>
              <a:gd name="connsiteX11" fmla="*/ 582039 w 582039"/>
              <a:gd name="connsiteY11" fmla="*/ 8797673 h 9164851"/>
              <a:gd name="connsiteX12" fmla="*/ 582039 w 582039"/>
              <a:gd name="connsiteY12" fmla="*/ 8771731 h 9164851"/>
              <a:gd name="connsiteX13" fmla="*/ 582039 w 582039"/>
              <a:gd name="connsiteY13" fmla="*/ 8756430 h 9164851"/>
              <a:gd name="connsiteX14" fmla="*/ 582039 w 582039"/>
              <a:gd name="connsiteY14" fmla="*/ 8730488 h 9164851"/>
              <a:gd name="connsiteX15" fmla="*/ 582039 w 582039"/>
              <a:gd name="connsiteY15" fmla="*/ 8689271 h 9164851"/>
              <a:gd name="connsiteX16" fmla="*/ 582039 w 582039"/>
              <a:gd name="connsiteY16" fmla="*/ 8670225 h 9164851"/>
              <a:gd name="connsiteX17" fmla="*/ 582039 w 582039"/>
              <a:gd name="connsiteY17" fmla="*/ 8663328 h 9164851"/>
              <a:gd name="connsiteX18" fmla="*/ 582039 w 582039"/>
              <a:gd name="connsiteY18" fmla="*/ 8648028 h 9164851"/>
              <a:gd name="connsiteX19" fmla="*/ 582039 w 582039"/>
              <a:gd name="connsiteY19" fmla="*/ 8628981 h 9164851"/>
              <a:gd name="connsiteX20" fmla="*/ 582039 w 582039"/>
              <a:gd name="connsiteY20" fmla="*/ 8622086 h 9164851"/>
              <a:gd name="connsiteX21" fmla="*/ 582039 w 582039"/>
              <a:gd name="connsiteY21" fmla="*/ 8587764 h 9164851"/>
              <a:gd name="connsiteX22" fmla="*/ 582039 w 582039"/>
              <a:gd name="connsiteY22" fmla="*/ 8561822 h 9164851"/>
              <a:gd name="connsiteX23" fmla="*/ 582039 w 582039"/>
              <a:gd name="connsiteY23" fmla="*/ 8546522 h 9164851"/>
              <a:gd name="connsiteX24" fmla="*/ 582039 w 582039"/>
              <a:gd name="connsiteY24" fmla="*/ 8520579 h 9164851"/>
              <a:gd name="connsiteX25" fmla="*/ 582038 w 582039"/>
              <a:gd name="connsiteY25" fmla="*/ 8246970 h 9164851"/>
              <a:gd name="connsiteX26" fmla="*/ 582038 w 582039"/>
              <a:gd name="connsiteY26" fmla="*/ 8221030 h 9164851"/>
              <a:gd name="connsiteX27" fmla="*/ 582038 w 582039"/>
              <a:gd name="connsiteY27" fmla="*/ 8205728 h 9164851"/>
              <a:gd name="connsiteX28" fmla="*/ 582038 w 582039"/>
              <a:gd name="connsiteY28" fmla="*/ 8179785 h 9164851"/>
              <a:gd name="connsiteX29" fmla="*/ 582038 w 582039"/>
              <a:gd name="connsiteY29" fmla="*/ 8145464 h 9164851"/>
              <a:gd name="connsiteX30" fmla="*/ 582038 w 582039"/>
              <a:gd name="connsiteY30" fmla="*/ 8138569 h 9164851"/>
              <a:gd name="connsiteX31" fmla="*/ 582038 w 582039"/>
              <a:gd name="connsiteY31" fmla="*/ 8119521 h 9164851"/>
              <a:gd name="connsiteX32" fmla="*/ 582038 w 582039"/>
              <a:gd name="connsiteY32" fmla="*/ 8104222 h 9164851"/>
              <a:gd name="connsiteX33" fmla="*/ 582038 w 582039"/>
              <a:gd name="connsiteY33" fmla="*/ 8097327 h 9164851"/>
              <a:gd name="connsiteX34" fmla="*/ 582038 w 582039"/>
              <a:gd name="connsiteY34" fmla="*/ 8078279 h 9164851"/>
              <a:gd name="connsiteX35" fmla="*/ 582038 w 582039"/>
              <a:gd name="connsiteY35" fmla="*/ 8037063 h 9164851"/>
              <a:gd name="connsiteX36" fmla="*/ 582038 w 582039"/>
              <a:gd name="connsiteY36" fmla="*/ 8011120 h 9164851"/>
              <a:gd name="connsiteX37" fmla="*/ 582038 w 582039"/>
              <a:gd name="connsiteY37" fmla="*/ 7995818 h 9164851"/>
              <a:gd name="connsiteX38" fmla="*/ 582038 w 582039"/>
              <a:gd name="connsiteY38" fmla="*/ 7969878 h 9164851"/>
              <a:gd name="connsiteX39" fmla="*/ 582038 w 582039"/>
              <a:gd name="connsiteY39" fmla="*/ 7799646 h 9164851"/>
              <a:gd name="connsiteX40" fmla="*/ 582038 w 582039"/>
              <a:gd name="connsiteY40" fmla="*/ 7773703 h 9164851"/>
              <a:gd name="connsiteX41" fmla="*/ 582038 w 582039"/>
              <a:gd name="connsiteY41" fmla="*/ 7758404 h 9164851"/>
              <a:gd name="connsiteX42" fmla="*/ 582038 w 582039"/>
              <a:gd name="connsiteY42" fmla="*/ 7732461 h 9164851"/>
              <a:gd name="connsiteX43" fmla="*/ 582038 w 582039"/>
              <a:gd name="connsiteY43" fmla="*/ 7691245 h 9164851"/>
              <a:gd name="connsiteX44" fmla="*/ 582038 w 582039"/>
              <a:gd name="connsiteY44" fmla="*/ 7665303 h 9164851"/>
              <a:gd name="connsiteX45" fmla="*/ 582038 w 582039"/>
              <a:gd name="connsiteY45" fmla="*/ 7650000 h 9164851"/>
              <a:gd name="connsiteX46" fmla="*/ 582038 w 582039"/>
              <a:gd name="connsiteY46" fmla="*/ 7624057 h 9164851"/>
              <a:gd name="connsiteX47" fmla="*/ 582038 w 582039"/>
              <a:gd name="connsiteY47" fmla="*/ 7501196 h 9164851"/>
              <a:gd name="connsiteX48" fmla="*/ 582038 w 582039"/>
              <a:gd name="connsiteY48" fmla="*/ 7475253 h 9164851"/>
              <a:gd name="connsiteX49" fmla="*/ 582038 w 582039"/>
              <a:gd name="connsiteY49" fmla="*/ 7459954 h 9164851"/>
              <a:gd name="connsiteX50" fmla="*/ 582038 w 582039"/>
              <a:gd name="connsiteY50" fmla="*/ 7434011 h 9164851"/>
              <a:gd name="connsiteX51" fmla="*/ 582038 w 582039"/>
              <a:gd name="connsiteY51" fmla="*/ 7392795 h 9164851"/>
              <a:gd name="connsiteX52" fmla="*/ 582038 w 582039"/>
              <a:gd name="connsiteY52" fmla="*/ 7366853 h 9164851"/>
              <a:gd name="connsiteX53" fmla="*/ 582038 w 582039"/>
              <a:gd name="connsiteY53" fmla="*/ 7351550 h 9164851"/>
              <a:gd name="connsiteX54" fmla="*/ 582038 w 582039"/>
              <a:gd name="connsiteY54" fmla="*/ 7325607 h 9164851"/>
              <a:gd name="connsiteX55" fmla="*/ 582038 w 582039"/>
              <a:gd name="connsiteY55" fmla="*/ 7305940 h 9164851"/>
              <a:gd name="connsiteX56" fmla="*/ 582039 w 582039"/>
              <a:gd name="connsiteY56" fmla="*/ 7305940 h 9164851"/>
              <a:gd name="connsiteX57" fmla="*/ 582039 w 582039"/>
              <a:gd name="connsiteY57" fmla="*/ 7285241 h 9164851"/>
              <a:gd name="connsiteX58" fmla="*/ 582039 w 582039"/>
              <a:gd name="connsiteY58" fmla="*/ 7259298 h 9164851"/>
              <a:gd name="connsiteX59" fmla="*/ 582039 w 582039"/>
              <a:gd name="connsiteY59" fmla="*/ 7243997 h 9164851"/>
              <a:gd name="connsiteX60" fmla="*/ 582039 w 582039"/>
              <a:gd name="connsiteY60" fmla="*/ 7218056 h 9164851"/>
              <a:gd name="connsiteX61" fmla="*/ 582039 w 582039"/>
              <a:gd name="connsiteY61" fmla="*/ 7176839 h 9164851"/>
              <a:gd name="connsiteX62" fmla="*/ 582039 w 582039"/>
              <a:gd name="connsiteY62" fmla="*/ 7135595 h 9164851"/>
              <a:gd name="connsiteX63" fmla="*/ 582039 w 582039"/>
              <a:gd name="connsiteY63" fmla="*/ 7007490 h 9164851"/>
              <a:gd name="connsiteX64" fmla="*/ 582039 w 582039"/>
              <a:gd name="connsiteY64" fmla="*/ 6997190 h 9164851"/>
              <a:gd name="connsiteX65" fmla="*/ 582039 w 582039"/>
              <a:gd name="connsiteY65" fmla="*/ 6986791 h 9164851"/>
              <a:gd name="connsiteX66" fmla="*/ 582039 w 582039"/>
              <a:gd name="connsiteY66" fmla="*/ 6971249 h 9164851"/>
              <a:gd name="connsiteX67" fmla="*/ 582039 w 582039"/>
              <a:gd name="connsiteY67" fmla="*/ 6960848 h 9164851"/>
              <a:gd name="connsiteX68" fmla="*/ 582039 w 582039"/>
              <a:gd name="connsiteY68" fmla="*/ 6955946 h 9164851"/>
              <a:gd name="connsiteX69" fmla="*/ 582039 w 582039"/>
              <a:gd name="connsiteY69" fmla="*/ 6945547 h 9164851"/>
              <a:gd name="connsiteX70" fmla="*/ 582039 w 582039"/>
              <a:gd name="connsiteY70" fmla="*/ 6930005 h 9164851"/>
              <a:gd name="connsiteX71" fmla="*/ 582039 w 582039"/>
              <a:gd name="connsiteY71" fmla="*/ 6919606 h 9164851"/>
              <a:gd name="connsiteX72" fmla="*/ 582039 w 582039"/>
              <a:gd name="connsiteY72" fmla="*/ 6888788 h 9164851"/>
              <a:gd name="connsiteX73" fmla="*/ 582039 w 582039"/>
              <a:gd name="connsiteY73" fmla="*/ 6878389 h 9164851"/>
              <a:gd name="connsiteX74" fmla="*/ 582039 w 582039"/>
              <a:gd name="connsiteY74" fmla="*/ 6862847 h 9164851"/>
              <a:gd name="connsiteX75" fmla="*/ 582039 w 582039"/>
              <a:gd name="connsiteY75" fmla="*/ 6847544 h 9164851"/>
              <a:gd name="connsiteX76" fmla="*/ 582039 w 582039"/>
              <a:gd name="connsiteY76" fmla="*/ 6837145 h 9164851"/>
              <a:gd name="connsiteX77" fmla="*/ 582039 w 582039"/>
              <a:gd name="connsiteY77" fmla="*/ 6821603 h 9164851"/>
              <a:gd name="connsiteX78" fmla="*/ 582039 w 582039"/>
              <a:gd name="connsiteY78" fmla="*/ 6698740 h 9164851"/>
              <a:gd name="connsiteX79" fmla="*/ 582039 w 582039"/>
              <a:gd name="connsiteY79" fmla="*/ 6672799 h 9164851"/>
              <a:gd name="connsiteX80" fmla="*/ 582039 w 582039"/>
              <a:gd name="connsiteY80" fmla="*/ 6657496 h 9164851"/>
              <a:gd name="connsiteX81" fmla="*/ 582039 w 582039"/>
              <a:gd name="connsiteY81" fmla="*/ 6631555 h 9164851"/>
              <a:gd name="connsiteX82" fmla="*/ 582039 w 582039"/>
              <a:gd name="connsiteY82" fmla="*/ 6590338 h 9164851"/>
              <a:gd name="connsiteX83" fmla="*/ 582039 w 582039"/>
              <a:gd name="connsiteY83" fmla="*/ 6564397 h 9164851"/>
              <a:gd name="connsiteX84" fmla="*/ 582039 w 582039"/>
              <a:gd name="connsiteY84" fmla="*/ 6549094 h 9164851"/>
              <a:gd name="connsiteX85" fmla="*/ 582039 w 582039"/>
              <a:gd name="connsiteY85" fmla="*/ 6523153 h 9164851"/>
              <a:gd name="connsiteX86" fmla="*/ 582039 w 582039"/>
              <a:gd name="connsiteY86" fmla="*/ 6352922 h 9164851"/>
              <a:gd name="connsiteX87" fmla="*/ 582039 w 582039"/>
              <a:gd name="connsiteY87" fmla="*/ 6326980 h 9164851"/>
              <a:gd name="connsiteX88" fmla="*/ 582039 w 582039"/>
              <a:gd name="connsiteY88" fmla="*/ 6311679 h 9164851"/>
              <a:gd name="connsiteX89" fmla="*/ 582039 w 582039"/>
              <a:gd name="connsiteY89" fmla="*/ 6285737 h 9164851"/>
              <a:gd name="connsiteX90" fmla="*/ 582039 w 582039"/>
              <a:gd name="connsiteY90" fmla="*/ 6244520 h 9164851"/>
              <a:gd name="connsiteX91" fmla="*/ 582039 w 582039"/>
              <a:gd name="connsiteY91" fmla="*/ 6225474 h 9164851"/>
              <a:gd name="connsiteX92" fmla="*/ 582039 w 582039"/>
              <a:gd name="connsiteY92" fmla="*/ 6218577 h 9164851"/>
              <a:gd name="connsiteX93" fmla="*/ 582039 w 582039"/>
              <a:gd name="connsiteY93" fmla="*/ 6203277 h 9164851"/>
              <a:gd name="connsiteX94" fmla="*/ 582039 w 582039"/>
              <a:gd name="connsiteY94" fmla="*/ 6184230 h 9164851"/>
              <a:gd name="connsiteX95" fmla="*/ 582039 w 582039"/>
              <a:gd name="connsiteY95" fmla="*/ 6177335 h 9164851"/>
              <a:gd name="connsiteX96" fmla="*/ 582039 w 582039"/>
              <a:gd name="connsiteY96" fmla="*/ 6143013 h 9164851"/>
              <a:gd name="connsiteX97" fmla="*/ 582039 w 582039"/>
              <a:gd name="connsiteY97" fmla="*/ 6117071 h 9164851"/>
              <a:gd name="connsiteX98" fmla="*/ 582039 w 582039"/>
              <a:gd name="connsiteY98" fmla="*/ 6101771 h 9164851"/>
              <a:gd name="connsiteX99" fmla="*/ 582039 w 582039"/>
              <a:gd name="connsiteY99" fmla="*/ 6075828 h 9164851"/>
              <a:gd name="connsiteX100" fmla="*/ 582039 w 582039"/>
              <a:gd name="connsiteY100" fmla="*/ 6054472 h 9164851"/>
              <a:gd name="connsiteX101" fmla="*/ 582039 w 582039"/>
              <a:gd name="connsiteY101" fmla="*/ 6028530 h 9164851"/>
              <a:gd name="connsiteX102" fmla="*/ 582039 w 582039"/>
              <a:gd name="connsiteY102" fmla="*/ 6013229 h 9164851"/>
              <a:gd name="connsiteX103" fmla="*/ 582039 w 582039"/>
              <a:gd name="connsiteY103" fmla="*/ 5991491 h 9164851"/>
              <a:gd name="connsiteX104" fmla="*/ 582039 w 582039"/>
              <a:gd name="connsiteY104" fmla="*/ 5987287 h 9164851"/>
              <a:gd name="connsiteX105" fmla="*/ 582039 w 582039"/>
              <a:gd name="connsiteY105" fmla="*/ 5970792 h 9164851"/>
              <a:gd name="connsiteX106" fmla="*/ 582039 w 582039"/>
              <a:gd name="connsiteY106" fmla="*/ 5946070 h 9164851"/>
              <a:gd name="connsiteX107" fmla="*/ 582039 w 582039"/>
              <a:gd name="connsiteY107" fmla="*/ 5944849 h 9164851"/>
              <a:gd name="connsiteX108" fmla="*/ 582039 w 582039"/>
              <a:gd name="connsiteY108" fmla="*/ 5929548 h 9164851"/>
              <a:gd name="connsiteX109" fmla="*/ 582039 w 582039"/>
              <a:gd name="connsiteY109" fmla="*/ 5927024 h 9164851"/>
              <a:gd name="connsiteX110" fmla="*/ 582039 w 582039"/>
              <a:gd name="connsiteY110" fmla="*/ 5920127 h 9164851"/>
              <a:gd name="connsiteX111" fmla="*/ 582039 w 582039"/>
              <a:gd name="connsiteY111" fmla="*/ 5904827 h 9164851"/>
              <a:gd name="connsiteX112" fmla="*/ 582039 w 582039"/>
              <a:gd name="connsiteY112" fmla="*/ 5903607 h 9164851"/>
              <a:gd name="connsiteX113" fmla="*/ 582039 w 582039"/>
              <a:gd name="connsiteY113" fmla="*/ 5885780 h 9164851"/>
              <a:gd name="connsiteX114" fmla="*/ 582039 w 582039"/>
              <a:gd name="connsiteY114" fmla="*/ 5878885 h 9164851"/>
              <a:gd name="connsiteX115" fmla="*/ 582039 w 582039"/>
              <a:gd name="connsiteY115" fmla="*/ 5862390 h 9164851"/>
              <a:gd name="connsiteX116" fmla="*/ 582039 w 582039"/>
              <a:gd name="connsiteY116" fmla="*/ 5844563 h 9164851"/>
              <a:gd name="connsiteX117" fmla="*/ 582039 w 582039"/>
              <a:gd name="connsiteY117" fmla="*/ 5821146 h 9164851"/>
              <a:gd name="connsiteX118" fmla="*/ 582039 w 582039"/>
              <a:gd name="connsiteY118" fmla="*/ 5818621 h 9164851"/>
              <a:gd name="connsiteX119" fmla="*/ 582039 w 582039"/>
              <a:gd name="connsiteY119" fmla="*/ 5803321 h 9164851"/>
              <a:gd name="connsiteX120" fmla="*/ 582039 w 582039"/>
              <a:gd name="connsiteY120" fmla="*/ 5777378 h 9164851"/>
              <a:gd name="connsiteX121" fmla="*/ 582039 w 582039"/>
              <a:gd name="connsiteY121" fmla="*/ 5693041 h 9164851"/>
              <a:gd name="connsiteX122" fmla="*/ 582039 w 582039"/>
              <a:gd name="connsiteY122" fmla="*/ 5682741 h 9164851"/>
              <a:gd name="connsiteX123" fmla="*/ 582039 w 582039"/>
              <a:gd name="connsiteY123" fmla="*/ 5672342 h 9164851"/>
              <a:gd name="connsiteX124" fmla="*/ 582039 w 582039"/>
              <a:gd name="connsiteY124" fmla="*/ 5656800 h 9164851"/>
              <a:gd name="connsiteX125" fmla="*/ 582039 w 582039"/>
              <a:gd name="connsiteY125" fmla="*/ 5646399 h 9164851"/>
              <a:gd name="connsiteX126" fmla="*/ 582039 w 582039"/>
              <a:gd name="connsiteY126" fmla="*/ 5641497 h 9164851"/>
              <a:gd name="connsiteX127" fmla="*/ 582039 w 582039"/>
              <a:gd name="connsiteY127" fmla="*/ 5631098 h 9164851"/>
              <a:gd name="connsiteX128" fmla="*/ 582039 w 582039"/>
              <a:gd name="connsiteY128" fmla="*/ 5615556 h 9164851"/>
              <a:gd name="connsiteX129" fmla="*/ 582039 w 582039"/>
              <a:gd name="connsiteY129" fmla="*/ 5605157 h 9164851"/>
              <a:gd name="connsiteX130" fmla="*/ 582039 w 582039"/>
              <a:gd name="connsiteY130" fmla="*/ 5574339 h 9164851"/>
              <a:gd name="connsiteX131" fmla="*/ 582039 w 582039"/>
              <a:gd name="connsiteY131" fmla="*/ 5563940 h 9164851"/>
              <a:gd name="connsiteX132" fmla="*/ 582039 w 582039"/>
              <a:gd name="connsiteY132" fmla="*/ 5548398 h 9164851"/>
              <a:gd name="connsiteX133" fmla="*/ 582039 w 582039"/>
              <a:gd name="connsiteY133" fmla="*/ 5533095 h 9164851"/>
              <a:gd name="connsiteX134" fmla="*/ 582039 w 582039"/>
              <a:gd name="connsiteY134" fmla="*/ 5522696 h 9164851"/>
              <a:gd name="connsiteX135" fmla="*/ 582039 w 582039"/>
              <a:gd name="connsiteY135" fmla="*/ 5507154 h 9164851"/>
              <a:gd name="connsiteX136" fmla="*/ 582039 w 582039"/>
              <a:gd name="connsiteY136" fmla="*/ 5384291 h 9164851"/>
              <a:gd name="connsiteX137" fmla="*/ 582039 w 582039"/>
              <a:gd name="connsiteY137" fmla="*/ 5358350 h 9164851"/>
              <a:gd name="connsiteX138" fmla="*/ 582039 w 582039"/>
              <a:gd name="connsiteY138" fmla="*/ 5343047 h 9164851"/>
              <a:gd name="connsiteX139" fmla="*/ 582039 w 582039"/>
              <a:gd name="connsiteY139" fmla="*/ 5317106 h 9164851"/>
              <a:gd name="connsiteX140" fmla="*/ 582039 w 582039"/>
              <a:gd name="connsiteY140" fmla="*/ 5275889 h 9164851"/>
              <a:gd name="connsiteX141" fmla="*/ 582039 w 582039"/>
              <a:gd name="connsiteY141" fmla="*/ 5249948 h 9164851"/>
              <a:gd name="connsiteX142" fmla="*/ 582039 w 582039"/>
              <a:gd name="connsiteY142" fmla="*/ 5234645 h 9164851"/>
              <a:gd name="connsiteX143" fmla="*/ 582039 w 582039"/>
              <a:gd name="connsiteY143" fmla="*/ 5208704 h 9164851"/>
              <a:gd name="connsiteX144" fmla="*/ 582039 w 582039"/>
              <a:gd name="connsiteY144" fmla="*/ 5038473 h 9164851"/>
              <a:gd name="connsiteX145" fmla="*/ 582039 w 582039"/>
              <a:gd name="connsiteY145" fmla="*/ 5012531 h 9164851"/>
              <a:gd name="connsiteX146" fmla="*/ 582039 w 582039"/>
              <a:gd name="connsiteY146" fmla="*/ 4997230 h 9164851"/>
              <a:gd name="connsiteX147" fmla="*/ 582039 w 582039"/>
              <a:gd name="connsiteY147" fmla="*/ 4971288 h 9164851"/>
              <a:gd name="connsiteX148" fmla="*/ 582039 w 582039"/>
              <a:gd name="connsiteY148" fmla="*/ 4930071 h 9164851"/>
              <a:gd name="connsiteX149" fmla="*/ 582039 w 582039"/>
              <a:gd name="connsiteY149" fmla="*/ 4911025 h 9164851"/>
              <a:gd name="connsiteX150" fmla="*/ 582039 w 582039"/>
              <a:gd name="connsiteY150" fmla="*/ 4904128 h 9164851"/>
              <a:gd name="connsiteX151" fmla="*/ 582039 w 582039"/>
              <a:gd name="connsiteY151" fmla="*/ 4888828 h 9164851"/>
              <a:gd name="connsiteX152" fmla="*/ 582039 w 582039"/>
              <a:gd name="connsiteY152" fmla="*/ 4869781 h 9164851"/>
              <a:gd name="connsiteX153" fmla="*/ 582039 w 582039"/>
              <a:gd name="connsiteY153" fmla="*/ 4862886 h 9164851"/>
              <a:gd name="connsiteX154" fmla="*/ 582039 w 582039"/>
              <a:gd name="connsiteY154" fmla="*/ 4828564 h 9164851"/>
              <a:gd name="connsiteX155" fmla="*/ 582039 w 582039"/>
              <a:gd name="connsiteY155" fmla="*/ 4802622 h 9164851"/>
              <a:gd name="connsiteX156" fmla="*/ 582039 w 582039"/>
              <a:gd name="connsiteY156" fmla="*/ 4787322 h 9164851"/>
              <a:gd name="connsiteX157" fmla="*/ 582039 w 582039"/>
              <a:gd name="connsiteY157" fmla="*/ 4761379 h 9164851"/>
              <a:gd name="connsiteX158" fmla="*/ 582039 w 582039"/>
              <a:gd name="connsiteY158" fmla="*/ 4740023 h 9164851"/>
              <a:gd name="connsiteX159" fmla="*/ 582039 w 582039"/>
              <a:gd name="connsiteY159" fmla="*/ 4714081 h 9164851"/>
              <a:gd name="connsiteX160" fmla="*/ 582039 w 582039"/>
              <a:gd name="connsiteY160" fmla="*/ 4698780 h 9164851"/>
              <a:gd name="connsiteX161" fmla="*/ 582039 w 582039"/>
              <a:gd name="connsiteY161" fmla="*/ 4672838 h 9164851"/>
              <a:gd name="connsiteX162" fmla="*/ 582039 w 582039"/>
              <a:gd name="connsiteY162" fmla="*/ 4631621 h 9164851"/>
              <a:gd name="connsiteX163" fmla="*/ 582039 w 582039"/>
              <a:gd name="connsiteY163" fmla="*/ 4612575 h 9164851"/>
              <a:gd name="connsiteX164" fmla="*/ 582039 w 582039"/>
              <a:gd name="connsiteY164" fmla="*/ 4605678 h 9164851"/>
              <a:gd name="connsiteX165" fmla="*/ 582039 w 582039"/>
              <a:gd name="connsiteY165" fmla="*/ 4590378 h 9164851"/>
              <a:gd name="connsiteX166" fmla="*/ 582039 w 582039"/>
              <a:gd name="connsiteY166" fmla="*/ 4571331 h 9164851"/>
              <a:gd name="connsiteX167" fmla="*/ 582039 w 582039"/>
              <a:gd name="connsiteY167" fmla="*/ 4564436 h 9164851"/>
              <a:gd name="connsiteX168" fmla="*/ 582039 w 582039"/>
              <a:gd name="connsiteY168" fmla="*/ 4530114 h 9164851"/>
              <a:gd name="connsiteX169" fmla="*/ 582039 w 582039"/>
              <a:gd name="connsiteY169" fmla="*/ 4504172 h 9164851"/>
              <a:gd name="connsiteX170" fmla="*/ 582039 w 582039"/>
              <a:gd name="connsiteY170" fmla="*/ 4488872 h 9164851"/>
              <a:gd name="connsiteX171" fmla="*/ 582039 w 582039"/>
              <a:gd name="connsiteY171" fmla="*/ 4462929 h 9164851"/>
              <a:gd name="connsiteX172" fmla="*/ 582038 w 582039"/>
              <a:gd name="connsiteY172" fmla="*/ 4189320 h 9164851"/>
              <a:gd name="connsiteX173" fmla="*/ 582038 w 582039"/>
              <a:gd name="connsiteY173" fmla="*/ 4181353 h 9164851"/>
              <a:gd name="connsiteX174" fmla="*/ 582038 w 582039"/>
              <a:gd name="connsiteY174" fmla="*/ 4166051 h 9164851"/>
              <a:gd name="connsiteX175" fmla="*/ 582038 w 582039"/>
              <a:gd name="connsiteY175" fmla="*/ 4163380 h 9164851"/>
              <a:gd name="connsiteX176" fmla="*/ 582038 w 582039"/>
              <a:gd name="connsiteY176" fmla="*/ 4148078 h 9164851"/>
              <a:gd name="connsiteX177" fmla="*/ 582038 w 582039"/>
              <a:gd name="connsiteY177" fmla="*/ 4140108 h 9164851"/>
              <a:gd name="connsiteX178" fmla="*/ 582038 w 582039"/>
              <a:gd name="connsiteY178" fmla="*/ 4122135 h 9164851"/>
              <a:gd name="connsiteX179" fmla="*/ 582038 w 582039"/>
              <a:gd name="connsiteY179" fmla="*/ 4098892 h 9164851"/>
              <a:gd name="connsiteX180" fmla="*/ 582038 w 582039"/>
              <a:gd name="connsiteY180" fmla="*/ 4087814 h 9164851"/>
              <a:gd name="connsiteX181" fmla="*/ 582038 w 582039"/>
              <a:gd name="connsiteY181" fmla="*/ 4080919 h 9164851"/>
              <a:gd name="connsiteX182" fmla="*/ 582038 w 582039"/>
              <a:gd name="connsiteY182" fmla="*/ 4061871 h 9164851"/>
              <a:gd name="connsiteX183" fmla="*/ 582038 w 582039"/>
              <a:gd name="connsiteY183" fmla="*/ 4057650 h 9164851"/>
              <a:gd name="connsiteX184" fmla="*/ 582038 w 582039"/>
              <a:gd name="connsiteY184" fmla="*/ 4046572 h 9164851"/>
              <a:gd name="connsiteX185" fmla="*/ 582038 w 582039"/>
              <a:gd name="connsiteY185" fmla="*/ 4039677 h 9164851"/>
              <a:gd name="connsiteX186" fmla="*/ 582038 w 582039"/>
              <a:gd name="connsiteY186" fmla="*/ 4020629 h 9164851"/>
              <a:gd name="connsiteX187" fmla="*/ 582038 w 582039"/>
              <a:gd name="connsiteY187" fmla="*/ 3979413 h 9164851"/>
              <a:gd name="connsiteX188" fmla="*/ 582038 w 582039"/>
              <a:gd name="connsiteY188" fmla="*/ 3953470 h 9164851"/>
              <a:gd name="connsiteX189" fmla="*/ 582038 w 582039"/>
              <a:gd name="connsiteY189" fmla="*/ 3938168 h 9164851"/>
              <a:gd name="connsiteX190" fmla="*/ 582038 w 582039"/>
              <a:gd name="connsiteY190" fmla="*/ 3912228 h 9164851"/>
              <a:gd name="connsiteX191" fmla="*/ 582038 w 582039"/>
              <a:gd name="connsiteY191" fmla="*/ 3741996 h 9164851"/>
              <a:gd name="connsiteX192" fmla="*/ 582038 w 582039"/>
              <a:gd name="connsiteY192" fmla="*/ 3716053 h 9164851"/>
              <a:gd name="connsiteX193" fmla="*/ 582038 w 582039"/>
              <a:gd name="connsiteY193" fmla="*/ 3700754 h 9164851"/>
              <a:gd name="connsiteX194" fmla="*/ 582038 w 582039"/>
              <a:gd name="connsiteY194" fmla="*/ 3674811 h 9164851"/>
              <a:gd name="connsiteX195" fmla="*/ 582038 w 582039"/>
              <a:gd name="connsiteY195" fmla="*/ 3633595 h 9164851"/>
              <a:gd name="connsiteX196" fmla="*/ 582038 w 582039"/>
              <a:gd name="connsiteY196" fmla="*/ 3607653 h 9164851"/>
              <a:gd name="connsiteX197" fmla="*/ 582038 w 582039"/>
              <a:gd name="connsiteY197" fmla="*/ 3592350 h 9164851"/>
              <a:gd name="connsiteX198" fmla="*/ 582038 w 582039"/>
              <a:gd name="connsiteY198" fmla="*/ 3566407 h 9164851"/>
              <a:gd name="connsiteX199" fmla="*/ 582038 w 582039"/>
              <a:gd name="connsiteY199" fmla="*/ 3443546 h 9164851"/>
              <a:gd name="connsiteX200" fmla="*/ 582038 w 582039"/>
              <a:gd name="connsiteY200" fmla="*/ 3417603 h 9164851"/>
              <a:gd name="connsiteX201" fmla="*/ 582038 w 582039"/>
              <a:gd name="connsiteY201" fmla="*/ 3402304 h 9164851"/>
              <a:gd name="connsiteX202" fmla="*/ 582038 w 582039"/>
              <a:gd name="connsiteY202" fmla="*/ 3376361 h 9164851"/>
              <a:gd name="connsiteX203" fmla="*/ 582038 w 582039"/>
              <a:gd name="connsiteY203" fmla="*/ 3335145 h 9164851"/>
              <a:gd name="connsiteX204" fmla="*/ 582038 w 582039"/>
              <a:gd name="connsiteY204" fmla="*/ 3309203 h 9164851"/>
              <a:gd name="connsiteX205" fmla="*/ 582038 w 582039"/>
              <a:gd name="connsiteY205" fmla="*/ 3293900 h 9164851"/>
              <a:gd name="connsiteX206" fmla="*/ 582038 w 582039"/>
              <a:gd name="connsiteY206" fmla="*/ 3267957 h 9164851"/>
              <a:gd name="connsiteX207" fmla="*/ 582038 w 582039"/>
              <a:gd name="connsiteY207" fmla="*/ 3248290 h 9164851"/>
              <a:gd name="connsiteX208" fmla="*/ 582039 w 582039"/>
              <a:gd name="connsiteY208" fmla="*/ 3248290 h 9164851"/>
              <a:gd name="connsiteX209" fmla="*/ 582039 w 582039"/>
              <a:gd name="connsiteY209" fmla="*/ 3227591 h 9164851"/>
              <a:gd name="connsiteX210" fmla="*/ 582039 w 582039"/>
              <a:gd name="connsiteY210" fmla="*/ 3201648 h 9164851"/>
              <a:gd name="connsiteX211" fmla="*/ 582039 w 582039"/>
              <a:gd name="connsiteY211" fmla="*/ 3186347 h 9164851"/>
              <a:gd name="connsiteX212" fmla="*/ 582039 w 582039"/>
              <a:gd name="connsiteY212" fmla="*/ 3160406 h 9164851"/>
              <a:gd name="connsiteX213" fmla="*/ 582039 w 582039"/>
              <a:gd name="connsiteY213" fmla="*/ 3119189 h 9164851"/>
              <a:gd name="connsiteX214" fmla="*/ 582039 w 582039"/>
              <a:gd name="connsiteY214" fmla="*/ 3077945 h 9164851"/>
              <a:gd name="connsiteX215" fmla="*/ 582039 w 582039"/>
              <a:gd name="connsiteY215" fmla="*/ 2949840 h 9164851"/>
              <a:gd name="connsiteX216" fmla="*/ 582039 w 582039"/>
              <a:gd name="connsiteY216" fmla="*/ 2939540 h 9164851"/>
              <a:gd name="connsiteX217" fmla="*/ 582039 w 582039"/>
              <a:gd name="connsiteY217" fmla="*/ 2929141 h 9164851"/>
              <a:gd name="connsiteX218" fmla="*/ 582039 w 582039"/>
              <a:gd name="connsiteY218" fmla="*/ 2913599 h 9164851"/>
              <a:gd name="connsiteX219" fmla="*/ 582039 w 582039"/>
              <a:gd name="connsiteY219" fmla="*/ 2903198 h 9164851"/>
              <a:gd name="connsiteX220" fmla="*/ 582039 w 582039"/>
              <a:gd name="connsiteY220" fmla="*/ 2898296 h 9164851"/>
              <a:gd name="connsiteX221" fmla="*/ 582039 w 582039"/>
              <a:gd name="connsiteY221" fmla="*/ 2887897 h 9164851"/>
              <a:gd name="connsiteX222" fmla="*/ 582039 w 582039"/>
              <a:gd name="connsiteY222" fmla="*/ 2872355 h 9164851"/>
              <a:gd name="connsiteX223" fmla="*/ 582039 w 582039"/>
              <a:gd name="connsiteY223" fmla="*/ 2861956 h 9164851"/>
              <a:gd name="connsiteX224" fmla="*/ 582039 w 582039"/>
              <a:gd name="connsiteY224" fmla="*/ 2831138 h 9164851"/>
              <a:gd name="connsiteX225" fmla="*/ 582039 w 582039"/>
              <a:gd name="connsiteY225" fmla="*/ 2820739 h 9164851"/>
              <a:gd name="connsiteX226" fmla="*/ 582039 w 582039"/>
              <a:gd name="connsiteY226" fmla="*/ 2805197 h 9164851"/>
              <a:gd name="connsiteX227" fmla="*/ 582039 w 582039"/>
              <a:gd name="connsiteY227" fmla="*/ 2789894 h 9164851"/>
              <a:gd name="connsiteX228" fmla="*/ 582039 w 582039"/>
              <a:gd name="connsiteY228" fmla="*/ 2779495 h 9164851"/>
              <a:gd name="connsiteX229" fmla="*/ 582039 w 582039"/>
              <a:gd name="connsiteY229" fmla="*/ 2763953 h 9164851"/>
              <a:gd name="connsiteX230" fmla="*/ 582039 w 582039"/>
              <a:gd name="connsiteY230" fmla="*/ 2641090 h 9164851"/>
              <a:gd name="connsiteX231" fmla="*/ 582039 w 582039"/>
              <a:gd name="connsiteY231" fmla="*/ 2615149 h 9164851"/>
              <a:gd name="connsiteX232" fmla="*/ 582039 w 582039"/>
              <a:gd name="connsiteY232" fmla="*/ 2599846 h 9164851"/>
              <a:gd name="connsiteX233" fmla="*/ 582039 w 582039"/>
              <a:gd name="connsiteY233" fmla="*/ 2573905 h 9164851"/>
              <a:gd name="connsiteX234" fmla="*/ 582039 w 582039"/>
              <a:gd name="connsiteY234" fmla="*/ 2532688 h 9164851"/>
              <a:gd name="connsiteX235" fmla="*/ 582039 w 582039"/>
              <a:gd name="connsiteY235" fmla="*/ 2506747 h 9164851"/>
              <a:gd name="connsiteX236" fmla="*/ 582039 w 582039"/>
              <a:gd name="connsiteY236" fmla="*/ 2491444 h 9164851"/>
              <a:gd name="connsiteX237" fmla="*/ 582039 w 582039"/>
              <a:gd name="connsiteY237" fmla="*/ 2465503 h 9164851"/>
              <a:gd name="connsiteX238" fmla="*/ 582039 w 582039"/>
              <a:gd name="connsiteY238" fmla="*/ 2295272 h 9164851"/>
              <a:gd name="connsiteX239" fmla="*/ 582039 w 582039"/>
              <a:gd name="connsiteY239" fmla="*/ 2269330 h 9164851"/>
              <a:gd name="connsiteX240" fmla="*/ 582039 w 582039"/>
              <a:gd name="connsiteY240" fmla="*/ 2254029 h 9164851"/>
              <a:gd name="connsiteX241" fmla="*/ 582039 w 582039"/>
              <a:gd name="connsiteY241" fmla="*/ 2228087 h 9164851"/>
              <a:gd name="connsiteX242" fmla="*/ 582039 w 582039"/>
              <a:gd name="connsiteY242" fmla="*/ 2186870 h 9164851"/>
              <a:gd name="connsiteX243" fmla="*/ 582039 w 582039"/>
              <a:gd name="connsiteY243" fmla="*/ 2167824 h 9164851"/>
              <a:gd name="connsiteX244" fmla="*/ 582039 w 582039"/>
              <a:gd name="connsiteY244" fmla="*/ 2160927 h 9164851"/>
              <a:gd name="connsiteX245" fmla="*/ 582039 w 582039"/>
              <a:gd name="connsiteY245" fmla="*/ 2145627 h 9164851"/>
              <a:gd name="connsiteX246" fmla="*/ 582039 w 582039"/>
              <a:gd name="connsiteY246" fmla="*/ 2126580 h 9164851"/>
              <a:gd name="connsiteX247" fmla="*/ 582039 w 582039"/>
              <a:gd name="connsiteY247" fmla="*/ 2119685 h 9164851"/>
              <a:gd name="connsiteX248" fmla="*/ 582039 w 582039"/>
              <a:gd name="connsiteY248" fmla="*/ 2085363 h 9164851"/>
              <a:gd name="connsiteX249" fmla="*/ 582039 w 582039"/>
              <a:gd name="connsiteY249" fmla="*/ 2059421 h 9164851"/>
              <a:gd name="connsiteX250" fmla="*/ 582039 w 582039"/>
              <a:gd name="connsiteY250" fmla="*/ 2044121 h 9164851"/>
              <a:gd name="connsiteX251" fmla="*/ 582039 w 582039"/>
              <a:gd name="connsiteY251" fmla="*/ 2018178 h 9164851"/>
              <a:gd name="connsiteX252" fmla="*/ 582039 w 582039"/>
              <a:gd name="connsiteY252" fmla="*/ 1996822 h 9164851"/>
              <a:gd name="connsiteX253" fmla="*/ 582039 w 582039"/>
              <a:gd name="connsiteY253" fmla="*/ 1970880 h 9164851"/>
              <a:gd name="connsiteX254" fmla="*/ 582039 w 582039"/>
              <a:gd name="connsiteY254" fmla="*/ 1955579 h 9164851"/>
              <a:gd name="connsiteX255" fmla="*/ 582039 w 582039"/>
              <a:gd name="connsiteY255" fmla="*/ 1929637 h 9164851"/>
              <a:gd name="connsiteX256" fmla="*/ 582039 w 582039"/>
              <a:gd name="connsiteY256" fmla="*/ 1888420 h 9164851"/>
              <a:gd name="connsiteX257" fmla="*/ 582039 w 582039"/>
              <a:gd name="connsiteY257" fmla="*/ 1869374 h 9164851"/>
              <a:gd name="connsiteX258" fmla="*/ 582039 w 582039"/>
              <a:gd name="connsiteY258" fmla="*/ 1862477 h 9164851"/>
              <a:gd name="connsiteX259" fmla="*/ 582039 w 582039"/>
              <a:gd name="connsiteY259" fmla="*/ 1847177 h 9164851"/>
              <a:gd name="connsiteX260" fmla="*/ 582039 w 582039"/>
              <a:gd name="connsiteY260" fmla="*/ 1828130 h 9164851"/>
              <a:gd name="connsiteX261" fmla="*/ 582039 w 582039"/>
              <a:gd name="connsiteY261" fmla="*/ 1821235 h 9164851"/>
              <a:gd name="connsiteX262" fmla="*/ 582039 w 582039"/>
              <a:gd name="connsiteY262" fmla="*/ 1786913 h 9164851"/>
              <a:gd name="connsiteX263" fmla="*/ 582039 w 582039"/>
              <a:gd name="connsiteY263" fmla="*/ 1760971 h 9164851"/>
              <a:gd name="connsiteX264" fmla="*/ 582039 w 582039"/>
              <a:gd name="connsiteY264" fmla="*/ 1745671 h 9164851"/>
              <a:gd name="connsiteX265" fmla="*/ 582039 w 582039"/>
              <a:gd name="connsiteY265" fmla="*/ 1719728 h 9164851"/>
              <a:gd name="connsiteX266" fmla="*/ 582038 w 582039"/>
              <a:gd name="connsiteY266" fmla="*/ 1446119 h 9164851"/>
              <a:gd name="connsiteX267" fmla="*/ 582038 w 582039"/>
              <a:gd name="connsiteY267" fmla="*/ 1420179 h 9164851"/>
              <a:gd name="connsiteX268" fmla="*/ 582038 w 582039"/>
              <a:gd name="connsiteY268" fmla="*/ 1404877 h 9164851"/>
              <a:gd name="connsiteX269" fmla="*/ 582038 w 582039"/>
              <a:gd name="connsiteY269" fmla="*/ 1378934 h 9164851"/>
              <a:gd name="connsiteX270" fmla="*/ 582038 w 582039"/>
              <a:gd name="connsiteY270" fmla="*/ 1344613 h 9164851"/>
              <a:gd name="connsiteX271" fmla="*/ 582038 w 582039"/>
              <a:gd name="connsiteY271" fmla="*/ 1337718 h 9164851"/>
              <a:gd name="connsiteX272" fmla="*/ 582038 w 582039"/>
              <a:gd name="connsiteY272" fmla="*/ 1318670 h 9164851"/>
              <a:gd name="connsiteX273" fmla="*/ 582038 w 582039"/>
              <a:gd name="connsiteY273" fmla="*/ 1303371 h 9164851"/>
              <a:gd name="connsiteX274" fmla="*/ 582038 w 582039"/>
              <a:gd name="connsiteY274" fmla="*/ 1296476 h 9164851"/>
              <a:gd name="connsiteX275" fmla="*/ 582038 w 582039"/>
              <a:gd name="connsiteY275" fmla="*/ 1277428 h 9164851"/>
              <a:gd name="connsiteX276" fmla="*/ 582038 w 582039"/>
              <a:gd name="connsiteY276" fmla="*/ 1236212 h 9164851"/>
              <a:gd name="connsiteX277" fmla="*/ 582038 w 582039"/>
              <a:gd name="connsiteY277" fmla="*/ 1210269 h 9164851"/>
              <a:gd name="connsiteX278" fmla="*/ 582038 w 582039"/>
              <a:gd name="connsiteY278" fmla="*/ 1194967 h 9164851"/>
              <a:gd name="connsiteX279" fmla="*/ 582038 w 582039"/>
              <a:gd name="connsiteY279" fmla="*/ 1169027 h 9164851"/>
              <a:gd name="connsiteX280" fmla="*/ 582038 w 582039"/>
              <a:gd name="connsiteY280" fmla="*/ 998795 h 9164851"/>
              <a:gd name="connsiteX281" fmla="*/ 582038 w 582039"/>
              <a:gd name="connsiteY281" fmla="*/ 972852 h 9164851"/>
              <a:gd name="connsiteX282" fmla="*/ 582038 w 582039"/>
              <a:gd name="connsiteY282" fmla="*/ 957553 h 9164851"/>
              <a:gd name="connsiteX283" fmla="*/ 582038 w 582039"/>
              <a:gd name="connsiteY283" fmla="*/ 931610 h 9164851"/>
              <a:gd name="connsiteX284" fmla="*/ 582038 w 582039"/>
              <a:gd name="connsiteY284" fmla="*/ 890394 h 9164851"/>
              <a:gd name="connsiteX285" fmla="*/ 582038 w 582039"/>
              <a:gd name="connsiteY285" fmla="*/ 864452 h 9164851"/>
              <a:gd name="connsiteX286" fmla="*/ 582038 w 582039"/>
              <a:gd name="connsiteY286" fmla="*/ 849149 h 9164851"/>
              <a:gd name="connsiteX287" fmla="*/ 582038 w 582039"/>
              <a:gd name="connsiteY287" fmla="*/ 823206 h 9164851"/>
              <a:gd name="connsiteX288" fmla="*/ 582038 w 582039"/>
              <a:gd name="connsiteY288" fmla="*/ 700345 h 9164851"/>
              <a:gd name="connsiteX289" fmla="*/ 582038 w 582039"/>
              <a:gd name="connsiteY289" fmla="*/ 674402 h 9164851"/>
              <a:gd name="connsiteX290" fmla="*/ 582038 w 582039"/>
              <a:gd name="connsiteY290" fmla="*/ 659103 h 9164851"/>
              <a:gd name="connsiteX291" fmla="*/ 582038 w 582039"/>
              <a:gd name="connsiteY291" fmla="*/ 633160 h 9164851"/>
              <a:gd name="connsiteX292" fmla="*/ 582038 w 582039"/>
              <a:gd name="connsiteY292" fmla="*/ 591944 h 9164851"/>
              <a:gd name="connsiteX293" fmla="*/ 582038 w 582039"/>
              <a:gd name="connsiteY293" fmla="*/ 566002 h 9164851"/>
              <a:gd name="connsiteX294" fmla="*/ 582038 w 582039"/>
              <a:gd name="connsiteY294" fmla="*/ 550699 h 9164851"/>
              <a:gd name="connsiteX295" fmla="*/ 582038 w 582039"/>
              <a:gd name="connsiteY295" fmla="*/ 524756 h 9164851"/>
              <a:gd name="connsiteX296" fmla="*/ 582038 w 582039"/>
              <a:gd name="connsiteY296" fmla="*/ 448093 h 9164851"/>
              <a:gd name="connsiteX297" fmla="*/ 582038 w 582039"/>
              <a:gd name="connsiteY297" fmla="*/ 422153 h 9164851"/>
              <a:gd name="connsiteX298" fmla="*/ 582038 w 582039"/>
              <a:gd name="connsiteY298" fmla="*/ 406851 h 9164851"/>
              <a:gd name="connsiteX299" fmla="*/ 582038 w 582039"/>
              <a:gd name="connsiteY299" fmla="*/ 380908 h 9164851"/>
              <a:gd name="connsiteX300" fmla="*/ 582038 w 582039"/>
              <a:gd name="connsiteY300" fmla="*/ 339692 h 9164851"/>
              <a:gd name="connsiteX301" fmla="*/ 582038 w 582039"/>
              <a:gd name="connsiteY301" fmla="*/ 298450 h 9164851"/>
              <a:gd name="connsiteX302" fmla="*/ 582038 w 582039"/>
              <a:gd name="connsiteY302" fmla="*/ 149643 h 9164851"/>
              <a:gd name="connsiteX303" fmla="*/ 582038 w 582039"/>
              <a:gd name="connsiteY303" fmla="*/ 123703 h 9164851"/>
              <a:gd name="connsiteX304" fmla="*/ 582038 w 582039"/>
              <a:gd name="connsiteY304" fmla="*/ 108401 h 9164851"/>
              <a:gd name="connsiteX305" fmla="*/ 582038 w 582039"/>
              <a:gd name="connsiteY305" fmla="*/ 82458 h 9164851"/>
              <a:gd name="connsiteX306" fmla="*/ 582038 w 582039"/>
              <a:gd name="connsiteY306" fmla="*/ 41242 h 9164851"/>
              <a:gd name="connsiteX307" fmla="*/ 582038 w 582039"/>
              <a:gd name="connsiteY307" fmla="*/ 0 h 9164851"/>
              <a:gd name="connsiteX308" fmla="*/ 0 w 582039"/>
              <a:gd name="connsiteY308" fmla="*/ 158641 h 9164851"/>
              <a:gd name="connsiteX309" fmla="*/ 0 w 582039"/>
              <a:gd name="connsiteY309" fmla="*/ 199883 h 9164851"/>
              <a:gd name="connsiteX310" fmla="*/ 0 w 582039"/>
              <a:gd name="connsiteY310" fmla="*/ 241102 h 9164851"/>
              <a:gd name="connsiteX311" fmla="*/ 0 w 582039"/>
              <a:gd name="connsiteY311" fmla="*/ 267042 h 9164851"/>
              <a:gd name="connsiteX312" fmla="*/ 0 w 582039"/>
              <a:gd name="connsiteY312" fmla="*/ 282344 h 9164851"/>
              <a:gd name="connsiteX313" fmla="*/ 0 w 582039"/>
              <a:gd name="connsiteY313" fmla="*/ 308287 h 9164851"/>
              <a:gd name="connsiteX314" fmla="*/ 0 w 582039"/>
              <a:gd name="connsiteY314" fmla="*/ 457091 h 9164851"/>
              <a:gd name="connsiteX315" fmla="*/ 0 w 582039"/>
              <a:gd name="connsiteY315" fmla="*/ 498333 h 9164851"/>
              <a:gd name="connsiteX316" fmla="*/ 0 w 582039"/>
              <a:gd name="connsiteY316" fmla="*/ 539552 h 9164851"/>
              <a:gd name="connsiteX317" fmla="*/ 0 w 582039"/>
              <a:gd name="connsiteY317" fmla="*/ 565492 h 9164851"/>
              <a:gd name="connsiteX318" fmla="*/ 0 w 582039"/>
              <a:gd name="connsiteY318" fmla="*/ 580794 h 9164851"/>
              <a:gd name="connsiteX319" fmla="*/ 0 w 582039"/>
              <a:gd name="connsiteY319" fmla="*/ 606737 h 9164851"/>
              <a:gd name="connsiteX320" fmla="*/ 0 w 582039"/>
              <a:gd name="connsiteY320" fmla="*/ 683401 h 9164851"/>
              <a:gd name="connsiteX321" fmla="*/ 0 w 582039"/>
              <a:gd name="connsiteY321" fmla="*/ 709343 h 9164851"/>
              <a:gd name="connsiteX322" fmla="*/ 0 w 582039"/>
              <a:gd name="connsiteY322" fmla="*/ 724643 h 9164851"/>
              <a:gd name="connsiteX323" fmla="*/ 0 w 582039"/>
              <a:gd name="connsiteY323" fmla="*/ 750585 h 9164851"/>
              <a:gd name="connsiteX324" fmla="*/ 0 w 582039"/>
              <a:gd name="connsiteY324" fmla="*/ 791801 h 9164851"/>
              <a:gd name="connsiteX325" fmla="*/ 0 w 582039"/>
              <a:gd name="connsiteY325" fmla="*/ 817744 h 9164851"/>
              <a:gd name="connsiteX326" fmla="*/ 0 w 582039"/>
              <a:gd name="connsiteY326" fmla="*/ 833046 h 9164851"/>
              <a:gd name="connsiteX327" fmla="*/ 0 w 582039"/>
              <a:gd name="connsiteY327" fmla="*/ 858986 h 9164851"/>
              <a:gd name="connsiteX328" fmla="*/ 0 w 582039"/>
              <a:gd name="connsiteY328" fmla="*/ 981851 h 9164851"/>
              <a:gd name="connsiteX329" fmla="*/ 0 w 582039"/>
              <a:gd name="connsiteY329" fmla="*/ 1007793 h 9164851"/>
              <a:gd name="connsiteX330" fmla="*/ 0 w 582039"/>
              <a:gd name="connsiteY330" fmla="*/ 1023093 h 9164851"/>
              <a:gd name="connsiteX331" fmla="*/ 0 w 582039"/>
              <a:gd name="connsiteY331" fmla="*/ 1049035 h 9164851"/>
              <a:gd name="connsiteX332" fmla="*/ 0 w 582039"/>
              <a:gd name="connsiteY332" fmla="*/ 1090251 h 9164851"/>
              <a:gd name="connsiteX333" fmla="*/ 0 w 582039"/>
              <a:gd name="connsiteY333" fmla="*/ 1116194 h 9164851"/>
              <a:gd name="connsiteX334" fmla="*/ 0 w 582039"/>
              <a:gd name="connsiteY334" fmla="*/ 1131496 h 9164851"/>
              <a:gd name="connsiteX335" fmla="*/ 0 w 582039"/>
              <a:gd name="connsiteY335" fmla="*/ 1157436 h 9164851"/>
              <a:gd name="connsiteX336" fmla="*/ 0 w 582039"/>
              <a:gd name="connsiteY336" fmla="*/ 1169027 h 9164851"/>
              <a:gd name="connsiteX337" fmla="*/ 0 w 582039"/>
              <a:gd name="connsiteY337" fmla="*/ 1194967 h 9164851"/>
              <a:gd name="connsiteX338" fmla="*/ 0 w 582039"/>
              <a:gd name="connsiteY338" fmla="*/ 1210269 h 9164851"/>
              <a:gd name="connsiteX339" fmla="*/ 0 w 582039"/>
              <a:gd name="connsiteY339" fmla="*/ 1236212 h 9164851"/>
              <a:gd name="connsiteX340" fmla="*/ 0 w 582039"/>
              <a:gd name="connsiteY340" fmla="*/ 1277428 h 9164851"/>
              <a:gd name="connsiteX341" fmla="*/ 0 w 582039"/>
              <a:gd name="connsiteY341" fmla="*/ 1303371 h 9164851"/>
              <a:gd name="connsiteX342" fmla="*/ 0 w 582039"/>
              <a:gd name="connsiteY342" fmla="*/ 1318670 h 9164851"/>
              <a:gd name="connsiteX343" fmla="*/ 0 w 582039"/>
              <a:gd name="connsiteY343" fmla="*/ 1344613 h 9164851"/>
              <a:gd name="connsiteX344" fmla="*/ 0 w 582039"/>
              <a:gd name="connsiteY344" fmla="*/ 1455117 h 9164851"/>
              <a:gd name="connsiteX345" fmla="*/ 0 w 582039"/>
              <a:gd name="connsiteY345" fmla="*/ 1467477 h 9164851"/>
              <a:gd name="connsiteX346" fmla="*/ 0 w 582039"/>
              <a:gd name="connsiteY346" fmla="*/ 1493417 h 9164851"/>
              <a:gd name="connsiteX347" fmla="*/ 0 w 582039"/>
              <a:gd name="connsiteY347" fmla="*/ 1496359 h 9164851"/>
              <a:gd name="connsiteX348" fmla="*/ 0 w 582039"/>
              <a:gd name="connsiteY348" fmla="*/ 1508719 h 9164851"/>
              <a:gd name="connsiteX349" fmla="*/ 0 w 582039"/>
              <a:gd name="connsiteY349" fmla="*/ 1534662 h 9164851"/>
              <a:gd name="connsiteX350" fmla="*/ 0 w 582039"/>
              <a:gd name="connsiteY350" fmla="*/ 1537578 h 9164851"/>
              <a:gd name="connsiteX351" fmla="*/ 0 w 582039"/>
              <a:gd name="connsiteY351" fmla="*/ 1563518 h 9164851"/>
              <a:gd name="connsiteX352" fmla="*/ 0 w 582039"/>
              <a:gd name="connsiteY352" fmla="*/ 1575878 h 9164851"/>
              <a:gd name="connsiteX353" fmla="*/ 0 w 582039"/>
              <a:gd name="connsiteY353" fmla="*/ 1578820 h 9164851"/>
              <a:gd name="connsiteX354" fmla="*/ 0 w 582039"/>
              <a:gd name="connsiteY354" fmla="*/ 1601821 h 9164851"/>
              <a:gd name="connsiteX355" fmla="*/ 0 w 582039"/>
              <a:gd name="connsiteY355" fmla="*/ 1604763 h 9164851"/>
              <a:gd name="connsiteX356" fmla="*/ 0 w 582039"/>
              <a:gd name="connsiteY356" fmla="*/ 1617120 h 9164851"/>
              <a:gd name="connsiteX357" fmla="*/ 0 w 582039"/>
              <a:gd name="connsiteY357" fmla="*/ 1643063 h 9164851"/>
              <a:gd name="connsiteX358" fmla="*/ 0 w 582039"/>
              <a:gd name="connsiteY358" fmla="*/ 1719728 h 9164851"/>
              <a:gd name="connsiteX359" fmla="*/ 0 w 582039"/>
              <a:gd name="connsiteY359" fmla="*/ 1745671 h 9164851"/>
              <a:gd name="connsiteX360" fmla="*/ 0 w 582039"/>
              <a:gd name="connsiteY360" fmla="*/ 1753567 h 9164851"/>
              <a:gd name="connsiteX361" fmla="*/ 0 w 582039"/>
              <a:gd name="connsiteY361" fmla="*/ 1760972 h 9164851"/>
              <a:gd name="connsiteX362" fmla="*/ 0 w 582039"/>
              <a:gd name="connsiteY362" fmla="*/ 1786913 h 9164851"/>
              <a:gd name="connsiteX363" fmla="*/ 0 w 582039"/>
              <a:gd name="connsiteY363" fmla="*/ 1794809 h 9164851"/>
              <a:gd name="connsiteX364" fmla="*/ 0 w 582039"/>
              <a:gd name="connsiteY364" fmla="*/ 1828130 h 9164851"/>
              <a:gd name="connsiteX365" fmla="*/ 0 w 582039"/>
              <a:gd name="connsiteY365" fmla="*/ 1836028 h 9164851"/>
              <a:gd name="connsiteX366" fmla="*/ 0 w 582039"/>
              <a:gd name="connsiteY366" fmla="*/ 1861968 h 9164851"/>
              <a:gd name="connsiteX367" fmla="*/ 0 w 582039"/>
              <a:gd name="connsiteY367" fmla="*/ 1869374 h 9164851"/>
              <a:gd name="connsiteX368" fmla="*/ 0 w 582039"/>
              <a:gd name="connsiteY368" fmla="*/ 1877270 h 9164851"/>
              <a:gd name="connsiteX369" fmla="*/ 0 w 582039"/>
              <a:gd name="connsiteY369" fmla="*/ 1903213 h 9164851"/>
              <a:gd name="connsiteX370" fmla="*/ 0 w 582039"/>
              <a:gd name="connsiteY370" fmla="*/ 1979876 h 9164851"/>
              <a:gd name="connsiteX371" fmla="*/ 0 w 582039"/>
              <a:gd name="connsiteY371" fmla="*/ 2005819 h 9164851"/>
              <a:gd name="connsiteX372" fmla="*/ 0 w 582039"/>
              <a:gd name="connsiteY372" fmla="*/ 2018178 h 9164851"/>
              <a:gd name="connsiteX373" fmla="*/ 0 w 582039"/>
              <a:gd name="connsiteY373" fmla="*/ 2021120 h 9164851"/>
              <a:gd name="connsiteX374" fmla="*/ 0 w 582039"/>
              <a:gd name="connsiteY374" fmla="*/ 2044121 h 9164851"/>
              <a:gd name="connsiteX375" fmla="*/ 0 w 582039"/>
              <a:gd name="connsiteY375" fmla="*/ 2047063 h 9164851"/>
              <a:gd name="connsiteX376" fmla="*/ 0 w 582039"/>
              <a:gd name="connsiteY376" fmla="*/ 2059422 h 9164851"/>
              <a:gd name="connsiteX377" fmla="*/ 0 w 582039"/>
              <a:gd name="connsiteY377" fmla="*/ 2085363 h 9164851"/>
              <a:gd name="connsiteX378" fmla="*/ 0 w 582039"/>
              <a:gd name="connsiteY378" fmla="*/ 2088279 h 9164851"/>
              <a:gd name="connsiteX379" fmla="*/ 0 w 582039"/>
              <a:gd name="connsiteY379" fmla="*/ 2114222 h 9164851"/>
              <a:gd name="connsiteX380" fmla="*/ 0 w 582039"/>
              <a:gd name="connsiteY380" fmla="*/ 2126580 h 9164851"/>
              <a:gd name="connsiteX381" fmla="*/ 0 w 582039"/>
              <a:gd name="connsiteY381" fmla="*/ 2129522 h 9164851"/>
              <a:gd name="connsiteX382" fmla="*/ 0 w 582039"/>
              <a:gd name="connsiteY382" fmla="*/ 2155464 h 9164851"/>
              <a:gd name="connsiteX383" fmla="*/ 0 w 582039"/>
              <a:gd name="connsiteY383" fmla="*/ 2167824 h 9164851"/>
              <a:gd name="connsiteX384" fmla="*/ 0 w 582039"/>
              <a:gd name="connsiteY384" fmla="*/ 2278326 h 9164851"/>
              <a:gd name="connsiteX385" fmla="*/ 0 w 582039"/>
              <a:gd name="connsiteY385" fmla="*/ 2304269 h 9164851"/>
              <a:gd name="connsiteX386" fmla="*/ 0 w 582039"/>
              <a:gd name="connsiteY386" fmla="*/ 2319570 h 9164851"/>
              <a:gd name="connsiteX387" fmla="*/ 0 w 582039"/>
              <a:gd name="connsiteY387" fmla="*/ 2345513 h 9164851"/>
              <a:gd name="connsiteX388" fmla="*/ 0 w 582039"/>
              <a:gd name="connsiteY388" fmla="*/ 2386729 h 9164851"/>
              <a:gd name="connsiteX389" fmla="*/ 0 w 582039"/>
              <a:gd name="connsiteY389" fmla="*/ 2412672 h 9164851"/>
              <a:gd name="connsiteX390" fmla="*/ 0 w 582039"/>
              <a:gd name="connsiteY390" fmla="*/ 2427972 h 9164851"/>
              <a:gd name="connsiteX391" fmla="*/ 0 w 582039"/>
              <a:gd name="connsiteY391" fmla="*/ 2453914 h 9164851"/>
              <a:gd name="connsiteX392" fmla="*/ 0 w 582039"/>
              <a:gd name="connsiteY392" fmla="*/ 2465503 h 9164851"/>
              <a:gd name="connsiteX393" fmla="*/ 0 w 582039"/>
              <a:gd name="connsiteY393" fmla="*/ 2491444 h 9164851"/>
              <a:gd name="connsiteX394" fmla="*/ 0 w 582039"/>
              <a:gd name="connsiteY394" fmla="*/ 2506747 h 9164851"/>
              <a:gd name="connsiteX395" fmla="*/ 0 w 582039"/>
              <a:gd name="connsiteY395" fmla="*/ 2532688 h 9164851"/>
              <a:gd name="connsiteX396" fmla="*/ 0 w 582039"/>
              <a:gd name="connsiteY396" fmla="*/ 2573905 h 9164851"/>
              <a:gd name="connsiteX397" fmla="*/ 0 w 582039"/>
              <a:gd name="connsiteY397" fmla="*/ 2599846 h 9164851"/>
              <a:gd name="connsiteX398" fmla="*/ 0 w 582039"/>
              <a:gd name="connsiteY398" fmla="*/ 2615149 h 9164851"/>
              <a:gd name="connsiteX399" fmla="*/ 0 w 582039"/>
              <a:gd name="connsiteY399" fmla="*/ 2641090 h 9164851"/>
              <a:gd name="connsiteX400" fmla="*/ 0 w 582039"/>
              <a:gd name="connsiteY400" fmla="*/ 2763953 h 9164851"/>
              <a:gd name="connsiteX401" fmla="*/ 0 w 582039"/>
              <a:gd name="connsiteY401" fmla="*/ 2789894 h 9164851"/>
              <a:gd name="connsiteX402" fmla="*/ 0 w 582039"/>
              <a:gd name="connsiteY402" fmla="*/ 2805197 h 9164851"/>
              <a:gd name="connsiteX403" fmla="*/ 0 w 582039"/>
              <a:gd name="connsiteY403" fmla="*/ 2831138 h 9164851"/>
              <a:gd name="connsiteX404" fmla="*/ 0 w 582039"/>
              <a:gd name="connsiteY404" fmla="*/ 2872355 h 9164851"/>
              <a:gd name="connsiteX405" fmla="*/ 0 w 582039"/>
              <a:gd name="connsiteY405" fmla="*/ 2898296 h 9164851"/>
              <a:gd name="connsiteX406" fmla="*/ 0 w 582039"/>
              <a:gd name="connsiteY406" fmla="*/ 2901842 h 9164851"/>
              <a:gd name="connsiteX407" fmla="*/ 0 w 582039"/>
              <a:gd name="connsiteY407" fmla="*/ 2913599 h 9164851"/>
              <a:gd name="connsiteX408" fmla="*/ 0 w 582039"/>
              <a:gd name="connsiteY408" fmla="*/ 2938137 h 9164851"/>
              <a:gd name="connsiteX409" fmla="*/ 0 w 582039"/>
              <a:gd name="connsiteY409" fmla="*/ 2939540 h 9164851"/>
              <a:gd name="connsiteX410" fmla="*/ 0 w 582039"/>
              <a:gd name="connsiteY410" fmla="*/ 2943084 h 9164851"/>
              <a:gd name="connsiteX411" fmla="*/ 0 w 582039"/>
              <a:gd name="connsiteY411" fmla="*/ 2949840 h 9164851"/>
              <a:gd name="connsiteX412" fmla="*/ 0 w 582039"/>
              <a:gd name="connsiteY412" fmla="*/ 2984303 h 9164851"/>
              <a:gd name="connsiteX413" fmla="*/ 0 w 582039"/>
              <a:gd name="connsiteY413" fmla="*/ 3010243 h 9164851"/>
              <a:gd name="connsiteX414" fmla="*/ 0 w 582039"/>
              <a:gd name="connsiteY414" fmla="*/ 3025545 h 9164851"/>
              <a:gd name="connsiteX415" fmla="*/ 0 w 582039"/>
              <a:gd name="connsiteY415" fmla="*/ 3051488 h 9164851"/>
              <a:gd name="connsiteX416" fmla="*/ 0 w 582039"/>
              <a:gd name="connsiteY416" fmla="*/ 3200292 h 9164851"/>
              <a:gd name="connsiteX417" fmla="*/ 0 w 582039"/>
              <a:gd name="connsiteY417" fmla="*/ 3236587 h 9164851"/>
              <a:gd name="connsiteX418" fmla="*/ 0 w 582039"/>
              <a:gd name="connsiteY418" fmla="*/ 3241534 h 9164851"/>
              <a:gd name="connsiteX419" fmla="*/ 0 w 582039"/>
              <a:gd name="connsiteY419" fmla="*/ 3248290 h 9164851"/>
              <a:gd name="connsiteX420" fmla="*/ 0 w 582039"/>
              <a:gd name="connsiteY420" fmla="*/ 3282753 h 9164851"/>
              <a:gd name="connsiteX421" fmla="*/ 0 w 582039"/>
              <a:gd name="connsiteY421" fmla="*/ 3308693 h 9164851"/>
              <a:gd name="connsiteX422" fmla="*/ 0 w 582039"/>
              <a:gd name="connsiteY422" fmla="*/ 3323995 h 9164851"/>
              <a:gd name="connsiteX423" fmla="*/ 0 w 582039"/>
              <a:gd name="connsiteY423" fmla="*/ 3349938 h 9164851"/>
              <a:gd name="connsiteX424" fmla="*/ 0 w 582039"/>
              <a:gd name="connsiteY424" fmla="*/ 3426602 h 9164851"/>
              <a:gd name="connsiteX425" fmla="*/ 0 w 582039"/>
              <a:gd name="connsiteY425" fmla="*/ 3452544 h 9164851"/>
              <a:gd name="connsiteX426" fmla="*/ 0 w 582039"/>
              <a:gd name="connsiteY426" fmla="*/ 3467844 h 9164851"/>
              <a:gd name="connsiteX427" fmla="*/ 0 w 582039"/>
              <a:gd name="connsiteY427" fmla="*/ 3493786 h 9164851"/>
              <a:gd name="connsiteX428" fmla="*/ 0 w 582039"/>
              <a:gd name="connsiteY428" fmla="*/ 3535002 h 9164851"/>
              <a:gd name="connsiteX429" fmla="*/ 0 w 582039"/>
              <a:gd name="connsiteY429" fmla="*/ 3560945 h 9164851"/>
              <a:gd name="connsiteX430" fmla="*/ 0 w 582039"/>
              <a:gd name="connsiteY430" fmla="*/ 3576247 h 9164851"/>
              <a:gd name="connsiteX431" fmla="*/ 0 w 582039"/>
              <a:gd name="connsiteY431" fmla="*/ 3602187 h 9164851"/>
              <a:gd name="connsiteX432" fmla="*/ 0 w 582039"/>
              <a:gd name="connsiteY432" fmla="*/ 3725052 h 9164851"/>
              <a:gd name="connsiteX433" fmla="*/ 0 w 582039"/>
              <a:gd name="connsiteY433" fmla="*/ 3750994 h 9164851"/>
              <a:gd name="connsiteX434" fmla="*/ 0 w 582039"/>
              <a:gd name="connsiteY434" fmla="*/ 3766294 h 9164851"/>
              <a:gd name="connsiteX435" fmla="*/ 0 w 582039"/>
              <a:gd name="connsiteY435" fmla="*/ 3792236 h 9164851"/>
              <a:gd name="connsiteX436" fmla="*/ 0 w 582039"/>
              <a:gd name="connsiteY436" fmla="*/ 3833452 h 9164851"/>
              <a:gd name="connsiteX437" fmla="*/ 0 w 582039"/>
              <a:gd name="connsiteY437" fmla="*/ 3859395 h 9164851"/>
              <a:gd name="connsiteX438" fmla="*/ 0 w 582039"/>
              <a:gd name="connsiteY438" fmla="*/ 3874697 h 9164851"/>
              <a:gd name="connsiteX439" fmla="*/ 0 w 582039"/>
              <a:gd name="connsiteY439" fmla="*/ 3900637 h 9164851"/>
              <a:gd name="connsiteX440" fmla="*/ 0 w 582039"/>
              <a:gd name="connsiteY440" fmla="*/ 3912228 h 9164851"/>
              <a:gd name="connsiteX441" fmla="*/ 0 w 582039"/>
              <a:gd name="connsiteY441" fmla="*/ 3938168 h 9164851"/>
              <a:gd name="connsiteX442" fmla="*/ 0 w 582039"/>
              <a:gd name="connsiteY442" fmla="*/ 3953470 h 9164851"/>
              <a:gd name="connsiteX443" fmla="*/ 0 w 582039"/>
              <a:gd name="connsiteY443" fmla="*/ 3979413 h 9164851"/>
              <a:gd name="connsiteX444" fmla="*/ 0 w 582039"/>
              <a:gd name="connsiteY444" fmla="*/ 4020629 h 9164851"/>
              <a:gd name="connsiteX445" fmla="*/ 0 w 582039"/>
              <a:gd name="connsiteY445" fmla="*/ 4046572 h 9164851"/>
              <a:gd name="connsiteX446" fmla="*/ 0 w 582039"/>
              <a:gd name="connsiteY446" fmla="*/ 4061871 h 9164851"/>
              <a:gd name="connsiteX447" fmla="*/ 0 w 582039"/>
              <a:gd name="connsiteY447" fmla="*/ 4087814 h 9164851"/>
              <a:gd name="connsiteX448" fmla="*/ 0 w 582039"/>
              <a:gd name="connsiteY448" fmla="*/ 4198318 h 9164851"/>
              <a:gd name="connsiteX449" fmla="*/ 0 w 582039"/>
              <a:gd name="connsiteY449" fmla="*/ 4210678 h 9164851"/>
              <a:gd name="connsiteX450" fmla="*/ 0 w 582039"/>
              <a:gd name="connsiteY450" fmla="*/ 4216291 h 9164851"/>
              <a:gd name="connsiteX451" fmla="*/ 0 w 582039"/>
              <a:gd name="connsiteY451" fmla="*/ 4236618 h 9164851"/>
              <a:gd name="connsiteX452" fmla="*/ 0 w 582039"/>
              <a:gd name="connsiteY452" fmla="*/ 4239560 h 9164851"/>
              <a:gd name="connsiteX453" fmla="*/ 0 w 582039"/>
              <a:gd name="connsiteY453" fmla="*/ 4251920 h 9164851"/>
              <a:gd name="connsiteX454" fmla="*/ 0 w 582039"/>
              <a:gd name="connsiteY454" fmla="*/ 4257533 h 9164851"/>
              <a:gd name="connsiteX455" fmla="*/ 0 w 582039"/>
              <a:gd name="connsiteY455" fmla="*/ 4277863 h 9164851"/>
              <a:gd name="connsiteX456" fmla="*/ 0 w 582039"/>
              <a:gd name="connsiteY456" fmla="*/ 4280779 h 9164851"/>
              <a:gd name="connsiteX457" fmla="*/ 0 w 582039"/>
              <a:gd name="connsiteY457" fmla="*/ 4298752 h 9164851"/>
              <a:gd name="connsiteX458" fmla="*/ 0 w 582039"/>
              <a:gd name="connsiteY458" fmla="*/ 4306719 h 9164851"/>
              <a:gd name="connsiteX459" fmla="*/ 0 w 582039"/>
              <a:gd name="connsiteY459" fmla="*/ 4319079 h 9164851"/>
              <a:gd name="connsiteX460" fmla="*/ 0 w 582039"/>
              <a:gd name="connsiteY460" fmla="*/ 4322021 h 9164851"/>
              <a:gd name="connsiteX461" fmla="*/ 0 w 582039"/>
              <a:gd name="connsiteY461" fmla="*/ 4324692 h 9164851"/>
              <a:gd name="connsiteX462" fmla="*/ 0 w 582039"/>
              <a:gd name="connsiteY462" fmla="*/ 4339994 h 9164851"/>
              <a:gd name="connsiteX463" fmla="*/ 0 w 582039"/>
              <a:gd name="connsiteY463" fmla="*/ 4345022 h 9164851"/>
              <a:gd name="connsiteX464" fmla="*/ 0 w 582039"/>
              <a:gd name="connsiteY464" fmla="*/ 4347964 h 9164851"/>
              <a:gd name="connsiteX465" fmla="*/ 0 w 582039"/>
              <a:gd name="connsiteY465" fmla="*/ 4360321 h 9164851"/>
              <a:gd name="connsiteX466" fmla="*/ 0 w 582039"/>
              <a:gd name="connsiteY466" fmla="*/ 4365937 h 9164851"/>
              <a:gd name="connsiteX467" fmla="*/ 0 w 582039"/>
              <a:gd name="connsiteY467" fmla="*/ 4386264 h 9164851"/>
              <a:gd name="connsiteX468" fmla="*/ 0 w 582039"/>
              <a:gd name="connsiteY468" fmla="*/ 4462929 h 9164851"/>
              <a:gd name="connsiteX469" fmla="*/ 0 w 582039"/>
              <a:gd name="connsiteY469" fmla="*/ 4488872 h 9164851"/>
              <a:gd name="connsiteX470" fmla="*/ 0 w 582039"/>
              <a:gd name="connsiteY470" fmla="*/ 4496768 h 9164851"/>
              <a:gd name="connsiteX471" fmla="*/ 0 w 582039"/>
              <a:gd name="connsiteY471" fmla="*/ 4504173 h 9164851"/>
              <a:gd name="connsiteX472" fmla="*/ 0 w 582039"/>
              <a:gd name="connsiteY472" fmla="*/ 4514741 h 9164851"/>
              <a:gd name="connsiteX473" fmla="*/ 0 w 582039"/>
              <a:gd name="connsiteY473" fmla="*/ 4530114 h 9164851"/>
              <a:gd name="connsiteX474" fmla="*/ 0 w 582039"/>
              <a:gd name="connsiteY474" fmla="*/ 4538010 h 9164851"/>
              <a:gd name="connsiteX475" fmla="*/ 0 w 582039"/>
              <a:gd name="connsiteY475" fmla="*/ 4555983 h 9164851"/>
              <a:gd name="connsiteX476" fmla="*/ 0 w 582039"/>
              <a:gd name="connsiteY476" fmla="*/ 4571331 h 9164851"/>
              <a:gd name="connsiteX477" fmla="*/ 0 w 582039"/>
              <a:gd name="connsiteY477" fmla="*/ 4579229 h 9164851"/>
              <a:gd name="connsiteX478" fmla="*/ 0 w 582039"/>
              <a:gd name="connsiteY478" fmla="*/ 4597202 h 9164851"/>
              <a:gd name="connsiteX479" fmla="*/ 0 w 582039"/>
              <a:gd name="connsiteY479" fmla="*/ 4605169 h 9164851"/>
              <a:gd name="connsiteX480" fmla="*/ 0 w 582039"/>
              <a:gd name="connsiteY480" fmla="*/ 4612575 h 9164851"/>
              <a:gd name="connsiteX481" fmla="*/ 0 w 582039"/>
              <a:gd name="connsiteY481" fmla="*/ 4620471 h 9164851"/>
              <a:gd name="connsiteX482" fmla="*/ 0 w 582039"/>
              <a:gd name="connsiteY482" fmla="*/ 4623142 h 9164851"/>
              <a:gd name="connsiteX483" fmla="*/ 0 w 582039"/>
              <a:gd name="connsiteY483" fmla="*/ 4638444 h 9164851"/>
              <a:gd name="connsiteX484" fmla="*/ 0 w 582039"/>
              <a:gd name="connsiteY484" fmla="*/ 4646414 h 9164851"/>
              <a:gd name="connsiteX485" fmla="*/ 0 w 582039"/>
              <a:gd name="connsiteY485" fmla="*/ 4664387 h 9164851"/>
              <a:gd name="connsiteX486" fmla="*/ 0 w 582039"/>
              <a:gd name="connsiteY486" fmla="*/ 4723077 h 9164851"/>
              <a:gd name="connsiteX487" fmla="*/ 0 w 582039"/>
              <a:gd name="connsiteY487" fmla="*/ 4741051 h 9164851"/>
              <a:gd name="connsiteX488" fmla="*/ 0 w 582039"/>
              <a:gd name="connsiteY488" fmla="*/ 4749020 h 9164851"/>
              <a:gd name="connsiteX489" fmla="*/ 0 w 582039"/>
              <a:gd name="connsiteY489" fmla="*/ 4761379 h 9164851"/>
              <a:gd name="connsiteX490" fmla="*/ 0 w 582039"/>
              <a:gd name="connsiteY490" fmla="*/ 4764321 h 9164851"/>
              <a:gd name="connsiteX491" fmla="*/ 0 w 582039"/>
              <a:gd name="connsiteY491" fmla="*/ 4766993 h 9164851"/>
              <a:gd name="connsiteX492" fmla="*/ 0 w 582039"/>
              <a:gd name="connsiteY492" fmla="*/ 4782293 h 9164851"/>
              <a:gd name="connsiteX493" fmla="*/ 0 w 582039"/>
              <a:gd name="connsiteY493" fmla="*/ 4787322 h 9164851"/>
              <a:gd name="connsiteX494" fmla="*/ 0 w 582039"/>
              <a:gd name="connsiteY494" fmla="*/ 4790264 h 9164851"/>
              <a:gd name="connsiteX495" fmla="*/ 0 w 582039"/>
              <a:gd name="connsiteY495" fmla="*/ 4802623 h 9164851"/>
              <a:gd name="connsiteX496" fmla="*/ 0 w 582039"/>
              <a:gd name="connsiteY496" fmla="*/ 4808235 h 9164851"/>
              <a:gd name="connsiteX497" fmla="*/ 0 w 582039"/>
              <a:gd name="connsiteY497" fmla="*/ 4828564 h 9164851"/>
              <a:gd name="connsiteX498" fmla="*/ 0 w 582039"/>
              <a:gd name="connsiteY498" fmla="*/ 4831480 h 9164851"/>
              <a:gd name="connsiteX499" fmla="*/ 0 w 582039"/>
              <a:gd name="connsiteY499" fmla="*/ 4849451 h 9164851"/>
              <a:gd name="connsiteX500" fmla="*/ 0 w 582039"/>
              <a:gd name="connsiteY500" fmla="*/ 4857423 h 9164851"/>
              <a:gd name="connsiteX501" fmla="*/ 0 w 582039"/>
              <a:gd name="connsiteY501" fmla="*/ 4869781 h 9164851"/>
              <a:gd name="connsiteX502" fmla="*/ 0 w 582039"/>
              <a:gd name="connsiteY502" fmla="*/ 4872723 h 9164851"/>
              <a:gd name="connsiteX503" fmla="*/ 0 w 582039"/>
              <a:gd name="connsiteY503" fmla="*/ 4875394 h 9164851"/>
              <a:gd name="connsiteX504" fmla="*/ 0 w 582039"/>
              <a:gd name="connsiteY504" fmla="*/ 4890696 h 9164851"/>
              <a:gd name="connsiteX505" fmla="*/ 0 w 582039"/>
              <a:gd name="connsiteY505" fmla="*/ 4898665 h 9164851"/>
              <a:gd name="connsiteX506" fmla="*/ 0 w 582039"/>
              <a:gd name="connsiteY506" fmla="*/ 4911025 h 9164851"/>
              <a:gd name="connsiteX507" fmla="*/ 0 w 582039"/>
              <a:gd name="connsiteY507" fmla="*/ 4916636 h 9164851"/>
              <a:gd name="connsiteX508" fmla="*/ 0 w 582039"/>
              <a:gd name="connsiteY508" fmla="*/ 5021527 h 9164851"/>
              <a:gd name="connsiteX509" fmla="*/ 0 w 582039"/>
              <a:gd name="connsiteY509" fmla="*/ 5039501 h 9164851"/>
              <a:gd name="connsiteX510" fmla="*/ 0 w 582039"/>
              <a:gd name="connsiteY510" fmla="*/ 5047470 h 9164851"/>
              <a:gd name="connsiteX511" fmla="*/ 0 w 582039"/>
              <a:gd name="connsiteY511" fmla="*/ 5062771 h 9164851"/>
              <a:gd name="connsiteX512" fmla="*/ 0 w 582039"/>
              <a:gd name="connsiteY512" fmla="*/ 5065443 h 9164851"/>
              <a:gd name="connsiteX513" fmla="*/ 0 w 582039"/>
              <a:gd name="connsiteY513" fmla="*/ 5080743 h 9164851"/>
              <a:gd name="connsiteX514" fmla="*/ 0 w 582039"/>
              <a:gd name="connsiteY514" fmla="*/ 5088714 h 9164851"/>
              <a:gd name="connsiteX515" fmla="*/ 0 w 582039"/>
              <a:gd name="connsiteY515" fmla="*/ 5106685 h 9164851"/>
              <a:gd name="connsiteX516" fmla="*/ 0 w 582039"/>
              <a:gd name="connsiteY516" fmla="*/ 5129930 h 9164851"/>
              <a:gd name="connsiteX517" fmla="*/ 0 w 582039"/>
              <a:gd name="connsiteY517" fmla="*/ 5147901 h 9164851"/>
              <a:gd name="connsiteX518" fmla="*/ 0 w 582039"/>
              <a:gd name="connsiteY518" fmla="*/ 5155873 h 9164851"/>
              <a:gd name="connsiteX519" fmla="*/ 0 w 582039"/>
              <a:gd name="connsiteY519" fmla="*/ 5171173 h 9164851"/>
              <a:gd name="connsiteX520" fmla="*/ 0 w 582039"/>
              <a:gd name="connsiteY520" fmla="*/ 5173844 h 9164851"/>
              <a:gd name="connsiteX521" fmla="*/ 0 w 582039"/>
              <a:gd name="connsiteY521" fmla="*/ 5189146 h 9164851"/>
              <a:gd name="connsiteX522" fmla="*/ 0 w 582039"/>
              <a:gd name="connsiteY522" fmla="*/ 5197115 h 9164851"/>
              <a:gd name="connsiteX523" fmla="*/ 0 w 582039"/>
              <a:gd name="connsiteY523" fmla="*/ 5208704 h 9164851"/>
              <a:gd name="connsiteX524" fmla="*/ 0 w 582039"/>
              <a:gd name="connsiteY524" fmla="*/ 5215086 h 9164851"/>
              <a:gd name="connsiteX525" fmla="*/ 0 w 582039"/>
              <a:gd name="connsiteY525" fmla="*/ 5226677 h 9164851"/>
              <a:gd name="connsiteX526" fmla="*/ 0 w 582039"/>
              <a:gd name="connsiteY526" fmla="*/ 5234645 h 9164851"/>
              <a:gd name="connsiteX527" fmla="*/ 0 w 582039"/>
              <a:gd name="connsiteY527" fmla="*/ 5249948 h 9164851"/>
              <a:gd name="connsiteX528" fmla="*/ 0 w 582039"/>
              <a:gd name="connsiteY528" fmla="*/ 5252617 h 9164851"/>
              <a:gd name="connsiteX529" fmla="*/ 0 w 582039"/>
              <a:gd name="connsiteY529" fmla="*/ 5267919 h 9164851"/>
              <a:gd name="connsiteX530" fmla="*/ 0 w 582039"/>
              <a:gd name="connsiteY530" fmla="*/ 5275889 h 9164851"/>
              <a:gd name="connsiteX531" fmla="*/ 0 w 582039"/>
              <a:gd name="connsiteY531" fmla="*/ 5293862 h 9164851"/>
              <a:gd name="connsiteX532" fmla="*/ 0 w 582039"/>
              <a:gd name="connsiteY532" fmla="*/ 5317106 h 9164851"/>
              <a:gd name="connsiteX533" fmla="*/ 0 w 582039"/>
              <a:gd name="connsiteY533" fmla="*/ 5335078 h 9164851"/>
              <a:gd name="connsiteX534" fmla="*/ 0 w 582039"/>
              <a:gd name="connsiteY534" fmla="*/ 5343047 h 9164851"/>
              <a:gd name="connsiteX535" fmla="*/ 0 w 582039"/>
              <a:gd name="connsiteY535" fmla="*/ 5358350 h 9164851"/>
              <a:gd name="connsiteX536" fmla="*/ 0 w 582039"/>
              <a:gd name="connsiteY536" fmla="*/ 5361021 h 9164851"/>
              <a:gd name="connsiteX537" fmla="*/ 0 w 582039"/>
              <a:gd name="connsiteY537" fmla="*/ 5376320 h 9164851"/>
              <a:gd name="connsiteX538" fmla="*/ 0 w 582039"/>
              <a:gd name="connsiteY538" fmla="*/ 5384291 h 9164851"/>
              <a:gd name="connsiteX539" fmla="*/ 0 w 582039"/>
              <a:gd name="connsiteY539" fmla="*/ 5402263 h 9164851"/>
              <a:gd name="connsiteX540" fmla="*/ 0 w 582039"/>
              <a:gd name="connsiteY540" fmla="*/ 5507154 h 9164851"/>
              <a:gd name="connsiteX541" fmla="*/ 0 w 582039"/>
              <a:gd name="connsiteY541" fmla="*/ 5512767 h 9164851"/>
              <a:gd name="connsiteX542" fmla="*/ 0 w 582039"/>
              <a:gd name="connsiteY542" fmla="*/ 5525127 h 9164851"/>
              <a:gd name="connsiteX543" fmla="*/ 0 w 582039"/>
              <a:gd name="connsiteY543" fmla="*/ 5533095 h 9164851"/>
              <a:gd name="connsiteX544" fmla="*/ 0 w 582039"/>
              <a:gd name="connsiteY544" fmla="*/ 5548398 h 9164851"/>
              <a:gd name="connsiteX545" fmla="*/ 0 w 582039"/>
              <a:gd name="connsiteY545" fmla="*/ 5551067 h 9164851"/>
              <a:gd name="connsiteX546" fmla="*/ 0 w 582039"/>
              <a:gd name="connsiteY546" fmla="*/ 5554009 h 9164851"/>
              <a:gd name="connsiteX547" fmla="*/ 0 w 582039"/>
              <a:gd name="connsiteY547" fmla="*/ 5566369 h 9164851"/>
              <a:gd name="connsiteX548" fmla="*/ 0 w 582039"/>
              <a:gd name="connsiteY548" fmla="*/ 5574339 h 9164851"/>
              <a:gd name="connsiteX549" fmla="*/ 0 w 582039"/>
              <a:gd name="connsiteY549" fmla="*/ 5592312 h 9164851"/>
              <a:gd name="connsiteX550" fmla="*/ 0 w 582039"/>
              <a:gd name="connsiteY550" fmla="*/ 5595228 h 9164851"/>
              <a:gd name="connsiteX551" fmla="*/ 0 w 582039"/>
              <a:gd name="connsiteY551" fmla="*/ 5615556 h 9164851"/>
              <a:gd name="connsiteX552" fmla="*/ 0 w 582039"/>
              <a:gd name="connsiteY552" fmla="*/ 5621168 h 9164851"/>
              <a:gd name="connsiteX553" fmla="*/ 0 w 582039"/>
              <a:gd name="connsiteY553" fmla="*/ 5633528 h 9164851"/>
              <a:gd name="connsiteX554" fmla="*/ 0 w 582039"/>
              <a:gd name="connsiteY554" fmla="*/ 5636470 h 9164851"/>
              <a:gd name="connsiteX555" fmla="*/ 0 w 582039"/>
              <a:gd name="connsiteY555" fmla="*/ 5641497 h 9164851"/>
              <a:gd name="connsiteX556" fmla="*/ 0 w 582039"/>
              <a:gd name="connsiteY556" fmla="*/ 5656800 h 9164851"/>
              <a:gd name="connsiteX557" fmla="*/ 0 w 582039"/>
              <a:gd name="connsiteY557" fmla="*/ 5659471 h 9164851"/>
              <a:gd name="connsiteX558" fmla="*/ 0 w 582039"/>
              <a:gd name="connsiteY558" fmla="*/ 5662413 h 9164851"/>
              <a:gd name="connsiteX559" fmla="*/ 0 w 582039"/>
              <a:gd name="connsiteY559" fmla="*/ 5674770 h 9164851"/>
              <a:gd name="connsiteX560" fmla="*/ 0 w 582039"/>
              <a:gd name="connsiteY560" fmla="*/ 5681338 h 9164851"/>
              <a:gd name="connsiteX561" fmla="*/ 0 w 582039"/>
              <a:gd name="connsiteY561" fmla="*/ 5682741 h 9164851"/>
              <a:gd name="connsiteX562" fmla="*/ 0 w 582039"/>
              <a:gd name="connsiteY562" fmla="*/ 5693041 h 9164851"/>
              <a:gd name="connsiteX563" fmla="*/ 0 w 582039"/>
              <a:gd name="connsiteY563" fmla="*/ 5700713 h 9164851"/>
              <a:gd name="connsiteX564" fmla="*/ 0 w 582039"/>
              <a:gd name="connsiteY564" fmla="*/ 5777378 h 9164851"/>
              <a:gd name="connsiteX565" fmla="*/ 0 w 582039"/>
              <a:gd name="connsiteY565" fmla="*/ 5803321 h 9164851"/>
              <a:gd name="connsiteX566" fmla="*/ 0 w 582039"/>
              <a:gd name="connsiteY566" fmla="*/ 5811217 h 9164851"/>
              <a:gd name="connsiteX567" fmla="*/ 0 w 582039"/>
              <a:gd name="connsiteY567" fmla="*/ 5818622 h 9164851"/>
              <a:gd name="connsiteX568" fmla="*/ 0 w 582039"/>
              <a:gd name="connsiteY568" fmla="*/ 5844563 h 9164851"/>
              <a:gd name="connsiteX569" fmla="*/ 0 w 582039"/>
              <a:gd name="connsiteY569" fmla="*/ 5852459 h 9164851"/>
              <a:gd name="connsiteX570" fmla="*/ 0 w 582039"/>
              <a:gd name="connsiteY570" fmla="*/ 5885780 h 9164851"/>
              <a:gd name="connsiteX571" fmla="*/ 0 w 582039"/>
              <a:gd name="connsiteY571" fmla="*/ 5893678 h 9164851"/>
              <a:gd name="connsiteX572" fmla="*/ 0 w 582039"/>
              <a:gd name="connsiteY572" fmla="*/ 5919618 h 9164851"/>
              <a:gd name="connsiteX573" fmla="*/ 0 w 582039"/>
              <a:gd name="connsiteY573" fmla="*/ 5927024 h 9164851"/>
              <a:gd name="connsiteX574" fmla="*/ 0 w 582039"/>
              <a:gd name="connsiteY574" fmla="*/ 5934920 h 9164851"/>
              <a:gd name="connsiteX575" fmla="*/ 0 w 582039"/>
              <a:gd name="connsiteY575" fmla="*/ 5960863 h 9164851"/>
              <a:gd name="connsiteX576" fmla="*/ 0 w 582039"/>
              <a:gd name="connsiteY576" fmla="*/ 5979788 h 9164851"/>
              <a:gd name="connsiteX577" fmla="*/ 0 w 582039"/>
              <a:gd name="connsiteY577" fmla="*/ 5991491 h 9164851"/>
              <a:gd name="connsiteX578" fmla="*/ 0 w 582039"/>
              <a:gd name="connsiteY578" fmla="*/ 6037526 h 9164851"/>
              <a:gd name="connsiteX579" fmla="*/ 0 w 582039"/>
              <a:gd name="connsiteY579" fmla="*/ 6063469 h 9164851"/>
              <a:gd name="connsiteX580" fmla="*/ 0 w 582039"/>
              <a:gd name="connsiteY580" fmla="*/ 6075828 h 9164851"/>
              <a:gd name="connsiteX581" fmla="*/ 0 w 582039"/>
              <a:gd name="connsiteY581" fmla="*/ 6078770 h 9164851"/>
              <a:gd name="connsiteX582" fmla="*/ 0 w 582039"/>
              <a:gd name="connsiteY582" fmla="*/ 6101771 h 9164851"/>
              <a:gd name="connsiteX583" fmla="*/ 0 w 582039"/>
              <a:gd name="connsiteY583" fmla="*/ 6104713 h 9164851"/>
              <a:gd name="connsiteX584" fmla="*/ 0 w 582039"/>
              <a:gd name="connsiteY584" fmla="*/ 6117072 h 9164851"/>
              <a:gd name="connsiteX585" fmla="*/ 0 w 582039"/>
              <a:gd name="connsiteY585" fmla="*/ 6143013 h 9164851"/>
              <a:gd name="connsiteX586" fmla="*/ 0 w 582039"/>
              <a:gd name="connsiteY586" fmla="*/ 6145929 h 9164851"/>
              <a:gd name="connsiteX587" fmla="*/ 0 w 582039"/>
              <a:gd name="connsiteY587" fmla="*/ 6171872 h 9164851"/>
              <a:gd name="connsiteX588" fmla="*/ 0 w 582039"/>
              <a:gd name="connsiteY588" fmla="*/ 6184230 h 9164851"/>
              <a:gd name="connsiteX589" fmla="*/ 0 w 582039"/>
              <a:gd name="connsiteY589" fmla="*/ 6187172 h 9164851"/>
              <a:gd name="connsiteX590" fmla="*/ 0 w 582039"/>
              <a:gd name="connsiteY590" fmla="*/ 6213114 h 9164851"/>
              <a:gd name="connsiteX591" fmla="*/ 0 w 582039"/>
              <a:gd name="connsiteY591" fmla="*/ 6225474 h 9164851"/>
              <a:gd name="connsiteX592" fmla="*/ 0 w 582039"/>
              <a:gd name="connsiteY592" fmla="*/ 6335976 h 9164851"/>
              <a:gd name="connsiteX593" fmla="*/ 0 w 582039"/>
              <a:gd name="connsiteY593" fmla="*/ 6361919 h 9164851"/>
              <a:gd name="connsiteX594" fmla="*/ 0 w 582039"/>
              <a:gd name="connsiteY594" fmla="*/ 6377220 h 9164851"/>
              <a:gd name="connsiteX595" fmla="*/ 0 w 582039"/>
              <a:gd name="connsiteY595" fmla="*/ 6403163 h 9164851"/>
              <a:gd name="connsiteX596" fmla="*/ 0 w 582039"/>
              <a:gd name="connsiteY596" fmla="*/ 6444379 h 9164851"/>
              <a:gd name="connsiteX597" fmla="*/ 0 w 582039"/>
              <a:gd name="connsiteY597" fmla="*/ 6470322 h 9164851"/>
              <a:gd name="connsiteX598" fmla="*/ 0 w 582039"/>
              <a:gd name="connsiteY598" fmla="*/ 6485622 h 9164851"/>
              <a:gd name="connsiteX599" fmla="*/ 0 w 582039"/>
              <a:gd name="connsiteY599" fmla="*/ 6511564 h 9164851"/>
              <a:gd name="connsiteX600" fmla="*/ 0 w 582039"/>
              <a:gd name="connsiteY600" fmla="*/ 6523153 h 9164851"/>
              <a:gd name="connsiteX601" fmla="*/ 0 w 582039"/>
              <a:gd name="connsiteY601" fmla="*/ 6549094 h 9164851"/>
              <a:gd name="connsiteX602" fmla="*/ 0 w 582039"/>
              <a:gd name="connsiteY602" fmla="*/ 6564397 h 9164851"/>
              <a:gd name="connsiteX603" fmla="*/ 0 w 582039"/>
              <a:gd name="connsiteY603" fmla="*/ 6590338 h 9164851"/>
              <a:gd name="connsiteX604" fmla="*/ 0 w 582039"/>
              <a:gd name="connsiteY604" fmla="*/ 6631555 h 9164851"/>
              <a:gd name="connsiteX605" fmla="*/ 0 w 582039"/>
              <a:gd name="connsiteY605" fmla="*/ 6657496 h 9164851"/>
              <a:gd name="connsiteX606" fmla="*/ 0 w 582039"/>
              <a:gd name="connsiteY606" fmla="*/ 6672799 h 9164851"/>
              <a:gd name="connsiteX607" fmla="*/ 0 w 582039"/>
              <a:gd name="connsiteY607" fmla="*/ 6698740 h 9164851"/>
              <a:gd name="connsiteX608" fmla="*/ 0 w 582039"/>
              <a:gd name="connsiteY608" fmla="*/ 6821603 h 9164851"/>
              <a:gd name="connsiteX609" fmla="*/ 0 w 582039"/>
              <a:gd name="connsiteY609" fmla="*/ 6847544 h 9164851"/>
              <a:gd name="connsiteX610" fmla="*/ 0 w 582039"/>
              <a:gd name="connsiteY610" fmla="*/ 6862847 h 9164851"/>
              <a:gd name="connsiteX611" fmla="*/ 0 w 582039"/>
              <a:gd name="connsiteY611" fmla="*/ 6888788 h 9164851"/>
              <a:gd name="connsiteX612" fmla="*/ 0 w 582039"/>
              <a:gd name="connsiteY612" fmla="*/ 6930005 h 9164851"/>
              <a:gd name="connsiteX613" fmla="*/ 0 w 582039"/>
              <a:gd name="connsiteY613" fmla="*/ 6955946 h 9164851"/>
              <a:gd name="connsiteX614" fmla="*/ 0 w 582039"/>
              <a:gd name="connsiteY614" fmla="*/ 6959492 h 9164851"/>
              <a:gd name="connsiteX615" fmla="*/ 0 w 582039"/>
              <a:gd name="connsiteY615" fmla="*/ 6971249 h 9164851"/>
              <a:gd name="connsiteX616" fmla="*/ 0 w 582039"/>
              <a:gd name="connsiteY616" fmla="*/ 6995787 h 9164851"/>
              <a:gd name="connsiteX617" fmla="*/ 0 w 582039"/>
              <a:gd name="connsiteY617" fmla="*/ 6997190 h 9164851"/>
              <a:gd name="connsiteX618" fmla="*/ 0 w 582039"/>
              <a:gd name="connsiteY618" fmla="*/ 7000734 h 9164851"/>
              <a:gd name="connsiteX619" fmla="*/ 0 w 582039"/>
              <a:gd name="connsiteY619" fmla="*/ 7007490 h 9164851"/>
              <a:gd name="connsiteX620" fmla="*/ 0 w 582039"/>
              <a:gd name="connsiteY620" fmla="*/ 7041953 h 9164851"/>
              <a:gd name="connsiteX621" fmla="*/ 0 w 582039"/>
              <a:gd name="connsiteY621" fmla="*/ 7067893 h 9164851"/>
              <a:gd name="connsiteX622" fmla="*/ 0 w 582039"/>
              <a:gd name="connsiteY622" fmla="*/ 7083195 h 9164851"/>
              <a:gd name="connsiteX623" fmla="*/ 0 w 582039"/>
              <a:gd name="connsiteY623" fmla="*/ 7109138 h 9164851"/>
              <a:gd name="connsiteX624" fmla="*/ 0 w 582039"/>
              <a:gd name="connsiteY624" fmla="*/ 7257942 h 9164851"/>
              <a:gd name="connsiteX625" fmla="*/ 0 w 582039"/>
              <a:gd name="connsiteY625" fmla="*/ 7294237 h 9164851"/>
              <a:gd name="connsiteX626" fmla="*/ 0 w 582039"/>
              <a:gd name="connsiteY626" fmla="*/ 7299184 h 9164851"/>
              <a:gd name="connsiteX627" fmla="*/ 0 w 582039"/>
              <a:gd name="connsiteY627" fmla="*/ 7305940 h 9164851"/>
              <a:gd name="connsiteX628" fmla="*/ 0 w 582039"/>
              <a:gd name="connsiteY628" fmla="*/ 7340403 h 9164851"/>
              <a:gd name="connsiteX629" fmla="*/ 0 w 582039"/>
              <a:gd name="connsiteY629" fmla="*/ 7366343 h 9164851"/>
              <a:gd name="connsiteX630" fmla="*/ 0 w 582039"/>
              <a:gd name="connsiteY630" fmla="*/ 7381645 h 9164851"/>
              <a:gd name="connsiteX631" fmla="*/ 0 w 582039"/>
              <a:gd name="connsiteY631" fmla="*/ 7407588 h 9164851"/>
              <a:gd name="connsiteX632" fmla="*/ 0 w 582039"/>
              <a:gd name="connsiteY632" fmla="*/ 7484252 h 9164851"/>
              <a:gd name="connsiteX633" fmla="*/ 0 w 582039"/>
              <a:gd name="connsiteY633" fmla="*/ 7510194 h 9164851"/>
              <a:gd name="connsiteX634" fmla="*/ 0 w 582039"/>
              <a:gd name="connsiteY634" fmla="*/ 7525494 h 9164851"/>
              <a:gd name="connsiteX635" fmla="*/ 0 w 582039"/>
              <a:gd name="connsiteY635" fmla="*/ 7551436 h 9164851"/>
              <a:gd name="connsiteX636" fmla="*/ 0 w 582039"/>
              <a:gd name="connsiteY636" fmla="*/ 7592652 h 9164851"/>
              <a:gd name="connsiteX637" fmla="*/ 0 w 582039"/>
              <a:gd name="connsiteY637" fmla="*/ 7618595 h 9164851"/>
              <a:gd name="connsiteX638" fmla="*/ 0 w 582039"/>
              <a:gd name="connsiteY638" fmla="*/ 7633897 h 9164851"/>
              <a:gd name="connsiteX639" fmla="*/ 0 w 582039"/>
              <a:gd name="connsiteY639" fmla="*/ 7659837 h 9164851"/>
              <a:gd name="connsiteX640" fmla="*/ 0 w 582039"/>
              <a:gd name="connsiteY640" fmla="*/ 7782702 h 9164851"/>
              <a:gd name="connsiteX641" fmla="*/ 0 w 582039"/>
              <a:gd name="connsiteY641" fmla="*/ 7808644 h 9164851"/>
              <a:gd name="connsiteX642" fmla="*/ 0 w 582039"/>
              <a:gd name="connsiteY642" fmla="*/ 7823944 h 9164851"/>
              <a:gd name="connsiteX643" fmla="*/ 0 w 582039"/>
              <a:gd name="connsiteY643" fmla="*/ 7849886 h 9164851"/>
              <a:gd name="connsiteX644" fmla="*/ 0 w 582039"/>
              <a:gd name="connsiteY644" fmla="*/ 7891102 h 9164851"/>
              <a:gd name="connsiteX645" fmla="*/ 0 w 582039"/>
              <a:gd name="connsiteY645" fmla="*/ 7917045 h 9164851"/>
              <a:gd name="connsiteX646" fmla="*/ 0 w 582039"/>
              <a:gd name="connsiteY646" fmla="*/ 7932347 h 9164851"/>
              <a:gd name="connsiteX647" fmla="*/ 0 w 582039"/>
              <a:gd name="connsiteY647" fmla="*/ 7958287 h 9164851"/>
              <a:gd name="connsiteX648" fmla="*/ 0 w 582039"/>
              <a:gd name="connsiteY648" fmla="*/ 7969878 h 9164851"/>
              <a:gd name="connsiteX649" fmla="*/ 0 w 582039"/>
              <a:gd name="connsiteY649" fmla="*/ 7995818 h 9164851"/>
              <a:gd name="connsiteX650" fmla="*/ 0 w 582039"/>
              <a:gd name="connsiteY650" fmla="*/ 8011120 h 9164851"/>
              <a:gd name="connsiteX651" fmla="*/ 0 w 582039"/>
              <a:gd name="connsiteY651" fmla="*/ 8037063 h 9164851"/>
              <a:gd name="connsiteX652" fmla="*/ 0 w 582039"/>
              <a:gd name="connsiteY652" fmla="*/ 8078279 h 9164851"/>
              <a:gd name="connsiteX653" fmla="*/ 0 w 582039"/>
              <a:gd name="connsiteY653" fmla="*/ 8104222 h 9164851"/>
              <a:gd name="connsiteX654" fmla="*/ 0 w 582039"/>
              <a:gd name="connsiteY654" fmla="*/ 8119521 h 9164851"/>
              <a:gd name="connsiteX655" fmla="*/ 0 w 582039"/>
              <a:gd name="connsiteY655" fmla="*/ 8145464 h 9164851"/>
              <a:gd name="connsiteX656" fmla="*/ 0 w 582039"/>
              <a:gd name="connsiteY656" fmla="*/ 8255968 h 9164851"/>
              <a:gd name="connsiteX657" fmla="*/ 0 w 582039"/>
              <a:gd name="connsiteY657" fmla="*/ 8268328 h 9164851"/>
              <a:gd name="connsiteX658" fmla="*/ 0 w 582039"/>
              <a:gd name="connsiteY658" fmla="*/ 8294268 h 9164851"/>
              <a:gd name="connsiteX659" fmla="*/ 0 w 582039"/>
              <a:gd name="connsiteY659" fmla="*/ 8297210 h 9164851"/>
              <a:gd name="connsiteX660" fmla="*/ 0 w 582039"/>
              <a:gd name="connsiteY660" fmla="*/ 8309570 h 9164851"/>
              <a:gd name="connsiteX661" fmla="*/ 0 w 582039"/>
              <a:gd name="connsiteY661" fmla="*/ 8335513 h 9164851"/>
              <a:gd name="connsiteX662" fmla="*/ 0 w 582039"/>
              <a:gd name="connsiteY662" fmla="*/ 8338429 h 9164851"/>
              <a:gd name="connsiteX663" fmla="*/ 0 w 582039"/>
              <a:gd name="connsiteY663" fmla="*/ 8364369 h 9164851"/>
              <a:gd name="connsiteX664" fmla="*/ 0 w 582039"/>
              <a:gd name="connsiteY664" fmla="*/ 8376729 h 9164851"/>
              <a:gd name="connsiteX665" fmla="*/ 0 w 582039"/>
              <a:gd name="connsiteY665" fmla="*/ 8379671 h 9164851"/>
              <a:gd name="connsiteX666" fmla="*/ 0 w 582039"/>
              <a:gd name="connsiteY666" fmla="*/ 8402672 h 9164851"/>
              <a:gd name="connsiteX667" fmla="*/ 0 w 582039"/>
              <a:gd name="connsiteY667" fmla="*/ 8405614 h 9164851"/>
              <a:gd name="connsiteX668" fmla="*/ 0 w 582039"/>
              <a:gd name="connsiteY668" fmla="*/ 8417971 h 9164851"/>
              <a:gd name="connsiteX669" fmla="*/ 0 w 582039"/>
              <a:gd name="connsiteY669" fmla="*/ 8443914 h 9164851"/>
              <a:gd name="connsiteX670" fmla="*/ 0 w 582039"/>
              <a:gd name="connsiteY670" fmla="*/ 8520579 h 9164851"/>
              <a:gd name="connsiteX671" fmla="*/ 0 w 582039"/>
              <a:gd name="connsiteY671" fmla="*/ 8546522 h 9164851"/>
              <a:gd name="connsiteX672" fmla="*/ 0 w 582039"/>
              <a:gd name="connsiteY672" fmla="*/ 8554418 h 9164851"/>
              <a:gd name="connsiteX673" fmla="*/ 0 w 582039"/>
              <a:gd name="connsiteY673" fmla="*/ 8561823 h 9164851"/>
              <a:gd name="connsiteX674" fmla="*/ 0 w 582039"/>
              <a:gd name="connsiteY674" fmla="*/ 8587764 h 9164851"/>
              <a:gd name="connsiteX675" fmla="*/ 0 w 582039"/>
              <a:gd name="connsiteY675" fmla="*/ 8595660 h 9164851"/>
              <a:gd name="connsiteX676" fmla="*/ 0 w 582039"/>
              <a:gd name="connsiteY676" fmla="*/ 8628981 h 9164851"/>
              <a:gd name="connsiteX677" fmla="*/ 0 w 582039"/>
              <a:gd name="connsiteY677" fmla="*/ 8636879 h 9164851"/>
              <a:gd name="connsiteX678" fmla="*/ 0 w 582039"/>
              <a:gd name="connsiteY678" fmla="*/ 8662819 h 9164851"/>
              <a:gd name="connsiteX679" fmla="*/ 0 w 582039"/>
              <a:gd name="connsiteY679" fmla="*/ 8670225 h 9164851"/>
              <a:gd name="connsiteX680" fmla="*/ 0 w 582039"/>
              <a:gd name="connsiteY680" fmla="*/ 8678121 h 9164851"/>
              <a:gd name="connsiteX681" fmla="*/ 0 w 582039"/>
              <a:gd name="connsiteY681" fmla="*/ 8704064 h 9164851"/>
              <a:gd name="connsiteX682" fmla="*/ 0 w 582039"/>
              <a:gd name="connsiteY682" fmla="*/ 8780727 h 9164851"/>
              <a:gd name="connsiteX683" fmla="*/ 0 w 582039"/>
              <a:gd name="connsiteY683" fmla="*/ 8806670 h 9164851"/>
              <a:gd name="connsiteX684" fmla="*/ 0 w 582039"/>
              <a:gd name="connsiteY684" fmla="*/ 8819029 h 9164851"/>
              <a:gd name="connsiteX685" fmla="*/ 0 w 582039"/>
              <a:gd name="connsiteY685" fmla="*/ 8821971 h 9164851"/>
              <a:gd name="connsiteX686" fmla="*/ 0 w 582039"/>
              <a:gd name="connsiteY686" fmla="*/ 8844972 h 9164851"/>
              <a:gd name="connsiteX687" fmla="*/ 0 w 582039"/>
              <a:gd name="connsiteY687" fmla="*/ 8847914 h 9164851"/>
              <a:gd name="connsiteX688" fmla="*/ 0 w 582039"/>
              <a:gd name="connsiteY688" fmla="*/ 8860273 h 9164851"/>
              <a:gd name="connsiteX689" fmla="*/ 0 w 582039"/>
              <a:gd name="connsiteY689" fmla="*/ 8886214 h 9164851"/>
              <a:gd name="connsiteX690" fmla="*/ 0 w 582039"/>
              <a:gd name="connsiteY690" fmla="*/ 8889130 h 9164851"/>
              <a:gd name="connsiteX691" fmla="*/ 0 w 582039"/>
              <a:gd name="connsiteY691" fmla="*/ 8915073 h 9164851"/>
              <a:gd name="connsiteX692" fmla="*/ 0 w 582039"/>
              <a:gd name="connsiteY692" fmla="*/ 8927431 h 9164851"/>
              <a:gd name="connsiteX693" fmla="*/ 0 w 582039"/>
              <a:gd name="connsiteY693" fmla="*/ 8930373 h 9164851"/>
              <a:gd name="connsiteX694" fmla="*/ 0 w 582039"/>
              <a:gd name="connsiteY694" fmla="*/ 8956315 h 9164851"/>
              <a:gd name="connsiteX695" fmla="*/ 0 w 582039"/>
              <a:gd name="connsiteY695" fmla="*/ 8968675 h 9164851"/>
              <a:gd name="connsiteX696" fmla="*/ 0 w 582039"/>
              <a:gd name="connsiteY696" fmla="*/ 9079177 h 9164851"/>
              <a:gd name="connsiteX697" fmla="*/ 0 w 582039"/>
              <a:gd name="connsiteY697" fmla="*/ 9105120 h 9164851"/>
              <a:gd name="connsiteX698" fmla="*/ 0 w 582039"/>
              <a:gd name="connsiteY698" fmla="*/ 9120421 h 9164851"/>
              <a:gd name="connsiteX699" fmla="*/ 0 w 582039"/>
              <a:gd name="connsiteY699" fmla="*/ 9146364 h 9164851"/>
              <a:gd name="connsiteX700" fmla="*/ 0 w 582039"/>
              <a:gd name="connsiteY700" fmla="*/ 9164851 h 9164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Lst>
            <a:rect l="l" t="t" r="r" b="b"/>
            <a:pathLst>
              <a:path w="582039" h="9164851">
                <a:moveTo>
                  <a:pt x="582039" y="9006210"/>
                </a:moveTo>
                <a:lnTo>
                  <a:pt x="582039" y="8987721"/>
                </a:lnTo>
                <a:lnTo>
                  <a:pt x="582039" y="8968675"/>
                </a:lnTo>
                <a:lnTo>
                  <a:pt x="582039" y="8961778"/>
                </a:lnTo>
                <a:lnTo>
                  <a:pt x="582039" y="8946478"/>
                </a:lnTo>
                <a:lnTo>
                  <a:pt x="582039" y="8927431"/>
                </a:lnTo>
                <a:lnTo>
                  <a:pt x="582039" y="8920536"/>
                </a:lnTo>
                <a:lnTo>
                  <a:pt x="582039" y="8886214"/>
                </a:lnTo>
                <a:lnTo>
                  <a:pt x="582039" y="8860272"/>
                </a:lnTo>
                <a:lnTo>
                  <a:pt x="582039" y="8844972"/>
                </a:lnTo>
                <a:lnTo>
                  <a:pt x="582039" y="8819029"/>
                </a:lnTo>
                <a:lnTo>
                  <a:pt x="582039" y="8797673"/>
                </a:lnTo>
                <a:lnTo>
                  <a:pt x="582039" y="8771731"/>
                </a:lnTo>
                <a:lnTo>
                  <a:pt x="582039" y="8756430"/>
                </a:lnTo>
                <a:lnTo>
                  <a:pt x="582039" y="8730488"/>
                </a:lnTo>
                <a:lnTo>
                  <a:pt x="582039" y="8689271"/>
                </a:lnTo>
                <a:lnTo>
                  <a:pt x="582039" y="8670225"/>
                </a:lnTo>
                <a:lnTo>
                  <a:pt x="582039" y="8663328"/>
                </a:lnTo>
                <a:lnTo>
                  <a:pt x="582039" y="8648028"/>
                </a:lnTo>
                <a:lnTo>
                  <a:pt x="582039" y="8628981"/>
                </a:lnTo>
                <a:lnTo>
                  <a:pt x="582039" y="8622086"/>
                </a:lnTo>
                <a:lnTo>
                  <a:pt x="582039" y="8587764"/>
                </a:lnTo>
                <a:lnTo>
                  <a:pt x="582039" y="8561822"/>
                </a:lnTo>
                <a:lnTo>
                  <a:pt x="582039" y="8546522"/>
                </a:lnTo>
                <a:lnTo>
                  <a:pt x="582039" y="8520579"/>
                </a:lnTo>
                <a:lnTo>
                  <a:pt x="582038" y="8246970"/>
                </a:lnTo>
                <a:lnTo>
                  <a:pt x="582038" y="8221030"/>
                </a:lnTo>
                <a:lnTo>
                  <a:pt x="582038" y="8205728"/>
                </a:lnTo>
                <a:lnTo>
                  <a:pt x="582038" y="8179785"/>
                </a:lnTo>
                <a:lnTo>
                  <a:pt x="582038" y="8145464"/>
                </a:lnTo>
                <a:lnTo>
                  <a:pt x="582038" y="8138569"/>
                </a:lnTo>
                <a:lnTo>
                  <a:pt x="582038" y="8119521"/>
                </a:lnTo>
                <a:lnTo>
                  <a:pt x="582038" y="8104222"/>
                </a:lnTo>
                <a:lnTo>
                  <a:pt x="582038" y="8097327"/>
                </a:lnTo>
                <a:lnTo>
                  <a:pt x="582038" y="8078279"/>
                </a:lnTo>
                <a:lnTo>
                  <a:pt x="582038" y="8037063"/>
                </a:lnTo>
                <a:lnTo>
                  <a:pt x="582038" y="8011120"/>
                </a:lnTo>
                <a:lnTo>
                  <a:pt x="582038" y="7995818"/>
                </a:lnTo>
                <a:lnTo>
                  <a:pt x="582038" y="7969878"/>
                </a:lnTo>
                <a:lnTo>
                  <a:pt x="582038" y="7799646"/>
                </a:lnTo>
                <a:lnTo>
                  <a:pt x="582038" y="7773703"/>
                </a:lnTo>
                <a:lnTo>
                  <a:pt x="582038" y="7758404"/>
                </a:lnTo>
                <a:lnTo>
                  <a:pt x="582038" y="7732461"/>
                </a:lnTo>
                <a:lnTo>
                  <a:pt x="582038" y="7691245"/>
                </a:lnTo>
                <a:lnTo>
                  <a:pt x="582038" y="7665303"/>
                </a:lnTo>
                <a:lnTo>
                  <a:pt x="582038" y="7650000"/>
                </a:lnTo>
                <a:lnTo>
                  <a:pt x="582038" y="7624057"/>
                </a:lnTo>
                <a:lnTo>
                  <a:pt x="582038" y="7501196"/>
                </a:lnTo>
                <a:lnTo>
                  <a:pt x="582038" y="7475253"/>
                </a:lnTo>
                <a:lnTo>
                  <a:pt x="582038" y="7459954"/>
                </a:lnTo>
                <a:lnTo>
                  <a:pt x="582038" y="7434011"/>
                </a:lnTo>
                <a:lnTo>
                  <a:pt x="582038" y="7392795"/>
                </a:lnTo>
                <a:lnTo>
                  <a:pt x="582038" y="7366853"/>
                </a:lnTo>
                <a:lnTo>
                  <a:pt x="582038" y="7351550"/>
                </a:lnTo>
                <a:lnTo>
                  <a:pt x="582038" y="7325607"/>
                </a:lnTo>
                <a:lnTo>
                  <a:pt x="582038" y="7305940"/>
                </a:lnTo>
                <a:lnTo>
                  <a:pt x="582039" y="7305940"/>
                </a:lnTo>
                <a:lnTo>
                  <a:pt x="582039" y="7285241"/>
                </a:lnTo>
                <a:lnTo>
                  <a:pt x="582039" y="7259298"/>
                </a:lnTo>
                <a:lnTo>
                  <a:pt x="582039" y="7243997"/>
                </a:lnTo>
                <a:lnTo>
                  <a:pt x="582039" y="7218056"/>
                </a:lnTo>
                <a:lnTo>
                  <a:pt x="582039" y="7176839"/>
                </a:lnTo>
                <a:lnTo>
                  <a:pt x="582039" y="7135595"/>
                </a:lnTo>
                <a:lnTo>
                  <a:pt x="582039" y="7007490"/>
                </a:lnTo>
                <a:lnTo>
                  <a:pt x="582039" y="6997190"/>
                </a:lnTo>
                <a:lnTo>
                  <a:pt x="582039" y="6986791"/>
                </a:lnTo>
                <a:lnTo>
                  <a:pt x="582039" y="6971249"/>
                </a:lnTo>
                <a:lnTo>
                  <a:pt x="582039" y="6960848"/>
                </a:lnTo>
                <a:lnTo>
                  <a:pt x="582039" y="6955946"/>
                </a:lnTo>
                <a:lnTo>
                  <a:pt x="582039" y="6945547"/>
                </a:lnTo>
                <a:lnTo>
                  <a:pt x="582039" y="6930005"/>
                </a:lnTo>
                <a:lnTo>
                  <a:pt x="582039" y="6919606"/>
                </a:lnTo>
                <a:lnTo>
                  <a:pt x="582039" y="6888788"/>
                </a:lnTo>
                <a:lnTo>
                  <a:pt x="582039" y="6878389"/>
                </a:lnTo>
                <a:lnTo>
                  <a:pt x="582039" y="6862847"/>
                </a:lnTo>
                <a:lnTo>
                  <a:pt x="582039" y="6847544"/>
                </a:lnTo>
                <a:lnTo>
                  <a:pt x="582039" y="6837145"/>
                </a:lnTo>
                <a:lnTo>
                  <a:pt x="582039" y="6821603"/>
                </a:lnTo>
                <a:lnTo>
                  <a:pt x="582039" y="6698740"/>
                </a:lnTo>
                <a:lnTo>
                  <a:pt x="582039" y="6672799"/>
                </a:lnTo>
                <a:lnTo>
                  <a:pt x="582039" y="6657496"/>
                </a:lnTo>
                <a:lnTo>
                  <a:pt x="582039" y="6631555"/>
                </a:lnTo>
                <a:lnTo>
                  <a:pt x="582039" y="6590338"/>
                </a:lnTo>
                <a:lnTo>
                  <a:pt x="582039" y="6564397"/>
                </a:lnTo>
                <a:lnTo>
                  <a:pt x="582039" y="6549094"/>
                </a:lnTo>
                <a:lnTo>
                  <a:pt x="582039" y="6523153"/>
                </a:lnTo>
                <a:lnTo>
                  <a:pt x="582039" y="6352922"/>
                </a:lnTo>
                <a:lnTo>
                  <a:pt x="582039" y="6326980"/>
                </a:lnTo>
                <a:lnTo>
                  <a:pt x="582039" y="6311679"/>
                </a:lnTo>
                <a:lnTo>
                  <a:pt x="582039" y="6285737"/>
                </a:lnTo>
                <a:lnTo>
                  <a:pt x="582039" y="6244520"/>
                </a:lnTo>
                <a:lnTo>
                  <a:pt x="582039" y="6225474"/>
                </a:lnTo>
                <a:lnTo>
                  <a:pt x="582039" y="6218577"/>
                </a:lnTo>
                <a:lnTo>
                  <a:pt x="582039" y="6203277"/>
                </a:lnTo>
                <a:lnTo>
                  <a:pt x="582039" y="6184230"/>
                </a:lnTo>
                <a:lnTo>
                  <a:pt x="582039" y="6177335"/>
                </a:lnTo>
                <a:lnTo>
                  <a:pt x="582039" y="6143013"/>
                </a:lnTo>
                <a:lnTo>
                  <a:pt x="582039" y="6117071"/>
                </a:lnTo>
                <a:lnTo>
                  <a:pt x="582039" y="6101771"/>
                </a:lnTo>
                <a:lnTo>
                  <a:pt x="582039" y="6075828"/>
                </a:lnTo>
                <a:lnTo>
                  <a:pt x="582039" y="6054472"/>
                </a:lnTo>
                <a:lnTo>
                  <a:pt x="582039" y="6028530"/>
                </a:lnTo>
                <a:lnTo>
                  <a:pt x="582039" y="6013229"/>
                </a:lnTo>
                <a:lnTo>
                  <a:pt x="582039" y="5991491"/>
                </a:lnTo>
                <a:lnTo>
                  <a:pt x="582039" y="5987287"/>
                </a:lnTo>
                <a:lnTo>
                  <a:pt x="582039" y="5970792"/>
                </a:lnTo>
                <a:lnTo>
                  <a:pt x="582039" y="5946070"/>
                </a:lnTo>
                <a:lnTo>
                  <a:pt x="582039" y="5944849"/>
                </a:lnTo>
                <a:lnTo>
                  <a:pt x="582039" y="5929548"/>
                </a:lnTo>
                <a:lnTo>
                  <a:pt x="582039" y="5927024"/>
                </a:lnTo>
                <a:lnTo>
                  <a:pt x="582039" y="5920127"/>
                </a:lnTo>
                <a:lnTo>
                  <a:pt x="582039" y="5904827"/>
                </a:lnTo>
                <a:lnTo>
                  <a:pt x="582039" y="5903607"/>
                </a:lnTo>
                <a:lnTo>
                  <a:pt x="582039" y="5885780"/>
                </a:lnTo>
                <a:lnTo>
                  <a:pt x="582039" y="5878885"/>
                </a:lnTo>
                <a:lnTo>
                  <a:pt x="582039" y="5862390"/>
                </a:lnTo>
                <a:lnTo>
                  <a:pt x="582039" y="5844563"/>
                </a:lnTo>
                <a:lnTo>
                  <a:pt x="582039" y="5821146"/>
                </a:lnTo>
                <a:lnTo>
                  <a:pt x="582039" y="5818621"/>
                </a:lnTo>
                <a:lnTo>
                  <a:pt x="582039" y="5803321"/>
                </a:lnTo>
                <a:lnTo>
                  <a:pt x="582039" y="5777378"/>
                </a:lnTo>
                <a:lnTo>
                  <a:pt x="582039" y="5693041"/>
                </a:lnTo>
                <a:lnTo>
                  <a:pt x="582039" y="5682741"/>
                </a:lnTo>
                <a:lnTo>
                  <a:pt x="582039" y="5672342"/>
                </a:lnTo>
                <a:lnTo>
                  <a:pt x="582039" y="5656800"/>
                </a:lnTo>
                <a:lnTo>
                  <a:pt x="582039" y="5646399"/>
                </a:lnTo>
                <a:lnTo>
                  <a:pt x="582039" y="5641497"/>
                </a:lnTo>
                <a:lnTo>
                  <a:pt x="582039" y="5631098"/>
                </a:lnTo>
                <a:lnTo>
                  <a:pt x="582039" y="5615556"/>
                </a:lnTo>
                <a:lnTo>
                  <a:pt x="582039" y="5605157"/>
                </a:lnTo>
                <a:lnTo>
                  <a:pt x="582039" y="5574339"/>
                </a:lnTo>
                <a:lnTo>
                  <a:pt x="582039" y="5563940"/>
                </a:lnTo>
                <a:lnTo>
                  <a:pt x="582039" y="5548398"/>
                </a:lnTo>
                <a:lnTo>
                  <a:pt x="582039" y="5533095"/>
                </a:lnTo>
                <a:lnTo>
                  <a:pt x="582039" y="5522696"/>
                </a:lnTo>
                <a:lnTo>
                  <a:pt x="582039" y="5507154"/>
                </a:lnTo>
                <a:lnTo>
                  <a:pt x="582039" y="5384291"/>
                </a:lnTo>
                <a:lnTo>
                  <a:pt x="582039" y="5358350"/>
                </a:lnTo>
                <a:lnTo>
                  <a:pt x="582039" y="5343047"/>
                </a:lnTo>
                <a:lnTo>
                  <a:pt x="582039" y="5317106"/>
                </a:lnTo>
                <a:lnTo>
                  <a:pt x="582039" y="5275889"/>
                </a:lnTo>
                <a:lnTo>
                  <a:pt x="582039" y="5249948"/>
                </a:lnTo>
                <a:lnTo>
                  <a:pt x="582039" y="5234645"/>
                </a:lnTo>
                <a:lnTo>
                  <a:pt x="582039" y="5208704"/>
                </a:lnTo>
                <a:lnTo>
                  <a:pt x="582039" y="5038473"/>
                </a:lnTo>
                <a:lnTo>
                  <a:pt x="582039" y="5012531"/>
                </a:lnTo>
                <a:lnTo>
                  <a:pt x="582039" y="4997230"/>
                </a:lnTo>
                <a:lnTo>
                  <a:pt x="582039" y="4971288"/>
                </a:lnTo>
                <a:lnTo>
                  <a:pt x="582039" y="4930071"/>
                </a:lnTo>
                <a:lnTo>
                  <a:pt x="582039" y="4911025"/>
                </a:lnTo>
                <a:lnTo>
                  <a:pt x="582039" y="4904128"/>
                </a:lnTo>
                <a:lnTo>
                  <a:pt x="582039" y="4888828"/>
                </a:lnTo>
                <a:lnTo>
                  <a:pt x="582039" y="4869781"/>
                </a:lnTo>
                <a:lnTo>
                  <a:pt x="582039" y="4862886"/>
                </a:lnTo>
                <a:lnTo>
                  <a:pt x="582039" y="4828564"/>
                </a:lnTo>
                <a:lnTo>
                  <a:pt x="582039" y="4802622"/>
                </a:lnTo>
                <a:lnTo>
                  <a:pt x="582039" y="4787322"/>
                </a:lnTo>
                <a:lnTo>
                  <a:pt x="582039" y="4761379"/>
                </a:lnTo>
                <a:lnTo>
                  <a:pt x="582039" y="4740023"/>
                </a:lnTo>
                <a:lnTo>
                  <a:pt x="582039" y="4714081"/>
                </a:lnTo>
                <a:lnTo>
                  <a:pt x="582039" y="4698780"/>
                </a:lnTo>
                <a:lnTo>
                  <a:pt x="582039" y="4672838"/>
                </a:lnTo>
                <a:lnTo>
                  <a:pt x="582039" y="4631621"/>
                </a:lnTo>
                <a:lnTo>
                  <a:pt x="582039" y="4612575"/>
                </a:lnTo>
                <a:lnTo>
                  <a:pt x="582039" y="4605678"/>
                </a:lnTo>
                <a:lnTo>
                  <a:pt x="582039" y="4590378"/>
                </a:lnTo>
                <a:lnTo>
                  <a:pt x="582039" y="4571331"/>
                </a:lnTo>
                <a:lnTo>
                  <a:pt x="582039" y="4564436"/>
                </a:lnTo>
                <a:lnTo>
                  <a:pt x="582039" y="4530114"/>
                </a:lnTo>
                <a:lnTo>
                  <a:pt x="582039" y="4504172"/>
                </a:lnTo>
                <a:lnTo>
                  <a:pt x="582039" y="4488872"/>
                </a:lnTo>
                <a:lnTo>
                  <a:pt x="582039" y="4462929"/>
                </a:lnTo>
                <a:lnTo>
                  <a:pt x="582038" y="4189320"/>
                </a:lnTo>
                <a:lnTo>
                  <a:pt x="582038" y="4181353"/>
                </a:lnTo>
                <a:lnTo>
                  <a:pt x="582038" y="4166051"/>
                </a:lnTo>
                <a:lnTo>
                  <a:pt x="582038" y="4163380"/>
                </a:lnTo>
                <a:lnTo>
                  <a:pt x="582038" y="4148078"/>
                </a:lnTo>
                <a:lnTo>
                  <a:pt x="582038" y="4140108"/>
                </a:lnTo>
                <a:lnTo>
                  <a:pt x="582038" y="4122135"/>
                </a:lnTo>
                <a:lnTo>
                  <a:pt x="582038" y="4098892"/>
                </a:lnTo>
                <a:lnTo>
                  <a:pt x="582038" y="4087814"/>
                </a:lnTo>
                <a:lnTo>
                  <a:pt x="582038" y="4080919"/>
                </a:lnTo>
                <a:lnTo>
                  <a:pt x="582038" y="4061871"/>
                </a:lnTo>
                <a:lnTo>
                  <a:pt x="582038" y="4057650"/>
                </a:lnTo>
                <a:lnTo>
                  <a:pt x="582038" y="4046572"/>
                </a:lnTo>
                <a:lnTo>
                  <a:pt x="582038" y="4039677"/>
                </a:lnTo>
                <a:lnTo>
                  <a:pt x="582038" y="4020629"/>
                </a:lnTo>
                <a:lnTo>
                  <a:pt x="582038" y="3979413"/>
                </a:lnTo>
                <a:lnTo>
                  <a:pt x="582038" y="3953470"/>
                </a:lnTo>
                <a:lnTo>
                  <a:pt x="582038" y="3938168"/>
                </a:lnTo>
                <a:lnTo>
                  <a:pt x="582038" y="3912228"/>
                </a:lnTo>
                <a:lnTo>
                  <a:pt x="582038" y="3741996"/>
                </a:lnTo>
                <a:lnTo>
                  <a:pt x="582038" y="3716053"/>
                </a:lnTo>
                <a:lnTo>
                  <a:pt x="582038" y="3700754"/>
                </a:lnTo>
                <a:lnTo>
                  <a:pt x="582038" y="3674811"/>
                </a:lnTo>
                <a:lnTo>
                  <a:pt x="582038" y="3633595"/>
                </a:lnTo>
                <a:lnTo>
                  <a:pt x="582038" y="3607653"/>
                </a:lnTo>
                <a:lnTo>
                  <a:pt x="582038" y="3592350"/>
                </a:lnTo>
                <a:lnTo>
                  <a:pt x="582038" y="3566407"/>
                </a:lnTo>
                <a:lnTo>
                  <a:pt x="582038" y="3443546"/>
                </a:lnTo>
                <a:lnTo>
                  <a:pt x="582038" y="3417603"/>
                </a:lnTo>
                <a:lnTo>
                  <a:pt x="582038" y="3402304"/>
                </a:lnTo>
                <a:lnTo>
                  <a:pt x="582038" y="3376361"/>
                </a:lnTo>
                <a:lnTo>
                  <a:pt x="582038" y="3335145"/>
                </a:lnTo>
                <a:lnTo>
                  <a:pt x="582038" y="3309203"/>
                </a:lnTo>
                <a:lnTo>
                  <a:pt x="582038" y="3293900"/>
                </a:lnTo>
                <a:lnTo>
                  <a:pt x="582038" y="3267957"/>
                </a:lnTo>
                <a:lnTo>
                  <a:pt x="582038" y="3248290"/>
                </a:lnTo>
                <a:lnTo>
                  <a:pt x="582039" y="3248290"/>
                </a:lnTo>
                <a:lnTo>
                  <a:pt x="582039" y="3227591"/>
                </a:lnTo>
                <a:lnTo>
                  <a:pt x="582039" y="3201648"/>
                </a:lnTo>
                <a:lnTo>
                  <a:pt x="582039" y="3186347"/>
                </a:lnTo>
                <a:lnTo>
                  <a:pt x="582039" y="3160406"/>
                </a:lnTo>
                <a:lnTo>
                  <a:pt x="582039" y="3119189"/>
                </a:lnTo>
                <a:lnTo>
                  <a:pt x="582039" y="3077945"/>
                </a:lnTo>
                <a:lnTo>
                  <a:pt x="582039" y="2949840"/>
                </a:lnTo>
                <a:lnTo>
                  <a:pt x="582039" y="2939540"/>
                </a:lnTo>
                <a:lnTo>
                  <a:pt x="582039" y="2929141"/>
                </a:lnTo>
                <a:lnTo>
                  <a:pt x="582039" y="2913599"/>
                </a:lnTo>
                <a:lnTo>
                  <a:pt x="582039" y="2903198"/>
                </a:lnTo>
                <a:lnTo>
                  <a:pt x="582039" y="2898296"/>
                </a:lnTo>
                <a:lnTo>
                  <a:pt x="582039" y="2887897"/>
                </a:lnTo>
                <a:lnTo>
                  <a:pt x="582039" y="2872355"/>
                </a:lnTo>
                <a:lnTo>
                  <a:pt x="582039" y="2861956"/>
                </a:lnTo>
                <a:lnTo>
                  <a:pt x="582039" y="2831138"/>
                </a:lnTo>
                <a:lnTo>
                  <a:pt x="582039" y="2820739"/>
                </a:lnTo>
                <a:lnTo>
                  <a:pt x="582039" y="2805197"/>
                </a:lnTo>
                <a:lnTo>
                  <a:pt x="582039" y="2789894"/>
                </a:lnTo>
                <a:lnTo>
                  <a:pt x="582039" y="2779495"/>
                </a:lnTo>
                <a:lnTo>
                  <a:pt x="582039" y="2763953"/>
                </a:lnTo>
                <a:lnTo>
                  <a:pt x="582039" y="2641090"/>
                </a:lnTo>
                <a:lnTo>
                  <a:pt x="582039" y="2615149"/>
                </a:lnTo>
                <a:lnTo>
                  <a:pt x="582039" y="2599846"/>
                </a:lnTo>
                <a:lnTo>
                  <a:pt x="582039" y="2573905"/>
                </a:lnTo>
                <a:lnTo>
                  <a:pt x="582039" y="2532688"/>
                </a:lnTo>
                <a:lnTo>
                  <a:pt x="582039" y="2506747"/>
                </a:lnTo>
                <a:lnTo>
                  <a:pt x="582039" y="2491444"/>
                </a:lnTo>
                <a:lnTo>
                  <a:pt x="582039" y="2465503"/>
                </a:lnTo>
                <a:lnTo>
                  <a:pt x="582039" y="2295272"/>
                </a:lnTo>
                <a:lnTo>
                  <a:pt x="582039" y="2269330"/>
                </a:lnTo>
                <a:lnTo>
                  <a:pt x="582039" y="2254029"/>
                </a:lnTo>
                <a:lnTo>
                  <a:pt x="582039" y="2228087"/>
                </a:lnTo>
                <a:lnTo>
                  <a:pt x="582039" y="2186870"/>
                </a:lnTo>
                <a:lnTo>
                  <a:pt x="582039" y="2167824"/>
                </a:lnTo>
                <a:lnTo>
                  <a:pt x="582039" y="2160927"/>
                </a:lnTo>
                <a:lnTo>
                  <a:pt x="582039" y="2145627"/>
                </a:lnTo>
                <a:lnTo>
                  <a:pt x="582039" y="2126580"/>
                </a:lnTo>
                <a:lnTo>
                  <a:pt x="582039" y="2119685"/>
                </a:lnTo>
                <a:lnTo>
                  <a:pt x="582039" y="2085363"/>
                </a:lnTo>
                <a:lnTo>
                  <a:pt x="582039" y="2059421"/>
                </a:lnTo>
                <a:lnTo>
                  <a:pt x="582039" y="2044121"/>
                </a:lnTo>
                <a:lnTo>
                  <a:pt x="582039" y="2018178"/>
                </a:lnTo>
                <a:lnTo>
                  <a:pt x="582039" y="1996822"/>
                </a:lnTo>
                <a:lnTo>
                  <a:pt x="582039" y="1970880"/>
                </a:lnTo>
                <a:lnTo>
                  <a:pt x="582039" y="1955579"/>
                </a:lnTo>
                <a:lnTo>
                  <a:pt x="582039" y="1929637"/>
                </a:lnTo>
                <a:lnTo>
                  <a:pt x="582039" y="1888420"/>
                </a:lnTo>
                <a:lnTo>
                  <a:pt x="582039" y="1869374"/>
                </a:lnTo>
                <a:lnTo>
                  <a:pt x="582039" y="1862477"/>
                </a:lnTo>
                <a:lnTo>
                  <a:pt x="582039" y="1847177"/>
                </a:lnTo>
                <a:lnTo>
                  <a:pt x="582039" y="1828130"/>
                </a:lnTo>
                <a:lnTo>
                  <a:pt x="582039" y="1821235"/>
                </a:lnTo>
                <a:lnTo>
                  <a:pt x="582039" y="1786913"/>
                </a:lnTo>
                <a:lnTo>
                  <a:pt x="582039" y="1760971"/>
                </a:lnTo>
                <a:lnTo>
                  <a:pt x="582039" y="1745671"/>
                </a:lnTo>
                <a:lnTo>
                  <a:pt x="582039" y="1719728"/>
                </a:lnTo>
                <a:lnTo>
                  <a:pt x="582038" y="1446119"/>
                </a:lnTo>
                <a:lnTo>
                  <a:pt x="582038" y="1420179"/>
                </a:lnTo>
                <a:lnTo>
                  <a:pt x="582038" y="1404877"/>
                </a:lnTo>
                <a:lnTo>
                  <a:pt x="582038" y="1378934"/>
                </a:lnTo>
                <a:lnTo>
                  <a:pt x="582038" y="1344613"/>
                </a:lnTo>
                <a:lnTo>
                  <a:pt x="582038" y="1337718"/>
                </a:lnTo>
                <a:lnTo>
                  <a:pt x="582038" y="1318670"/>
                </a:lnTo>
                <a:lnTo>
                  <a:pt x="582038" y="1303371"/>
                </a:lnTo>
                <a:lnTo>
                  <a:pt x="582038" y="1296476"/>
                </a:lnTo>
                <a:lnTo>
                  <a:pt x="582038" y="1277428"/>
                </a:lnTo>
                <a:lnTo>
                  <a:pt x="582038" y="1236212"/>
                </a:lnTo>
                <a:lnTo>
                  <a:pt x="582038" y="1210269"/>
                </a:lnTo>
                <a:lnTo>
                  <a:pt x="582038" y="1194967"/>
                </a:lnTo>
                <a:lnTo>
                  <a:pt x="582038" y="1169027"/>
                </a:lnTo>
                <a:lnTo>
                  <a:pt x="582038" y="998795"/>
                </a:lnTo>
                <a:lnTo>
                  <a:pt x="582038" y="972852"/>
                </a:lnTo>
                <a:lnTo>
                  <a:pt x="582038" y="957553"/>
                </a:lnTo>
                <a:lnTo>
                  <a:pt x="582038" y="931610"/>
                </a:lnTo>
                <a:lnTo>
                  <a:pt x="582038" y="890394"/>
                </a:lnTo>
                <a:lnTo>
                  <a:pt x="582038" y="864452"/>
                </a:lnTo>
                <a:lnTo>
                  <a:pt x="582038" y="849149"/>
                </a:lnTo>
                <a:lnTo>
                  <a:pt x="582038" y="823206"/>
                </a:lnTo>
                <a:lnTo>
                  <a:pt x="582038" y="700345"/>
                </a:lnTo>
                <a:lnTo>
                  <a:pt x="582038" y="674402"/>
                </a:lnTo>
                <a:lnTo>
                  <a:pt x="582038" y="659103"/>
                </a:lnTo>
                <a:lnTo>
                  <a:pt x="582038" y="633160"/>
                </a:lnTo>
                <a:lnTo>
                  <a:pt x="582038" y="591944"/>
                </a:lnTo>
                <a:lnTo>
                  <a:pt x="582038" y="566002"/>
                </a:lnTo>
                <a:lnTo>
                  <a:pt x="582038" y="550699"/>
                </a:lnTo>
                <a:lnTo>
                  <a:pt x="582038" y="524756"/>
                </a:lnTo>
                <a:lnTo>
                  <a:pt x="582038" y="448093"/>
                </a:lnTo>
                <a:lnTo>
                  <a:pt x="582038" y="422153"/>
                </a:lnTo>
                <a:lnTo>
                  <a:pt x="582038" y="406851"/>
                </a:lnTo>
                <a:lnTo>
                  <a:pt x="582038" y="380908"/>
                </a:lnTo>
                <a:lnTo>
                  <a:pt x="582038" y="339692"/>
                </a:lnTo>
                <a:lnTo>
                  <a:pt x="582038" y="298450"/>
                </a:lnTo>
                <a:lnTo>
                  <a:pt x="582038" y="149643"/>
                </a:lnTo>
                <a:lnTo>
                  <a:pt x="582038" y="123703"/>
                </a:lnTo>
                <a:lnTo>
                  <a:pt x="582038" y="108401"/>
                </a:lnTo>
                <a:lnTo>
                  <a:pt x="582038" y="82458"/>
                </a:lnTo>
                <a:lnTo>
                  <a:pt x="582038" y="41242"/>
                </a:lnTo>
                <a:lnTo>
                  <a:pt x="582038" y="0"/>
                </a:lnTo>
                <a:lnTo>
                  <a:pt x="0" y="158641"/>
                </a:lnTo>
                <a:lnTo>
                  <a:pt x="0" y="199883"/>
                </a:lnTo>
                <a:lnTo>
                  <a:pt x="0" y="241102"/>
                </a:lnTo>
                <a:lnTo>
                  <a:pt x="0" y="267042"/>
                </a:lnTo>
                <a:lnTo>
                  <a:pt x="0" y="282344"/>
                </a:lnTo>
                <a:lnTo>
                  <a:pt x="0" y="308287"/>
                </a:lnTo>
                <a:lnTo>
                  <a:pt x="0" y="457091"/>
                </a:lnTo>
                <a:lnTo>
                  <a:pt x="0" y="498333"/>
                </a:lnTo>
                <a:lnTo>
                  <a:pt x="0" y="539552"/>
                </a:lnTo>
                <a:lnTo>
                  <a:pt x="0" y="565492"/>
                </a:lnTo>
                <a:lnTo>
                  <a:pt x="0" y="580794"/>
                </a:lnTo>
                <a:lnTo>
                  <a:pt x="0" y="606737"/>
                </a:lnTo>
                <a:lnTo>
                  <a:pt x="0" y="683401"/>
                </a:lnTo>
                <a:lnTo>
                  <a:pt x="0" y="709343"/>
                </a:lnTo>
                <a:lnTo>
                  <a:pt x="0" y="724643"/>
                </a:lnTo>
                <a:lnTo>
                  <a:pt x="0" y="750585"/>
                </a:lnTo>
                <a:lnTo>
                  <a:pt x="0" y="791801"/>
                </a:lnTo>
                <a:lnTo>
                  <a:pt x="0" y="817744"/>
                </a:lnTo>
                <a:lnTo>
                  <a:pt x="0" y="833046"/>
                </a:lnTo>
                <a:lnTo>
                  <a:pt x="0" y="858986"/>
                </a:lnTo>
                <a:lnTo>
                  <a:pt x="0" y="981851"/>
                </a:lnTo>
                <a:lnTo>
                  <a:pt x="0" y="1007793"/>
                </a:lnTo>
                <a:lnTo>
                  <a:pt x="0" y="1023093"/>
                </a:lnTo>
                <a:lnTo>
                  <a:pt x="0" y="1049035"/>
                </a:lnTo>
                <a:lnTo>
                  <a:pt x="0" y="1090251"/>
                </a:lnTo>
                <a:lnTo>
                  <a:pt x="0" y="1116194"/>
                </a:lnTo>
                <a:lnTo>
                  <a:pt x="0" y="1131496"/>
                </a:lnTo>
                <a:lnTo>
                  <a:pt x="0" y="1157436"/>
                </a:lnTo>
                <a:lnTo>
                  <a:pt x="0" y="1169027"/>
                </a:lnTo>
                <a:lnTo>
                  <a:pt x="0" y="1194967"/>
                </a:lnTo>
                <a:lnTo>
                  <a:pt x="0" y="1210269"/>
                </a:lnTo>
                <a:lnTo>
                  <a:pt x="0" y="1236212"/>
                </a:lnTo>
                <a:lnTo>
                  <a:pt x="0" y="1277428"/>
                </a:lnTo>
                <a:lnTo>
                  <a:pt x="0" y="1303371"/>
                </a:lnTo>
                <a:lnTo>
                  <a:pt x="0" y="1318670"/>
                </a:lnTo>
                <a:lnTo>
                  <a:pt x="0" y="1344613"/>
                </a:lnTo>
                <a:lnTo>
                  <a:pt x="0" y="1455117"/>
                </a:lnTo>
                <a:lnTo>
                  <a:pt x="0" y="1467477"/>
                </a:lnTo>
                <a:lnTo>
                  <a:pt x="0" y="1493417"/>
                </a:lnTo>
                <a:lnTo>
                  <a:pt x="0" y="1496359"/>
                </a:lnTo>
                <a:lnTo>
                  <a:pt x="0" y="1508719"/>
                </a:lnTo>
                <a:lnTo>
                  <a:pt x="0" y="1534662"/>
                </a:lnTo>
                <a:lnTo>
                  <a:pt x="0" y="1537578"/>
                </a:lnTo>
                <a:lnTo>
                  <a:pt x="0" y="1563518"/>
                </a:lnTo>
                <a:lnTo>
                  <a:pt x="0" y="1575878"/>
                </a:lnTo>
                <a:lnTo>
                  <a:pt x="0" y="1578820"/>
                </a:lnTo>
                <a:lnTo>
                  <a:pt x="0" y="1601821"/>
                </a:lnTo>
                <a:lnTo>
                  <a:pt x="0" y="1604763"/>
                </a:lnTo>
                <a:lnTo>
                  <a:pt x="0" y="1617120"/>
                </a:lnTo>
                <a:lnTo>
                  <a:pt x="0" y="1643063"/>
                </a:lnTo>
                <a:lnTo>
                  <a:pt x="0" y="1719728"/>
                </a:lnTo>
                <a:lnTo>
                  <a:pt x="0" y="1745671"/>
                </a:lnTo>
                <a:lnTo>
                  <a:pt x="0" y="1753567"/>
                </a:lnTo>
                <a:lnTo>
                  <a:pt x="0" y="1760972"/>
                </a:lnTo>
                <a:lnTo>
                  <a:pt x="0" y="1786913"/>
                </a:lnTo>
                <a:lnTo>
                  <a:pt x="0" y="1794809"/>
                </a:lnTo>
                <a:lnTo>
                  <a:pt x="0" y="1828130"/>
                </a:lnTo>
                <a:lnTo>
                  <a:pt x="0" y="1836028"/>
                </a:lnTo>
                <a:lnTo>
                  <a:pt x="0" y="1861968"/>
                </a:lnTo>
                <a:lnTo>
                  <a:pt x="0" y="1869374"/>
                </a:lnTo>
                <a:lnTo>
                  <a:pt x="0" y="1877270"/>
                </a:lnTo>
                <a:lnTo>
                  <a:pt x="0" y="1903213"/>
                </a:lnTo>
                <a:lnTo>
                  <a:pt x="0" y="1979876"/>
                </a:lnTo>
                <a:lnTo>
                  <a:pt x="0" y="2005819"/>
                </a:lnTo>
                <a:lnTo>
                  <a:pt x="0" y="2018178"/>
                </a:lnTo>
                <a:lnTo>
                  <a:pt x="0" y="2021120"/>
                </a:lnTo>
                <a:lnTo>
                  <a:pt x="0" y="2044121"/>
                </a:lnTo>
                <a:lnTo>
                  <a:pt x="0" y="2047063"/>
                </a:lnTo>
                <a:lnTo>
                  <a:pt x="0" y="2059422"/>
                </a:lnTo>
                <a:lnTo>
                  <a:pt x="0" y="2085363"/>
                </a:lnTo>
                <a:lnTo>
                  <a:pt x="0" y="2088279"/>
                </a:lnTo>
                <a:lnTo>
                  <a:pt x="0" y="2114222"/>
                </a:lnTo>
                <a:lnTo>
                  <a:pt x="0" y="2126580"/>
                </a:lnTo>
                <a:lnTo>
                  <a:pt x="0" y="2129522"/>
                </a:lnTo>
                <a:lnTo>
                  <a:pt x="0" y="2155464"/>
                </a:lnTo>
                <a:lnTo>
                  <a:pt x="0" y="2167824"/>
                </a:lnTo>
                <a:lnTo>
                  <a:pt x="0" y="2278326"/>
                </a:lnTo>
                <a:lnTo>
                  <a:pt x="0" y="2304269"/>
                </a:lnTo>
                <a:lnTo>
                  <a:pt x="0" y="2319570"/>
                </a:lnTo>
                <a:lnTo>
                  <a:pt x="0" y="2345513"/>
                </a:lnTo>
                <a:lnTo>
                  <a:pt x="0" y="2386729"/>
                </a:lnTo>
                <a:lnTo>
                  <a:pt x="0" y="2412672"/>
                </a:lnTo>
                <a:lnTo>
                  <a:pt x="0" y="2427972"/>
                </a:lnTo>
                <a:lnTo>
                  <a:pt x="0" y="2453914"/>
                </a:lnTo>
                <a:lnTo>
                  <a:pt x="0" y="2465503"/>
                </a:lnTo>
                <a:lnTo>
                  <a:pt x="0" y="2491444"/>
                </a:lnTo>
                <a:lnTo>
                  <a:pt x="0" y="2506747"/>
                </a:lnTo>
                <a:lnTo>
                  <a:pt x="0" y="2532688"/>
                </a:lnTo>
                <a:lnTo>
                  <a:pt x="0" y="2573905"/>
                </a:lnTo>
                <a:lnTo>
                  <a:pt x="0" y="2599846"/>
                </a:lnTo>
                <a:lnTo>
                  <a:pt x="0" y="2615149"/>
                </a:lnTo>
                <a:lnTo>
                  <a:pt x="0" y="2641090"/>
                </a:lnTo>
                <a:lnTo>
                  <a:pt x="0" y="2763953"/>
                </a:lnTo>
                <a:lnTo>
                  <a:pt x="0" y="2789894"/>
                </a:lnTo>
                <a:lnTo>
                  <a:pt x="0" y="2805197"/>
                </a:lnTo>
                <a:lnTo>
                  <a:pt x="0" y="2831138"/>
                </a:lnTo>
                <a:lnTo>
                  <a:pt x="0" y="2872355"/>
                </a:lnTo>
                <a:lnTo>
                  <a:pt x="0" y="2898296"/>
                </a:lnTo>
                <a:lnTo>
                  <a:pt x="0" y="2901842"/>
                </a:lnTo>
                <a:lnTo>
                  <a:pt x="0" y="2913599"/>
                </a:lnTo>
                <a:lnTo>
                  <a:pt x="0" y="2938137"/>
                </a:lnTo>
                <a:lnTo>
                  <a:pt x="0" y="2939540"/>
                </a:lnTo>
                <a:lnTo>
                  <a:pt x="0" y="2943084"/>
                </a:lnTo>
                <a:lnTo>
                  <a:pt x="0" y="2949840"/>
                </a:lnTo>
                <a:lnTo>
                  <a:pt x="0" y="2984303"/>
                </a:lnTo>
                <a:lnTo>
                  <a:pt x="0" y="3010243"/>
                </a:lnTo>
                <a:lnTo>
                  <a:pt x="0" y="3025545"/>
                </a:lnTo>
                <a:lnTo>
                  <a:pt x="0" y="3051488"/>
                </a:lnTo>
                <a:lnTo>
                  <a:pt x="0" y="3200292"/>
                </a:lnTo>
                <a:lnTo>
                  <a:pt x="0" y="3236587"/>
                </a:lnTo>
                <a:lnTo>
                  <a:pt x="0" y="3241534"/>
                </a:lnTo>
                <a:lnTo>
                  <a:pt x="0" y="3248290"/>
                </a:lnTo>
                <a:lnTo>
                  <a:pt x="0" y="3282753"/>
                </a:lnTo>
                <a:lnTo>
                  <a:pt x="0" y="3308693"/>
                </a:lnTo>
                <a:lnTo>
                  <a:pt x="0" y="3323995"/>
                </a:lnTo>
                <a:lnTo>
                  <a:pt x="0" y="3349938"/>
                </a:lnTo>
                <a:lnTo>
                  <a:pt x="0" y="3426602"/>
                </a:lnTo>
                <a:lnTo>
                  <a:pt x="0" y="3452544"/>
                </a:lnTo>
                <a:lnTo>
                  <a:pt x="0" y="3467844"/>
                </a:lnTo>
                <a:lnTo>
                  <a:pt x="0" y="3493786"/>
                </a:lnTo>
                <a:lnTo>
                  <a:pt x="0" y="3535002"/>
                </a:lnTo>
                <a:lnTo>
                  <a:pt x="0" y="3560945"/>
                </a:lnTo>
                <a:lnTo>
                  <a:pt x="0" y="3576247"/>
                </a:lnTo>
                <a:lnTo>
                  <a:pt x="0" y="3602187"/>
                </a:lnTo>
                <a:lnTo>
                  <a:pt x="0" y="3725052"/>
                </a:lnTo>
                <a:lnTo>
                  <a:pt x="0" y="3750994"/>
                </a:lnTo>
                <a:lnTo>
                  <a:pt x="0" y="3766294"/>
                </a:lnTo>
                <a:lnTo>
                  <a:pt x="0" y="3792236"/>
                </a:lnTo>
                <a:lnTo>
                  <a:pt x="0" y="3833452"/>
                </a:lnTo>
                <a:lnTo>
                  <a:pt x="0" y="3859395"/>
                </a:lnTo>
                <a:lnTo>
                  <a:pt x="0" y="3874697"/>
                </a:lnTo>
                <a:lnTo>
                  <a:pt x="0" y="3900637"/>
                </a:lnTo>
                <a:lnTo>
                  <a:pt x="0" y="3912228"/>
                </a:lnTo>
                <a:lnTo>
                  <a:pt x="0" y="3938168"/>
                </a:lnTo>
                <a:lnTo>
                  <a:pt x="0" y="3953470"/>
                </a:lnTo>
                <a:lnTo>
                  <a:pt x="0" y="3979413"/>
                </a:lnTo>
                <a:lnTo>
                  <a:pt x="0" y="4020629"/>
                </a:lnTo>
                <a:lnTo>
                  <a:pt x="0" y="4046572"/>
                </a:lnTo>
                <a:lnTo>
                  <a:pt x="0" y="4061871"/>
                </a:lnTo>
                <a:lnTo>
                  <a:pt x="0" y="4087814"/>
                </a:lnTo>
                <a:lnTo>
                  <a:pt x="0" y="4198318"/>
                </a:lnTo>
                <a:lnTo>
                  <a:pt x="0" y="4210678"/>
                </a:lnTo>
                <a:lnTo>
                  <a:pt x="0" y="4216291"/>
                </a:lnTo>
                <a:lnTo>
                  <a:pt x="0" y="4236618"/>
                </a:lnTo>
                <a:lnTo>
                  <a:pt x="0" y="4239560"/>
                </a:lnTo>
                <a:lnTo>
                  <a:pt x="0" y="4251920"/>
                </a:lnTo>
                <a:lnTo>
                  <a:pt x="0" y="4257533"/>
                </a:lnTo>
                <a:lnTo>
                  <a:pt x="0" y="4277863"/>
                </a:lnTo>
                <a:lnTo>
                  <a:pt x="0" y="4280779"/>
                </a:lnTo>
                <a:lnTo>
                  <a:pt x="0" y="4298752"/>
                </a:lnTo>
                <a:lnTo>
                  <a:pt x="0" y="4306719"/>
                </a:lnTo>
                <a:lnTo>
                  <a:pt x="0" y="4319079"/>
                </a:lnTo>
                <a:lnTo>
                  <a:pt x="0" y="4322021"/>
                </a:lnTo>
                <a:lnTo>
                  <a:pt x="0" y="4324692"/>
                </a:lnTo>
                <a:lnTo>
                  <a:pt x="0" y="4339994"/>
                </a:lnTo>
                <a:lnTo>
                  <a:pt x="0" y="4345022"/>
                </a:lnTo>
                <a:lnTo>
                  <a:pt x="0" y="4347964"/>
                </a:lnTo>
                <a:lnTo>
                  <a:pt x="0" y="4360321"/>
                </a:lnTo>
                <a:lnTo>
                  <a:pt x="0" y="4365937"/>
                </a:lnTo>
                <a:lnTo>
                  <a:pt x="0" y="4386264"/>
                </a:lnTo>
                <a:lnTo>
                  <a:pt x="0" y="4462929"/>
                </a:lnTo>
                <a:lnTo>
                  <a:pt x="0" y="4488872"/>
                </a:lnTo>
                <a:lnTo>
                  <a:pt x="0" y="4496768"/>
                </a:lnTo>
                <a:lnTo>
                  <a:pt x="0" y="4504173"/>
                </a:lnTo>
                <a:lnTo>
                  <a:pt x="0" y="4514741"/>
                </a:lnTo>
                <a:lnTo>
                  <a:pt x="0" y="4530114"/>
                </a:lnTo>
                <a:lnTo>
                  <a:pt x="0" y="4538010"/>
                </a:lnTo>
                <a:lnTo>
                  <a:pt x="0" y="4555983"/>
                </a:lnTo>
                <a:lnTo>
                  <a:pt x="0" y="4571331"/>
                </a:lnTo>
                <a:lnTo>
                  <a:pt x="0" y="4579229"/>
                </a:lnTo>
                <a:lnTo>
                  <a:pt x="0" y="4597202"/>
                </a:lnTo>
                <a:lnTo>
                  <a:pt x="0" y="4605169"/>
                </a:lnTo>
                <a:lnTo>
                  <a:pt x="0" y="4612575"/>
                </a:lnTo>
                <a:lnTo>
                  <a:pt x="0" y="4620471"/>
                </a:lnTo>
                <a:lnTo>
                  <a:pt x="0" y="4623142"/>
                </a:lnTo>
                <a:lnTo>
                  <a:pt x="0" y="4638444"/>
                </a:lnTo>
                <a:lnTo>
                  <a:pt x="0" y="4646414"/>
                </a:lnTo>
                <a:lnTo>
                  <a:pt x="0" y="4664387"/>
                </a:lnTo>
                <a:lnTo>
                  <a:pt x="0" y="4723077"/>
                </a:lnTo>
                <a:lnTo>
                  <a:pt x="0" y="4741051"/>
                </a:lnTo>
                <a:lnTo>
                  <a:pt x="0" y="4749020"/>
                </a:lnTo>
                <a:lnTo>
                  <a:pt x="0" y="4761379"/>
                </a:lnTo>
                <a:lnTo>
                  <a:pt x="0" y="4764321"/>
                </a:lnTo>
                <a:lnTo>
                  <a:pt x="0" y="4766993"/>
                </a:lnTo>
                <a:lnTo>
                  <a:pt x="0" y="4782293"/>
                </a:lnTo>
                <a:lnTo>
                  <a:pt x="0" y="4787322"/>
                </a:lnTo>
                <a:lnTo>
                  <a:pt x="0" y="4790264"/>
                </a:lnTo>
                <a:lnTo>
                  <a:pt x="0" y="4802623"/>
                </a:lnTo>
                <a:lnTo>
                  <a:pt x="0" y="4808235"/>
                </a:lnTo>
                <a:lnTo>
                  <a:pt x="0" y="4828564"/>
                </a:lnTo>
                <a:lnTo>
                  <a:pt x="0" y="4831480"/>
                </a:lnTo>
                <a:lnTo>
                  <a:pt x="0" y="4849451"/>
                </a:lnTo>
                <a:lnTo>
                  <a:pt x="0" y="4857423"/>
                </a:lnTo>
                <a:lnTo>
                  <a:pt x="0" y="4869781"/>
                </a:lnTo>
                <a:lnTo>
                  <a:pt x="0" y="4872723"/>
                </a:lnTo>
                <a:lnTo>
                  <a:pt x="0" y="4875394"/>
                </a:lnTo>
                <a:lnTo>
                  <a:pt x="0" y="4890696"/>
                </a:lnTo>
                <a:lnTo>
                  <a:pt x="0" y="4898665"/>
                </a:lnTo>
                <a:lnTo>
                  <a:pt x="0" y="4911025"/>
                </a:lnTo>
                <a:lnTo>
                  <a:pt x="0" y="4916636"/>
                </a:lnTo>
                <a:lnTo>
                  <a:pt x="0" y="5021527"/>
                </a:lnTo>
                <a:lnTo>
                  <a:pt x="0" y="5039501"/>
                </a:lnTo>
                <a:lnTo>
                  <a:pt x="0" y="5047470"/>
                </a:lnTo>
                <a:lnTo>
                  <a:pt x="0" y="5062771"/>
                </a:lnTo>
                <a:lnTo>
                  <a:pt x="0" y="5065443"/>
                </a:lnTo>
                <a:lnTo>
                  <a:pt x="0" y="5080743"/>
                </a:lnTo>
                <a:lnTo>
                  <a:pt x="0" y="5088714"/>
                </a:lnTo>
                <a:lnTo>
                  <a:pt x="0" y="5106685"/>
                </a:lnTo>
                <a:lnTo>
                  <a:pt x="0" y="5129930"/>
                </a:lnTo>
                <a:lnTo>
                  <a:pt x="0" y="5147901"/>
                </a:lnTo>
                <a:lnTo>
                  <a:pt x="0" y="5155873"/>
                </a:lnTo>
                <a:lnTo>
                  <a:pt x="0" y="5171173"/>
                </a:lnTo>
                <a:lnTo>
                  <a:pt x="0" y="5173844"/>
                </a:lnTo>
                <a:lnTo>
                  <a:pt x="0" y="5189146"/>
                </a:lnTo>
                <a:lnTo>
                  <a:pt x="0" y="5197115"/>
                </a:lnTo>
                <a:lnTo>
                  <a:pt x="0" y="5208704"/>
                </a:lnTo>
                <a:lnTo>
                  <a:pt x="0" y="5215086"/>
                </a:lnTo>
                <a:lnTo>
                  <a:pt x="0" y="5226677"/>
                </a:lnTo>
                <a:lnTo>
                  <a:pt x="0" y="5234645"/>
                </a:lnTo>
                <a:lnTo>
                  <a:pt x="0" y="5249948"/>
                </a:lnTo>
                <a:lnTo>
                  <a:pt x="0" y="5252617"/>
                </a:lnTo>
                <a:lnTo>
                  <a:pt x="0" y="5267919"/>
                </a:lnTo>
                <a:lnTo>
                  <a:pt x="0" y="5275889"/>
                </a:lnTo>
                <a:lnTo>
                  <a:pt x="0" y="5293862"/>
                </a:lnTo>
                <a:lnTo>
                  <a:pt x="0" y="5317106"/>
                </a:lnTo>
                <a:lnTo>
                  <a:pt x="0" y="5335078"/>
                </a:lnTo>
                <a:lnTo>
                  <a:pt x="0" y="5343047"/>
                </a:lnTo>
                <a:lnTo>
                  <a:pt x="0" y="5358350"/>
                </a:lnTo>
                <a:lnTo>
                  <a:pt x="0" y="5361021"/>
                </a:lnTo>
                <a:lnTo>
                  <a:pt x="0" y="5376320"/>
                </a:lnTo>
                <a:lnTo>
                  <a:pt x="0" y="5384291"/>
                </a:lnTo>
                <a:lnTo>
                  <a:pt x="0" y="5402263"/>
                </a:lnTo>
                <a:lnTo>
                  <a:pt x="0" y="5507154"/>
                </a:lnTo>
                <a:lnTo>
                  <a:pt x="0" y="5512767"/>
                </a:lnTo>
                <a:lnTo>
                  <a:pt x="0" y="5525127"/>
                </a:lnTo>
                <a:lnTo>
                  <a:pt x="0" y="5533095"/>
                </a:lnTo>
                <a:lnTo>
                  <a:pt x="0" y="5548398"/>
                </a:lnTo>
                <a:lnTo>
                  <a:pt x="0" y="5551067"/>
                </a:lnTo>
                <a:lnTo>
                  <a:pt x="0" y="5554009"/>
                </a:lnTo>
                <a:lnTo>
                  <a:pt x="0" y="5566369"/>
                </a:lnTo>
                <a:lnTo>
                  <a:pt x="0" y="5574339"/>
                </a:lnTo>
                <a:lnTo>
                  <a:pt x="0" y="5592312"/>
                </a:lnTo>
                <a:lnTo>
                  <a:pt x="0" y="5595228"/>
                </a:lnTo>
                <a:lnTo>
                  <a:pt x="0" y="5615556"/>
                </a:lnTo>
                <a:lnTo>
                  <a:pt x="0" y="5621168"/>
                </a:lnTo>
                <a:lnTo>
                  <a:pt x="0" y="5633528"/>
                </a:lnTo>
                <a:lnTo>
                  <a:pt x="0" y="5636470"/>
                </a:lnTo>
                <a:lnTo>
                  <a:pt x="0" y="5641497"/>
                </a:lnTo>
                <a:lnTo>
                  <a:pt x="0" y="5656800"/>
                </a:lnTo>
                <a:lnTo>
                  <a:pt x="0" y="5659471"/>
                </a:lnTo>
                <a:lnTo>
                  <a:pt x="0" y="5662413"/>
                </a:lnTo>
                <a:lnTo>
                  <a:pt x="0" y="5674770"/>
                </a:lnTo>
                <a:lnTo>
                  <a:pt x="0" y="5681338"/>
                </a:lnTo>
                <a:lnTo>
                  <a:pt x="0" y="5682741"/>
                </a:lnTo>
                <a:lnTo>
                  <a:pt x="0" y="5693041"/>
                </a:lnTo>
                <a:lnTo>
                  <a:pt x="0" y="5700713"/>
                </a:lnTo>
                <a:lnTo>
                  <a:pt x="0" y="5777378"/>
                </a:lnTo>
                <a:lnTo>
                  <a:pt x="0" y="5803321"/>
                </a:lnTo>
                <a:lnTo>
                  <a:pt x="0" y="5811217"/>
                </a:lnTo>
                <a:lnTo>
                  <a:pt x="0" y="5818622"/>
                </a:lnTo>
                <a:lnTo>
                  <a:pt x="0" y="5844563"/>
                </a:lnTo>
                <a:lnTo>
                  <a:pt x="0" y="5852459"/>
                </a:lnTo>
                <a:lnTo>
                  <a:pt x="0" y="5885780"/>
                </a:lnTo>
                <a:lnTo>
                  <a:pt x="0" y="5893678"/>
                </a:lnTo>
                <a:lnTo>
                  <a:pt x="0" y="5919618"/>
                </a:lnTo>
                <a:lnTo>
                  <a:pt x="0" y="5927024"/>
                </a:lnTo>
                <a:lnTo>
                  <a:pt x="0" y="5934920"/>
                </a:lnTo>
                <a:lnTo>
                  <a:pt x="0" y="5960863"/>
                </a:lnTo>
                <a:lnTo>
                  <a:pt x="0" y="5979788"/>
                </a:lnTo>
                <a:lnTo>
                  <a:pt x="0" y="5991491"/>
                </a:lnTo>
                <a:lnTo>
                  <a:pt x="0" y="6037526"/>
                </a:lnTo>
                <a:lnTo>
                  <a:pt x="0" y="6063469"/>
                </a:lnTo>
                <a:lnTo>
                  <a:pt x="0" y="6075828"/>
                </a:lnTo>
                <a:lnTo>
                  <a:pt x="0" y="6078770"/>
                </a:lnTo>
                <a:lnTo>
                  <a:pt x="0" y="6101771"/>
                </a:lnTo>
                <a:lnTo>
                  <a:pt x="0" y="6104713"/>
                </a:lnTo>
                <a:lnTo>
                  <a:pt x="0" y="6117072"/>
                </a:lnTo>
                <a:lnTo>
                  <a:pt x="0" y="6143013"/>
                </a:lnTo>
                <a:lnTo>
                  <a:pt x="0" y="6145929"/>
                </a:lnTo>
                <a:lnTo>
                  <a:pt x="0" y="6171872"/>
                </a:lnTo>
                <a:lnTo>
                  <a:pt x="0" y="6184230"/>
                </a:lnTo>
                <a:lnTo>
                  <a:pt x="0" y="6187172"/>
                </a:lnTo>
                <a:lnTo>
                  <a:pt x="0" y="6213114"/>
                </a:lnTo>
                <a:lnTo>
                  <a:pt x="0" y="6225474"/>
                </a:lnTo>
                <a:lnTo>
                  <a:pt x="0" y="6335976"/>
                </a:lnTo>
                <a:lnTo>
                  <a:pt x="0" y="6361919"/>
                </a:lnTo>
                <a:lnTo>
                  <a:pt x="0" y="6377220"/>
                </a:lnTo>
                <a:lnTo>
                  <a:pt x="0" y="6403163"/>
                </a:lnTo>
                <a:lnTo>
                  <a:pt x="0" y="6444379"/>
                </a:lnTo>
                <a:lnTo>
                  <a:pt x="0" y="6470322"/>
                </a:lnTo>
                <a:lnTo>
                  <a:pt x="0" y="6485622"/>
                </a:lnTo>
                <a:lnTo>
                  <a:pt x="0" y="6511564"/>
                </a:lnTo>
                <a:lnTo>
                  <a:pt x="0" y="6523153"/>
                </a:lnTo>
                <a:lnTo>
                  <a:pt x="0" y="6549094"/>
                </a:lnTo>
                <a:lnTo>
                  <a:pt x="0" y="6564397"/>
                </a:lnTo>
                <a:lnTo>
                  <a:pt x="0" y="6590338"/>
                </a:lnTo>
                <a:lnTo>
                  <a:pt x="0" y="6631555"/>
                </a:lnTo>
                <a:lnTo>
                  <a:pt x="0" y="6657496"/>
                </a:lnTo>
                <a:lnTo>
                  <a:pt x="0" y="6672799"/>
                </a:lnTo>
                <a:lnTo>
                  <a:pt x="0" y="6698740"/>
                </a:lnTo>
                <a:lnTo>
                  <a:pt x="0" y="6821603"/>
                </a:lnTo>
                <a:lnTo>
                  <a:pt x="0" y="6847544"/>
                </a:lnTo>
                <a:lnTo>
                  <a:pt x="0" y="6862847"/>
                </a:lnTo>
                <a:lnTo>
                  <a:pt x="0" y="6888788"/>
                </a:lnTo>
                <a:lnTo>
                  <a:pt x="0" y="6930005"/>
                </a:lnTo>
                <a:lnTo>
                  <a:pt x="0" y="6955946"/>
                </a:lnTo>
                <a:lnTo>
                  <a:pt x="0" y="6959492"/>
                </a:lnTo>
                <a:lnTo>
                  <a:pt x="0" y="6971249"/>
                </a:lnTo>
                <a:lnTo>
                  <a:pt x="0" y="6995787"/>
                </a:lnTo>
                <a:lnTo>
                  <a:pt x="0" y="6997190"/>
                </a:lnTo>
                <a:lnTo>
                  <a:pt x="0" y="7000734"/>
                </a:lnTo>
                <a:lnTo>
                  <a:pt x="0" y="7007490"/>
                </a:lnTo>
                <a:lnTo>
                  <a:pt x="0" y="7041953"/>
                </a:lnTo>
                <a:lnTo>
                  <a:pt x="0" y="7067893"/>
                </a:lnTo>
                <a:lnTo>
                  <a:pt x="0" y="7083195"/>
                </a:lnTo>
                <a:lnTo>
                  <a:pt x="0" y="7109138"/>
                </a:lnTo>
                <a:lnTo>
                  <a:pt x="0" y="7257942"/>
                </a:lnTo>
                <a:lnTo>
                  <a:pt x="0" y="7294237"/>
                </a:lnTo>
                <a:lnTo>
                  <a:pt x="0" y="7299184"/>
                </a:lnTo>
                <a:lnTo>
                  <a:pt x="0" y="7305940"/>
                </a:lnTo>
                <a:lnTo>
                  <a:pt x="0" y="7340403"/>
                </a:lnTo>
                <a:lnTo>
                  <a:pt x="0" y="7366343"/>
                </a:lnTo>
                <a:lnTo>
                  <a:pt x="0" y="7381645"/>
                </a:lnTo>
                <a:lnTo>
                  <a:pt x="0" y="7407588"/>
                </a:lnTo>
                <a:lnTo>
                  <a:pt x="0" y="7484252"/>
                </a:lnTo>
                <a:lnTo>
                  <a:pt x="0" y="7510194"/>
                </a:lnTo>
                <a:lnTo>
                  <a:pt x="0" y="7525494"/>
                </a:lnTo>
                <a:lnTo>
                  <a:pt x="0" y="7551436"/>
                </a:lnTo>
                <a:lnTo>
                  <a:pt x="0" y="7592652"/>
                </a:lnTo>
                <a:lnTo>
                  <a:pt x="0" y="7618595"/>
                </a:lnTo>
                <a:lnTo>
                  <a:pt x="0" y="7633897"/>
                </a:lnTo>
                <a:lnTo>
                  <a:pt x="0" y="7659837"/>
                </a:lnTo>
                <a:lnTo>
                  <a:pt x="0" y="7782702"/>
                </a:lnTo>
                <a:lnTo>
                  <a:pt x="0" y="7808644"/>
                </a:lnTo>
                <a:lnTo>
                  <a:pt x="0" y="7823944"/>
                </a:lnTo>
                <a:lnTo>
                  <a:pt x="0" y="7849886"/>
                </a:lnTo>
                <a:lnTo>
                  <a:pt x="0" y="7891102"/>
                </a:lnTo>
                <a:lnTo>
                  <a:pt x="0" y="7917045"/>
                </a:lnTo>
                <a:lnTo>
                  <a:pt x="0" y="7932347"/>
                </a:lnTo>
                <a:lnTo>
                  <a:pt x="0" y="7958287"/>
                </a:lnTo>
                <a:lnTo>
                  <a:pt x="0" y="7969878"/>
                </a:lnTo>
                <a:lnTo>
                  <a:pt x="0" y="7995818"/>
                </a:lnTo>
                <a:lnTo>
                  <a:pt x="0" y="8011120"/>
                </a:lnTo>
                <a:lnTo>
                  <a:pt x="0" y="8037063"/>
                </a:lnTo>
                <a:lnTo>
                  <a:pt x="0" y="8078279"/>
                </a:lnTo>
                <a:lnTo>
                  <a:pt x="0" y="8104222"/>
                </a:lnTo>
                <a:lnTo>
                  <a:pt x="0" y="8119521"/>
                </a:lnTo>
                <a:lnTo>
                  <a:pt x="0" y="8145464"/>
                </a:lnTo>
                <a:lnTo>
                  <a:pt x="0" y="8255968"/>
                </a:lnTo>
                <a:lnTo>
                  <a:pt x="0" y="8268328"/>
                </a:lnTo>
                <a:lnTo>
                  <a:pt x="0" y="8294268"/>
                </a:lnTo>
                <a:lnTo>
                  <a:pt x="0" y="8297210"/>
                </a:lnTo>
                <a:lnTo>
                  <a:pt x="0" y="8309570"/>
                </a:lnTo>
                <a:lnTo>
                  <a:pt x="0" y="8335513"/>
                </a:lnTo>
                <a:lnTo>
                  <a:pt x="0" y="8338429"/>
                </a:lnTo>
                <a:lnTo>
                  <a:pt x="0" y="8364369"/>
                </a:lnTo>
                <a:lnTo>
                  <a:pt x="0" y="8376729"/>
                </a:lnTo>
                <a:lnTo>
                  <a:pt x="0" y="8379671"/>
                </a:lnTo>
                <a:lnTo>
                  <a:pt x="0" y="8402672"/>
                </a:lnTo>
                <a:lnTo>
                  <a:pt x="0" y="8405614"/>
                </a:lnTo>
                <a:lnTo>
                  <a:pt x="0" y="8417971"/>
                </a:lnTo>
                <a:lnTo>
                  <a:pt x="0" y="8443914"/>
                </a:lnTo>
                <a:lnTo>
                  <a:pt x="0" y="8520579"/>
                </a:lnTo>
                <a:lnTo>
                  <a:pt x="0" y="8546522"/>
                </a:lnTo>
                <a:lnTo>
                  <a:pt x="0" y="8554418"/>
                </a:lnTo>
                <a:lnTo>
                  <a:pt x="0" y="8561823"/>
                </a:lnTo>
                <a:lnTo>
                  <a:pt x="0" y="8587764"/>
                </a:lnTo>
                <a:lnTo>
                  <a:pt x="0" y="8595660"/>
                </a:lnTo>
                <a:lnTo>
                  <a:pt x="0" y="8628981"/>
                </a:lnTo>
                <a:lnTo>
                  <a:pt x="0" y="8636879"/>
                </a:lnTo>
                <a:lnTo>
                  <a:pt x="0" y="8662819"/>
                </a:lnTo>
                <a:lnTo>
                  <a:pt x="0" y="8670225"/>
                </a:lnTo>
                <a:lnTo>
                  <a:pt x="0" y="8678121"/>
                </a:lnTo>
                <a:lnTo>
                  <a:pt x="0" y="8704064"/>
                </a:lnTo>
                <a:lnTo>
                  <a:pt x="0" y="8780727"/>
                </a:lnTo>
                <a:lnTo>
                  <a:pt x="0" y="8806670"/>
                </a:lnTo>
                <a:lnTo>
                  <a:pt x="0" y="8819029"/>
                </a:lnTo>
                <a:lnTo>
                  <a:pt x="0" y="8821971"/>
                </a:lnTo>
                <a:lnTo>
                  <a:pt x="0" y="8844972"/>
                </a:lnTo>
                <a:lnTo>
                  <a:pt x="0" y="8847914"/>
                </a:lnTo>
                <a:lnTo>
                  <a:pt x="0" y="8860273"/>
                </a:lnTo>
                <a:lnTo>
                  <a:pt x="0" y="8886214"/>
                </a:lnTo>
                <a:lnTo>
                  <a:pt x="0" y="8889130"/>
                </a:lnTo>
                <a:lnTo>
                  <a:pt x="0" y="8915073"/>
                </a:lnTo>
                <a:lnTo>
                  <a:pt x="0" y="8927431"/>
                </a:lnTo>
                <a:lnTo>
                  <a:pt x="0" y="8930373"/>
                </a:lnTo>
                <a:lnTo>
                  <a:pt x="0" y="8956315"/>
                </a:lnTo>
                <a:lnTo>
                  <a:pt x="0" y="8968675"/>
                </a:lnTo>
                <a:lnTo>
                  <a:pt x="0" y="9079177"/>
                </a:lnTo>
                <a:lnTo>
                  <a:pt x="0" y="9105120"/>
                </a:lnTo>
                <a:lnTo>
                  <a:pt x="0" y="9120421"/>
                </a:lnTo>
                <a:lnTo>
                  <a:pt x="0" y="9146364"/>
                </a:lnTo>
                <a:lnTo>
                  <a:pt x="0" y="9164851"/>
                </a:lnTo>
                <a:close/>
              </a:path>
            </a:pathLst>
          </a:custGeom>
          <a:solidFill>
            <a:srgbClr val="FF005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6" name="Forma libre 38">
            <a:extLst>
              <a:ext uri="{FF2B5EF4-FFF2-40B4-BE49-F238E27FC236}">
                <a16:creationId xmlns:a16="http://schemas.microsoft.com/office/drawing/2014/main" id="{1D3FA4E7-ED87-FD17-D0AF-38908216A5D3}"/>
              </a:ext>
            </a:extLst>
          </p:cNvPr>
          <p:cNvSpPr/>
          <p:nvPr/>
        </p:nvSpPr>
        <p:spPr>
          <a:xfrm rot="16200000" flipV="1">
            <a:off x="1557751" y="-537766"/>
            <a:ext cx="582039" cy="3741929"/>
          </a:xfrm>
          <a:custGeom>
            <a:avLst/>
            <a:gdLst>
              <a:gd name="connsiteX0" fmla="*/ 582039 w 582039"/>
              <a:gd name="connsiteY0" fmla="*/ 2949840 h 2949840"/>
              <a:gd name="connsiteX1" fmla="*/ 582039 w 582039"/>
              <a:gd name="connsiteY1" fmla="*/ 2929141 h 2949840"/>
              <a:gd name="connsiteX2" fmla="*/ 582039 w 582039"/>
              <a:gd name="connsiteY2" fmla="*/ 2903198 h 2949840"/>
              <a:gd name="connsiteX3" fmla="*/ 582039 w 582039"/>
              <a:gd name="connsiteY3" fmla="*/ 2887897 h 2949840"/>
              <a:gd name="connsiteX4" fmla="*/ 582039 w 582039"/>
              <a:gd name="connsiteY4" fmla="*/ 2861956 h 2949840"/>
              <a:gd name="connsiteX5" fmla="*/ 582039 w 582039"/>
              <a:gd name="connsiteY5" fmla="*/ 2820739 h 2949840"/>
              <a:gd name="connsiteX6" fmla="*/ 582039 w 582039"/>
              <a:gd name="connsiteY6" fmla="*/ 2779495 h 2949840"/>
              <a:gd name="connsiteX7" fmla="*/ 582039 w 582039"/>
              <a:gd name="connsiteY7" fmla="*/ 2641090 h 2949840"/>
              <a:gd name="connsiteX8" fmla="*/ 582039 w 582039"/>
              <a:gd name="connsiteY8" fmla="*/ 2615149 h 2949840"/>
              <a:gd name="connsiteX9" fmla="*/ 582039 w 582039"/>
              <a:gd name="connsiteY9" fmla="*/ 2599846 h 2949840"/>
              <a:gd name="connsiteX10" fmla="*/ 582039 w 582039"/>
              <a:gd name="connsiteY10" fmla="*/ 2573905 h 2949840"/>
              <a:gd name="connsiteX11" fmla="*/ 582039 w 582039"/>
              <a:gd name="connsiteY11" fmla="*/ 2532688 h 2949840"/>
              <a:gd name="connsiteX12" fmla="*/ 582039 w 582039"/>
              <a:gd name="connsiteY12" fmla="*/ 2506747 h 2949840"/>
              <a:gd name="connsiteX13" fmla="*/ 582039 w 582039"/>
              <a:gd name="connsiteY13" fmla="*/ 2491444 h 2949840"/>
              <a:gd name="connsiteX14" fmla="*/ 582039 w 582039"/>
              <a:gd name="connsiteY14" fmla="*/ 2465503 h 2949840"/>
              <a:gd name="connsiteX15" fmla="*/ 582039 w 582039"/>
              <a:gd name="connsiteY15" fmla="*/ 1996822 h 2949840"/>
              <a:gd name="connsiteX16" fmla="*/ 582039 w 582039"/>
              <a:gd name="connsiteY16" fmla="*/ 1970880 h 2949840"/>
              <a:gd name="connsiteX17" fmla="*/ 582039 w 582039"/>
              <a:gd name="connsiteY17" fmla="*/ 1955579 h 2949840"/>
              <a:gd name="connsiteX18" fmla="*/ 582039 w 582039"/>
              <a:gd name="connsiteY18" fmla="*/ 1929637 h 2949840"/>
              <a:gd name="connsiteX19" fmla="*/ 582039 w 582039"/>
              <a:gd name="connsiteY19" fmla="*/ 1888420 h 2949840"/>
              <a:gd name="connsiteX20" fmla="*/ 582039 w 582039"/>
              <a:gd name="connsiteY20" fmla="*/ 1869374 h 2949840"/>
              <a:gd name="connsiteX21" fmla="*/ 582039 w 582039"/>
              <a:gd name="connsiteY21" fmla="*/ 1862477 h 2949840"/>
              <a:gd name="connsiteX22" fmla="*/ 582039 w 582039"/>
              <a:gd name="connsiteY22" fmla="*/ 1847177 h 2949840"/>
              <a:gd name="connsiteX23" fmla="*/ 582039 w 582039"/>
              <a:gd name="connsiteY23" fmla="*/ 1828130 h 2949840"/>
              <a:gd name="connsiteX24" fmla="*/ 582039 w 582039"/>
              <a:gd name="connsiteY24" fmla="*/ 1821235 h 2949840"/>
              <a:gd name="connsiteX25" fmla="*/ 582039 w 582039"/>
              <a:gd name="connsiteY25" fmla="*/ 1786913 h 2949840"/>
              <a:gd name="connsiteX26" fmla="*/ 582039 w 582039"/>
              <a:gd name="connsiteY26" fmla="*/ 1760971 h 2949840"/>
              <a:gd name="connsiteX27" fmla="*/ 582039 w 582039"/>
              <a:gd name="connsiteY27" fmla="*/ 1745671 h 2949840"/>
              <a:gd name="connsiteX28" fmla="*/ 582039 w 582039"/>
              <a:gd name="connsiteY28" fmla="*/ 1719728 h 2949840"/>
              <a:gd name="connsiteX29" fmla="*/ 582038 w 582039"/>
              <a:gd name="connsiteY29" fmla="*/ 1446119 h 2949840"/>
              <a:gd name="connsiteX30" fmla="*/ 582038 w 582039"/>
              <a:gd name="connsiteY30" fmla="*/ 1420179 h 2949840"/>
              <a:gd name="connsiteX31" fmla="*/ 582038 w 582039"/>
              <a:gd name="connsiteY31" fmla="*/ 1404877 h 2949840"/>
              <a:gd name="connsiteX32" fmla="*/ 582038 w 582039"/>
              <a:gd name="connsiteY32" fmla="*/ 1378934 h 2949840"/>
              <a:gd name="connsiteX33" fmla="*/ 582038 w 582039"/>
              <a:gd name="connsiteY33" fmla="*/ 1344613 h 2949840"/>
              <a:gd name="connsiteX34" fmla="*/ 582038 w 582039"/>
              <a:gd name="connsiteY34" fmla="*/ 1337718 h 2949840"/>
              <a:gd name="connsiteX35" fmla="*/ 582038 w 582039"/>
              <a:gd name="connsiteY35" fmla="*/ 1318670 h 2949840"/>
              <a:gd name="connsiteX36" fmla="*/ 582038 w 582039"/>
              <a:gd name="connsiteY36" fmla="*/ 1303371 h 2949840"/>
              <a:gd name="connsiteX37" fmla="*/ 582038 w 582039"/>
              <a:gd name="connsiteY37" fmla="*/ 1296476 h 2949840"/>
              <a:gd name="connsiteX38" fmla="*/ 582038 w 582039"/>
              <a:gd name="connsiteY38" fmla="*/ 1277428 h 2949840"/>
              <a:gd name="connsiteX39" fmla="*/ 582038 w 582039"/>
              <a:gd name="connsiteY39" fmla="*/ 1236212 h 2949840"/>
              <a:gd name="connsiteX40" fmla="*/ 582038 w 582039"/>
              <a:gd name="connsiteY40" fmla="*/ 1210269 h 2949840"/>
              <a:gd name="connsiteX41" fmla="*/ 582038 w 582039"/>
              <a:gd name="connsiteY41" fmla="*/ 1194967 h 2949840"/>
              <a:gd name="connsiteX42" fmla="*/ 582038 w 582039"/>
              <a:gd name="connsiteY42" fmla="*/ 1169027 h 2949840"/>
              <a:gd name="connsiteX43" fmla="*/ 582038 w 582039"/>
              <a:gd name="connsiteY43" fmla="*/ 700345 h 2949840"/>
              <a:gd name="connsiteX44" fmla="*/ 582038 w 582039"/>
              <a:gd name="connsiteY44" fmla="*/ 674402 h 2949840"/>
              <a:gd name="connsiteX45" fmla="*/ 582038 w 582039"/>
              <a:gd name="connsiteY45" fmla="*/ 659103 h 2949840"/>
              <a:gd name="connsiteX46" fmla="*/ 582038 w 582039"/>
              <a:gd name="connsiteY46" fmla="*/ 633160 h 2949840"/>
              <a:gd name="connsiteX47" fmla="*/ 582038 w 582039"/>
              <a:gd name="connsiteY47" fmla="*/ 591944 h 2949840"/>
              <a:gd name="connsiteX48" fmla="*/ 582038 w 582039"/>
              <a:gd name="connsiteY48" fmla="*/ 566002 h 2949840"/>
              <a:gd name="connsiteX49" fmla="*/ 582038 w 582039"/>
              <a:gd name="connsiteY49" fmla="*/ 550699 h 2949840"/>
              <a:gd name="connsiteX50" fmla="*/ 582038 w 582039"/>
              <a:gd name="connsiteY50" fmla="*/ 524756 h 2949840"/>
              <a:gd name="connsiteX51" fmla="*/ 582038 w 582039"/>
              <a:gd name="connsiteY51" fmla="*/ 149643 h 2949840"/>
              <a:gd name="connsiteX52" fmla="*/ 582038 w 582039"/>
              <a:gd name="connsiteY52" fmla="*/ 123703 h 2949840"/>
              <a:gd name="connsiteX53" fmla="*/ 582038 w 582039"/>
              <a:gd name="connsiteY53" fmla="*/ 108401 h 2949840"/>
              <a:gd name="connsiteX54" fmla="*/ 582038 w 582039"/>
              <a:gd name="connsiteY54" fmla="*/ 82458 h 2949840"/>
              <a:gd name="connsiteX55" fmla="*/ 582038 w 582039"/>
              <a:gd name="connsiteY55" fmla="*/ 41242 h 2949840"/>
              <a:gd name="connsiteX56" fmla="*/ 582038 w 582039"/>
              <a:gd name="connsiteY56" fmla="*/ 0 h 2949840"/>
              <a:gd name="connsiteX57" fmla="*/ 0 w 582039"/>
              <a:gd name="connsiteY57" fmla="*/ 158641 h 2949840"/>
              <a:gd name="connsiteX58" fmla="*/ 0 w 582039"/>
              <a:gd name="connsiteY58" fmla="*/ 199883 h 2949840"/>
              <a:gd name="connsiteX59" fmla="*/ 0 w 582039"/>
              <a:gd name="connsiteY59" fmla="*/ 241102 h 2949840"/>
              <a:gd name="connsiteX60" fmla="*/ 0 w 582039"/>
              <a:gd name="connsiteY60" fmla="*/ 267042 h 2949840"/>
              <a:gd name="connsiteX61" fmla="*/ 0 w 582039"/>
              <a:gd name="connsiteY61" fmla="*/ 282344 h 2949840"/>
              <a:gd name="connsiteX62" fmla="*/ 0 w 582039"/>
              <a:gd name="connsiteY62" fmla="*/ 308287 h 2949840"/>
              <a:gd name="connsiteX63" fmla="*/ 0 w 582039"/>
              <a:gd name="connsiteY63" fmla="*/ 683401 h 2949840"/>
              <a:gd name="connsiteX64" fmla="*/ 0 w 582039"/>
              <a:gd name="connsiteY64" fmla="*/ 709343 h 2949840"/>
              <a:gd name="connsiteX65" fmla="*/ 0 w 582039"/>
              <a:gd name="connsiteY65" fmla="*/ 724643 h 2949840"/>
              <a:gd name="connsiteX66" fmla="*/ 0 w 582039"/>
              <a:gd name="connsiteY66" fmla="*/ 750585 h 2949840"/>
              <a:gd name="connsiteX67" fmla="*/ 0 w 582039"/>
              <a:gd name="connsiteY67" fmla="*/ 791801 h 2949840"/>
              <a:gd name="connsiteX68" fmla="*/ 0 w 582039"/>
              <a:gd name="connsiteY68" fmla="*/ 817744 h 2949840"/>
              <a:gd name="connsiteX69" fmla="*/ 0 w 582039"/>
              <a:gd name="connsiteY69" fmla="*/ 833046 h 2949840"/>
              <a:gd name="connsiteX70" fmla="*/ 0 w 582039"/>
              <a:gd name="connsiteY70" fmla="*/ 858986 h 2949840"/>
              <a:gd name="connsiteX71" fmla="*/ 0 w 582039"/>
              <a:gd name="connsiteY71" fmla="*/ 1169027 h 2949840"/>
              <a:gd name="connsiteX72" fmla="*/ 0 w 582039"/>
              <a:gd name="connsiteY72" fmla="*/ 1194967 h 2949840"/>
              <a:gd name="connsiteX73" fmla="*/ 0 w 582039"/>
              <a:gd name="connsiteY73" fmla="*/ 1210269 h 2949840"/>
              <a:gd name="connsiteX74" fmla="*/ 0 w 582039"/>
              <a:gd name="connsiteY74" fmla="*/ 1236212 h 2949840"/>
              <a:gd name="connsiteX75" fmla="*/ 0 w 582039"/>
              <a:gd name="connsiteY75" fmla="*/ 1277428 h 2949840"/>
              <a:gd name="connsiteX76" fmla="*/ 0 w 582039"/>
              <a:gd name="connsiteY76" fmla="*/ 1303371 h 2949840"/>
              <a:gd name="connsiteX77" fmla="*/ 0 w 582039"/>
              <a:gd name="connsiteY77" fmla="*/ 1318670 h 2949840"/>
              <a:gd name="connsiteX78" fmla="*/ 0 w 582039"/>
              <a:gd name="connsiteY78" fmla="*/ 1344613 h 2949840"/>
              <a:gd name="connsiteX79" fmla="*/ 0 w 582039"/>
              <a:gd name="connsiteY79" fmla="*/ 1455117 h 2949840"/>
              <a:gd name="connsiteX80" fmla="*/ 0 w 582039"/>
              <a:gd name="connsiteY80" fmla="*/ 1496359 h 2949840"/>
              <a:gd name="connsiteX81" fmla="*/ 0 w 582039"/>
              <a:gd name="connsiteY81" fmla="*/ 1537578 h 2949840"/>
              <a:gd name="connsiteX82" fmla="*/ 0 w 582039"/>
              <a:gd name="connsiteY82" fmla="*/ 1563518 h 2949840"/>
              <a:gd name="connsiteX83" fmla="*/ 0 w 582039"/>
              <a:gd name="connsiteY83" fmla="*/ 1578820 h 2949840"/>
              <a:gd name="connsiteX84" fmla="*/ 0 w 582039"/>
              <a:gd name="connsiteY84" fmla="*/ 1604763 h 2949840"/>
              <a:gd name="connsiteX85" fmla="*/ 0 w 582039"/>
              <a:gd name="connsiteY85" fmla="*/ 1719728 h 2949840"/>
              <a:gd name="connsiteX86" fmla="*/ 0 w 582039"/>
              <a:gd name="connsiteY86" fmla="*/ 1745671 h 2949840"/>
              <a:gd name="connsiteX87" fmla="*/ 0 w 582039"/>
              <a:gd name="connsiteY87" fmla="*/ 1760972 h 2949840"/>
              <a:gd name="connsiteX88" fmla="*/ 0 w 582039"/>
              <a:gd name="connsiteY88" fmla="*/ 1786913 h 2949840"/>
              <a:gd name="connsiteX89" fmla="*/ 0 w 582039"/>
              <a:gd name="connsiteY89" fmla="*/ 1828130 h 2949840"/>
              <a:gd name="connsiteX90" fmla="*/ 0 w 582039"/>
              <a:gd name="connsiteY90" fmla="*/ 1869374 h 2949840"/>
              <a:gd name="connsiteX91" fmla="*/ 0 w 582039"/>
              <a:gd name="connsiteY91" fmla="*/ 1979876 h 2949840"/>
              <a:gd name="connsiteX92" fmla="*/ 0 w 582039"/>
              <a:gd name="connsiteY92" fmla="*/ 2005819 h 2949840"/>
              <a:gd name="connsiteX93" fmla="*/ 0 w 582039"/>
              <a:gd name="connsiteY93" fmla="*/ 2021120 h 2949840"/>
              <a:gd name="connsiteX94" fmla="*/ 0 w 582039"/>
              <a:gd name="connsiteY94" fmla="*/ 2047063 h 2949840"/>
              <a:gd name="connsiteX95" fmla="*/ 0 w 582039"/>
              <a:gd name="connsiteY95" fmla="*/ 2088279 h 2949840"/>
              <a:gd name="connsiteX96" fmla="*/ 0 w 582039"/>
              <a:gd name="connsiteY96" fmla="*/ 2114222 h 2949840"/>
              <a:gd name="connsiteX97" fmla="*/ 0 w 582039"/>
              <a:gd name="connsiteY97" fmla="*/ 2129522 h 2949840"/>
              <a:gd name="connsiteX98" fmla="*/ 0 w 582039"/>
              <a:gd name="connsiteY98" fmla="*/ 2155464 h 2949840"/>
              <a:gd name="connsiteX99" fmla="*/ 0 w 582039"/>
              <a:gd name="connsiteY99" fmla="*/ 2465503 h 2949840"/>
              <a:gd name="connsiteX100" fmla="*/ 0 w 582039"/>
              <a:gd name="connsiteY100" fmla="*/ 2491444 h 2949840"/>
              <a:gd name="connsiteX101" fmla="*/ 0 w 582039"/>
              <a:gd name="connsiteY101" fmla="*/ 2506747 h 2949840"/>
              <a:gd name="connsiteX102" fmla="*/ 0 w 582039"/>
              <a:gd name="connsiteY102" fmla="*/ 2532688 h 2949840"/>
              <a:gd name="connsiteX103" fmla="*/ 0 w 582039"/>
              <a:gd name="connsiteY103" fmla="*/ 2573905 h 2949840"/>
              <a:gd name="connsiteX104" fmla="*/ 0 w 582039"/>
              <a:gd name="connsiteY104" fmla="*/ 2599846 h 2949840"/>
              <a:gd name="connsiteX105" fmla="*/ 0 w 582039"/>
              <a:gd name="connsiteY105" fmla="*/ 2615149 h 2949840"/>
              <a:gd name="connsiteX106" fmla="*/ 0 w 582039"/>
              <a:gd name="connsiteY106" fmla="*/ 2641090 h 2949840"/>
              <a:gd name="connsiteX107" fmla="*/ 0 w 582039"/>
              <a:gd name="connsiteY107" fmla="*/ 2938137 h 2949840"/>
              <a:gd name="connsiteX108" fmla="*/ 0 w 582039"/>
              <a:gd name="connsiteY108" fmla="*/ 2949840 h 294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2039" h="2949840">
                <a:moveTo>
                  <a:pt x="582039" y="2949840"/>
                </a:moveTo>
                <a:lnTo>
                  <a:pt x="582039" y="2929141"/>
                </a:lnTo>
                <a:lnTo>
                  <a:pt x="582039" y="2903198"/>
                </a:lnTo>
                <a:lnTo>
                  <a:pt x="582039" y="2887897"/>
                </a:lnTo>
                <a:lnTo>
                  <a:pt x="582039" y="2861956"/>
                </a:lnTo>
                <a:lnTo>
                  <a:pt x="582039" y="2820739"/>
                </a:lnTo>
                <a:lnTo>
                  <a:pt x="582039" y="2779495"/>
                </a:lnTo>
                <a:lnTo>
                  <a:pt x="582039" y="2641090"/>
                </a:lnTo>
                <a:lnTo>
                  <a:pt x="582039" y="2615149"/>
                </a:lnTo>
                <a:lnTo>
                  <a:pt x="582039" y="2599846"/>
                </a:lnTo>
                <a:lnTo>
                  <a:pt x="582039" y="2573905"/>
                </a:lnTo>
                <a:lnTo>
                  <a:pt x="582039" y="2532688"/>
                </a:lnTo>
                <a:lnTo>
                  <a:pt x="582039" y="2506747"/>
                </a:lnTo>
                <a:lnTo>
                  <a:pt x="582039" y="2491444"/>
                </a:lnTo>
                <a:lnTo>
                  <a:pt x="582039" y="2465503"/>
                </a:lnTo>
                <a:lnTo>
                  <a:pt x="582039" y="1996822"/>
                </a:lnTo>
                <a:lnTo>
                  <a:pt x="582039" y="1970880"/>
                </a:lnTo>
                <a:lnTo>
                  <a:pt x="582039" y="1955579"/>
                </a:lnTo>
                <a:lnTo>
                  <a:pt x="582039" y="1929637"/>
                </a:lnTo>
                <a:lnTo>
                  <a:pt x="582039" y="1888420"/>
                </a:lnTo>
                <a:lnTo>
                  <a:pt x="582039" y="1869374"/>
                </a:lnTo>
                <a:lnTo>
                  <a:pt x="582039" y="1862477"/>
                </a:lnTo>
                <a:lnTo>
                  <a:pt x="582039" y="1847177"/>
                </a:lnTo>
                <a:lnTo>
                  <a:pt x="582039" y="1828130"/>
                </a:lnTo>
                <a:lnTo>
                  <a:pt x="582039" y="1821235"/>
                </a:lnTo>
                <a:lnTo>
                  <a:pt x="582039" y="1786913"/>
                </a:lnTo>
                <a:lnTo>
                  <a:pt x="582039" y="1760971"/>
                </a:lnTo>
                <a:lnTo>
                  <a:pt x="582039" y="1745671"/>
                </a:lnTo>
                <a:lnTo>
                  <a:pt x="582039" y="1719728"/>
                </a:lnTo>
                <a:lnTo>
                  <a:pt x="582038" y="1446119"/>
                </a:lnTo>
                <a:lnTo>
                  <a:pt x="582038" y="1420179"/>
                </a:lnTo>
                <a:lnTo>
                  <a:pt x="582038" y="1404877"/>
                </a:lnTo>
                <a:lnTo>
                  <a:pt x="582038" y="1378934"/>
                </a:lnTo>
                <a:lnTo>
                  <a:pt x="582038" y="1344613"/>
                </a:lnTo>
                <a:lnTo>
                  <a:pt x="582038" y="1337718"/>
                </a:lnTo>
                <a:lnTo>
                  <a:pt x="582038" y="1318670"/>
                </a:lnTo>
                <a:lnTo>
                  <a:pt x="582038" y="1303371"/>
                </a:lnTo>
                <a:lnTo>
                  <a:pt x="582038" y="1296476"/>
                </a:lnTo>
                <a:lnTo>
                  <a:pt x="582038" y="1277428"/>
                </a:lnTo>
                <a:lnTo>
                  <a:pt x="582038" y="1236212"/>
                </a:lnTo>
                <a:lnTo>
                  <a:pt x="582038" y="1210269"/>
                </a:lnTo>
                <a:lnTo>
                  <a:pt x="582038" y="1194967"/>
                </a:lnTo>
                <a:lnTo>
                  <a:pt x="582038" y="1169027"/>
                </a:lnTo>
                <a:lnTo>
                  <a:pt x="582038" y="700345"/>
                </a:lnTo>
                <a:lnTo>
                  <a:pt x="582038" y="674402"/>
                </a:lnTo>
                <a:lnTo>
                  <a:pt x="582038" y="659103"/>
                </a:lnTo>
                <a:lnTo>
                  <a:pt x="582038" y="633160"/>
                </a:lnTo>
                <a:lnTo>
                  <a:pt x="582038" y="591944"/>
                </a:lnTo>
                <a:lnTo>
                  <a:pt x="582038" y="566002"/>
                </a:lnTo>
                <a:lnTo>
                  <a:pt x="582038" y="550699"/>
                </a:lnTo>
                <a:lnTo>
                  <a:pt x="582038" y="524756"/>
                </a:lnTo>
                <a:lnTo>
                  <a:pt x="582038" y="149643"/>
                </a:lnTo>
                <a:lnTo>
                  <a:pt x="582038" y="123703"/>
                </a:lnTo>
                <a:lnTo>
                  <a:pt x="582038" y="108401"/>
                </a:lnTo>
                <a:lnTo>
                  <a:pt x="582038" y="82458"/>
                </a:lnTo>
                <a:lnTo>
                  <a:pt x="582038" y="41242"/>
                </a:lnTo>
                <a:lnTo>
                  <a:pt x="582038" y="0"/>
                </a:lnTo>
                <a:lnTo>
                  <a:pt x="0" y="158641"/>
                </a:lnTo>
                <a:lnTo>
                  <a:pt x="0" y="199883"/>
                </a:lnTo>
                <a:lnTo>
                  <a:pt x="0" y="241102"/>
                </a:lnTo>
                <a:lnTo>
                  <a:pt x="0" y="267042"/>
                </a:lnTo>
                <a:lnTo>
                  <a:pt x="0" y="282344"/>
                </a:lnTo>
                <a:lnTo>
                  <a:pt x="0" y="308287"/>
                </a:lnTo>
                <a:lnTo>
                  <a:pt x="0" y="683401"/>
                </a:lnTo>
                <a:lnTo>
                  <a:pt x="0" y="709343"/>
                </a:lnTo>
                <a:lnTo>
                  <a:pt x="0" y="724643"/>
                </a:lnTo>
                <a:lnTo>
                  <a:pt x="0" y="750585"/>
                </a:lnTo>
                <a:lnTo>
                  <a:pt x="0" y="791801"/>
                </a:lnTo>
                <a:lnTo>
                  <a:pt x="0" y="817744"/>
                </a:lnTo>
                <a:lnTo>
                  <a:pt x="0" y="833046"/>
                </a:lnTo>
                <a:lnTo>
                  <a:pt x="0" y="858986"/>
                </a:lnTo>
                <a:lnTo>
                  <a:pt x="0" y="1169027"/>
                </a:lnTo>
                <a:lnTo>
                  <a:pt x="0" y="1194967"/>
                </a:lnTo>
                <a:lnTo>
                  <a:pt x="0" y="1210269"/>
                </a:lnTo>
                <a:lnTo>
                  <a:pt x="0" y="1236212"/>
                </a:lnTo>
                <a:lnTo>
                  <a:pt x="0" y="1277428"/>
                </a:lnTo>
                <a:lnTo>
                  <a:pt x="0" y="1303371"/>
                </a:lnTo>
                <a:lnTo>
                  <a:pt x="0" y="1318670"/>
                </a:lnTo>
                <a:lnTo>
                  <a:pt x="0" y="1344613"/>
                </a:lnTo>
                <a:lnTo>
                  <a:pt x="0" y="1455117"/>
                </a:lnTo>
                <a:lnTo>
                  <a:pt x="0" y="1496359"/>
                </a:lnTo>
                <a:lnTo>
                  <a:pt x="0" y="1537578"/>
                </a:lnTo>
                <a:lnTo>
                  <a:pt x="0" y="1563518"/>
                </a:lnTo>
                <a:lnTo>
                  <a:pt x="0" y="1578820"/>
                </a:lnTo>
                <a:lnTo>
                  <a:pt x="0" y="1604763"/>
                </a:lnTo>
                <a:lnTo>
                  <a:pt x="0" y="1719728"/>
                </a:lnTo>
                <a:lnTo>
                  <a:pt x="0" y="1745671"/>
                </a:lnTo>
                <a:lnTo>
                  <a:pt x="0" y="1760972"/>
                </a:lnTo>
                <a:lnTo>
                  <a:pt x="0" y="1786913"/>
                </a:lnTo>
                <a:lnTo>
                  <a:pt x="0" y="1828130"/>
                </a:lnTo>
                <a:lnTo>
                  <a:pt x="0" y="1869374"/>
                </a:lnTo>
                <a:lnTo>
                  <a:pt x="0" y="1979876"/>
                </a:lnTo>
                <a:lnTo>
                  <a:pt x="0" y="2005819"/>
                </a:lnTo>
                <a:lnTo>
                  <a:pt x="0" y="2021120"/>
                </a:lnTo>
                <a:lnTo>
                  <a:pt x="0" y="2047063"/>
                </a:lnTo>
                <a:lnTo>
                  <a:pt x="0" y="2088279"/>
                </a:lnTo>
                <a:lnTo>
                  <a:pt x="0" y="2114222"/>
                </a:lnTo>
                <a:lnTo>
                  <a:pt x="0" y="2129522"/>
                </a:lnTo>
                <a:lnTo>
                  <a:pt x="0" y="2155464"/>
                </a:lnTo>
                <a:lnTo>
                  <a:pt x="0" y="2465503"/>
                </a:lnTo>
                <a:lnTo>
                  <a:pt x="0" y="2491444"/>
                </a:lnTo>
                <a:lnTo>
                  <a:pt x="0" y="2506747"/>
                </a:lnTo>
                <a:lnTo>
                  <a:pt x="0" y="2532688"/>
                </a:lnTo>
                <a:lnTo>
                  <a:pt x="0" y="2573905"/>
                </a:lnTo>
                <a:lnTo>
                  <a:pt x="0" y="2599846"/>
                </a:lnTo>
                <a:lnTo>
                  <a:pt x="0" y="2615149"/>
                </a:lnTo>
                <a:lnTo>
                  <a:pt x="0" y="2641090"/>
                </a:lnTo>
                <a:lnTo>
                  <a:pt x="0" y="2938137"/>
                </a:lnTo>
                <a:lnTo>
                  <a:pt x="0" y="2949840"/>
                </a:lnTo>
                <a:close/>
              </a:path>
            </a:pathLst>
          </a:custGeom>
          <a:solidFill>
            <a:srgbClr val="26071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40" name="Forma libre 39">
            <a:extLst>
              <a:ext uri="{FF2B5EF4-FFF2-40B4-BE49-F238E27FC236}">
                <a16:creationId xmlns:a16="http://schemas.microsoft.com/office/drawing/2014/main" id="{6F5AC5D6-5DB3-8658-F884-9586C5ACE9CF}"/>
              </a:ext>
            </a:extLst>
          </p:cNvPr>
          <p:cNvSpPr/>
          <p:nvPr/>
        </p:nvSpPr>
        <p:spPr>
          <a:xfrm rot="16200000" flipV="1">
            <a:off x="1360215" y="134772"/>
            <a:ext cx="582039" cy="3704958"/>
          </a:xfrm>
          <a:custGeom>
            <a:avLst/>
            <a:gdLst>
              <a:gd name="connsiteX0" fmla="*/ 582039 w 582039"/>
              <a:gd name="connsiteY0" fmla="*/ 2949840 h 2949840"/>
              <a:gd name="connsiteX1" fmla="*/ 582039 w 582039"/>
              <a:gd name="connsiteY1" fmla="*/ 2929141 h 2949840"/>
              <a:gd name="connsiteX2" fmla="*/ 582039 w 582039"/>
              <a:gd name="connsiteY2" fmla="*/ 2903198 h 2949840"/>
              <a:gd name="connsiteX3" fmla="*/ 582039 w 582039"/>
              <a:gd name="connsiteY3" fmla="*/ 2887897 h 2949840"/>
              <a:gd name="connsiteX4" fmla="*/ 582039 w 582039"/>
              <a:gd name="connsiteY4" fmla="*/ 2861956 h 2949840"/>
              <a:gd name="connsiteX5" fmla="*/ 582039 w 582039"/>
              <a:gd name="connsiteY5" fmla="*/ 2820739 h 2949840"/>
              <a:gd name="connsiteX6" fmla="*/ 582039 w 582039"/>
              <a:gd name="connsiteY6" fmla="*/ 2779495 h 2949840"/>
              <a:gd name="connsiteX7" fmla="*/ 582039 w 582039"/>
              <a:gd name="connsiteY7" fmla="*/ 2641090 h 2949840"/>
              <a:gd name="connsiteX8" fmla="*/ 582039 w 582039"/>
              <a:gd name="connsiteY8" fmla="*/ 2615149 h 2949840"/>
              <a:gd name="connsiteX9" fmla="*/ 582039 w 582039"/>
              <a:gd name="connsiteY9" fmla="*/ 2599846 h 2949840"/>
              <a:gd name="connsiteX10" fmla="*/ 582039 w 582039"/>
              <a:gd name="connsiteY10" fmla="*/ 2573905 h 2949840"/>
              <a:gd name="connsiteX11" fmla="*/ 582039 w 582039"/>
              <a:gd name="connsiteY11" fmla="*/ 2532688 h 2949840"/>
              <a:gd name="connsiteX12" fmla="*/ 582039 w 582039"/>
              <a:gd name="connsiteY12" fmla="*/ 2506747 h 2949840"/>
              <a:gd name="connsiteX13" fmla="*/ 582039 w 582039"/>
              <a:gd name="connsiteY13" fmla="*/ 2491444 h 2949840"/>
              <a:gd name="connsiteX14" fmla="*/ 582039 w 582039"/>
              <a:gd name="connsiteY14" fmla="*/ 2465503 h 2949840"/>
              <a:gd name="connsiteX15" fmla="*/ 582039 w 582039"/>
              <a:gd name="connsiteY15" fmla="*/ 1996822 h 2949840"/>
              <a:gd name="connsiteX16" fmla="*/ 582039 w 582039"/>
              <a:gd name="connsiteY16" fmla="*/ 1970880 h 2949840"/>
              <a:gd name="connsiteX17" fmla="*/ 582039 w 582039"/>
              <a:gd name="connsiteY17" fmla="*/ 1955579 h 2949840"/>
              <a:gd name="connsiteX18" fmla="*/ 582039 w 582039"/>
              <a:gd name="connsiteY18" fmla="*/ 1929637 h 2949840"/>
              <a:gd name="connsiteX19" fmla="*/ 582039 w 582039"/>
              <a:gd name="connsiteY19" fmla="*/ 1888420 h 2949840"/>
              <a:gd name="connsiteX20" fmla="*/ 582039 w 582039"/>
              <a:gd name="connsiteY20" fmla="*/ 1869374 h 2949840"/>
              <a:gd name="connsiteX21" fmla="*/ 582039 w 582039"/>
              <a:gd name="connsiteY21" fmla="*/ 1862477 h 2949840"/>
              <a:gd name="connsiteX22" fmla="*/ 582039 w 582039"/>
              <a:gd name="connsiteY22" fmla="*/ 1847177 h 2949840"/>
              <a:gd name="connsiteX23" fmla="*/ 582039 w 582039"/>
              <a:gd name="connsiteY23" fmla="*/ 1828130 h 2949840"/>
              <a:gd name="connsiteX24" fmla="*/ 582039 w 582039"/>
              <a:gd name="connsiteY24" fmla="*/ 1821235 h 2949840"/>
              <a:gd name="connsiteX25" fmla="*/ 582039 w 582039"/>
              <a:gd name="connsiteY25" fmla="*/ 1786913 h 2949840"/>
              <a:gd name="connsiteX26" fmla="*/ 582039 w 582039"/>
              <a:gd name="connsiteY26" fmla="*/ 1760971 h 2949840"/>
              <a:gd name="connsiteX27" fmla="*/ 582039 w 582039"/>
              <a:gd name="connsiteY27" fmla="*/ 1745671 h 2949840"/>
              <a:gd name="connsiteX28" fmla="*/ 582039 w 582039"/>
              <a:gd name="connsiteY28" fmla="*/ 1719728 h 2949840"/>
              <a:gd name="connsiteX29" fmla="*/ 582038 w 582039"/>
              <a:gd name="connsiteY29" fmla="*/ 1446119 h 2949840"/>
              <a:gd name="connsiteX30" fmla="*/ 582038 w 582039"/>
              <a:gd name="connsiteY30" fmla="*/ 1420179 h 2949840"/>
              <a:gd name="connsiteX31" fmla="*/ 582038 w 582039"/>
              <a:gd name="connsiteY31" fmla="*/ 1404877 h 2949840"/>
              <a:gd name="connsiteX32" fmla="*/ 582038 w 582039"/>
              <a:gd name="connsiteY32" fmla="*/ 1378934 h 2949840"/>
              <a:gd name="connsiteX33" fmla="*/ 582038 w 582039"/>
              <a:gd name="connsiteY33" fmla="*/ 1344613 h 2949840"/>
              <a:gd name="connsiteX34" fmla="*/ 582038 w 582039"/>
              <a:gd name="connsiteY34" fmla="*/ 1337718 h 2949840"/>
              <a:gd name="connsiteX35" fmla="*/ 582038 w 582039"/>
              <a:gd name="connsiteY35" fmla="*/ 1318670 h 2949840"/>
              <a:gd name="connsiteX36" fmla="*/ 582038 w 582039"/>
              <a:gd name="connsiteY36" fmla="*/ 1303371 h 2949840"/>
              <a:gd name="connsiteX37" fmla="*/ 582038 w 582039"/>
              <a:gd name="connsiteY37" fmla="*/ 1296476 h 2949840"/>
              <a:gd name="connsiteX38" fmla="*/ 582038 w 582039"/>
              <a:gd name="connsiteY38" fmla="*/ 1277428 h 2949840"/>
              <a:gd name="connsiteX39" fmla="*/ 582038 w 582039"/>
              <a:gd name="connsiteY39" fmla="*/ 1236212 h 2949840"/>
              <a:gd name="connsiteX40" fmla="*/ 582038 w 582039"/>
              <a:gd name="connsiteY40" fmla="*/ 1210269 h 2949840"/>
              <a:gd name="connsiteX41" fmla="*/ 582038 w 582039"/>
              <a:gd name="connsiteY41" fmla="*/ 1194967 h 2949840"/>
              <a:gd name="connsiteX42" fmla="*/ 582038 w 582039"/>
              <a:gd name="connsiteY42" fmla="*/ 1169027 h 2949840"/>
              <a:gd name="connsiteX43" fmla="*/ 582038 w 582039"/>
              <a:gd name="connsiteY43" fmla="*/ 700345 h 2949840"/>
              <a:gd name="connsiteX44" fmla="*/ 582038 w 582039"/>
              <a:gd name="connsiteY44" fmla="*/ 674402 h 2949840"/>
              <a:gd name="connsiteX45" fmla="*/ 582038 w 582039"/>
              <a:gd name="connsiteY45" fmla="*/ 659103 h 2949840"/>
              <a:gd name="connsiteX46" fmla="*/ 582038 w 582039"/>
              <a:gd name="connsiteY46" fmla="*/ 633160 h 2949840"/>
              <a:gd name="connsiteX47" fmla="*/ 582038 w 582039"/>
              <a:gd name="connsiteY47" fmla="*/ 591944 h 2949840"/>
              <a:gd name="connsiteX48" fmla="*/ 582038 w 582039"/>
              <a:gd name="connsiteY48" fmla="*/ 566002 h 2949840"/>
              <a:gd name="connsiteX49" fmla="*/ 582038 w 582039"/>
              <a:gd name="connsiteY49" fmla="*/ 550699 h 2949840"/>
              <a:gd name="connsiteX50" fmla="*/ 582038 w 582039"/>
              <a:gd name="connsiteY50" fmla="*/ 524756 h 2949840"/>
              <a:gd name="connsiteX51" fmla="*/ 582038 w 582039"/>
              <a:gd name="connsiteY51" fmla="*/ 149643 h 2949840"/>
              <a:gd name="connsiteX52" fmla="*/ 582038 w 582039"/>
              <a:gd name="connsiteY52" fmla="*/ 123703 h 2949840"/>
              <a:gd name="connsiteX53" fmla="*/ 582038 w 582039"/>
              <a:gd name="connsiteY53" fmla="*/ 108401 h 2949840"/>
              <a:gd name="connsiteX54" fmla="*/ 582038 w 582039"/>
              <a:gd name="connsiteY54" fmla="*/ 82458 h 2949840"/>
              <a:gd name="connsiteX55" fmla="*/ 582038 w 582039"/>
              <a:gd name="connsiteY55" fmla="*/ 41242 h 2949840"/>
              <a:gd name="connsiteX56" fmla="*/ 582038 w 582039"/>
              <a:gd name="connsiteY56" fmla="*/ 0 h 2949840"/>
              <a:gd name="connsiteX57" fmla="*/ 0 w 582039"/>
              <a:gd name="connsiteY57" fmla="*/ 158641 h 2949840"/>
              <a:gd name="connsiteX58" fmla="*/ 0 w 582039"/>
              <a:gd name="connsiteY58" fmla="*/ 199883 h 2949840"/>
              <a:gd name="connsiteX59" fmla="*/ 0 w 582039"/>
              <a:gd name="connsiteY59" fmla="*/ 241102 h 2949840"/>
              <a:gd name="connsiteX60" fmla="*/ 0 w 582039"/>
              <a:gd name="connsiteY60" fmla="*/ 267042 h 2949840"/>
              <a:gd name="connsiteX61" fmla="*/ 0 w 582039"/>
              <a:gd name="connsiteY61" fmla="*/ 282344 h 2949840"/>
              <a:gd name="connsiteX62" fmla="*/ 0 w 582039"/>
              <a:gd name="connsiteY62" fmla="*/ 308287 h 2949840"/>
              <a:gd name="connsiteX63" fmla="*/ 0 w 582039"/>
              <a:gd name="connsiteY63" fmla="*/ 683401 h 2949840"/>
              <a:gd name="connsiteX64" fmla="*/ 0 w 582039"/>
              <a:gd name="connsiteY64" fmla="*/ 709343 h 2949840"/>
              <a:gd name="connsiteX65" fmla="*/ 0 w 582039"/>
              <a:gd name="connsiteY65" fmla="*/ 724643 h 2949840"/>
              <a:gd name="connsiteX66" fmla="*/ 0 w 582039"/>
              <a:gd name="connsiteY66" fmla="*/ 750585 h 2949840"/>
              <a:gd name="connsiteX67" fmla="*/ 0 w 582039"/>
              <a:gd name="connsiteY67" fmla="*/ 791801 h 2949840"/>
              <a:gd name="connsiteX68" fmla="*/ 0 w 582039"/>
              <a:gd name="connsiteY68" fmla="*/ 817744 h 2949840"/>
              <a:gd name="connsiteX69" fmla="*/ 0 w 582039"/>
              <a:gd name="connsiteY69" fmla="*/ 833046 h 2949840"/>
              <a:gd name="connsiteX70" fmla="*/ 0 w 582039"/>
              <a:gd name="connsiteY70" fmla="*/ 858986 h 2949840"/>
              <a:gd name="connsiteX71" fmla="*/ 0 w 582039"/>
              <a:gd name="connsiteY71" fmla="*/ 1169027 h 2949840"/>
              <a:gd name="connsiteX72" fmla="*/ 0 w 582039"/>
              <a:gd name="connsiteY72" fmla="*/ 1194967 h 2949840"/>
              <a:gd name="connsiteX73" fmla="*/ 0 w 582039"/>
              <a:gd name="connsiteY73" fmla="*/ 1210269 h 2949840"/>
              <a:gd name="connsiteX74" fmla="*/ 0 w 582039"/>
              <a:gd name="connsiteY74" fmla="*/ 1236212 h 2949840"/>
              <a:gd name="connsiteX75" fmla="*/ 0 w 582039"/>
              <a:gd name="connsiteY75" fmla="*/ 1277428 h 2949840"/>
              <a:gd name="connsiteX76" fmla="*/ 0 w 582039"/>
              <a:gd name="connsiteY76" fmla="*/ 1303371 h 2949840"/>
              <a:gd name="connsiteX77" fmla="*/ 0 w 582039"/>
              <a:gd name="connsiteY77" fmla="*/ 1318670 h 2949840"/>
              <a:gd name="connsiteX78" fmla="*/ 0 w 582039"/>
              <a:gd name="connsiteY78" fmla="*/ 1344613 h 2949840"/>
              <a:gd name="connsiteX79" fmla="*/ 0 w 582039"/>
              <a:gd name="connsiteY79" fmla="*/ 1455117 h 2949840"/>
              <a:gd name="connsiteX80" fmla="*/ 0 w 582039"/>
              <a:gd name="connsiteY80" fmla="*/ 1496359 h 2949840"/>
              <a:gd name="connsiteX81" fmla="*/ 0 w 582039"/>
              <a:gd name="connsiteY81" fmla="*/ 1537578 h 2949840"/>
              <a:gd name="connsiteX82" fmla="*/ 0 w 582039"/>
              <a:gd name="connsiteY82" fmla="*/ 1563518 h 2949840"/>
              <a:gd name="connsiteX83" fmla="*/ 0 w 582039"/>
              <a:gd name="connsiteY83" fmla="*/ 1578820 h 2949840"/>
              <a:gd name="connsiteX84" fmla="*/ 0 w 582039"/>
              <a:gd name="connsiteY84" fmla="*/ 1604763 h 2949840"/>
              <a:gd name="connsiteX85" fmla="*/ 0 w 582039"/>
              <a:gd name="connsiteY85" fmla="*/ 1719728 h 2949840"/>
              <a:gd name="connsiteX86" fmla="*/ 0 w 582039"/>
              <a:gd name="connsiteY86" fmla="*/ 1745671 h 2949840"/>
              <a:gd name="connsiteX87" fmla="*/ 0 w 582039"/>
              <a:gd name="connsiteY87" fmla="*/ 1760972 h 2949840"/>
              <a:gd name="connsiteX88" fmla="*/ 0 w 582039"/>
              <a:gd name="connsiteY88" fmla="*/ 1786913 h 2949840"/>
              <a:gd name="connsiteX89" fmla="*/ 0 w 582039"/>
              <a:gd name="connsiteY89" fmla="*/ 1828130 h 2949840"/>
              <a:gd name="connsiteX90" fmla="*/ 0 w 582039"/>
              <a:gd name="connsiteY90" fmla="*/ 1869374 h 2949840"/>
              <a:gd name="connsiteX91" fmla="*/ 0 w 582039"/>
              <a:gd name="connsiteY91" fmla="*/ 1979876 h 2949840"/>
              <a:gd name="connsiteX92" fmla="*/ 0 w 582039"/>
              <a:gd name="connsiteY92" fmla="*/ 2005819 h 2949840"/>
              <a:gd name="connsiteX93" fmla="*/ 0 w 582039"/>
              <a:gd name="connsiteY93" fmla="*/ 2021120 h 2949840"/>
              <a:gd name="connsiteX94" fmla="*/ 0 w 582039"/>
              <a:gd name="connsiteY94" fmla="*/ 2047063 h 2949840"/>
              <a:gd name="connsiteX95" fmla="*/ 0 w 582039"/>
              <a:gd name="connsiteY95" fmla="*/ 2088279 h 2949840"/>
              <a:gd name="connsiteX96" fmla="*/ 0 w 582039"/>
              <a:gd name="connsiteY96" fmla="*/ 2114222 h 2949840"/>
              <a:gd name="connsiteX97" fmla="*/ 0 w 582039"/>
              <a:gd name="connsiteY97" fmla="*/ 2129522 h 2949840"/>
              <a:gd name="connsiteX98" fmla="*/ 0 w 582039"/>
              <a:gd name="connsiteY98" fmla="*/ 2155464 h 2949840"/>
              <a:gd name="connsiteX99" fmla="*/ 0 w 582039"/>
              <a:gd name="connsiteY99" fmla="*/ 2465503 h 2949840"/>
              <a:gd name="connsiteX100" fmla="*/ 0 w 582039"/>
              <a:gd name="connsiteY100" fmla="*/ 2491444 h 2949840"/>
              <a:gd name="connsiteX101" fmla="*/ 0 w 582039"/>
              <a:gd name="connsiteY101" fmla="*/ 2506747 h 2949840"/>
              <a:gd name="connsiteX102" fmla="*/ 0 w 582039"/>
              <a:gd name="connsiteY102" fmla="*/ 2532688 h 2949840"/>
              <a:gd name="connsiteX103" fmla="*/ 0 w 582039"/>
              <a:gd name="connsiteY103" fmla="*/ 2573905 h 2949840"/>
              <a:gd name="connsiteX104" fmla="*/ 0 w 582039"/>
              <a:gd name="connsiteY104" fmla="*/ 2599846 h 2949840"/>
              <a:gd name="connsiteX105" fmla="*/ 0 w 582039"/>
              <a:gd name="connsiteY105" fmla="*/ 2615149 h 2949840"/>
              <a:gd name="connsiteX106" fmla="*/ 0 w 582039"/>
              <a:gd name="connsiteY106" fmla="*/ 2641090 h 2949840"/>
              <a:gd name="connsiteX107" fmla="*/ 0 w 582039"/>
              <a:gd name="connsiteY107" fmla="*/ 2938137 h 2949840"/>
              <a:gd name="connsiteX108" fmla="*/ 0 w 582039"/>
              <a:gd name="connsiteY108" fmla="*/ 2949840 h 294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2039" h="2949840">
                <a:moveTo>
                  <a:pt x="582039" y="2949840"/>
                </a:moveTo>
                <a:lnTo>
                  <a:pt x="582039" y="2929141"/>
                </a:lnTo>
                <a:lnTo>
                  <a:pt x="582039" y="2903198"/>
                </a:lnTo>
                <a:lnTo>
                  <a:pt x="582039" y="2887897"/>
                </a:lnTo>
                <a:lnTo>
                  <a:pt x="582039" y="2861956"/>
                </a:lnTo>
                <a:lnTo>
                  <a:pt x="582039" y="2820739"/>
                </a:lnTo>
                <a:lnTo>
                  <a:pt x="582039" y="2779495"/>
                </a:lnTo>
                <a:lnTo>
                  <a:pt x="582039" y="2641090"/>
                </a:lnTo>
                <a:lnTo>
                  <a:pt x="582039" y="2615149"/>
                </a:lnTo>
                <a:lnTo>
                  <a:pt x="582039" y="2599846"/>
                </a:lnTo>
                <a:lnTo>
                  <a:pt x="582039" y="2573905"/>
                </a:lnTo>
                <a:lnTo>
                  <a:pt x="582039" y="2532688"/>
                </a:lnTo>
                <a:lnTo>
                  <a:pt x="582039" y="2506747"/>
                </a:lnTo>
                <a:lnTo>
                  <a:pt x="582039" y="2491444"/>
                </a:lnTo>
                <a:lnTo>
                  <a:pt x="582039" y="2465503"/>
                </a:lnTo>
                <a:lnTo>
                  <a:pt x="582039" y="1996822"/>
                </a:lnTo>
                <a:lnTo>
                  <a:pt x="582039" y="1970880"/>
                </a:lnTo>
                <a:lnTo>
                  <a:pt x="582039" y="1955579"/>
                </a:lnTo>
                <a:lnTo>
                  <a:pt x="582039" y="1929637"/>
                </a:lnTo>
                <a:lnTo>
                  <a:pt x="582039" y="1888420"/>
                </a:lnTo>
                <a:lnTo>
                  <a:pt x="582039" y="1869374"/>
                </a:lnTo>
                <a:lnTo>
                  <a:pt x="582039" y="1862477"/>
                </a:lnTo>
                <a:lnTo>
                  <a:pt x="582039" y="1847177"/>
                </a:lnTo>
                <a:lnTo>
                  <a:pt x="582039" y="1828130"/>
                </a:lnTo>
                <a:lnTo>
                  <a:pt x="582039" y="1821235"/>
                </a:lnTo>
                <a:lnTo>
                  <a:pt x="582039" y="1786913"/>
                </a:lnTo>
                <a:lnTo>
                  <a:pt x="582039" y="1760971"/>
                </a:lnTo>
                <a:lnTo>
                  <a:pt x="582039" y="1745671"/>
                </a:lnTo>
                <a:lnTo>
                  <a:pt x="582039" y="1719728"/>
                </a:lnTo>
                <a:lnTo>
                  <a:pt x="582038" y="1446119"/>
                </a:lnTo>
                <a:lnTo>
                  <a:pt x="582038" y="1420179"/>
                </a:lnTo>
                <a:lnTo>
                  <a:pt x="582038" y="1404877"/>
                </a:lnTo>
                <a:lnTo>
                  <a:pt x="582038" y="1378934"/>
                </a:lnTo>
                <a:lnTo>
                  <a:pt x="582038" y="1344613"/>
                </a:lnTo>
                <a:lnTo>
                  <a:pt x="582038" y="1337718"/>
                </a:lnTo>
                <a:lnTo>
                  <a:pt x="582038" y="1318670"/>
                </a:lnTo>
                <a:lnTo>
                  <a:pt x="582038" y="1303371"/>
                </a:lnTo>
                <a:lnTo>
                  <a:pt x="582038" y="1296476"/>
                </a:lnTo>
                <a:lnTo>
                  <a:pt x="582038" y="1277428"/>
                </a:lnTo>
                <a:lnTo>
                  <a:pt x="582038" y="1236212"/>
                </a:lnTo>
                <a:lnTo>
                  <a:pt x="582038" y="1210269"/>
                </a:lnTo>
                <a:lnTo>
                  <a:pt x="582038" y="1194967"/>
                </a:lnTo>
                <a:lnTo>
                  <a:pt x="582038" y="1169027"/>
                </a:lnTo>
                <a:lnTo>
                  <a:pt x="582038" y="700345"/>
                </a:lnTo>
                <a:lnTo>
                  <a:pt x="582038" y="674402"/>
                </a:lnTo>
                <a:lnTo>
                  <a:pt x="582038" y="659103"/>
                </a:lnTo>
                <a:lnTo>
                  <a:pt x="582038" y="633160"/>
                </a:lnTo>
                <a:lnTo>
                  <a:pt x="582038" y="591944"/>
                </a:lnTo>
                <a:lnTo>
                  <a:pt x="582038" y="566002"/>
                </a:lnTo>
                <a:lnTo>
                  <a:pt x="582038" y="550699"/>
                </a:lnTo>
                <a:lnTo>
                  <a:pt x="582038" y="524756"/>
                </a:lnTo>
                <a:lnTo>
                  <a:pt x="582038" y="149643"/>
                </a:lnTo>
                <a:lnTo>
                  <a:pt x="582038" y="123703"/>
                </a:lnTo>
                <a:lnTo>
                  <a:pt x="582038" y="108401"/>
                </a:lnTo>
                <a:lnTo>
                  <a:pt x="582038" y="82458"/>
                </a:lnTo>
                <a:lnTo>
                  <a:pt x="582038" y="41242"/>
                </a:lnTo>
                <a:lnTo>
                  <a:pt x="582038" y="0"/>
                </a:lnTo>
                <a:lnTo>
                  <a:pt x="0" y="158641"/>
                </a:lnTo>
                <a:lnTo>
                  <a:pt x="0" y="199883"/>
                </a:lnTo>
                <a:lnTo>
                  <a:pt x="0" y="241102"/>
                </a:lnTo>
                <a:lnTo>
                  <a:pt x="0" y="267042"/>
                </a:lnTo>
                <a:lnTo>
                  <a:pt x="0" y="282344"/>
                </a:lnTo>
                <a:lnTo>
                  <a:pt x="0" y="308287"/>
                </a:lnTo>
                <a:lnTo>
                  <a:pt x="0" y="683401"/>
                </a:lnTo>
                <a:lnTo>
                  <a:pt x="0" y="709343"/>
                </a:lnTo>
                <a:lnTo>
                  <a:pt x="0" y="724643"/>
                </a:lnTo>
                <a:lnTo>
                  <a:pt x="0" y="750585"/>
                </a:lnTo>
                <a:lnTo>
                  <a:pt x="0" y="791801"/>
                </a:lnTo>
                <a:lnTo>
                  <a:pt x="0" y="817744"/>
                </a:lnTo>
                <a:lnTo>
                  <a:pt x="0" y="833046"/>
                </a:lnTo>
                <a:lnTo>
                  <a:pt x="0" y="858986"/>
                </a:lnTo>
                <a:lnTo>
                  <a:pt x="0" y="1169027"/>
                </a:lnTo>
                <a:lnTo>
                  <a:pt x="0" y="1194967"/>
                </a:lnTo>
                <a:lnTo>
                  <a:pt x="0" y="1210269"/>
                </a:lnTo>
                <a:lnTo>
                  <a:pt x="0" y="1236212"/>
                </a:lnTo>
                <a:lnTo>
                  <a:pt x="0" y="1277428"/>
                </a:lnTo>
                <a:lnTo>
                  <a:pt x="0" y="1303371"/>
                </a:lnTo>
                <a:lnTo>
                  <a:pt x="0" y="1318670"/>
                </a:lnTo>
                <a:lnTo>
                  <a:pt x="0" y="1344613"/>
                </a:lnTo>
                <a:lnTo>
                  <a:pt x="0" y="1455117"/>
                </a:lnTo>
                <a:lnTo>
                  <a:pt x="0" y="1496359"/>
                </a:lnTo>
                <a:lnTo>
                  <a:pt x="0" y="1537578"/>
                </a:lnTo>
                <a:lnTo>
                  <a:pt x="0" y="1563518"/>
                </a:lnTo>
                <a:lnTo>
                  <a:pt x="0" y="1578820"/>
                </a:lnTo>
                <a:lnTo>
                  <a:pt x="0" y="1604763"/>
                </a:lnTo>
                <a:lnTo>
                  <a:pt x="0" y="1719728"/>
                </a:lnTo>
                <a:lnTo>
                  <a:pt x="0" y="1745671"/>
                </a:lnTo>
                <a:lnTo>
                  <a:pt x="0" y="1760972"/>
                </a:lnTo>
                <a:lnTo>
                  <a:pt x="0" y="1786913"/>
                </a:lnTo>
                <a:lnTo>
                  <a:pt x="0" y="1828130"/>
                </a:lnTo>
                <a:lnTo>
                  <a:pt x="0" y="1869374"/>
                </a:lnTo>
                <a:lnTo>
                  <a:pt x="0" y="1979876"/>
                </a:lnTo>
                <a:lnTo>
                  <a:pt x="0" y="2005819"/>
                </a:lnTo>
                <a:lnTo>
                  <a:pt x="0" y="2021120"/>
                </a:lnTo>
                <a:lnTo>
                  <a:pt x="0" y="2047063"/>
                </a:lnTo>
                <a:lnTo>
                  <a:pt x="0" y="2088279"/>
                </a:lnTo>
                <a:lnTo>
                  <a:pt x="0" y="2114222"/>
                </a:lnTo>
                <a:lnTo>
                  <a:pt x="0" y="2129522"/>
                </a:lnTo>
                <a:lnTo>
                  <a:pt x="0" y="2155464"/>
                </a:lnTo>
                <a:lnTo>
                  <a:pt x="0" y="2465503"/>
                </a:lnTo>
                <a:lnTo>
                  <a:pt x="0" y="2491444"/>
                </a:lnTo>
                <a:lnTo>
                  <a:pt x="0" y="2506747"/>
                </a:lnTo>
                <a:lnTo>
                  <a:pt x="0" y="2532688"/>
                </a:lnTo>
                <a:lnTo>
                  <a:pt x="0" y="2573905"/>
                </a:lnTo>
                <a:lnTo>
                  <a:pt x="0" y="2599846"/>
                </a:lnTo>
                <a:lnTo>
                  <a:pt x="0" y="2615149"/>
                </a:lnTo>
                <a:lnTo>
                  <a:pt x="0" y="2641090"/>
                </a:lnTo>
                <a:lnTo>
                  <a:pt x="0" y="2938137"/>
                </a:lnTo>
                <a:lnTo>
                  <a:pt x="0" y="294984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41" name="Forma libre 40">
            <a:extLst>
              <a:ext uri="{FF2B5EF4-FFF2-40B4-BE49-F238E27FC236}">
                <a16:creationId xmlns:a16="http://schemas.microsoft.com/office/drawing/2014/main" id="{14C17C4C-5C43-D0C1-E19B-695ED4E9A050}"/>
              </a:ext>
            </a:extLst>
          </p:cNvPr>
          <p:cNvSpPr/>
          <p:nvPr/>
        </p:nvSpPr>
        <p:spPr>
          <a:xfrm rot="16200000" flipV="1">
            <a:off x="8609080" y="-163537"/>
            <a:ext cx="502574" cy="5631811"/>
          </a:xfrm>
          <a:custGeom>
            <a:avLst/>
            <a:gdLst>
              <a:gd name="connsiteX0" fmla="*/ 502574 w 502574"/>
              <a:gd name="connsiteY0" fmla="*/ 5494829 h 5631811"/>
              <a:gd name="connsiteX1" fmla="*/ 502574 w 502574"/>
              <a:gd name="connsiteY1" fmla="*/ 5483294 h 5631811"/>
              <a:gd name="connsiteX2" fmla="*/ 502574 w 502574"/>
              <a:gd name="connsiteY2" fmla="*/ 5466848 h 5631811"/>
              <a:gd name="connsiteX3" fmla="*/ 502574 w 502574"/>
              <a:gd name="connsiteY3" fmla="*/ 5460894 h 5631811"/>
              <a:gd name="connsiteX4" fmla="*/ 502574 w 502574"/>
              <a:gd name="connsiteY4" fmla="*/ 5431258 h 5631811"/>
              <a:gd name="connsiteX5" fmla="*/ 502574 w 502574"/>
              <a:gd name="connsiteY5" fmla="*/ 5408858 h 5631811"/>
              <a:gd name="connsiteX6" fmla="*/ 502574 w 502574"/>
              <a:gd name="connsiteY6" fmla="*/ 5395647 h 5631811"/>
              <a:gd name="connsiteX7" fmla="*/ 502574 w 502574"/>
              <a:gd name="connsiteY7" fmla="*/ 5373246 h 5631811"/>
              <a:gd name="connsiteX8" fmla="*/ 502573 w 502574"/>
              <a:gd name="connsiteY8" fmla="*/ 5136994 h 5631811"/>
              <a:gd name="connsiteX9" fmla="*/ 502573 w 502574"/>
              <a:gd name="connsiteY9" fmla="*/ 5114595 h 5631811"/>
              <a:gd name="connsiteX10" fmla="*/ 502573 w 502574"/>
              <a:gd name="connsiteY10" fmla="*/ 5101383 h 5631811"/>
              <a:gd name="connsiteX11" fmla="*/ 502573 w 502574"/>
              <a:gd name="connsiteY11" fmla="*/ 5078982 h 5631811"/>
              <a:gd name="connsiteX12" fmla="*/ 502573 w 502574"/>
              <a:gd name="connsiteY12" fmla="*/ 5049347 h 5631811"/>
              <a:gd name="connsiteX13" fmla="*/ 502573 w 502574"/>
              <a:gd name="connsiteY13" fmla="*/ 5043393 h 5631811"/>
              <a:gd name="connsiteX14" fmla="*/ 502573 w 502574"/>
              <a:gd name="connsiteY14" fmla="*/ 5026946 h 5631811"/>
              <a:gd name="connsiteX15" fmla="*/ 502573 w 502574"/>
              <a:gd name="connsiteY15" fmla="*/ 5013735 h 5631811"/>
              <a:gd name="connsiteX16" fmla="*/ 502573 w 502574"/>
              <a:gd name="connsiteY16" fmla="*/ 5013008 h 5631811"/>
              <a:gd name="connsiteX17" fmla="*/ 502574 w 502574"/>
              <a:gd name="connsiteY17" fmla="*/ 5013008 h 5631811"/>
              <a:gd name="connsiteX18" fmla="*/ 502574 w 502574"/>
              <a:gd name="connsiteY18" fmla="*/ 4995135 h 5631811"/>
              <a:gd name="connsiteX19" fmla="*/ 502574 w 502574"/>
              <a:gd name="connsiteY19" fmla="*/ 4972734 h 5631811"/>
              <a:gd name="connsiteX20" fmla="*/ 502574 w 502574"/>
              <a:gd name="connsiteY20" fmla="*/ 4959522 h 5631811"/>
              <a:gd name="connsiteX21" fmla="*/ 502574 w 502574"/>
              <a:gd name="connsiteY21" fmla="*/ 4937123 h 5631811"/>
              <a:gd name="connsiteX22" fmla="*/ 502574 w 502574"/>
              <a:gd name="connsiteY22" fmla="*/ 4901533 h 5631811"/>
              <a:gd name="connsiteX23" fmla="*/ 502574 w 502574"/>
              <a:gd name="connsiteY23" fmla="*/ 4865921 h 5631811"/>
              <a:gd name="connsiteX24" fmla="*/ 502574 w 502574"/>
              <a:gd name="connsiteY24" fmla="*/ 4746412 h 5631811"/>
              <a:gd name="connsiteX25" fmla="*/ 502574 w 502574"/>
              <a:gd name="connsiteY25" fmla="*/ 4724013 h 5631811"/>
              <a:gd name="connsiteX26" fmla="*/ 502574 w 502574"/>
              <a:gd name="connsiteY26" fmla="*/ 4710799 h 5631811"/>
              <a:gd name="connsiteX27" fmla="*/ 502574 w 502574"/>
              <a:gd name="connsiteY27" fmla="*/ 4688400 h 5631811"/>
              <a:gd name="connsiteX28" fmla="*/ 502574 w 502574"/>
              <a:gd name="connsiteY28" fmla="*/ 4652811 h 5631811"/>
              <a:gd name="connsiteX29" fmla="*/ 502574 w 502574"/>
              <a:gd name="connsiteY29" fmla="*/ 4630412 h 5631811"/>
              <a:gd name="connsiteX30" fmla="*/ 502574 w 502574"/>
              <a:gd name="connsiteY30" fmla="*/ 4617198 h 5631811"/>
              <a:gd name="connsiteX31" fmla="*/ 502574 w 502574"/>
              <a:gd name="connsiteY31" fmla="*/ 4594799 h 5631811"/>
              <a:gd name="connsiteX32" fmla="*/ 502574 w 502574"/>
              <a:gd name="connsiteY32" fmla="*/ 4190108 h 5631811"/>
              <a:gd name="connsiteX33" fmla="*/ 502574 w 502574"/>
              <a:gd name="connsiteY33" fmla="*/ 4167708 h 5631811"/>
              <a:gd name="connsiteX34" fmla="*/ 502574 w 502574"/>
              <a:gd name="connsiteY34" fmla="*/ 4154496 h 5631811"/>
              <a:gd name="connsiteX35" fmla="*/ 502574 w 502574"/>
              <a:gd name="connsiteY35" fmla="*/ 4132096 h 5631811"/>
              <a:gd name="connsiteX36" fmla="*/ 502574 w 502574"/>
              <a:gd name="connsiteY36" fmla="*/ 4096506 h 5631811"/>
              <a:gd name="connsiteX37" fmla="*/ 502574 w 502574"/>
              <a:gd name="connsiteY37" fmla="*/ 4080061 h 5631811"/>
              <a:gd name="connsiteX38" fmla="*/ 502574 w 502574"/>
              <a:gd name="connsiteY38" fmla="*/ 4074105 h 5631811"/>
              <a:gd name="connsiteX39" fmla="*/ 502574 w 502574"/>
              <a:gd name="connsiteY39" fmla="*/ 4060894 h 5631811"/>
              <a:gd name="connsiteX40" fmla="*/ 502574 w 502574"/>
              <a:gd name="connsiteY40" fmla="*/ 4044448 h 5631811"/>
              <a:gd name="connsiteX41" fmla="*/ 502574 w 502574"/>
              <a:gd name="connsiteY41" fmla="*/ 4038494 h 5631811"/>
              <a:gd name="connsiteX42" fmla="*/ 502574 w 502574"/>
              <a:gd name="connsiteY42" fmla="*/ 4008858 h 5631811"/>
              <a:gd name="connsiteX43" fmla="*/ 502574 w 502574"/>
              <a:gd name="connsiteY43" fmla="*/ 3986458 h 5631811"/>
              <a:gd name="connsiteX44" fmla="*/ 502574 w 502574"/>
              <a:gd name="connsiteY44" fmla="*/ 3973247 h 5631811"/>
              <a:gd name="connsiteX45" fmla="*/ 502574 w 502574"/>
              <a:gd name="connsiteY45" fmla="*/ 3950846 h 5631811"/>
              <a:gd name="connsiteX46" fmla="*/ 502573 w 502574"/>
              <a:gd name="connsiteY46" fmla="*/ 3714593 h 5631811"/>
              <a:gd name="connsiteX47" fmla="*/ 502573 w 502574"/>
              <a:gd name="connsiteY47" fmla="*/ 3692195 h 5631811"/>
              <a:gd name="connsiteX48" fmla="*/ 502573 w 502574"/>
              <a:gd name="connsiteY48" fmla="*/ 3678982 h 5631811"/>
              <a:gd name="connsiteX49" fmla="*/ 502573 w 502574"/>
              <a:gd name="connsiteY49" fmla="*/ 3656581 h 5631811"/>
              <a:gd name="connsiteX50" fmla="*/ 502573 w 502574"/>
              <a:gd name="connsiteY50" fmla="*/ 3626946 h 5631811"/>
              <a:gd name="connsiteX51" fmla="*/ 502573 w 502574"/>
              <a:gd name="connsiteY51" fmla="*/ 3620993 h 5631811"/>
              <a:gd name="connsiteX52" fmla="*/ 502573 w 502574"/>
              <a:gd name="connsiteY52" fmla="*/ 3604546 h 5631811"/>
              <a:gd name="connsiteX53" fmla="*/ 502573 w 502574"/>
              <a:gd name="connsiteY53" fmla="*/ 3591335 h 5631811"/>
              <a:gd name="connsiteX54" fmla="*/ 502573 w 502574"/>
              <a:gd name="connsiteY54" fmla="*/ 3585382 h 5631811"/>
              <a:gd name="connsiteX55" fmla="*/ 502573 w 502574"/>
              <a:gd name="connsiteY55" fmla="*/ 3568934 h 5631811"/>
              <a:gd name="connsiteX56" fmla="*/ 502573 w 502574"/>
              <a:gd name="connsiteY56" fmla="*/ 3533346 h 5631811"/>
              <a:gd name="connsiteX57" fmla="*/ 502573 w 502574"/>
              <a:gd name="connsiteY57" fmla="*/ 3510945 h 5631811"/>
              <a:gd name="connsiteX58" fmla="*/ 502573 w 502574"/>
              <a:gd name="connsiteY58" fmla="*/ 3497732 h 5631811"/>
              <a:gd name="connsiteX59" fmla="*/ 502573 w 502574"/>
              <a:gd name="connsiteY59" fmla="*/ 3475333 h 5631811"/>
              <a:gd name="connsiteX60" fmla="*/ 502573 w 502574"/>
              <a:gd name="connsiteY60" fmla="*/ 3070642 h 5631811"/>
              <a:gd name="connsiteX61" fmla="*/ 502573 w 502574"/>
              <a:gd name="connsiteY61" fmla="*/ 3048242 h 5631811"/>
              <a:gd name="connsiteX62" fmla="*/ 502573 w 502574"/>
              <a:gd name="connsiteY62" fmla="*/ 3035032 h 5631811"/>
              <a:gd name="connsiteX63" fmla="*/ 502573 w 502574"/>
              <a:gd name="connsiteY63" fmla="*/ 3012630 h 5631811"/>
              <a:gd name="connsiteX64" fmla="*/ 502573 w 502574"/>
              <a:gd name="connsiteY64" fmla="*/ 2977042 h 5631811"/>
              <a:gd name="connsiteX65" fmla="*/ 502573 w 502574"/>
              <a:gd name="connsiteY65" fmla="*/ 2954642 h 5631811"/>
              <a:gd name="connsiteX66" fmla="*/ 502573 w 502574"/>
              <a:gd name="connsiteY66" fmla="*/ 2941428 h 5631811"/>
              <a:gd name="connsiteX67" fmla="*/ 502573 w 502574"/>
              <a:gd name="connsiteY67" fmla="*/ 2919028 h 5631811"/>
              <a:gd name="connsiteX68" fmla="*/ 502573 w 502574"/>
              <a:gd name="connsiteY68" fmla="*/ 2718542 h 5631811"/>
              <a:gd name="connsiteX69" fmla="*/ 502573 w 502574"/>
              <a:gd name="connsiteY69" fmla="*/ 2700668 h 5631811"/>
              <a:gd name="connsiteX70" fmla="*/ 502573 w 502574"/>
              <a:gd name="connsiteY70" fmla="*/ 2678268 h 5631811"/>
              <a:gd name="connsiteX71" fmla="*/ 502573 w 502574"/>
              <a:gd name="connsiteY71" fmla="*/ 2665056 h 5631811"/>
              <a:gd name="connsiteX72" fmla="*/ 502573 w 502574"/>
              <a:gd name="connsiteY72" fmla="*/ 2642656 h 5631811"/>
              <a:gd name="connsiteX73" fmla="*/ 502573 w 502574"/>
              <a:gd name="connsiteY73" fmla="*/ 2607066 h 5631811"/>
              <a:gd name="connsiteX74" fmla="*/ 502573 w 502574"/>
              <a:gd name="connsiteY74" fmla="*/ 2595130 h 5631811"/>
              <a:gd name="connsiteX75" fmla="*/ 502573 w 502574"/>
              <a:gd name="connsiteY75" fmla="*/ 2572730 h 5631811"/>
              <a:gd name="connsiteX76" fmla="*/ 502573 w 502574"/>
              <a:gd name="connsiteY76" fmla="*/ 2571454 h 5631811"/>
              <a:gd name="connsiteX77" fmla="*/ 502573 w 502574"/>
              <a:gd name="connsiteY77" fmla="*/ 2559518 h 5631811"/>
              <a:gd name="connsiteX78" fmla="*/ 502573 w 502574"/>
              <a:gd name="connsiteY78" fmla="*/ 2537118 h 5631811"/>
              <a:gd name="connsiteX79" fmla="*/ 502573 w 502574"/>
              <a:gd name="connsiteY79" fmla="*/ 2501528 h 5631811"/>
              <a:gd name="connsiteX80" fmla="*/ 502573 w 502574"/>
              <a:gd name="connsiteY80" fmla="*/ 2465918 h 5631811"/>
              <a:gd name="connsiteX81" fmla="*/ 502573 w 502574"/>
              <a:gd name="connsiteY81" fmla="*/ 2451946 h 5631811"/>
              <a:gd name="connsiteX82" fmla="*/ 502573 w 502574"/>
              <a:gd name="connsiteY82" fmla="*/ 2429546 h 5631811"/>
              <a:gd name="connsiteX83" fmla="*/ 502573 w 502574"/>
              <a:gd name="connsiteY83" fmla="*/ 2416332 h 5631811"/>
              <a:gd name="connsiteX84" fmla="*/ 502573 w 502574"/>
              <a:gd name="connsiteY84" fmla="*/ 2393934 h 5631811"/>
              <a:gd name="connsiteX85" fmla="*/ 502573 w 502574"/>
              <a:gd name="connsiteY85" fmla="*/ 2358344 h 5631811"/>
              <a:gd name="connsiteX86" fmla="*/ 502573 w 502574"/>
              <a:gd name="connsiteY86" fmla="*/ 2335944 h 5631811"/>
              <a:gd name="connsiteX87" fmla="*/ 502573 w 502574"/>
              <a:gd name="connsiteY87" fmla="*/ 2322732 h 5631811"/>
              <a:gd name="connsiteX88" fmla="*/ 502573 w 502574"/>
              <a:gd name="connsiteY88" fmla="*/ 2300332 h 5631811"/>
              <a:gd name="connsiteX89" fmla="*/ 502573 w 502574"/>
              <a:gd name="connsiteY89" fmla="*/ 1895642 h 5631811"/>
              <a:gd name="connsiteX90" fmla="*/ 502573 w 502574"/>
              <a:gd name="connsiteY90" fmla="*/ 1873242 h 5631811"/>
              <a:gd name="connsiteX91" fmla="*/ 502573 w 502574"/>
              <a:gd name="connsiteY91" fmla="*/ 1860030 h 5631811"/>
              <a:gd name="connsiteX92" fmla="*/ 502573 w 502574"/>
              <a:gd name="connsiteY92" fmla="*/ 1837630 h 5631811"/>
              <a:gd name="connsiteX93" fmla="*/ 502573 w 502574"/>
              <a:gd name="connsiteY93" fmla="*/ 1802040 h 5631811"/>
              <a:gd name="connsiteX94" fmla="*/ 502573 w 502574"/>
              <a:gd name="connsiteY94" fmla="*/ 1785594 h 5631811"/>
              <a:gd name="connsiteX95" fmla="*/ 502573 w 502574"/>
              <a:gd name="connsiteY95" fmla="*/ 1779640 h 5631811"/>
              <a:gd name="connsiteX96" fmla="*/ 502573 w 502574"/>
              <a:gd name="connsiteY96" fmla="*/ 1766428 h 5631811"/>
              <a:gd name="connsiteX97" fmla="*/ 502573 w 502574"/>
              <a:gd name="connsiteY97" fmla="*/ 1749982 h 5631811"/>
              <a:gd name="connsiteX98" fmla="*/ 502573 w 502574"/>
              <a:gd name="connsiteY98" fmla="*/ 1744028 h 5631811"/>
              <a:gd name="connsiteX99" fmla="*/ 502573 w 502574"/>
              <a:gd name="connsiteY99" fmla="*/ 1714392 h 5631811"/>
              <a:gd name="connsiteX100" fmla="*/ 502573 w 502574"/>
              <a:gd name="connsiteY100" fmla="*/ 1691992 h 5631811"/>
              <a:gd name="connsiteX101" fmla="*/ 502573 w 502574"/>
              <a:gd name="connsiteY101" fmla="*/ 1678782 h 5631811"/>
              <a:gd name="connsiteX102" fmla="*/ 502573 w 502574"/>
              <a:gd name="connsiteY102" fmla="*/ 1656380 h 5631811"/>
              <a:gd name="connsiteX103" fmla="*/ 502572 w 502574"/>
              <a:gd name="connsiteY103" fmla="*/ 1420128 h 5631811"/>
              <a:gd name="connsiteX104" fmla="*/ 502572 w 502574"/>
              <a:gd name="connsiteY104" fmla="*/ 1397730 h 5631811"/>
              <a:gd name="connsiteX105" fmla="*/ 502572 w 502574"/>
              <a:gd name="connsiteY105" fmla="*/ 1384516 h 5631811"/>
              <a:gd name="connsiteX106" fmla="*/ 502572 w 502574"/>
              <a:gd name="connsiteY106" fmla="*/ 1362116 h 5631811"/>
              <a:gd name="connsiteX107" fmla="*/ 502572 w 502574"/>
              <a:gd name="connsiteY107" fmla="*/ 1332480 h 5631811"/>
              <a:gd name="connsiteX108" fmla="*/ 502572 w 502574"/>
              <a:gd name="connsiteY108" fmla="*/ 1326526 h 5631811"/>
              <a:gd name="connsiteX109" fmla="*/ 502572 w 502574"/>
              <a:gd name="connsiteY109" fmla="*/ 1310080 h 5631811"/>
              <a:gd name="connsiteX110" fmla="*/ 502572 w 502574"/>
              <a:gd name="connsiteY110" fmla="*/ 1296870 h 5631811"/>
              <a:gd name="connsiteX111" fmla="*/ 502572 w 502574"/>
              <a:gd name="connsiteY111" fmla="*/ 1290916 h 5631811"/>
              <a:gd name="connsiteX112" fmla="*/ 502572 w 502574"/>
              <a:gd name="connsiteY112" fmla="*/ 1274468 h 5631811"/>
              <a:gd name="connsiteX113" fmla="*/ 502572 w 502574"/>
              <a:gd name="connsiteY113" fmla="*/ 1238880 h 5631811"/>
              <a:gd name="connsiteX114" fmla="*/ 502572 w 502574"/>
              <a:gd name="connsiteY114" fmla="*/ 1216478 h 5631811"/>
              <a:gd name="connsiteX115" fmla="*/ 502572 w 502574"/>
              <a:gd name="connsiteY115" fmla="*/ 1203266 h 5631811"/>
              <a:gd name="connsiteX116" fmla="*/ 502572 w 502574"/>
              <a:gd name="connsiteY116" fmla="*/ 1180868 h 5631811"/>
              <a:gd name="connsiteX117" fmla="*/ 502572 w 502574"/>
              <a:gd name="connsiteY117" fmla="*/ 776176 h 5631811"/>
              <a:gd name="connsiteX118" fmla="*/ 502572 w 502574"/>
              <a:gd name="connsiteY118" fmla="*/ 753774 h 5631811"/>
              <a:gd name="connsiteX119" fmla="*/ 502572 w 502574"/>
              <a:gd name="connsiteY119" fmla="*/ 740564 h 5631811"/>
              <a:gd name="connsiteX120" fmla="*/ 502572 w 502574"/>
              <a:gd name="connsiteY120" fmla="*/ 718164 h 5631811"/>
              <a:gd name="connsiteX121" fmla="*/ 502572 w 502574"/>
              <a:gd name="connsiteY121" fmla="*/ 682576 h 5631811"/>
              <a:gd name="connsiteX122" fmla="*/ 502572 w 502574"/>
              <a:gd name="connsiteY122" fmla="*/ 660176 h 5631811"/>
              <a:gd name="connsiteX123" fmla="*/ 502572 w 502574"/>
              <a:gd name="connsiteY123" fmla="*/ 646962 h 5631811"/>
              <a:gd name="connsiteX124" fmla="*/ 502572 w 502574"/>
              <a:gd name="connsiteY124" fmla="*/ 624560 h 5631811"/>
              <a:gd name="connsiteX125" fmla="*/ 502572 w 502574"/>
              <a:gd name="connsiteY125" fmla="*/ 300662 h 5631811"/>
              <a:gd name="connsiteX126" fmla="*/ 502572 w 502574"/>
              <a:gd name="connsiteY126" fmla="*/ 278264 h 5631811"/>
              <a:gd name="connsiteX127" fmla="*/ 502572 w 502574"/>
              <a:gd name="connsiteY127" fmla="*/ 265052 h 5631811"/>
              <a:gd name="connsiteX128" fmla="*/ 502572 w 502574"/>
              <a:gd name="connsiteY128" fmla="*/ 242650 h 5631811"/>
              <a:gd name="connsiteX129" fmla="*/ 502572 w 502574"/>
              <a:gd name="connsiteY129" fmla="*/ 207062 h 5631811"/>
              <a:gd name="connsiteX130" fmla="*/ 502572 w 502574"/>
              <a:gd name="connsiteY130" fmla="*/ 171450 h 5631811"/>
              <a:gd name="connsiteX131" fmla="*/ 502571 w 502574"/>
              <a:gd name="connsiteY131" fmla="*/ 171450 h 5631811"/>
              <a:gd name="connsiteX132" fmla="*/ 502571 w 502574"/>
              <a:gd name="connsiteY132" fmla="*/ 129212 h 5631811"/>
              <a:gd name="connsiteX133" fmla="*/ 502571 w 502574"/>
              <a:gd name="connsiteY133" fmla="*/ 106814 h 5631811"/>
              <a:gd name="connsiteX134" fmla="*/ 502571 w 502574"/>
              <a:gd name="connsiteY134" fmla="*/ 93602 h 5631811"/>
              <a:gd name="connsiteX135" fmla="*/ 502571 w 502574"/>
              <a:gd name="connsiteY135" fmla="*/ 71200 h 5631811"/>
              <a:gd name="connsiteX136" fmla="*/ 502571 w 502574"/>
              <a:gd name="connsiteY136" fmla="*/ 35612 h 5631811"/>
              <a:gd name="connsiteX137" fmla="*/ 502571 w 502574"/>
              <a:gd name="connsiteY137" fmla="*/ 0 h 5631811"/>
              <a:gd name="connsiteX138" fmla="*/ 0 w 502574"/>
              <a:gd name="connsiteY138" fmla="*/ 136982 h 5631811"/>
              <a:gd name="connsiteX139" fmla="*/ 0 w 502574"/>
              <a:gd name="connsiteY139" fmla="*/ 172594 h 5631811"/>
              <a:gd name="connsiteX140" fmla="*/ 0 w 502574"/>
              <a:gd name="connsiteY140" fmla="*/ 208184 h 5631811"/>
              <a:gd name="connsiteX141" fmla="*/ 0 w 502574"/>
              <a:gd name="connsiteY141" fmla="*/ 230582 h 5631811"/>
              <a:gd name="connsiteX142" fmla="*/ 0 w 502574"/>
              <a:gd name="connsiteY142" fmla="*/ 243796 h 5631811"/>
              <a:gd name="connsiteX143" fmla="*/ 0 w 502574"/>
              <a:gd name="connsiteY143" fmla="*/ 266196 h 5631811"/>
              <a:gd name="connsiteX144" fmla="*/ 0 w 502574"/>
              <a:gd name="connsiteY144" fmla="*/ 590096 h 5631811"/>
              <a:gd name="connsiteX145" fmla="*/ 0 w 502574"/>
              <a:gd name="connsiteY145" fmla="*/ 612496 h 5631811"/>
              <a:gd name="connsiteX146" fmla="*/ 0 w 502574"/>
              <a:gd name="connsiteY146" fmla="*/ 625706 h 5631811"/>
              <a:gd name="connsiteX147" fmla="*/ 0 w 502574"/>
              <a:gd name="connsiteY147" fmla="*/ 648106 h 5631811"/>
              <a:gd name="connsiteX148" fmla="*/ 0 w 502574"/>
              <a:gd name="connsiteY148" fmla="*/ 683696 h 5631811"/>
              <a:gd name="connsiteX149" fmla="*/ 0 w 502574"/>
              <a:gd name="connsiteY149" fmla="*/ 706096 h 5631811"/>
              <a:gd name="connsiteX150" fmla="*/ 0 w 502574"/>
              <a:gd name="connsiteY150" fmla="*/ 719308 h 5631811"/>
              <a:gd name="connsiteX151" fmla="*/ 0 w 502574"/>
              <a:gd name="connsiteY151" fmla="*/ 741708 h 5631811"/>
              <a:gd name="connsiteX152" fmla="*/ 0 w 502574"/>
              <a:gd name="connsiteY152" fmla="*/ 1009418 h 5631811"/>
              <a:gd name="connsiteX153" fmla="*/ 0 w 502574"/>
              <a:gd name="connsiteY153" fmla="*/ 1031816 h 5631811"/>
              <a:gd name="connsiteX154" fmla="*/ 0 w 502574"/>
              <a:gd name="connsiteY154" fmla="*/ 1045028 h 5631811"/>
              <a:gd name="connsiteX155" fmla="*/ 0 w 502574"/>
              <a:gd name="connsiteY155" fmla="*/ 1067430 h 5631811"/>
              <a:gd name="connsiteX156" fmla="*/ 0 w 502574"/>
              <a:gd name="connsiteY156" fmla="*/ 1103018 h 5631811"/>
              <a:gd name="connsiteX157" fmla="*/ 0 w 502574"/>
              <a:gd name="connsiteY157" fmla="*/ 1125420 h 5631811"/>
              <a:gd name="connsiteX158" fmla="*/ 0 w 502574"/>
              <a:gd name="connsiteY158" fmla="*/ 1138630 h 5631811"/>
              <a:gd name="connsiteX159" fmla="*/ 0 w 502574"/>
              <a:gd name="connsiteY159" fmla="*/ 1161030 h 5631811"/>
              <a:gd name="connsiteX160" fmla="*/ 0 w 502574"/>
              <a:gd name="connsiteY160" fmla="*/ 1256448 h 5631811"/>
              <a:gd name="connsiteX161" fmla="*/ 0 w 502574"/>
              <a:gd name="connsiteY161" fmla="*/ 1292058 h 5631811"/>
              <a:gd name="connsiteX162" fmla="*/ 0 w 502574"/>
              <a:gd name="connsiteY162" fmla="*/ 1327650 h 5631811"/>
              <a:gd name="connsiteX163" fmla="*/ 0 w 502574"/>
              <a:gd name="connsiteY163" fmla="*/ 1350048 h 5631811"/>
              <a:gd name="connsiteX164" fmla="*/ 0 w 502574"/>
              <a:gd name="connsiteY164" fmla="*/ 1363260 h 5631811"/>
              <a:gd name="connsiteX165" fmla="*/ 0 w 502574"/>
              <a:gd name="connsiteY165" fmla="*/ 1385662 h 5631811"/>
              <a:gd name="connsiteX166" fmla="*/ 0 w 502574"/>
              <a:gd name="connsiteY166" fmla="*/ 1484930 h 5631811"/>
              <a:gd name="connsiteX167" fmla="*/ 0 w 502574"/>
              <a:gd name="connsiteY167" fmla="*/ 1507332 h 5631811"/>
              <a:gd name="connsiteX168" fmla="*/ 0 w 502574"/>
              <a:gd name="connsiteY168" fmla="*/ 1520542 h 5631811"/>
              <a:gd name="connsiteX169" fmla="*/ 0 w 502574"/>
              <a:gd name="connsiteY169" fmla="*/ 1542942 h 5631811"/>
              <a:gd name="connsiteX170" fmla="*/ 0 w 502574"/>
              <a:gd name="connsiteY170" fmla="*/ 1578532 h 5631811"/>
              <a:gd name="connsiteX171" fmla="*/ 0 w 502574"/>
              <a:gd name="connsiteY171" fmla="*/ 1614144 h 5631811"/>
              <a:gd name="connsiteX172" fmla="*/ 0 w 502574"/>
              <a:gd name="connsiteY172" fmla="*/ 1709560 h 5631811"/>
              <a:gd name="connsiteX173" fmla="*/ 0 w 502574"/>
              <a:gd name="connsiteY173" fmla="*/ 1731960 h 5631811"/>
              <a:gd name="connsiteX174" fmla="*/ 0 w 502574"/>
              <a:gd name="connsiteY174" fmla="*/ 1745172 h 5631811"/>
              <a:gd name="connsiteX175" fmla="*/ 0 w 502574"/>
              <a:gd name="connsiteY175" fmla="*/ 1767574 h 5631811"/>
              <a:gd name="connsiteX176" fmla="*/ 0 w 502574"/>
              <a:gd name="connsiteY176" fmla="*/ 1803162 h 5631811"/>
              <a:gd name="connsiteX177" fmla="*/ 0 w 502574"/>
              <a:gd name="connsiteY177" fmla="*/ 1825562 h 5631811"/>
              <a:gd name="connsiteX178" fmla="*/ 0 w 502574"/>
              <a:gd name="connsiteY178" fmla="*/ 1838774 h 5631811"/>
              <a:gd name="connsiteX179" fmla="*/ 0 w 502574"/>
              <a:gd name="connsiteY179" fmla="*/ 1861174 h 5631811"/>
              <a:gd name="connsiteX180" fmla="*/ 0 w 502574"/>
              <a:gd name="connsiteY180" fmla="*/ 2128882 h 5631811"/>
              <a:gd name="connsiteX181" fmla="*/ 0 w 502574"/>
              <a:gd name="connsiteY181" fmla="*/ 2151282 h 5631811"/>
              <a:gd name="connsiteX182" fmla="*/ 0 w 502574"/>
              <a:gd name="connsiteY182" fmla="*/ 2164494 h 5631811"/>
              <a:gd name="connsiteX183" fmla="*/ 0 w 502574"/>
              <a:gd name="connsiteY183" fmla="*/ 2186894 h 5631811"/>
              <a:gd name="connsiteX184" fmla="*/ 0 w 502574"/>
              <a:gd name="connsiteY184" fmla="*/ 2222484 h 5631811"/>
              <a:gd name="connsiteX185" fmla="*/ 0 w 502574"/>
              <a:gd name="connsiteY185" fmla="*/ 2244882 h 5631811"/>
              <a:gd name="connsiteX186" fmla="*/ 0 w 502574"/>
              <a:gd name="connsiteY186" fmla="*/ 2258096 h 5631811"/>
              <a:gd name="connsiteX187" fmla="*/ 0 w 502574"/>
              <a:gd name="connsiteY187" fmla="*/ 2280496 h 5631811"/>
              <a:gd name="connsiteX188" fmla="*/ 0 w 502574"/>
              <a:gd name="connsiteY188" fmla="*/ 2536986 h 5631811"/>
              <a:gd name="connsiteX189" fmla="*/ 0 w 502574"/>
              <a:gd name="connsiteY189" fmla="*/ 2547092 h 5631811"/>
              <a:gd name="connsiteX190" fmla="*/ 1 w 502574"/>
              <a:gd name="connsiteY190" fmla="*/ 2547092 h 5631811"/>
              <a:gd name="connsiteX191" fmla="*/ 1 w 502574"/>
              <a:gd name="connsiteY191" fmla="*/ 2560664 h 5631811"/>
              <a:gd name="connsiteX192" fmla="*/ 1 w 502574"/>
              <a:gd name="connsiteY192" fmla="*/ 2708436 h 5631811"/>
              <a:gd name="connsiteX193" fmla="*/ 1 w 502574"/>
              <a:gd name="connsiteY193" fmla="*/ 2718542 h 5631811"/>
              <a:gd name="connsiteX194" fmla="*/ 1 w 502574"/>
              <a:gd name="connsiteY194" fmla="*/ 2884562 h 5631811"/>
              <a:gd name="connsiteX195" fmla="*/ 1 w 502574"/>
              <a:gd name="connsiteY195" fmla="*/ 2906962 h 5631811"/>
              <a:gd name="connsiteX196" fmla="*/ 1 w 502574"/>
              <a:gd name="connsiteY196" fmla="*/ 2920174 h 5631811"/>
              <a:gd name="connsiteX197" fmla="*/ 1 w 502574"/>
              <a:gd name="connsiteY197" fmla="*/ 2942574 h 5631811"/>
              <a:gd name="connsiteX198" fmla="*/ 1 w 502574"/>
              <a:gd name="connsiteY198" fmla="*/ 2978162 h 5631811"/>
              <a:gd name="connsiteX199" fmla="*/ 1 w 502574"/>
              <a:gd name="connsiteY199" fmla="*/ 3000562 h 5631811"/>
              <a:gd name="connsiteX200" fmla="*/ 1 w 502574"/>
              <a:gd name="connsiteY200" fmla="*/ 3013776 h 5631811"/>
              <a:gd name="connsiteX201" fmla="*/ 1 w 502574"/>
              <a:gd name="connsiteY201" fmla="*/ 3036174 h 5631811"/>
              <a:gd name="connsiteX202" fmla="*/ 1 w 502574"/>
              <a:gd name="connsiteY202" fmla="*/ 3303883 h 5631811"/>
              <a:gd name="connsiteX203" fmla="*/ 1 w 502574"/>
              <a:gd name="connsiteY203" fmla="*/ 3326282 h 5631811"/>
              <a:gd name="connsiteX204" fmla="*/ 1 w 502574"/>
              <a:gd name="connsiteY204" fmla="*/ 3339495 h 5631811"/>
              <a:gd name="connsiteX205" fmla="*/ 1 w 502574"/>
              <a:gd name="connsiteY205" fmla="*/ 3361896 h 5631811"/>
              <a:gd name="connsiteX206" fmla="*/ 1 w 502574"/>
              <a:gd name="connsiteY206" fmla="*/ 3397484 h 5631811"/>
              <a:gd name="connsiteX207" fmla="*/ 1 w 502574"/>
              <a:gd name="connsiteY207" fmla="*/ 3419885 h 5631811"/>
              <a:gd name="connsiteX208" fmla="*/ 1 w 502574"/>
              <a:gd name="connsiteY208" fmla="*/ 3433096 h 5631811"/>
              <a:gd name="connsiteX209" fmla="*/ 1 w 502574"/>
              <a:gd name="connsiteY209" fmla="*/ 3455496 h 5631811"/>
              <a:gd name="connsiteX210" fmla="*/ 1 w 502574"/>
              <a:gd name="connsiteY210" fmla="*/ 3550913 h 5631811"/>
              <a:gd name="connsiteX211" fmla="*/ 1 w 502574"/>
              <a:gd name="connsiteY211" fmla="*/ 3586524 h 5631811"/>
              <a:gd name="connsiteX212" fmla="*/ 1 w 502574"/>
              <a:gd name="connsiteY212" fmla="*/ 3622115 h 5631811"/>
              <a:gd name="connsiteX213" fmla="*/ 1 w 502574"/>
              <a:gd name="connsiteY213" fmla="*/ 3644514 h 5631811"/>
              <a:gd name="connsiteX214" fmla="*/ 1 w 502574"/>
              <a:gd name="connsiteY214" fmla="*/ 3657727 h 5631811"/>
              <a:gd name="connsiteX215" fmla="*/ 1 w 502574"/>
              <a:gd name="connsiteY215" fmla="*/ 3680127 h 5631811"/>
              <a:gd name="connsiteX216" fmla="*/ 1 w 502574"/>
              <a:gd name="connsiteY216" fmla="*/ 3779396 h 5631811"/>
              <a:gd name="connsiteX217" fmla="*/ 1 w 502574"/>
              <a:gd name="connsiteY217" fmla="*/ 3801797 h 5631811"/>
              <a:gd name="connsiteX218" fmla="*/ 1 w 502574"/>
              <a:gd name="connsiteY218" fmla="*/ 3815009 h 5631811"/>
              <a:gd name="connsiteX219" fmla="*/ 1 w 502574"/>
              <a:gd name="connsiteY219" fmla="*/ 3837408 h 5631811"/>
              <a:gd name="connsiteX220" fmla="*/ 1 w 502574"/>
              <a:gd name="connsiteY220" fmla="*/ 3853848 h 5631811"/>
              <a:gd name="connsiteX221" fmla="*/ 1 w 502574"/>
              <a:gd name="connsiteY221" fmla="*/ 3872998 h 5631811"/>
              <a:gd name="connsiteX222" fmla="*/ 1 w 502574"/>
              <a:gd name="connsiteY222" fmla="*/ 3889459 h 5631811"/>
              <a:gd name="connsiteX223" fmla="*/ 1 w 502574"/>
              <a:gd name="connsiteY223" fmla="*/ 3908611 h 5631811"/>
              <a:gd name="connsiteX224" fmla="*/ 1 w 502574"/>
              <a:gd name="connsiteY224" fmla="*/ 3925051 h 5631811"/>
              <a:gd name="connsiteX225" fmla="*/ 1 w 502574"/>
              <a:gd name="connsiteY225" fmla="*/ 3947449 h 5631811"/>
              <a:gd name="connsiteX226" fmla="*/ 1 w 502574"/>
              <a:gd name="connsiteY226" fmla="*/ 3960662 h 5631811"/>
              <a:gd name="connsiteX227" fmla="*/ 1 w 502574"/>
              <a:gd name="connsiteY227" fmla="*/ 3983063 h 5631811"/>
              <a:gd name="connsiteX228" fmla="*/ 1 w 502574"/>
              <a:gd name="connsiteY228" fmla="*/ 4004025 h 5631811"/>
              <a:gd name="connsiteX229" fmla="*/ 1 w 502574"/>
              <a:gd name="connsiteY229" fmla="*/ 4026426 h 5631811"/>
              <a:gd name="connsiteX230" fmla="*/ 1 w 502574"/>
              <a:gd name="connsiteY230" fmla="*/ 4039638 h 5631811"/>
              <a:gd name="connsiteX231" fmla="*/ 1 w 502574"/>
              <a:gd name="connsiteY231" fmla="*/ 4062039 h 5631811"/>
              <a:gd name="connsiteX232" fmla="*/ 1 w 502574"/>
              <a:gd name="connsiteY232" fmla="*/ 4097628 h 5631811"/>
              <a:gd name="connsiteX233" fmla="*/ 1 w 502574"/>
              <a:gd name="connsiteY233" fmla="*/ 4120029 h 5631811"/>
              <a:gd name="connsiteX234" fmla="*/ 1 w 502574"/>
              <a:gd name="connsiteY234" fmla="*/ 4133240 h 5631811"/>
              <a:gd name="connsiteX235" fmla="*/ 1 w 502574"/>
              <a:gd name="connsiteY235" fmla="*/ 4155640 h 5631811"/>
              <a:gd name="connsiteX236" fmla="*/ 1 w 502574"/>
              <a:gd name="connsiteY236" fmla="*/ 4306961 h 5631811"/>
              <a:gd name="connsiteX237" fmla="*/ 1 w 502574"/>
              <a:gd name="connsiteY237" fmla="*/ 4329362 h 5631811"/>
              <a:gd name="connsiteX238" fmla="*/ 1 w 502574"/>
              <a:gd name="connsiteY238" fmla="*/ 4342573 h 5631811"/>
              <a:gd name="connsiteX239" fmla="*/ 1 w 502574"/>
              <a:gd name="connsiteY239" fmla="*/ 4364973 h 5631811"/>
              <a:gd name="connsiteX240" fmla="*/ 1 w 502574"/>
              <a:gd name="connsiteY240" fmla="*/ 4400561 h 5631811"/>
              <a:gd name="connsiteX241" fmla="*/ 1 w 502574"/>
              <a:gd name="connsiteY241" fmla="*/ 4422962 h 5631811"/>
              <a:gd name="connsiteX242" fmla="*/ 1 w 502574"/>
              <a:gd name="connsiteY242" fmla="*/ 4423349 h 5631811"/>
              <a:gd name="connsiteX243" fmla="*/ 1 w 502574"/>
              <a:gd name="connsiteY243" fmla="*/ 4436175 h 5631811"/>
              <a:gd name="connsiteX244" fmla="*/ 1 w 502574"/>
              <a:gd name="connsiteY244" fmla="*/ 4445748 h 5631811"/>
              <a:gd name="connsiteX245" fmla="*/ 1 w 502574"/>
              <a:gd name="connsiteY245" fmla="*/ 4458573 h 5631811"/>
              <a:gd name="connsiteX246" fmla="*/ 1 w 502574"/>
              <a:gd name="connsiteY246" fmla="*/ 4458962 h 5631811"/>
              <a:gd name="connsiteX247" fmla="*/ 1 w 502574"/>
              <a:gd name="connsiteY247" fmla="*/ 4481361 h 5631811"/>
              <a:gd name="connsiteX248" fmla="*/ 1 w 502574"/>
              <a:gd name="connsiteY248" fmla="*/ 4516950 h 5631811"/>
              <a:gd name="connsiteX249" fmla="*/ 1 w 502574"/>
              <a:gd name="connsiteY249" fmla="*/ 4539349 h 5631811"/>
              <a:gd name="connsiteX250" fmla="*/ 1 w 502574"/>
              <a:gd name="connsiteY250" fmla="*/ 4552563 h 5631811"/>
              <a:gd name="connsiteX251" fmla="*/ 1 w 502574"/>
              <a:gd name="connsiteY251" fmla="*/ 4574962 h 5631811"/>
              <a:gd name="connsiteX252" fmla="*/ 1 w 502574"/>
              <a:gd name="connsiteY252" fmla="*/ 4726284 h 5631811"/>
              <a:gd name="connsiteX253" fmla="*/ 1 w 502574"/>
              <a:gd name="connsiteY253" fmla="*/ 4748682 h 5631811"/>
              <a:gd name="connsiteX254" fmla="*/ 1 w 502574"/>
              <a:gd name="connsiteY254" fmla="*/ 4761895 h 5631811"/>
              <a:gd name="connsiteX255" fmla="*/ 1 w 502574"/>
              <a:gd name="connsiteY255" fmla="*/ 4784296 h 5631811"/>
              <a:gd name="connsiteX256" fmla="*/ 1 w 502574"/>
              <a:gd name="connsiteY256" fmla="*/ 4819885 h 5631811"/>
              <a:gd name="connsiteX257" fmla="*/ 1 w 502574"/>
              <a:gd name="connsiteY257" fmla="*/ 4831453 h 5631811"/>
              <a:gd name="connsiteX258" fmla="*/ 1 w 502574"/>
              <a:gd name="connsiteY258" fmla="*/ 4841558 h 5631811"/>
              <a:gd name="connsiteX259" fmla="*/ 1 w 502574"/>
              <a:gd name="connsiteY259" fmla="*/ 4842285 h 5631811"/>
              <a:gd name="connsiteX260" fmla="*/ 1 w 502574"/>
              <a:gd name="connsiteY260" fmla="*/ 4855496 h 5631811"/>
              <a:gd name="connsiteX261" fmla="*/ 1 w 502574"/>
              <a:gd name="connsiteY261" fmla="*/ 4877897 h 5631811"/>
              <a:gd name="connsiteX262" fmla="*/ 1 w 502574"/>
              <a:gd name="connsiteY262" fmla="*/ 4973313 h 5631811"/>
              <a:gd name="connsiteX263" fmla="*/ 1 w 502574"/>
              <a:gd name="connsiteY263" fmla="*/ 5008924 h 5631811"/>
              <a:gd name="connsiteX264" fmla="*/ 1 w 502574"/>
              <a:gd name="connsiteY264" fmla="*/ 5044516 h 5631811"/>
              <a:gd name="connsiteX265" fmla="*/ 1 w 502574"/>
              <a:gd name="connsiteY265" fmla="*/ 5066914 h 5631811"/>
              <a:gd name="connsiteX266" fmla="*/ 1 w 502574"/>
              <a:gd name="connsiteY266" fmla="*/ 5080127 h 5631811"/>
              <a:gd name="connsiteX267" fmla="*/ 1 w 502574"/>
              <a:gd name="connsiteY267" fmla="*/ 5102528 h 5631811"/>
              <a:gd name="connsiteX268" fmla="*/ 1 w 502574"/>
              <a:gd name="connsiteY268" fmla="*/ 5201796 h 5631811"/>
              <a:gd name="connsiteX269" fmla="*/ 1 w 502574"/>
              <a:gd name="connsiteY269" fmla="*/ 5224197 h 5631811"/>
              <a:gd name="connsiteX270" fmla="*/ 1 w 502574"/>
              <a:gd name="connsiteY270" fmla="*/ 5237409 h 5631811"/>
              <a:gd name="connsiteX271" fmla="*/ 1 w 502574"/>
              <a:gd name="connsiteY271" fmla="*/ 5259808 h 5631811"/>
              <a:gd name="connsiteX272" fmla="*/ 1 w 502574"/>
              <a:gd name="connsiteY272" fmla="*/ 5295398 h 5631811"/>
              <a:gd name="connsiteX273" fmla="*/ 1 w 502574"/>
              <a:gd name="connsiteY273" fmla="*/ 5331011 h 5631811"/>
              <a:gd name="connsiteX274" fmla="*/ 1 w 502574"/>
              <a:gd name="connsiteY274" fmla="*/ 5426426 h 5631811"/>
              <a:gd name="connsiteX275" fmla="*/ 1 w 502574"/>
              <a:gd name="connsiteY275" fmla="*/ 5448826 h 5631811"/>
              <a:gd name="connsiteX276" fmla="*/ 1 w 502574"/>
              <a:gd name="connsiteY276" fmla="*/ 5460361 h 5631811"/>
              <a:gd name="connsiteX277" fmla="*/ 2 w 502574"/>
              <a:gd name="connsiteY277" fmla="*/ 5460361 h 5631811"/>
              <a:gd name="connsiteX278" fmla="*/ 2 w 502574"/>
              <a:gd name="connsiteY278" fmla="*/ 5466848 h 5631811"/>
              <a:gd name="connsiteX279" fmla="*/ 2 w 502574"/>
              <a:gd name="connsiteY279" fmla="*/ 5502461 h 5631811"/>
              <a:gd name="connsiteX280" fmla="*/ 2 w 502574"/>
              <a:gd name="connsiteY280" fmla="*/ 5597876 h 5631811"/>
              <a:gd name="connsiteX281" fmla="*/ 2 w 502574"/>
              <a:gd name="connsiteY281" fmla="*/ 5620276 h 5631811"/>
              <a:gd name="connsiteX282" fmla="*/ 2 w 502574"/>
              <a:gd name="connsiteY282" fmla="*/ 5631811 h 563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Lst>
            <a:rect l="l" t="t" r="r" b="b"/>
            <a:pathLst>
              <a:path w="502574" h="5631811">
                <a:moveTo>
                  <a:pt x="502574" y="5494829"/>
                </a:moveTo>
                <a:lnTo>
                  <a:pt x="502574" y="5483294"/>
                </a:lnTo>
                <a:lnTo>
                  <a:pt x="502574" y="5466848"/>
                </a:lnTo>
                <a:lnTo>
                  <a:pt x="502574" y="5460894"/>
                </a:lnTo>
                <a:lnTo>
                  <a:pt x="502574" y="5431258"/>
                </a:lnTo>
                <a:lnTo>
                  <a:pt x="502574" y="5408858"/>
                </a:lnTo>
                <a:lnTo>
                  <a:pt x="502574" y="5395647"/>
                </a:lnTo>
                <a:lnTo>
                  <a:pt x="502574" y="5373246"/>
                </a:lnTo>
                <a:lnTo>
                  <a:pt x="502573" y="5136994"/>
                </a:lnTo>
                <a:lnTo>
                  <a:pt x="502573" y="5114595"/>
                </a:lnTo>
                <a:lnTo>
                  <a:pt x="502573" y="5101383"/>
                </a:lnTo>
                <a:lnTo>
                  <a:pt x="502573" y="5078982"/>
                </a:lnTo>
                <a:lnTo>
                  <a:pt x="502573" y="5049347"/>
                </a:lnTo>
                <a:lnTo>
                  <a:pt x="502573" y="5043393"/>
                </a:lnTo>
                <a:lnTo>
                  <a:pt x="502573" y="5026946"/>
                </a:lnTo>
                <a:lnTo>
                  <a:pt x="502573" y="5013735"/>
                </a:lnTo>
                <a:lnTo>
                  <a:pt x="502573" y="5013008"/>
                </a:lnTo>
                <a:lnTo>
                  <a:pt x="502574" y="5013008"/>
                </a:lnTo>
                <a:lnTo>
                  <a:pt x="502574" y="4995135"/>
                </a:lnTo>
                <a:lnTo>
                  <a:pt x="502574" y="4972734"/>
                </a:lnTo>
                <a:lnTo>
                  <a:pt x="502574" y="4959522"/>
                </a:lnTo>
                <a:lnTo>
                  <a:pt x="502574" y="4937123"/>
                </a:lnTo>
                <a:lnTo>
                  <a:pt x="502574" y="4901533"/>
                </a:lnTo>
                <a:lnTo>
                  <a:pt x="502574" y="4865921"/>
                </a:lnTo>
                <a:lnTo>
                  <a:pt x="502574" y="4746412"/>
                </a:lnTo>
                <a:lnTo>
                  <a:pt x="502574" y="4724013"/>
                </a:lnTo>
                <a:lnTo>
                  <a:pt x="502574" y="4710799"/>
                </a:lnTo>
                <a:lnTo>
                  <a:pt x="502574" y="4688400"/>
                </a:lnTo>
                <a:lnTo>
                  <a:pt x="502574" y="4652811"/>
                </a:lnTo>
                <a:lnTo>
                  <a:pt x="502574" y="4630412"/>
                </a:lnTo>
                <a:lnTo>
                  <a:pt x="502574" y="4617198"/>
                </a:lnTo>
                <a:lnTo>
                  <a:pt x="502574" y="4594799"/>
                </a:lnTo>
                <a:lnTo>
                  <a:pt x="502574" y="4190108"/>
                </a:lnTo>
                <a:lnTo>
                  <a:pt x="502574" y="4167708"/>
                </a:lnTo>
                <a:lnTo>
                  <a:pt x="502574" y="4154496"/>
                </a:lnTo>
                <a:lnTo>
                  <a:pt x="502574" y="4132096"/>
                </a:lnTo>
                <a:lnTo>
                  <a:pt x="502574" y="4096506"/>
                </a:lnTo>
                <a:lnTo>
                  <a:pt x="502574" y="4080061"/>
                </a:lnTo>
                <a:lnTo>
                  <a:pt x="502574" y="4074105"/>
                </a:lnTo>
                <a:lnTo>
                  <a:pt x="502574" y="4060894"/>
                </a:lnTo>
                <a:lnTo>
                  <a:pt x="502574" y="4044448"/>
                </a:lnTo>
                <a:lnTo>
                  <a:pt x="502574" y="4038494"/>
                </a:lnTo>
                <a:lnTo>
                  <a:pt x="502574" y="4008858"/>
                </a:lnTo>
                <a:lnTo>
                  <a:pt x="502574" y="3986458"/>
                </a:lnTo>
                <a:lnTo>
                  <a:pt x="502574" y="3973247"/>
                </a:lnTo>
                <a:lnTo>
                  <a:pt x="502574" y="3950846"/>
                </a:lnTo>
                <a:lnTo>
                  <a:pt x="502573" y="3714593"/>
                </a:lnTo>
                <a:lnTo>
                  <a:pt x="502573" y="3692195"/>
                </a:lnTo>
                <a:lnTo>
                  <a:pt x="502573" y="3678982"/>
                </a:lnTo>
                <a:lnTo>
                  <a:pt x="502573" y="3656581"/>
                </a:lnTo>
                <a:lnTo>
                  <a:pt x="502573" y="3626946"/>
                </a:lnTo>
                <a:lnTo>
                  <a:pt x="502573" y="3620993"/>
                </a:lnTo>
                <a:lnTo>
                  <a:pt x="502573" y="3604546"/>
                </a:lnTo>
                <a:lnTo>
                  <a:pt x="502573" y="3591335"/>
                </a:lnTo>
                <a:lnTo>
                  <a:pt x="502573" y="3585382"/>
                </a:lnTo>
                <a:lnTo>
                  <a:pt x="502573" y="3568934"/>
                </a:lnTo>
                <a:lnTo>
                  <a:pt x="502573" y="3533346"/>
                </a:lnTo>
                <a:lnTo>
                  <a:pt x="502573" y="3510945"/>
                </a:lnTo>
                <a:lnTo>
                  <a:pt x="502573" y="3497732"/>
                </a:lnTo>
                <a:lnTo>
                  <a:pt x="502573" y="3475333"/>
                </a:lnTo>
                <a:lnTo>
                  <a:pt x="502573" y="3070642"/>
                </a:lnTo>
                <a:lnTo>
                  <a:pt x="502573" y="3048242"/>
                </a:lnTo>
                <a:lnTo>
                  <a:pt x="502573" y="3035032"/>
                </a:lnTo>
                <a:lnTo>
                  <a:pt x="502573" y="3012630"/>
                </a:lnTo>
                <a:lnTo>
                  <a:pt x="502573" y="2977042"/>
                </a:lnTo>
                <a:lnTo>
                  <a:pt x="502573" y="2954642"/>
                </a:lnTo>
                <a:lnTo>
                  <a:pt x="502573" y="2941428"/>
                </a:lnTo>
                <a:lnTo>
                  <a:pt x="502573" y="2919028"/>
                </a:lnTo>
                <a:lnTo>
                  <a:pt x="502573" y="2718542"/>
                </a:lnTo>
                <a:lnTo>
                  <a:pt x="502573" y="2700668"/>
                </a:lnTo>
                <a:lnTo>
                  <a:pt x="502573" y="2678268"/>
                </a:lnTo>
                <a:lnTo>
                  <a:pt x="502573" y="2665056"/>
                </a:lnTo>
                <a:lnTo>
                  <a:pt x="502573" y="2642656"/>
                </a:lnTo>
                <a:lnTo>
                  <a:pt x="502573" y="2607066"/>
                </a:lnTo>
                <a:lnTo>
                  <a:pt x="502573" y="2595130"/>
                </a:lnTo>
                <a:lnTo>
                  <a:pt x="502573" y="2572730"/>
                </a:lnTo>
                <a:lnTo>
                  <a:pt x="502573" y="2571454"/>
                </a:lnTo>
                <a:lnTo>
                  <a:pt x="502573" y="2559518"/>
                </a:lnTo>
                <a:lnTo>
                  <a:pt x="502573" y="2537118"/>
                </a:lnTo>
                <a:lnTo>
                  <a:pt x="502573" y="2501528"/>
                </a:lnTo>
                <a:lnTo>
                  <a:pt x="502573" y="2465918"/>
                </a:lnTo>
                <a:lnTo>
                  <a:pt x="502573" y="2451946"/>
                </a:lnTo>
                <a:lnTo>
                  <a:pt x="502573" y="2429546"/>
                </a:lnTo>
                <a:lnTo>
                  <a:pt x="502573" y="2416332"/>
                </a:lnTo>
                <a:lnTo>
                  <a:pt x="502573" y="2393934"/>
                </a:lnTo>
                <a:lnTo>
                  <a:pt x="502573" y="2358344"/>
                </a:lnTo>
                <a:lnTo>
                  <a:pt x="502573" y="2335944"/>
                </a:lnTo>
                <a:lnTo>
                  <a:pt x="502573" y="2322732"/>
                </a:lnTo>
                <a:lnTo>
                  <a:pt x="502573" y="2300332"/>
                </a:lnTo>
                <a:lnTo>
                  <a:pt x="502573" y="1895642"/>
                </a:lnTo>
                <a:lnTo>
                  <a:pt x="502573" y="1873242"/>
                </a:lnTo>
                <a:lnTo>
                  <a:pt x="502573" y="1860030"/>
                </a:lnTo>
                <a:lnTo>
                  <a:pt x="502573" y="1837630"/>
                </a:lnTo>
                <a:lnTo>
                  <a:pt x="502573" y="1802040"/>
                </a:lnTo>
                <a:lnTo>
                  <a:pt x="502573" y="1785594"/>
                </a:lnTo>
                <a:lnTo>
                  <a:pt x="502573" y="1779640"/>
                </a:lnTo>
                <a:lnTo>
                  <a:pt x="502573" y="1766428"/>
                </a:lnTo>
                <a:lnTo>
                  <a:pt x="502573" y="1749982"/>
                </a:lnTo>
                <a:lnTo>
                  <a:pt x="502573" y="1744028"/>
                </a:lnTo>
                <a:lnTo>
                  <a:pt x="502573" y="1714392"/>
                </a:lnTo>
                <a:lnTo>
                  <a:pt x="502573" y="1691992"/>
                </a:lnTo>
                <a:lnTo>
                  <a:pt x="502573" y="1678782"/>
                </a:lnTo>
                <a:lnTo>
                  <a:pt x="502573" y="1656380"/>
                </a:lnTo>
                <a:lnTo>
                  <a:pt x="502572" y="1420128"/>
                </a:lnTo>
                <a:lnTo>
                  <a:pt x="502572" y="1397730"/>
                </a:lnTo>
                <a:lnTo>
                  <a:pt x="502572" y="1384516"/>
                </a:lnTo>
                <a:lnTo>
                  <a:pt x="502572" y="1362116"/>
                </a:lnTo>
                <a:lnTo>
                  <a:pt x="502572" y="1332480"/>
                </a:lnTo>
                <a:lnTo>
                  <a:pt x="502572" y="1326526"/>
                </a:lnTo>
                <a:lnTo>
                  <a:pt x="502572" y="1310080"/>
                </a:lnTo>
                <a:lnTo>
                  <a:pt x="502572" y="1296870"/>
                </a:lnTo>
                <a:lnTo>
                  <a:pt x="502572" y="1290916"/>
                </a:lnTo>
                <a:lnTo>
                  <a:pt x="502572" y="1274468"/>
                </a:lnTo>
                <a:lnTo>
                  <a:pt x="502572" y="1238880"/>
                </a:lnTo>
                <a:lnTo>
                  <a:pt x="502572" y="1216478"/>
                </a:lnTo>
                <a:lnTo>
                  <a:pt x="502572" y="1203266"/>
                </a:lnTo>
                <a:lnTo>
                  <a:pt x="502572" y="1180868"/>
                </a:lnTo>
                <a:lnTo>
                  <a:pt x="502572" y="776176"/>
                </a:lnTo>
                <a:lnTo>
                  <a:pt x="502572" y="753774"/>
                </a:lnTo>
                <a:lnTo>
                  <a:pt x="502572" y="740564"/>
                </a:lnTo>
                <a:lnTo>
                  <a:pt x="502572" y="718164"/>
                </a:lnTo>
                <a:lnTo>
                  <a:pt x="502572" y="682576"/>
                </a:lnTo>
                <a:lnTo>
                  <a:pt x="502572" y="660176"/>
                </a:lnTo>
                <a:lnTo>
                  <a:pt x="502572" y="646962"/>
                </a:lnTo>
                <a:lnTo>
                  <a:pt x="502572" y="624560"/>
                </a:lnTo>
                <a:lnTo>
                  <a:pt x="502572" y="300662"/>
                </a:lnTo>
                <a:lnTo>
                  <a:pt x="502572" y="278264"/>
                </a:lnTo>
                <a:lnTo>
                  <a:pt x="502572" y="265052"/>
                </a:lnTo>
                <a:lnTo>
                  <a:pt x="502572" y="242650"/>
                </a:lnTo>
                <a:lnTo>
                  <a:pt x="502572" y="207062"/>
                </a:lnTo>
                <a:lnTo>
                  <a:pt x="502572" y="171450"/>
                </a:lnTo>
                <a:lnTo>
                  <a:pt x="502571" y="171450"/>
                </a:lnTo>
                <a:lnTo>
                  <a:pt x="502571" y="129212"/>
                </a:lnTo>
                <a:lnTo>
                  <a:pt x="502571" y="106814"/>
                </a:lnTo>
                <a:lnTo>
                  <a:pt x="502571" y="93602"/>
                </a:lnTo>
                <a:lnTo>
                  <a:pt x="502571" y="71200"/>
                </a:lnTo>
                <a:lnTo>
                  <a:pt x="502571" y="35612"/>
                </a:lnTo>
                <a:lnTo>
                  <a:pt x="502571" y="0"/>
                </a:lnTo>
                <a:lnTo>
                  <a:pt x="0" y="136982"/>
                </a:lnTo>
                <a:lnTo>
                  <a:pt x="0" y="172594"/>
                </a:lnTo>
                <a:lnTo>
                  <a:pt x="0" y="208184"/>
                </a:lnTo>
                <a:lnTo>
                  <a:pt x="0" y="230582"/>
                </a:lnTo>
                <a:lnTo>
                  <a:pt x="0" y="243796"/>
                </a:lnTo>
                <a:lnTo>
                  <a:pt x="0" y="266196"/>
                </a:lnTo>
                <a:lnTo>
                  <a:pt x="0" y="590096"/>
                </a:lnTo>
                <a:lnTo>
                  <a:pt x="0" y="612496"/>
                </a:lnTo>
                <a:lnTo>
                  <a:pt x="0" y="625706"/>
                </a:lnTo>
                <a:lnTo>
                  <a:pt x="0" y="648106"/>
                </a:lnTo>
                <a:lnTo>
                  <a:pt x="0" y="683696"/>
                </a:lnTo>
                <a:lnTo>
                  <a:pt x="0" y="706096"/>
                </a:lnTo>
                <a:lnTo>
                  <a:pt x="0" y="719308"/>
                </a:lnTo>
                <a:lnTo>
                  <a:pt x="0" y="741708"/>
                </a:lnTo>
                <a:lnTo>
                  <a:pt x="0" y="1009418"/>
                </a:lnTo>
                <a:lnTo>
                  <a:pt x="0" y="1031816"/>
                </a:lnTo>
                <a:lnTo>
                  <a:pt x="0" y="1045028"/>
                </a:lnTo>
                <a:lnTo>
                  <a:pt x="0" y="1067430"/>
                </a:lnTo>
                <a:lnTo>
                  <a:pt x="0" y="1103018"/>
                </a:lnTo>
                <a:lnTo>
                  <a:pt x="0" y="1125420"/>
                </a:lnTo>
                <a:lnTo>
                  <a:pt x="0" y="1138630"/>
                </a:lnTo>
                <a:lnTo>
                  <a:pt x="0" y="1161030"/>
                </a:lnTo>
                <a:lnTo>
                  <a:pt x="0" y="1256448"/>
                </a:lnTo>
                <a:lnTo>
                  <a:pt x="0" y="1292058"/>
                </a:lnTo>
                <a:lnTo>
                  <a:pt x="0" y="1327650"/>
                </a:lnTo>
                <a:lnTo>
                  <a:pt x="0" y="1350048"/>
                </a:lnTo>
                <a:lnTo>
                  <a:pt x="0" y="1363260"/>
                </a:lnTo>
                <a:lnTo>
                  <a:pt x="0" y="1385662"/>
                </a:lnTo>
                <a:lnTo>
                  <a:pt x="0" y="1484930"/>
                </a:lnTo>
                <a:lnTo>
                  <a:pt x="0" y="1507332"/>
                </a:lnTo>
                <a:lnTo>
                  <a:pt x="0" y="1520542"/>
                </a:lnTo>
                <a:lnTo>
                  <a:pt x="0" y="1542942"/>
                </a:lnTo>
                <a:lnTo>
                  <a:pt x="0" y="1578532"/>
                </a:lnTo>
                <a:lnTo>
                  <a:pt x="0" y="1614144"/>
                </a:lnTo>
                <a:lnTo>
                  <a:pt x="0" y="1709560"/>
                </a:lnTo>
                <a:lnTo>
                  <a:pt x="0" y="1731960"/>
                </a:lnTo>
                <a:lnTo>
                  <a:pt x="0" y="1745172"/>
                </a:lnTo>
                <a:lnTo>
                  <a:pt x="0" y="1767574"/>
                </a:lnTo>
                <a:lnTo>
                  <a:pt x="0" y="1803162"/>
                </a:lnTo>
                <a:lnTo>
                  <a:pt x="0" y="1825562"/>
                </a:lnTo>
                <a:lnTo>
                  <a:pt x="0" y="1838774"/>
                </a:lnTo>
                <a:lnTo>
                  <a:pt x="0" y="1861174"/>
                </a:lnTo>
                <a:lnTo>
                  <a:pt x="0" y="2128882"/>
                </a:lnTo>
                <a:lnTo>
                  <a:pt x="0" y="2151282"/>
                </a:lnTo>
                <a:lnTo>
                  <a:pt x="0" y="2164494"/>
                </a:lnTo>
                <a:lnTo>
                  <a:pt x="0" y="2186894"/>
                </a:lnTo>
                <a:lnTo>
                  <a:pt x="0" y="2222484"/>
                </a:lnTo>
                <a:lnTo>
                  <a:pt x="0" y="2244882"/>
                </a:lnTo>
                <a:lnTo>
                  <a:pt x="0" y="2258096"/>
                </a:lnTo>
                <a:lnTo>
                  <a:pt x="0" y="2280496"/>
                </a:lnTo>
                <a:lnTo>
                  <a:pt x="0" y="2536986"/>
                </a:lnTo>
                <a:lnTo>
                  <a:pt x="0" y="2547092"/>
                </a:lnTo>
                <a:lnTo>
                  <a:pt x="1" y="2547092"/>
                </a:lnTo>
                <a:lnTo>
                  <a:pt x="1" y="2560664"/>
                </a:lnTo>
                <a:lnTo>
                  <a:pt x="1" y="2708436"/>
                </a:lnTo>
                <a:lnTo>
                  <a:pt x="1" y="2718542"/>
                </a:lnTo>
                <a:lnTo>
                  <a:pt x="1" y="2884562"/>
                </a:lnTo>
                <a:lnTo>
                  <a:pt x="1" y="2906962"/>
                </a:lnTo>
                <a:lnTo>
                  <a:pt x="1" y="2920174"/>
                </a:lnTo>
                <a:lnTo>
                  <a:pt x="1" y="2942574"/>
                </a:lnTo>
                <a:lnTo>
                  <a:pt x="1" y="2978162"/>
                </a:lnTo>
                <a:lnTo>
                  <a:pt x="1" y="3000562"/>
                </a:lnTo>
                <a:lnTo>
                  <a:pt x="1" y="3013776"/>
                </a:lnTo>
                <a:lnTo>
                  <a:pt x="1" y="3036174"/>
                </a:lnTo>
                <a:lnTo>
                  <a:pt x="1" y="3303883"/>
                </a:lnTo>
                <a:lnTo>
                  <a:pt x="1" y="3326282"/>
                </a:lnTo>
                <a:lnTo>
                  <a:pt x="1" y="3339495"/>
                </a:lnTo>
                <a:lnTo>
                  <a:pt x="1" y="3361896"/>
                </a:lnTo>
                <a:lnTo>
                  <a:pt x="1" y="3397484"/>
                </a:lnTo>
                <a:lnTo>
                  <a:pt x="1" y="3419885"/>
                </a:lnTo>
                <a:lnTo>
                  <a:pt x="1" y="3433096"/>
                </a:lnTo>
                <a:lnTo>
                  <a:pt x="1" y="3455496"/>
                </a:lnTo>
                <a:lnTo>
                  <a:pt x="1" y="3550913"/>
                </a:lnTo>
                <a:lnTo>
                  <a:pt x="1" y="3586524"/>
                </a:lnTo>
                <a:lnTo>
                  <a:pt x="1" y="3622115"/>
                </a:lnTo>
                <a:lnTo>
                  <a:pt x="1" y="3644514"/>
                </a:lnTo>
                <a:lnTo>
                  <a:pt x="1" y="3657727"/>
                </a:lnTo>
                <a:lnTo>
                  <a:pt x="1" y="3680127"/>
                </a:lnTo>
                <a:lnTo>
                  <a:pt x="1" y="3779396"/>
                </a:lnTo>
                <a:lnTo>
                  <a:pt x="1" y="3801797"/>
                </a:lnTo>
                <a:lnTo>
                  <a:pt x="1" y="3815009"/>
                </a:lnTo>
                <a:lnTo>
                  <a:pt x="1" y="3837408"/>
                </a:lnTo>
                <a:lnTo>
                  <a:pt x="1" y="3853848"/>
                </a:lnTo>
                <a:lnTo>
                  <a:pt x="1" y="3872998"/>
                </a:lnTo>
                <a:lnTo>
                  <a:pt x="1" y="3889459"/>
                </a:lnTo>
                <a:lnTo>
                  <a:pt x="1" y="3908611"/>
                </a:lnTo>
                <a:lnTo>
                  <a:pt x="1" y="3925051"/>
                </a:lnTo>
                <a:lnTo>
                  <a:pt x="1" y="3947449"/>
                </a:lnTo>
                <a:lnTo>
                  <a:pt x="1" y="3960662"/>
                </a:lnTo>
                <a:lnTo>
                  <a:pt x="1" y="3983063"/>
                </a:lnTo>
                <a:lnTo>
                  <a:pt x="1" y="4004025"/>
                </a:lnTo>
                <a:lnTo>
                  <a:pt x="1" y="4026426"/>
                </a:lnTo>
                <a:lnTo>
                  <a:pt x="1" y="4039638"/>
                </a:lnTo>
                <a:lnTo>
                  <a:pt x="1" y="4062039"/>
                </a:lnTo>
                <a:lnTo>
                  <a:pt x="1" y="4097628"/>
                </a:lnTo>
                <a:lnTo>
                  <a:pt x="1" y="4120029"/>
                </a:lnTo>
                <a:lnTo>
                  <a:pt x="1" y="4133240"/>
                </a:lnTo>
                <a:lnTo>
                  <a:pt x="1" y="4155640"/>
                </a:lnTo>
                <a:lnTo>
                  <a:pt x="1" y="4306961"/>
                </a:lnTo>
                <a:lnTo>
                  <a:pt x="1" y="4329362"/>
                </a:lnTo>
                <a:lnTo>
                  <a:pt x="1" y="4342573"/>
                </a:lnTo>
                <a:lnTo>
                  <a:pt x="1" y="4364973"/>
                </a:lnTo>
                <a:lnTo>
                  <a:pt x="1" y="4400561"/>
                </a:lnTo>
                <a:lnTo>
                  <a:pt x="1" y="4422962"/>
                </a:lnTo>
                <a:lnTo>
                  <a:pt x="1" y="4423349"/>
                </a:lnTo>
                <a:lnTo>
                  <a:pt x="1" y="4436175"/>
                </a:lnTo>
                <a:lnTo>
                  <a:pt x="1" y="4445748"/>
                </a:lnTo>
                <a:lnTo>
                  <a:pt x="1" y="4458573"/>
                </a:lnTo>
                <a:lnTo>
                  <a:pt x="1" y="4458962"/>
                </a:lnTo>
                <a:lnTo>
                  <a:pt x="1" y="4481361"/>
                </a:lnTo>
                <a:lnTo>
                  <a:pt x="1" y="4516950"/>
                </a:lnTo>
                <a:lnTo>
                  <a:pt x="1" y="4539349"/>
                </a:lnTo>
                <a:lnTo>
                  <a:pt x="1" y="4552563"/>
                </a:lnTo>
                <a:lnTo>
                  <a:pt x="1" y="4574962"/>
                </a:lnTo>
                <a:lnTo>
                  <a:pt x="1" y="4726284"/>
                </a:lnTo>
                <a:lnTo>
                  <a:pt x="1" y="4748682"/>
                </a:lnTo>
                <a:lnTo>
                  <a:pt x="1" y="4761895"/>
                </a:lnTo>
                <a:lnTo>
                  <a:pt x="1" y="4784296"/>
                </a:lnTo>
                <a:lnTo>
                  <a:pt x="1" y="4819885"/>
                </a:lnTo>
                <a:lnTo>
                  <a:pt x="1" y="4831453"/>
                </a:lnTo>
                <a:lnTo>
                  <a:pt x="1" y="4841558"/>
                </a:lnTo>
                <a:lnTo>
                  <a:pt x="1" y="4842285"/>
                </a:lnTo>
                <a:lnTo>
                  <a:pt x="1" y="4855496"/>
                </a:lnTo>
                <a:lnTo>
                  <a:pt x="1" y="4877897"/>
                </a:lnTo>
                <a:lnTo>
                  <a:pt x="1" y="4973313"/>
                </a:lnTo>
                <a:lnTo>
                  <a:pt x="1" y="5008924"/>
                </a:lnTo>
                <a:lnTo>
                  <a:pt x="1" y="5044516"/>
                </a:lnTo>
                <a:lnTo>
                  <a:pt x="1" y="5066914"/>
                </a:lnTo>
                <a:lnTo>
                  <a:pt x="1" y="5080127"/>
                </a:lnTo>
                <a:lnTo>
                  <a:pt x="1" y="5102528"/>
                </a:lnTo>
                <a:lnTo>
                  <a:pt x="1" y="5201796"/>
                </a:lnTo>
                <a:lnTo>
                  <a:pt x="1" y="5224197"/>
                </a:lnTo>
                <a:lnTo>
                  <a:pt x="1" y="5237409"/>
                </a:lnTo>
                <a:lnTo>
                  <a:pt x="1" y="5259808"/>
                </a:lnTo>
                <a:lnTo>
                  <a:pt x="1" y="5295398"/>
                </a:lnTo>
                <a:lnTo>
                  <a:pt x="1" y="5331011"/>
                </a:lnTo>
                <a:lnTo>
                  <a:pt x="1" y="5426426"/>
                </a:lnTo>
                <a:lnTo>
                  <a:pt x="1" y="5448826"/>
                </a:lnTo>
                <a:lnTo>
                  <a:pt x="1" y="5460361"/>
                </a:lnTo>
                <a:lnTo>
                  <a:pt x="2" y="5460361"/>
                </a:lnTo>
                <a:lnTo>
                  <a:pt x="2" y="5466848"/>
                </a:lnTo>
                <a:lnTo>
                  <a:pt x="2" y="5502461"/>
                </a:lnTo>
                <a:lnTo>
                  <a:pt x="2" y="5597876"/>
                </a:lnTo>
                <a:lnTo>
                  <a:pt x="2" y="5620276"/>
                </a:lnTo>
                <a:lnTo>
                  <a:pt x="2" y="563181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7" name="Forma libre 41">
            <a:extLst>
              <a:ext uri="{FF2B5EF4-FFF2-40B4-BE49-F238E27FC236}">
                <a16:creationId xmlns:a16="http://schemas.microsoft.com/office/drawing/2014/main" id="{1BC34DD8-98EF-E464-6BC0-8B898F662EBE}"/>
              </a:ext>
            </a:extLst>
          </p:cNvPr>
          <p:cNvSpPr/>
          <p:nvPr/>
        </p:nvSpPr>
        <p:spPr>
          <a:xfrm rot="16200000" flipV="1">
            <a:off x="2685957" y="-479611"/>
            <a:ext cx="502573" cy="6263958"/>
          </a:xfrm>
          <a:custGeom>
            <a:avLst/>
            <a:gdLst>
              <a:gd name="connsiteX0" fmla="*/ 502573 w 502573"/>
              <a:gd name="connsiteY0" fmla="*/ 6263958 h 6263958"/>
              <a:gd name="connsiteX1" fmla="*/ 502573 w 502573"/>
              <a:gd name="connsiteY1" fmla="*/ 6246085 h 6263958"/>
              <a:gd name="connsiteX2" fmla="*/ 502573 w 502573"/>
              <a:gd name="connsiteY2" fmla="*/ 6223684 h 6263958"/>
              <a:gd name="connsiteX3" fmla="*/ 502573 w 502573"/>
              <a:gd name="connsiteY3" fmla="*/ 6210472 h 6263958"/>
              <a:gd name="connsiteX4" fmla="*/ 502573 w 502573"/>
              <a:gd name="connsiteY4" fmla="*/ 6188073 h 6263958"/>
              <a:gd name="connsiteX5" fmla="*/ 502573 w 502573"/>
              <a:gd name="connsiteY5" fmla="*/ 6152483 h 6263958"/>
              <a:gd name="connsiteX6" fmla="*/ 502573 w 502573"/>
              <a:gd name="connsiteY6" fmla="*/ 6116871 h 6263958"/>
              <a:gd name="connsiteX7" fmla="*/ 502573 w 502573"/>
              <a:gd name="connsiteY7" fmla="*/ 5997362 h 6263958"/>
              <a:gd name="connsiteX8" fmla="*/ 502573 w 502573"/>
              <a:gd name="connsiteY8" fmla="*/ 5974963 h 6263958"/>
              <a:gd name="connsiteX9" fmla="*/ 502573 w 502573"/>
              <a:gd name="connsiteY9" fmla="*/ 5961749 h 6263958"/>
              <a:gd name="connsiteX10" fmla="*/ 502573 w 502573"/>
              <a:gd name="connsiteY10" fmla="*/ 5939350 h 6263958"/>
              <a:gd name="connsiteX11" fmla="*/ 502573 w 502573"/>
              <a:gd name="connsiteY11" fmla="*/ 5903761 h 6263958"/>
              <a:gd name="connsiteX12" fmla="*/ 502573 w 502573"/>
              <a:gd name="connsiteY12" fmla="*/ 5881361 h 6263958"/>
              <a:gd name="connsiteX13" fmla="*/ 502573 w 502573"/>
              <a:gd name="connsiteY13" fmla="*/ 5868148 h 6263958"/>
              <a:gd name="connsiteX14" fmla="*/ 502573 w 502573"/>
              <a:gd name="connsiteY14" fmla="*/ 5845749 h 6263958"/>
              <a:gd name="connsiteX15" fmla="*/ 502573 w 502573"/>
              <a:gd name="connsiteY15" fmla="*/ 5441058 h 6263958"/>
              <a:gd name="connsiteX16" fmla="*/ 502573 w 502573"/>
              <a:gd name="connsiteY16" fmla="*/ 5418658 h 6263958"/>
              <a:gd name="connsiteX17" fmla="*/ 502573 w 502573"/>
              <a:gd name="connsiteY17" fmla="*/ 5405446 h 6263958"/>
              <a:gd name="connsiteX18" fmla="*/ 502573 w 502573"/>
              <a:gd name="connsiteY18" fmla="*/ 5383046 h 6263958"/>
              <a:gd name="connsiteX19" fmla="*/ 502573 w 502573"/>
              <a:gd name="connsiteY19" fmla="*/ 5347456 h 6263958"/>
              <a:gd name="connsiteX20" fmla="*/ 502573 w 502573"/>
              <a:gd name="connsiteY20" fmla="*/ 5331011 h 6263958"/>
              <a:gd name="connsiteX21" fmla="*/ 502573 w 502573"/>
              <a:gd name="connsiteY21" fmla="*/ 5325055 h 6263958"/>
              <a:gd name="connsiteX22" fmla="*/ 502573 w 502573"/>
              <a:gd name="connsiteY22" fmla="*/ 5311844 h 6263958"/>
              <a:gd name="connsiteX23" fmla="*/ 502573 w 502573"/>
              <a:gd name="connsiteY23" fmla="*/ 5295398 h 6263958"/>
              <a:gd name="connsiteX24" fmla="*/ 502573 w 502573"/>
              <a:gd name="connsiteY24" fmla="*/ 5289444 h 6263958"/>
              <a:gd name="connsiteX25" fmla="*/ 502573 w 502573"/>
              <a:gd name="connsiteY25" fmla="*/ 5259808 h 6263958"/>
              <a:gd name="connsiteX26" fmla="*/ 502573 w 502573"/>
              <a:gd name="connsiteY26" fmla="*/ 5237408 h 6263958"/>
              <a:gd name="connsiteX27" fmla="*/ 502573 w 502573"/>
              <a:gd name="connsiteY27" fmla="*/ 5224197 h 6263958"/>
              <a:gd name="connsiteX28" fmla="*/ 502573 w 502573"/>
              <a:gd name="connsiteY28" fmla="*/ 5201796 h 6263958"/>
              <a:gd name="connsiteX29" fmla="*/ 502572 w 502573"/>
              <a:gd name="connsiteY29" fmla="*/ 4965544 h 6263958"/>
              <a:gd name="connsiteX30" fmla="*/ 502572 w 502573"/>
              <a:gd name="connsiteY30" fmla="*/ 4943145 h 6263958"/>
              <a:gd name="connsiteX31" fmla="*/ 502572 w 502573"/>
              <a:gd name="connsiteY31" fmla="*/ 4929933 h 6263958"/>
              <a:gd name="connsiteX32" fmla="*/ 502572 w 502573"/>
              <a:gd name="connsiteY32" fmla="*/ 4907532 h 6263958"/>
              <a:gd name="connsiteX33" fmla="*/ 502572 w 502573"/>
              <a:gd name="connsiteY33" fmla="*/ 4877897 h 6263958"/>
              <a:gd name="connsiteX34" fmla="*/ 502572 w 502573"/>
              <a:gd name="connsiteY34" fmla="*/ 4871943 h 6263958"/>
              <a:gd name="connsiteX35" fmla="*/ 502572 w 502573"/>
              <a:gd name="connsiteY35" fmla="*/ 4855496 h 6263958"/>
              <a:gd name="connsiteX36" fmla="*/ 502572 w 502573"/>
              <a:gd name="connsiteY36" fmla="*/ 4842285 h 6263958"/>
              <a:gd name="connsiteX37" fmla="*/ 502572 w 502573"/>
              <a:gd name="connsiteY37" fmla="*/ 4841558 h 6263958"/>
              <a:gd name="connsiteX38" fmla="*/ 502573 w 502573"/>
              <a:gd name="connsiteY38" fmla="*/ 4841558 h 6263958"/>
              <a:gd name="connsiteX39" fmla="*/ 502573 w 502573"/>
              <a:gd name="connsiteY39" fmla="*/ 4823685 h 6263958"/>
              <a:gd name="connsiteX40" fmla="*/ 502573 w 502573"/>
              <a:gd name="connsiteY40" fmla="*/ 4801284 h 6263958"/>
              <a:gd name="connsiteX41" fmla="*/ 502573 w 502573"/>
              <a:gd name="connsiteY41" fmla="*/ 4788072 h 6263958"/>
              <a:gd name="connsiteX42" fmla="*/ 502573 w 502573"/>
              <a:gd name="connsiteY42" fmla="*/ 4765673 h 6263958"/>
              <a:gd name="connsiteX43" fmla="*/ 502573 w 502573"/>
              <a:gd name="connsiteY43" fmla="*/ 4730083 h 6263958"/>
              <a:gd name="connsiteX44" fmla="*/ 502573 w 502573"/>
              <a:gd name="connsiteY44" fmla="*/ 4694471 h 6263958"/>
              <a:gd name="connsiteX45" fmla="*/ 502573 w 502573"/>
              <a:gd name="connsiteY45" fmla="*/ 4574962 h 6263958"/>
              <a:gd name="connsiteX46" fmla="*/ 502573 w 502573"/>
              <a:gd name="connsiteY46" fmla="*/ 4552563 h 6263958"/>
              <a:gd name="connsiteX47" fmla="*/ 502573 w 502573"/>
              <a:gd name="connsiteY47" fmla="*/ 4539349 h 6263958"/>
              <a:gd name="connsiteX48" fmla="*/ 502573 w 502573"/>
              <a:gd name="connsiteY48" fmla="*/ 4516950 h 6263958"/>
              <a:gd name="connsiteX49" fmla="*/ 502573 w 502573"/>
              <a:gd name="connsiteY49" fmla="*/ 4481361 h 6263958"/>
              <a:gd name="connsiteX50" fmla="*/ 502573 w 502573"/>
              <a:gd name="connsiteY50" fmla="*/ 4458962 h 6263958"/>
              <a:gd name="connsiteX51" fmla="*/ 502573 w 502573"/>
              <a:gd name="connsiteY51" fmla="*/ 4445748 h 6263958"/>
              <a:gd name="connsiteX52" fmla="*/ 502573 w 502573"/>
              <a:gd name="connsiteY52" fmla="*/ 4423349 h 6263958"/>
              <a:gd name="connsiteX53" fmla="*/ 502573 w 502573"/>
              <a:gd name="connsiteY53" fmla="*/ 4018658 h 6263958"/>
              <a:gd name="connsiteX54" fmla="*/ 502573 w 502573"/>
              <a:gd name="connsiteY54" fmla="*/ 3996258 h 6263958"/>
              <a:gd name="connsiteX55" fmla="*/ 502573 w 502573"/>
              <a:gd name="connsiteY55" fmla="*/ 3983046 h 6263958"/>
              <a:gd name="connsiteX56" fmla="*/ 502573 w 502573"/>
              <a:gd name="connsiteY56" fmla="*/ 3960646 h 6263958"/>
              <a:gd name="connsiteX57" fmla="*/ 502573 w 502573"/>
              <a:gd name="connsiteY57" fmla="*/ 3925056 h 6263958"/>
              <a:gd name="connsiteX58" fmla="*/ 502573 w 502573"/>
              <a:gd name="connsiteY58" fmla="*/ 3908611 h 6263958"/>
              <a:gd name="connsiteX59" fmla="*/ 502573 w 502573"/>
              <a:gd name="connsiteY59" fmla="*/ 3902655 h 6263958"/>
              <a:gd name="connsiteX60" fmla="*/ 502573 w 502573"/>
              <a:gd name="connsiteY60" fmla="*/ 3889444 h 6263958"/>
              <a:gd name="connsiteX61" fmla="*/ 502573 w 502573"/>
              <a:gd name="connsiteY61" fmla="*/ 3872998 h 6263958"/>
              <a:gd name="connsiteX62" fmla="*/ 502573 w 502573"/>
              <a:gd name="connsiteY62" fmla="*/ 3867044 h 6263958"/>
              <a:gd name="connsiteX63" fmla="*/ 502573 w 502573"/>
              <a:gd name="connsiteY63" fmla="*/ 3837408 h 6263958"/>
              <a:gd name="connsiteX64" fmla="*/ 502573 w 502573"/>
              <a:gd name="connsiteY64" fmla="*/ 3815008 h 6263958"/>
              <a:gd name="connsiteX65" fmla="*/ 502573 w 502573"/>
              <a:gd name="connsiteY65" fmla="*/ 3801797 h 6263958"/>
              <a:gd name="connsiteX66" fmla="*/ 502573 w 502573"/>
              <a:gd name="connsiteY66" fmla="*/ 3779396 h 6263958"/>
              <a:gd name="connsiteX67" fmla="*/ 502572 w 502573"/>
              <a:gd name="connsiteY67" fmla="*/ 3543143 h 6263958"/>
              <a:gd name="connsiteX68" fmla="*/ 502572 w 502573"/>
              <a:gd name="connsiteY68" fmla="*/ 3520745 h 6263958"/>
              <a:gd name="connsiteX69" fmla="*/ 502572 w 502573"/>
              <a:gd name="connsiteY69" fmla="*/ 3507532 h 6263958"/>
              <a:gd name="connsiteX70" fmla="*/ 502572 w 502573"/>
              <a:gd name="connsiteY70" fmla="*/ 3485131 h 6263958"/>
              <a:gd name="connsiteX71" fmla="*/ 502572 w 502573"/>
              <a:gd name="connsiteY71" fmla="*/ 3455496 h 6263958"/>
              <a:gd name="connsiteX72" fmla="*/ 502572 w 502573"/>
              <a:gd name="connsiteY72" fmla="*/ 3449543 h 6263958"/>
              <a:gd name="connsiteX73" fmla="*/ 502572 w 502573"/>
              <a:gd name="connsiteY73" fmla="*/ 3433096 h 6263958"/>
              <a:gd name="connsiteX74" fmla="*/ 502572 w 502573"/>
              <a:gd name="connsiteY74" fmla="*/ 3419885 h 6263958"/>
              <a:gd name="connsiteX75" fmla="*/ 502572 w 502573"/>
              <a:gd name="connsiteY75" fmla="*/ 3413932 h 6263958"/>
              <a:gd name="connsiteX76" fmla="*/ 502572 w 502573"/>
              <a:gd name="connsiteY76" fmla="*/ 3397484 h 6263958"/>
              <a:gd name="connsiteX77" fmla="*/ 502572 w 502573"/>
              <a:gd name="connsiteY77" fmla="*/ 3361896 h 6263958"/>
              <a:gd name="connsiteX78" fmla="*/ 502572 w 502573"/>
              <a:gd name="connsiteY78" fmla="*/ 3339495 h 6263958"/>
              <a:gd name="connsiteX79" fmla="*/ 502572 w 502573"/>
              <a:gd name="connsiteY79" fmla="*/ 3326282 h 6263958"/>
              <a:gd name="connsiteX80" fmla="*/ 502572 w 502573"/>
              <a:gd name="connsiteY80" fmla="*/ 3303883 h 6263958"/>
              <a:gd name="connsiteX81" fmla="*/ 502572 w 502573"/>
              <a:gd name="connsiteY81" fmla="*/ 2899192 h 6263958"/>
              <a:gd name="connsiteX82" fmla="*/ 502572 w 502573"/>
              <a:gd name="connsiteY82" fmla="*/ 2876791 h 6263958"/>
              <a:gd name="connsiteX83" fmla="*/ 502572 w 502573"/>
              <a:gd name="connsiteY83" fmla="*/ 2863581 h 6263958"/>
              <a:gd name="connsiteX84" fmla="*/ 502572 w 502573"/>
              <a:gd name="connsiteY84" fmla="*/ 2841180 h 6263958"/>
              <a:gd name="connsiteX85" fmla="*/ 502572 w 502573"/>
              <a:gd name="connsiteY85" fmla="*/ 2805591 h 6263958"/>
              <a:gd name="connsiteX86" fmla="*/ 502572 w 502573"/>
              <a:gd name="connsiteY86" fmla="*/ 2783191 h 6263958"/>
              <a:gd name="connsiteX87" fmla="*/ 502572 w 502573"/>
              <a:gd name="connsiteY87" fmla="*/ 2769978 h 6263958"/>
              <a:gd name="connsiteX88" fmla="*/ 502572 w 502573"/>
              <a:gd name="connsiteY88" fmla="*/ 2747577 h 6263958"/>
              <a:gd name="connsiteX89" fmla="*/ 502572 w 502573"/>
              <a:gd name="connsiteY89" fmla="*/ 2547091 h 6263958"/>
              <a:gd name="connsiteX90" fmla="*/ 502572 w 502573"/>
              <a:gd name="connsiteY90" fmla="*/ 2529218 h 6263958"/>
              <a:gd name="connsiteX91" fmla="*/ 502572 w 502573"/>
              <a:gd name="connsiteY91" fmla="*/ 2506817 h 6263958"/>
              <a:gd name="connsiteX92" fmla="*/ 502572 w 502573"/>
              <a:gd name="connsiteY92" fmla="*/ 2493605 h 6263958"/>
              <a:gd name="connsiteX93" fmla="*/ 502572 w 502573"/>
              <a:gd name="connsiteY93" fmla="*/ 2471206 h 6263958"/>
              <a:gd name="connsiteX94" fmla="*/ 502572 w 502573"/>
              <a:gd name="connsiteY94" fmla="*/ 2435616 h 6263958"/>
              <a:gd name="connsiteX95" fmla="*/ 502572 w 502573"/>
              <a:gd name="connsiteY95" fmla="*/ 2423679 h 6263958"/>
              <a:gd name="connsiteX96" fmla="*/ 502572 w 502573"/>
              <a:gd name="connsiteY96" fmla="*/ 2401280 h 6263958"/>
              <a:gd name="connsiteX97" fmla="*/ 502572 w 502573"/>
              <a:gd name="connsiteY97" fmla="*/ 2400004 h 6263958"/>
              <a:gd name="connsiteX98" fmla="*/ 502572 w 502573"/>
              <a:gd name="connsiteY98" fmla="*/ 2388068 h 6263958"/>
              <a:gd name="connsiteX99" fmla="*/ 502572 w 502573"/>
              <a:gd name="connsiteY99" fmla="*/ 2365667 h 6263958"/>
              <a:gd name="connsiteX100" fmla="*/ 502572 w 502573"/>
              <a:gd name="connsiteY100" fmla="*/ 2330078 h 6263958"/>
              <a:gd name="connsiteX101" fmla="*/ 502572 w 502573"/>
              <a:gd name="connsiteY101" fmla="*/ 2294467 h 6263958"/>
              <a:gd name="connsiteX102" fmla="*/ 502572 w 502573"/>
              <a:gd name="connsiteY102" fmla="*/ 2280495 h 6263958"/>
              <a:gd name="connsiteX103" fmla="*/ 502572 w 502573"/>
              <a:gd name="connsiteY103" fmla="*/ 2258096 h 6263958"/>
              <a:gd name="connsiteX104" fmla="*/ 502572 w 502573"/>
              <a:gd name="connsiteY104" fmla="*/ 2244882 h 6263958"/>
              <a:gd name="connsiteX105" fmla="*/ 502572 w 502573"/>
              <a:gd name="connsiteY105" fmla="*/ 2222483 h 6263958"/>
              <a:gd name="connsiteX106" fmla="*/ 502572 w 502573"/>
              <a:gd name="connsiteY106" fmla="*/ 2186894 h 6263958"/>
              <a:gd name="connsiteX107" fmla="*/ 502572 w 502573"/>
              <a:gd name="connsiteY107" fmla="*/ 2164494 h 6263958"/>
              <a:gd name="connsiteX108" fmla="*/ 502572 w 502573"/>
              <a:gd name="connsiteY108" fmla="*/ 2151281 h 6263958"/>
              <a:gd name="connsiteX109" fmla="*/ 502572 w 502573"/>
              <a:gd name="connsiteY109" fmla="*/ 2128882 h 6263958"/>
              <a:gd name="connsiteX110" fmla="*/ 502572 w 502573"/>
              <a:gd name="connsiteY110" fmla="*/ 1724191 h 6263958"/>
              <a:gd name="connsiteX111" fmla="*/ 502572 w 502573"/>
              <a:gd name="connsiteY111" fmla="*/ 1701791 h 6263958"/>
              <a:gd name="connsiteX112" fmla="*/ 502572 w 502573"/>
              <a:gd name="connsiteY112" fmla="*/ 1688579 h 6263958"/>
              <a:gd name="connsiteX113" fmla="*/ 502572 w 502573"/>
              <a:gd name="connsiteY113" fmla="*/ 1666179 h 6263958"/>
              <a:gd name="connsiteX114" fmla="*/ 502572 w 502573"/>
              <a:gd name="connsiteY114" fmla="*/ 1630590 h 6263958"/>
              <a:gd name="connsiteX115" fmla="*/ 502572 w 502573"/>
              <a:gd name="connsiteY115" fmla="*/ 1614144 h 6263958"/>
              <a:gd name="connsiteX116" fmla="*/ 502572 w 502573"/>
              <a:gd name="connsiteY116" fmla="*/ 1608189 h 6263958"/>
              <a:gd name="connsiteX117" fmla="*/ 502572 w 502573"/>
              <a:gd name="connsiteY117" fmla="*/ 1594978 h 6263958"/>
              <a:gd name="connsiteX118" fmla="*/ 502572 w 502573"/>
              <a:gd name="connsiteY118" fmla="*/ 1578531 h 6263958"/>
              <a:gd name="connsiteX119" fmla="*/ 502572 w 502573"/>
              <a:gd name="connsiteY119" fmla="*/ 1572578 h 6263958"/>
              <a:gd name="connsiteX120" fmla="*/ 502572 w 502573"/>
              <a:gd name="connsiteY120" fmla="*/ 1542942 h 6263958"/>
              <a:gd name="connsiteX121" fmla="*/ 502572 w 502573"/>
              <a:gd name="connsiteY121" fmla="*/ 1520542 h 6263958"/>
              <a:gd name="connsiteX122" fmla="*/ 502572 w 502573"/>
              <a:gd name="connsiteY122" fmla="*/ 1507331 h 6263958"/>
              <a:gd name="connsiteX123" fmla="*/ 502572 w 502573"/>
              <a:gd name="connsiteY123" fmla="*/ 1484930 h 6263958"/>
              <a:gd name="connsiteX124" fmla="*/ 502571 w 502573"/>
              <a:gd name="connsiteY124" fmla="*/ 1248677 h 6263958"/>
              <a:gd name="connsiteX125" fmla="*/ 502571 w 502573"/>
              <a:gd name="connsiteY125" fmla="*/ 1226279 h 6263958"/>
              <a:gd name="connsiteX126" fmla="*/ 502571 w 502573"/>
              <a:gd name="connsiteY126" fmla="*/ 1213066 h 6263958"/>
              <a:gd name="connsiteX127" fmla="*/ 502571 w 502573"/>
              <a:gd name="connsiteY127" fmla="*/ 1190665 h 6263958"/>
              <a:gd name="connsiteX128" fmla="*/ 502571 w 502573"/>
              <a:gd name="connsiteY128" fmla="*/ 1161030 h 6263958"/>
              <a:gd name="connsiteX129" fmla="*/ 502571 w 502573"/>
              <a:gd name="connsiteY129" fmla="*/ 1155076 h 6263958"/>
              <a:gd name="connsiteX130" fmla="*/ 502571 w 502573"/>
              <a:gd name="connsiteY130" fmla="*/ 1138629 h 6263958"/>
              <a:gd name="connsiteX131" fmla="*/ 502571 w 502573"/>
              <a:gd name="connsiteY131" fmla="*/ 1125419 h 6263958"/>
              <a:gd name="connsiteX132" fmla="*/ 502571 w 502573"/>
              <a:gd name="connsiteY132" fmla="*/ 1119465 h 6263958"/>
              <a:gd name="connsiteX133" fmla="*/ 502571 w 502573"/>
              <a:gd name="connsiteY133" fmla="*/ 1103018 h 6263958"/>
              <a:gd name="connsiteX134" fmla="*/ 502571 w 502573"/>
              <a:gd name="connsiteY134" fmla="*/ 1067429 h 6263958"/>
              <a:gd name="connsiteX135" fmla="*/ 502571 w 502573"/>
              <a:gd name="connsiteY135" fmla="*/ 1045028 h 6263958"/>
              <a:gd name="connsiteX136" fmla="*/ 502571 w 502573"/>
              <a:gd name="connsiteY136" fmla="*/ 1031815 h 6263958"/>
              <a:gd name="connsiteX137" fmla="*/ 502571 w 502573"/>
              <a:gd name="connsiteY137" fmla="*/ 1009417 h 6263958"/>
              <a:gd name="connsiteX138" fmla="*/ 502571 w 502573"/>
              <a:gd name="connsiteY138" fmla="*/ 604725 h 6263958"/>
              <a:gd name="connsiteX139" fmla="*/ 502571 w 502573"/>
              <a:gd name="connsiteY139" fmla="*/ 582324 h 6263958"/>
              <a:gd name="connsiteX140" fmla="*/ 502571 w 502573"/>
              <a:gd name="connsiteY140" fmla="*/ 569114 h 6263958"/>
              <a:gd name="connsiteX141" fmla="*/ 502571 w 502573"/>
              <a:gd name="connsiteY141" fmla="*/ 546713 h 6263958"/>
              <a:gd name="connsiteX142" fmla="*/ 502571 w 502573"/>
              <a:gd name="connsiteY142" fmla="*/ 511125 h 6263958"/>
              <a:gd name="connsiteX143" fmla="*/ 502571 w 502573"/>
              <a:gd name="connsiteY143" fmla="*/ 488725 h 6263958"/>
              <a:gd name="connsiteX144" fmla="*/ 502571 w 502573"/>
              <a:gd name="connsiteY144" fmla="*/ 475511 h 6263958"/>
              <a:gd name="connsiteX145" fmla="*/ 502571 w 502573"/>
              <a:gd name="connsiteY145" fmla="*/ 453110 h 6263958"/>
              <a:gd name="connsiteX146" fmla="*/ 502571 w 502573"/>
              <a:gd name="connsiteY146" fmla="*/ 129212 h 6263958"/>
              <a:gd name="connsiteX147" fmla="*/ 502571 w 502573"/>
              <a:gd name="connsiteY147" fmla="*/ 106814 h 6263958"/>
              <a:gd name="connsiteX148" fmla="*/ 502571 w 502573"/>
              <a:gd name="connsiteY148" fmla="*/ 93601 h 6263958"/>
              <a:gd name="connsiteX149" fmla="*/ 502571 w 502573"/>
              <a:gd name="connsiteY149" fmla="*/ 71200 h 6263958"/>
              <a:gd name="connsiteX150" fmla="*/ 502571 w 502573"/>
              <a:gd name="connsiteY150" fmla="*/ 35611 h 6263958"/>
              <a:gd name="connsiteX151" fmla="*/ 502571 w 502573"/>
              <a:gd name="connsiteY151" fmla="*/ 0 h 6263958"/>
              <a:gd name="connsiteX152" fmla="*/ 0 w 502573"/>
              <a:gd name="connsiteY152" fmla="*/ 136982 h 6263958"/>
              <a:gd name="connsiteX153" fmla="*/ 0 w 502573"/>
              <a:gd name="connsiteY153" fmla="*/ 172593 h 6263958"/>
              <a:gd name="connsiteX154" fmla="*/ 0 w 502573"/>
              <a:gd name="connsiteY154" fmla="*/ 208184 h 6263958"/>
              <a:gd name="connsiteX155" fmla="*/ 0 w 502573"/>
              <a:gd name="connsiteY155" fmla="*/ 230582 h 6263958"/>
              <a:gd name="connsiteX156" fmla="*/ 0 w 502573"/>
              <a:gd name="connsiteY156" fmla="*/ 243795 h 6263958"/>
              <a:gd name="connsiteX157" fmla="*/ 0 w 502573"/>
              <a:gd name="connsiteY157" fmla="*/ 266196 h 6263958"/>
              <a:gd name="connsiteX158" fmla="*/ 0 w 502573"/>
              <a:gd name="connsiteY158" fmla="*/ 590095 h 6263958"/>
              <a:gd name="connsiteX159" fmla="*/ 0 w 502573"/>
              <a:gd name="connsiteY159" fmla="*/ 612495 h 6263958"/>
              <a:gd name="connsiteX160" fmla="*/ 0 w 502573"/>
              <a:gd name="connsiteY160" fmla="*/ 625706 h 6263958"/>
              <a:gd name="connsiteX161" fmla="*/ 0 w 502573"/>
              <a:gd name="connsiteY161" fmla="*/ 648106 h 6263958"/>
              <a:gd name="connsiteX162" fmla="*/ 0 w 502573"/>
              <a:gd name="connsiteY162" fmla="*/ 683695 h 6263958"/>
              <a:gd name="connsiteX163" fmla="*/ 0 w 502573"/>
              <a:gd name="connsiteY163" fmla="*/ 706096 h 6263958"/>
              <a:gd name="connsiteX164" fmla="*/ 0 w 502573"/>
              <a:gd name="connsiteY164" fmla="*/ 719308 h 6263958"/>
              <a:gd name="connsiteX165" fmla="*/ 0 w 502573"/>
              <a:gd name="connsiteY165" fmla="*/ 741707 h 6263958"/>
              <a:gd name="connsiteX166" fmla="*/ 0 w 502573"/>
              <a:gd name="connsiteY166" fmla="*/ 1009417 h 6263958"/>
              <a:gd name="connsiteX167" fmla="*/ 0 w 502573"/>
              <a:gd name="connsiteY167" fmla="*/ 1031815 h 6263958"/>
              <a:gd name="connsiteX168" fmla="*/ 0 w 502573"/>
              <a:gd name="connsiteY168" fmla="*/ 1045028 h 6263958"/>
              <a:gd name="connsiteX169" fmla="*/ 0 w 502573"/>
              <a:gd name="connsiteY169" fmla="*/ 1067429 h 6263958"/>
              <a:gd name="connsiteX170" fmla="*/ 0 w 502573"/>
              <a:gd name="connsiteY170" fmla="*/ 1103018 h 6263958"/>
              <a:gd name="connsiteX171" fmla="*/ 0 w 502573"/>
              <a:gd name="connsiteY171" fmla="*/ 1125419 h 6263958"/>
              <a:gd name="connsiteX172" fmla="*/ 0 w 502573"/>
              <a:gd name="connsiteY172" fmla="*/ 1138629 h 6263958"/>
              <a:gd name="connsiteX173" fmla="*/ 0 w 502573"/>
              <a:gd name="connsiteY173" fmla="*/ 1161030 h 6263958"/>
              <a:gd name="connsiteX174" fmla="*/ 0 w 502573"/>
              <a:gd name="connsiteY174" fmla="*/ 1256447 h 6263958"/>
              <a:gd name="connsiteX175" fmla="*/ 0 w 502573"/>
              <a:gd name="connsiteY175" fmla="*/ 1292058 h 6263958"/>
              <a:gd name="connsiteX176" fmla="*/ 0 w 502573"/>
              <a:gd name="connsiteY176" fmla="*/ 1327649 h 6263958"/>
              <a:gd name="connsiteX177" fmla="*/ 0 w 502573"/>
              <a:gd name="connsiteY177" fmla="*/ 1350047 h 6263958"/>
              <a:gd name="connsiteX178" fmla="*/ 0 w 502573"/>
              <a:gd name="connsiteY178" fmla="*/ 1363260 h 6263958"/>
              <a:gd name="connsiteX179" fmla="*/ 0 w 502573"/>
              <a:gd name="connsiteY179" fmla="*/ 1385661 h 6263958"/>
              <a:gd name="connsiteX180" fmla="*/ 0 w 502573"/>
              <a:gd name="connsiteY180" fmla="*/ 1484930 h 6263958"/>
              <a:gd name="connsiteX181" fmla="*/ 0 w 502573"/>
              <a:gd name="connsiteY181" fmla="*/ 1507331 h 6263958"/>
              <a:gd name="connsiteX182" fmla="*/ 0 w 502573"/>
              <a:gd name="connsiteY182" fmla="*/ 1520542 h 6263958"/>
              <a:gd name="connsiteX183" fmla="*/ 0 w 502573"/>
              <a:gd name="connsiteY183" fmla="*/ 1542942 h 6263958"/>
              <a:gd name="connsiteX184" fmla="*/ 0 w 502573"/>
              <a:gd name="connsiteY184" fmla="*/ 1578531 h 6263958"/>
              <a:gd name="connsiteX185" fmla="*/ 0 w 502573"/>
              <a:gd name="connsiteY185" fmla="*/ 1614144 h 6263958"/>
              <a:gd name="connsiteX186" fmla="*/ 0 w 502573"/>
              <a:gd name="connsiteY186" fmla="*/ 1709559 h 6263958"/>
              <a:gd name="connsiteX187" fmla="*/ 0 w 502573"/>
              <a:gd name="connsiteY187" fmla="*/ 1731960 h 6263958"/>
              <a:gd name="connsiteX188" fmla="*/ 0 w 502573"/>
              <a:gd name="connsiteY188" fmla="*/ 1745172 h 6263958"/>
              <a:gd name="connsiteX189" fmla="*/ 0 w 502573"/>
              <a:gd name="connsiteY189" fmla="*/ 1767573 h 6263958"/>
              <a:gd name="connsiteX190" fmla="*/ 0 w 502573"/>
              <a:gd name="connsiteY190" fmla="*/ 1803161 h 6263958"/>
              <a:gd name="connsiteX191" fmla="*/ 0 w 502573"/>
              <a:gd name="connsiteY191" fmla="*/ 1825562 h 6263958"/>
              <a:gd name="connsiteX192" fmla="*/ 0 w 502573"/>
              <a:gd name="connsiteY192" fmla="*/ 1838773 h 6263958"/>
              <a:gd name="connsiteX193" fmla="*/ 0 w 502573"/>
              <a:gd name="connsiteY193" fmla="*/ 1861173 h 6263958"/>
              <a:gd name="connsiteX194" fmla="*/ 0 w 502573"/>
              <a:gd name="connsiteY194" fmla="*/ 2128882 h 6263958"/>
              <a:gd name="connsiteX195" fmla="*/ 0 w 502573"/>
              <a:gd name="connsiteY195" fmla="*/ 2151281 h 6263958"/>
              <a:gd name="connsiteX196" fmla="*/ 0 w 502573"/>
              <a:gd name="connsiteY196" fmla="*/ 2164494 h 6263958"/>
              <a:gd name="connsiteX197" fmla="*/ 0 w 502573"/>
              <a:gd name="connsiteY197" fmla="*/ 2186894 h 6263958"/>
              <a:gd name="connsiteX198" fmla="*/ 0 w 502573"/>
              <a:gd name="connsiteY198" fmla="*/ 2222483 h 6263958"/>
              <a:gd name="connsiteX199" fmla="*/ 0 w 502573"/>
              <a:gd name="connsiteY199" fmla="*/ 2244882 h 6263958"/>
              <a:gd name="connsiteX200" fmla="*/ 0 w 502573"/>
              <a:gd name="connsiteY200" fmla="*/ 2258096 h 6263958"/>
              <a:gd name="connsiteX201" fmla="*/ 0 w 502573"/>
              <a:gd name="connsiteY201" fmla="*/ 2280495 h 6263958"/>
              <a:gd name="connsiteX202" fmla="*/ 0 w 502573"/>
              <a:gd name="connsiteY202" fmla="*/ 2536986 h 6263958"/>
              <a:gd name="connsiteX203" fmla="*/ 0 w 502573"/>
              <a:gd name="connsiteY203" fmla="*/ 2547091 h 6263958"/>
              <a:gd name="connsiteX204" fmla="*/ 1 w 502573"/>
              <a:gd name="connsiteY204" fmla="*/ 2547091 h 6263958"/>
              <a:gd name="connsiteX205" fmla="*/ 1 w 502573"/>
              <a:gd name="connsiteY205" fmla="*/ 2560663 h 6263958"/>
              <a:gd name="connsiteX206" fmla="*/ 1 w 502573"/>
              <a:gd name="connsiteY206" fmla="*/ 2884561 h 6263958"/>
              <a:gd name="connsiteX207" fmla="*/ 1 w 502573"/>
              <a:gd name="connsiteY207" fmla="*/ 2906961 h 6263958"/>
              <a:gd name="connsiteX208" fmla="*/ 1 w 502573"/>
              <a:gd name="connsiteY208" fmla="*/ 2920173 h 6263958"/>
              <a:gd name="connsiteX209" fmla="*/ 1 w 502573"/>
              <a:gd name="connsiteY209" fmla="*/ 2942573 h 6263958"/>
              <a:gd name="connsiteX210" fmla="*/ 1 w 502573"/>
              <a:gd name="connsiteY210" fmla="*/ 2978161 h 6263958"/>
              <a:gd name="connsiteX211" fmla="*/ 1 w 502573"/>
              <a:gd name="connsiteY211" fmla="*/ 3000562 h 6263958"/>
              <a:gd name="connsiteX212" fmla="*/ 1 w 502573"/>
              <a:gd name="connsiteY212" fmla="*/ 3013775 h 6263958"/>
              <a:gd name="connsiteX213" fmla="*/ 1 w 502573"/>
              <a:gd name="connsiteY213" fmla="*/ 3036173 h 6263958"/>
              <a:gd name="connsiteX214" fmla="*/ 1 w 502573"/>
              <a:gd name="connsiteY214" fmla="*/ 3303883 h 6263958"/>
              <a:gd name="connsiteX215" fmla="*/ 1 w 502573"/>
              <a:gd name="connsiteY215" fmla="*/ 3326282 h 6263958"/>
              <a:gd name="connsiteX216" fmla="*/ 1 w 502573"/>
              <a:gd name="connsiteY216" fmla="*/ 3339495 h 6263958"/>
              <a:gd name="connsiteX217" fmla="*/ 1 w 502573"/>
              <a:gd name="connsiteY217" fmla="*/ 3361896 h 6263958"/>
              <a:gd name="connsiteX218" fmla="*/ 1 w 502573"/>
              <a:gd name="connsiteY218" fmla="*/ 3397484 h 6263958"/>
              <a:gd name="connsiteX219" fmla="*/ 1 w 502573"/>
              <a:gd name="connsiteY219" fmla="*/ 3419885 h 6263958"/>
              <a:gd name="connsiteX220" fmla="*/ 1 w 502573"/>
              <a:gd name="connsiteY220" fmla="*/ 3433096 h 6263958"/>
              <a:gd name="connsiteX221" fmla="*/ 1 w 502573"/>
              <a:gd name="connsiteY221" fmla="*/ 3455496 h 6263958"/>
              <a:gd name="connsiteX222" fmla="*/ 1 w 502573"/>
              <a:gd name="connsiteY222" fmla="*/ 3550913 h 6263958"/>
              <a:gd name="connsiteX223" fmla="*/ 1 w 502573"/>
              <a:gd name="connsiteY223" fmla="*/ 3586524 h 6263958"/>
              <a:gd name="connsiteX224" fmla="*/ 1 w 502573"/>
              <a:gd name="connsiteY224" fmla="*/ 3622115 h 6263958"/>
              <a:gd name="connsiteX225" fmla="*/ 1 w 502573"/>
              <a:gd name="connsiteY225" fmla="*/ 3644514 h 6263958"/>
              <a:gd name="connsiteX226" fmla="*/ 1 w 502573"/>
              <a:gd name="connsiteY226" fmla="*/ 3657727 h 6263958"/>
              <a:gd name="connsiteX227" fmla="*/ 1 w 502573"/>
              <a:gd name="connsiteY227" fmla="*/ 3680127 h 6263958"/>
              <a:gd name="connsiteX228" fmla="*/ 1 w 502573"/>
              <a:gd name="connsiteY228" fmla="*/ 3779396 h 6263958"/>
              <a:gd name="connsiteX229" fmla="*/ 1 w 502573"/>
              <a:gd name="connsiteY229" fmla="*/ 3801797 h 6263958"/>
              <a:gd name="connsiteX230" fmla="*/ 1 w 502573"/>
              <a:gd name="connsiteY230" fmla="*/ 3815009 h 6263958"/>
              <a:gd name="connsiteX231" fmla="*/ 1 w 502573"/>
              <a:gd name="connsiteY231" fmla="*/ 3837408 h 6263958"/>
              <a:gd name="connsiteX232" fmla="*/ 1 w 502573"/>
              <a:gd name="connsiteY232" fmla="*/ 3853848 h 6263958"/>
              <a:gd name="connsiteX233" fmla="*/ 1 w 502573"/>
              <a:gd name="connsiteY233" fmla="*/ 3872998 h 6263958"/>
              <a:gd name="connsiteX234" fmla="*/ 1 w 502573"/>
              <a:gd name="connsiteY234" fmla="*/ 3889459 h 6263958"/>
              <a:gd name="connsiteX235" fmla="*/ 1 w 502573"/>
              <a:gd name="connsiteY235" fmla="*/ 3908611 h 6263958"/>
              <a:gd name="connsiteX236" fmla="*/ 1 w 502573"/>
              <a:gd name="connsiteY236" fmla="*/ 3925051 h 6263958"/>
              <a:gd name="connsiteX237" fmla="*/ 1 w 502573"/>
              <a:gd name="connsiteY237" fmla="*/ 3947449 h 6263958"/>
              <a:gd name="connsiteX238" fmla="*/ 1 w 502573"/>
              <a:gd name="connsiteY238" fmla="*/ 3960662 h 6263958"/>
              <a:gd name="connsiteX239" fmla="*/ 1 w 502573"/>
              <a:gd name="connsiteY239" fmla="*/ 3983063 h 6263958"/>
              <a:gd name="connsiteX240" fmla="*/ 1 w 502573"/>
              <a:gd name="connsiteY240" fmla="*/ 4004025 h 6263958"/>
              <a:gd name="connsiteX241" fmla="*/ 1 w 502573"/>
              <a:gd name="connsiteY241" fmla="*/ 4026426 h 6263958"/>
              <a:gd name="connsiteX242" fmla="*/ 1 w 502573"/>
              <a:gd name="connsiteY242" fmla="*/ 4039638 h 6263958"/>
              <a:gd name="connsiteX243" fmla="*/ 1 w 502573"/>
              <a:gd name="connsiteY243" fmla="*/ 4062039 h 6263958"/>
              <a:gd name="connsiteX244" fmla="*/ 1 w 502573"/>
              <a:gd name="connsiteY244" fmla="*/ 4097628 h 6263958"/>
              <a:gd name="connsiteX245" fmla="*/ 1 w 502573"/>
              <a:gd name="connsiteY245" fmla="*/ 4120029 h 6263958"/>
              <a:gd name="connsiteX246" fmla="*/ 1 w 502573"/>
              <a:gd name="connsiteY246" fmla="*/ 4133240 h 6263958"/>
              <a:gd name="connsiteX247" fmla="*/ 1 w 502573"/>
              <a:gd name="connsiteY247" fmla="*/ 4155640 h 6263958"/>
              <a:gd name="connsiteX248" fmla="*/ 1 w 502573"/>
              <a:gd name="connsiteY248" fmla="*/ 4306961 h 6263958"/>
              <a:gd name="connsiteX249" fmla="*/ 1 w 502573"/>
              <a:gd name="connsiteY249" fmla="*/ 4329362 h 6263958"/>
              <a:gd name="connsiteX250" fmla="*/ 1 w 502573"/>
              <a:gd name="connsiteY250" fmla="*/ 4342573 h 6263958"/>
              <a:gd name="connsiteX251" fmla="*/ 1 w 502573"/>
              <a:gd name="connsiteY251" fmla="*/ 4364973 h 6263958"/>
              <a:gd name="connsiteX252" fmla="*/ 1 w 502573"/>
              <a:gd name="connsiteY252" fmla="*/ 4400561 h 6263958"/>
              <a:gd name="connsiteX253" fmla="*/ 1 w 502573"/>
              <a:gd name="connsiteY253" fmla="*/ 4422962 h 6263958"/>
              <a:gd name="connsiteX254" fmla="*/ 1 w 502573"/>
              <a:gd name="connsiteY254" fmla="*/ 4423349 h 6263958"/>
              <a:gd name="connsiteX255" fmla="*/ 1 w 502573"/>
              <a:gd name="connsiteY255" fmla="*/ 4436175 h 6263958"/>
              <a:gd name="connsiteX256" fmla="*/ 1 w 502573"/>
              <a:gd name="connsiteY256" fmla="*/ 4445748 h 6263958"/>
              <a:gd name="connsiteX257" fmla="*/ 1 w 502573"/>
              <a:gd name="connsiteY257" fmla="*/ 4458573 h 6263958"/>
              <a:gd name="connsiteX258" fmla="*/ 1 w 502573"/>
              <a:gd name="connsiteY258" fmla="*/ 4458962 h 6263958"/>
              <a:gd name="connsiteX259" fmla="*/ 1 w 502573"/>
              <a:gd name="connsiteY259" fmla="*/ 4481361 h 6263958"/>
              <a:gd name="connsiteX260" fmla="*/ 1 w 502573"/>
              <a:gd name="connsiteY260" fmla="*/ 4516950 h 6263958"/>
              <a:gd name="connsiteX261" fmla="*/ 1 w 502573"/>
              <a:gd name="connsiteY261" fmla="*/ 4539349 h 6263958"/>
              <a:gd name="connsiteX262" fmla="*/ 1 w 502573"/>
              <a:gd name="connsiteY262" fmla="*/ 4552563 h 6263958"/>
              <a:gd name="connsiteX263" fmla="*/ 1 w 502573"/>
              <a:gd name="connsiteY263" fmla="*/ 4574962 h 6263958"/>
              <a:gd name="connsiteX264" fmla="*/ 1 w 502573"/>
              <a:gd name="connsiteY264" fmla="*/ 4726284 h 6263958"/>
              <a:gd name="connsiteX265" fmla="*/ 1 w 502573"/>
              <a:gd name="connsiteY265" fmla="*/ 4748682 h 6263958"/>
              <a:gd name="connsiteX266" fmla="*/ 1 w 502573"/>
              <a:gd name="connsiteY266" fmla="*/ 4761895 h 6263958"/>
              <a:gd name="connsiteX267" fmla="*/ 1 w 502573"/>
              <a:gd name="connsiteY267" fmla="*/ 4784296 h 6263958"/>
              <a:gd name="connsiteX268" fmla="*/ 1 w 502573"/>
              <a:gd name="connsiteY268" fmla="*/ 4819885 h 6263958"/>
              <a:gd name="connsiteX269" fmla="*/ 1 w 502573"/>
              <a:gd name="connsiteY269" fmla="*/ 4831453 h 6263958"/>
              <a:gd name="connsiteX270" fmla="*/ 1 w 502573"/>
              <a:gd name="connsiteY270" fmla="*/ 4841558 h 6263958"/>
              <a:gd name="connsiteX271" fmla="*/ 1 w 502573"/>
              <a:gd name="connsiteY271" fmla="*/ 4842285 h 6263958"/>
              <a:gd name="connsiteX272" fmla="*/ 1 w 502573"/>
              <a:gd name="connsiteY272" fmla="*/ 4855496 h 6263958"/>
              <a:gd name="connsiteX273" fmla="*/ 1 w 502573"/>
              <a:gd name="connsiteY273" fmla="*/ 4877897 h 6263958"/>
              <a:gd name="connsiteX274" fmla="*/ 1 w 502573"/>
              <a:gd name="connsiteY274" fmla="*/ 4973313 h 6263958"/>
              <a:gd name="connsiteX275" fmla="*/ 1 w 502573"/>
              <a:gd name="connsiteY275" fmla="*/ 5008924 h 6263958"/>
              <a:gd name="connsiteX276" fmla="*/ 1 w 502573"/>
              <a:gd name="connsiteY276" fmla="*/ 5044516 h 6263958"/>
              <a:gd name="connsiteX277" fmla="*/ 1 w 502573"/>
              <a:gd name="connsiteY277" fmla="*/ 5066914 h 6263958"/>
              <a:gd name="connsiteX278" fmla="*/ 1 w 502573"/>
              <a:gd name="connsiteY278" fmla="*/ 5080127 h 6263958"/>
              <a:gd name="connsiteX279" fmla="*/ 1 w 502573"/>
              <a:gd name="connsiteY279" fmla="*/ 5102528 h 6263958"/>
              <a:gd name="connsiteX280" fmla="*/ 1 w 502573"/>
              <a:gd name="connsiteY280" fmla="*/ 5201796 h 6263958"/>
              <a:gd name="connsiteX281" fmla="*/ 1 w 502573"/>
              <a:gd name="connsiteY281" fmla="*/ 5224197 h 6263958"/>
              <a:gd name="connsiteX282" fmla="*/ 1 w 502573"/>
              <a:gd name="connsiteY282" fmla="*/ 5237409 h 6263958"/>
              <a:gd name="connsiteX283" fmla="*/ 1 w 502573"/>
              <a:gd name="connsiteY283" fmla="*/ 5259808 h 6263958"/>
              <a:gd name="connsiteX284" fmla="*/ 1 w 502573"/>
              <a:gd name="connsiteY284" fmla="*/ 5295398 h 6263958"/>
              <a:gd name="connsiteX285" fmla="*/ 1 w 502573"/>
              <a:gd name="connsiteY285" fmla="*/ 5331011 h 6263958"/>
              <a:gd name="connsiteX286" fmla="*/ 1 w 502573"/>
              <a:gd name="connsiteY286" fmla="*/ 5426426 h 6263958"/>
              <a:gd name="connsiteX287" fmla="*/ 1 w 502573"/>
              <a:gd name="connsiteY287" fmla="*/ 5448826 h 6263958"/>
              <a:gd name="connsiteX288" fmla="*/ 1 w 502573"/>
              <a:gd name="connsiteY288" fmla="*/ 5462038 h 6263958"/>
              <a:gd name="connsiteX289" fmla="*/ 1 w 502573"/>
              <a:gd name="connsiteY289" fmla="*/ 5484439 h 6263958"/>
              <a:gd name="connsiteX290" fmla="*/ 1 w 502573"/>
              <a:gd name="connsiteY290" fmla="*/ 5520028 h 6263958"/>
              <a:gd name="connsiteX291" fmla="*/ 1 w 502573"/>
              <a:gd name="connsiteY291" fmla="*/ 5542429 h 6263958"/>
              <a:gd name="connsiteX292" fmla="*/ 1 w 502573"/>
              <a:gd name="connsiteY292" fmla="*/ 5555640 h 6263958"/>
              <a:gd name="connsiteX293" fmla="*/ 1 w 502573"/>
              <a:gd name="connsiteY293" fmla="*/ 5578040 h 6263958"/>
              <a:gd name="connsiteX294" fmla="*/ 1 w 502573"/>
              <a:gd name="connsiteY294" fmla="*/ 5845749 h 6263958"/>
              <a:gd name="connsiteX295" fmla="*/ 1 w 502573"/>
              <a:gd name="connsiteY295" fmla="*/ 5868148 h 6263958"/>
              <a:gd name="connsiteX296" fmla="*/ 1 w 502573"/>
              <a:gd name="connsiteY296" fmla="*/ 5881361 h 6263958"/>
              <a:gd name="connsiteX297" fmla="*/ 1 w 502573"/>
              <a:gd name="connsiteY297" fmla="*/ 5903761 h 6263958"/>
              <a:gd name="connsiteX298" fmla="*/ 1 w 502573"/>
              <a:gd name="connsiteY298" fmla="*/ 5939350 h 6263958"/>
              <a:gd name="connsiteX299" fmla="*/ 1 w 502573"/>
              <a:gd name="connsiteY299" fmla="*/ 5961749 h 6263958"/>
              <a:gd name="connsiteX300" fmla="*/ 1 w 502573"/>
              <a:gd name="connsiteY300" fmla="*/ 5974963 h 6263958"/>
              <a:gd name="connsiteX301" fmla="*/ 1 w 502573"/>
              <a:gd name="connsiteY301" fmla="*/ 5997362 h 6263958"/>
              <a:gd name="connsiteX302" fmla="*/ 1 w 502573"/>
              <a:gd name="connsiteY302" fmla="*/ 6253853 h 6263958"/>
              <a:gd name="connsiteX303" fmla="*/ 1 w 502573"/>
              <a:gd name="connsiteY303" fmla="*/ 6263958 h 6263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Lst>
            <a:rect l="l" t="t" r="r" b="b"/>
            <a:pathLst>
              <a:path w="502572" h="6263958">
                <a:moveTo>
                  <a:pt x="502573" y="6263958"/>
                </a:moveTo>
                <a:lnTo>
                  <a:pt x="502573" y="6246085"/>
                </a:lnTo>
                <a:lnTo>
                  <a:pt x="502573" y="6223684"/>
                </a:lnTo>
                <a:lnTo>
                  <a:pt x="502573" y="6210472"/>
                </a:lnTo>
                <a:lnTo>
                  <a:pt x="502573" y="6188073"/>
                </a:lnTo>
                <a:lnTo>
                  <a:pt x="502573" y="6152483"/>
                </a:lnTo>
                <a:lnTo>
                  <a:pt x="502573" y="6116871"/>
                </a:lnTo>
                <a:lnTo>
                  <a:pt x="502573" y="5997362"/>
                </a:lnTo>
                <a:lnTo>
                  <a:pt x="502573" y="5974963"/>
                </a:lnTo>
                <a:lnTo>
                  <a:pt x="502573" y="5961749"/>
                </a:lnTo>
                <a:lnTo>
                  <a:pt x="502573" y="5939350"/>
                </a:lnTo>
                <a:lnTo>
                  <a:pt x="502573" y="5903761"/>
                </a:lnTo>
                <a:lnTo>
                  <a:pt x="502573" y="5881361"/>
                </a:lnTo>
                <a:lnTo>
                  <a:pt x="502573" y="5868148"/>
                </a:lnTo>
                <a:lnTo>
                  <a:pt x="502573" y="5845749"/>
                </a:lnTo>
                <a:lnTo>
                  <a:pt x="502573" y="5441058"/>
                </a:lnTo>
                <a:lnTo>
                  <a:pt x="502573" y="5418658"/>
                </a:lnTo>
                <a:lnTo>
                  <a:pt x="502573" y="5405446"/>
                </a:lnTo>
                <a:lnTo>
                  <a:pt x="502573" y="5383046"/>
                </a:lnTo>
                <a:lnTo>
                  <a:pt x="502573" y="5347456"/>
                </a:lnTo>
                <a:lnTo>
                  <a:pt x="502573" y="5331011"/>
                </a:lnTo>
                <a:lnTo>
                  <a:pt x="502573" y="5325055"/>
                </a:lnTo>
                <a:lnTo>
                  <a:pt x="502573" y="5311844"/>
                </a:lnTo>
                <a:lnTo>
                  <a:pt x="502573" y="5295398"/>
                </a:lnTo>
                <a:lnTo>
                  <a:pt x="502573" y="5289444"/>
                </a:lnTo>
                <a:lnTo>
                  <a:pt x="502573" y="5259808"/>
                </a:lnTo>
                <a:lnTo>
                  <a:pt x="502573" y="5237408"/>
                </a:lnTo>
                <a:lnTo>
                  <a:pt x="502573" y="5224197"/>
                </a:lnTo>
                <a:lnTo>
                  <a:pt x="502573" y="5201796"/>
                </a:lnTo>
                <a:lnTo>
                  <a:pt x="502572" y="4965544"/>
                </a:lnTo>
                <a:lnTo>
                  <a:pt x="502572" y="4943145"/>
                </a:lnTo>
                <a:lnTo>
                  <a:pt x="502572" y="4929933"/>
                </a:lnTo>
                <a:lnTo>
                  <a:pt x="502572" y="4907532"/>
                </a:lnTo>
                <a:lnTo>
                  <a:pt x="502572" y="4877897"/>
                </a:lnTo>
                <a:lnTo>
                  <a:pt x="502572" y="4871943"/>
                </a:lnTo>
                <a:lnTo>
                  <a:pt x="502572" y="4855496"/>
                </a:lnTo>
                <a:lnTo>
                  <a:pt x="502572" y="4842285"/>
                </a:lnTo>
                <a:lnTo>
                  <a:pt x="502572" y="4841558"/>
                </a:lnTo>
                <a:lnTo>
                  <a:pt x="502573" y="4841558"/>
                </a:lnTo>
                <a:lnTo>
                  <a:pt x="502573" y="4823685"/>
                </a:lnTo>
                <a:lnTo>
                  <a:pt x="502573" y="4801284"/>
                </a:lnTo>
                <a:lnTo>
                  <a:pt x="502573" y="4788072"/>
                </a:lnTo>
                <a:lnTo>
                  <a:pt x="502573" y="4765673"/>
                </a:lnTo>
                <a:lnTo>
                  <a:pt x="502573" y="4730083"/>
                </a:lnTo>
                <a:lnTo>
                  <a:pt x="502573" y="4694471"/>
                </a:lnTo>
                <a:lnTo>
                  <a:pt x="502573" y="4574962"/>
                </a:lnTo>
                <a:lnTo>
                  <a:pt x="502573" y="4552563"/>
                </a:lnTo>
                <a:lnTo>
                  <a:pt x="502573" y="4539349"/>
                </a:lnTo>
                <a:lnTo>
                  <a:pt x="502573" y="4516950"/>
                </a:lnTo>
                <a:lnTo>
                  <a:pt x="502573" y="4481361"/>
                </a:lnTo>
                <a:lnTo>
                  <a:pt x="502573" y="4458962"/>
                </a:lnTo>
                <a:lnTo>
                  <a:pt x="502573" y="4445748"/>
                </a:lnTo>
                <a:lnTo>
                  <a:pt x="502573" y="4423349"/>
                </a:lnTo>
                <a:lnTo>
                  <a:pt x="502573" y="4018658"/>
                </a:lnTo>
                <a:lnTo>
                  <a:pt x="502573" y="3996258"/>
                </a:lnTo>
                <a:lnTo>
                  <a:pt x="502573" y="3983046"/>
                </a:lnTo>
                <a:lnTo>
                  <a:pt x="502573" y="3960646"/>
                </a:lnTo>
                <a:lnTo>
                  <a:pt x="502573" y="3925056"/>
                </a:lnTo>
                <a:lnTo>
                  <a:pt x="502573" y="3908611"/>
                </a:lnTo>
                <a:lnTo>
                  <a:pt x="502573" y="3902655"/>
                </a:lnTo>
                <a:lnTo>
                  <a:pt x="502573" y="3889444"/>
                </a:lnTo>
                <a:lnTo>
                  <a:pt x="502573" y="3872998"/>
                </a:lnTo>
                <a:lnTo>
                  <a:pt x="502573" y="3867044"/>
                </a:lnTo>
                <a:lnTo>
                  <a:pt x="502573" y="3837408"/>
                </a:lnTo>
                <a:lnTo>
                  <a:pt x="502573" y="3815008"/>
                </a:lnTo>
                <a:lnTo>
                  <a:pt x="502573" y="3801797"/>
                </a:lnTo>
                <a:lnTo>
                  <a:pt x="502573" y="3779396"/>
                </a:lnTo>
                <a:lnTo>
                  <a:pt x="502572" y="3543143"/>
                </a:lnTo>
                <a:lnTo>
                  <a:pt x="502572" y="3520745"/>
                </a:lnTo>
                <a:lnTo>
                  <a:pt x="502572" y="3507532"/>
                </a:lnTo>
                <a:lnTo>
                  <a:pt x="502572" y="3485131"/>
                </a:lnTo>
                <a:lnTo>
                  <a:pt x="502572" y="3455496"/>
                </a:lnTo>
                <a:lnTo>
                  <a:pt x="502572" y="3449543"/>
                </a:lnTo>
                <a:lnTo>
                  <a:pt x="502572" y="3433096"/>
                </a:lnTo>
                <a:lnTo>
                  <a:pt x="502572" y="3419885"/>
                </a:lnTo>
                <a:lnTo>
                  <a:pt x="502572" y="3413932"/>
                </a:lnTo>
                <a:lnTo>
                  <a:pt x="502572" y="3397484"/>
                </a:lnTo>
                <a:lnTo>
                  <a:pt x="502572" y="3361896"/>
                </a:lnTo>
                <a:lnTo>
                  <a:pt x="502572" y="3339495"/>
                </a:lnTo>
                <a:lnTo>
                  <a:pt x="502572" y="3326282"/>
                </a:lnTo>
                <a:lnTo>
                  <a:pt x="502572" y="3303883"/>
                </a:lnTo>
                <a:lnTo>
                  <a:pt x="502572" y="2899192"/>
                </a:lnTo>
                <a:lnTo>
                  <a:pt x="502572" y="2876791"/>
                </a:lnTo>
                <a:lnTo>
                  <a:pt x="502572" y="2863581"/>
                </a:lnTo>
                <a:lnTo>
                  <a:pt x="502572" y="2841180"/>
                </a:lnTo>
                <a:lnTo>
                  <a:pt x="502572" y="2805591"/>
                </a:lnTo>
                <a:lnTo>
                  <a:pt x="502572" y="2783191"/>
                </a:lnTo>
                <a:lnTo>
                  <a:pt x="502572" y="2769978"/>
                </a:lnTo>
                <a:lnTo>
                  <a:pt x="502572" y="2747577"/>
                </a:lnTo>
                <a:lnTo>
                  <a:pt x="502572" y="2547091"/>
                </a:lnTo>
                <a:lnTo>
                  <a:pt x="502572" y="2529218"/>
                </a:lnTo>
                <a:lnTo>
                  <a:pt x="502572" y="2506817"/>
                </a:lnTo>
                <a:lnTo>
                  <a:pt x="502572" y="2493605"/>
                </a:lnTo>
                <a:lnTo>
                  <a:pt x="502572" y="2471206"/>
                </a:lnTo>
                <a:lnTo>
                  <a:pt x="502572" y="2435616"/>
                </a:lnTo>
                <a:lnTo>
                  <a:pt x="502572" y="2423679"/>
                </a:lnTo>
                <a:lnTo>
                  <a:pt x="502572" y="2401280"/>
                </a:lnTo>
                <a:lnTo>
                  <a:pt x="502572" y="2400004"/>
                </a:lnTo>
                <a:lnTo>
                  <a:pt x="502572" y="2388068"/>
                </a:lnTo>
                <a:lnTo>
                  <a:pt x="502572" y="2365667"/>
                </a:lnTo>
                <a:lnTo>
                  <a:pt x="502572" y="2330078"/>
                </a:lnTo>
                <a:lnTo>
                  <a:pt x="502572" y="2294467"/>
                </a:lnTo>
                <a:lnTo>
                  <a:pt x="502572" y="2280495"/>
                </a:lnTo>
                <a:lnTo>
                  <a:pt x="502572" y="2258096"/>
                </a:lnTo>
                <a:lnTo>
                  <a:pt x="502572" y="2244882"/>
                </a:lnTo>
                <a:lnTo>
                  <a:pt x="502572" y="2222483"/>
                </a:lnTo>
                <a:lnTo>
                  <a:pt x="502572" y="2186894"/>
                </a:lnTo>
                <a:lnTo>
                  <a:pt x="502572" y="2164494"/>
                </a:lnTo>
                <a:lnTo>
                  <a:pt x="502572" y="2151281"/>
                </a:lnTo>
                <a:lnTo>
                  <a:pt x="502572" y="2128882"/>
                </a:lnTo>
                <a:lnTo>
                  <a:pt x="502572" y="1724191"/>
                </a:lnTo>
                <a:lnTo>
                  <a:pt x="502572" y="1701791"/>
                </a:lnTo>
                <a:lnTo>
                  <a:pt x="502572" y="1688579"/>
                </a:lnTo>
                <a:lnTo>
                  <a:pt x="502572" y="1666179"/>
                </a:lnTo>
                <a:lnTo>
                  <a:pt x="502572" y="1630590"/>
                </a:lnTo>
                <a:lnTo>
                  <a:pt x="502572" y="1614144"/>
                </a:lnTo>
                <a:lnTo>
                  <a:pt x="502572" y="1608189"/>
                </a:lnTo>
                <a:lnTo>
                  <a:pt x="502572" y="1594978"/>
                </a:lnTo>
                <a:lnTo>
                  <a:pt x="502572" y="1578531"/>
                </a:lnTo>
                <a:lnTo>
                  <a:pt x="502572" y="1572578"/>
                </a:lnTo>
                <a:lnTo>
                  <a:pt x="502572" y="1542942"/>
                </a:lnTo>
                <a:lnTo>
                  <a:pt x="502572" y="1520542"/>
                </a:lnTo>
                <a:lnTo>
                  <a:pt x="502572" y="1507331"/>
                </a:lnTo>
                <a:lnTo>
                  <a:pt x="502572" y="1484930"/>
                </a:lnTo>
                <a:lnTo>
                  <a:pt x="502571" y="1248677"/>
                </a:lnTo>
                <a:lnTo>
                  <a:pt x="502571" y="1226279"/>
                </a:lnTo>
                <a:lnTo>
                  <a:pt x="502571" y="1213066"/>
                </a:lnTo>
                <a:lnTo>
                  <a:pt x="502571" y="1190665"/>
                </a:lnTo>
                <a:lnTo>
                  <a:pt x="502571" y="1161030"/>
                </a:lnTo>
                <a:lnTo>
                  <a:pt x="502571" y="1155076"/>
                </a:lnTo>
                <a:lnTo>
                  <a:pt x="502571" y="1138629"/>
                </a:lnTo>
                <a:lnTo>
                  <a:pt x="502571" y="1125419"/>
                </a:lnTo>
                <a:lnTo>
                  <a:pt x="502571" y="1119465"/>
                </a:lnTo>
                <a:lnTo>
                  <a:pt x="502571" y="1103018"/>
                </a:lnTo>
                <a:lnTo>
                  <a:pt x="502571" y="1067429"/>
                </a:lnTo>
                <a:lnTo>
                  <a:pt x="502571" y="1045028"/>
                </a:lnTo>
                <a:lnTo>
                  <a:pt x="502571" y="1031815"/>
                </a:lnTo>
                <a:lnTo>
                  <a:pt x="502571" y="1009417"/>
                </a:lnTo>
                <a:lnTo>
                  <a:pt x="502571" y="604725"/>
                </a:lnTo>
                <a:lnTo>
                  <a:pt x="502571" y="582324"/>
                </a:lnTo>
                <a:lnTo>
                  <a:pt x="502571" y="569114"/>
                </a:lnTo>
                <a:lnTo>
                  <a:pt x="502571" y="546713"/>
                </a:lnTo>
                <a:lnTo>
                  <a:pt x="502571" y="511125"/>
                </a:lnTo>
                <a:lnTo>
                  <a:pt x="502571" y="488725"/>
                </a:lnTo>
                <a:lnTo>
                  <a:pt x="502571" y="475511"/>
                </a:lnTo>
                <a:lnTo>
                  <a:pt x="502571" y="453110"/>
                </a:lnTo>
                <a:lnTo>
                  <a:pt x="502571" y="129212"/>
                </a:lnTo>
                <a:lnTo>
                  <a:pt x="502571" y="106814"/>
                </a:lnTo>
                <a:lnTo>
                  <a:pt x="502571" y="93601"/>
                </a:lnTo>
                <a:lnTo>
                  <a:pt x="502571" y="71200"/>
                </a:lnTo>
                <a:lnTo>
                  <a:pt x="502571" y="35611"/>
                </a:lnTo>
                <a:lnTo>
                  <a:pt x="502571" y="0"/>
                </a:lnTo>
                <a:lnTo>
                  <a:pt x="0" y="136982"/>
                </a:lnTo>
                <a:lnTo>
                  <a:pt x="0" y="172593"/>
                </a:lnTo>
                <a:lnTo>
                  <a:pt x="0" y="208184"/>
                </a:lnTo>
                <a:lnTo>
                  <a:pt x="0" y="230582"/>
                </a:lnTo>
                <a:lnTo>
                  <a:pt x="0" y="243795"/>
                </a:lnTo>
                <a:lnTo>
                  <a:pt x="0" y="266196"/>
                </a:lnTo>
                <a:lnTo>
                  <a:pt x="0" y="590095"/>
                </a:lnTo>
                <a:lnTo>
                  <a:pt x="0" y="612495"/>
                </a:lnTo>
                <a:lnTo>
                  <a:pt x="0" y="625706"/>
                </a:lnTo>
                <a:lnTo>
                  <a:pt x="0" y="648106"/>
                </a:lnTo>
                <a:lnTo>
                  <a:pt x="0" y="683695"/>
                </a:lnTo>
                <a:lnTo>
                  <a:pt x="0" y="706096"/>
                </a:lnTo>
                <a:lnTo>
                  <a:pt x="0" y="719308"/>
                </a:lnTo>
                <a:lnTo>
                  <a:pt x="0" y="741707"/>
                </a:lnTo>
                <a:lnTo>
                  <a:pt x="0" y="1009417"/>
                </a:lnTo>
                <a:lnTo>
                  <a:pt x="0" y="1031815"/>
                </a:lnTo>
                <a:lnTo>
                  <a:pt x="0" y="1045028"/>
                </a:lnTo>
                <a:lnTo>
                  <a:pt x="0" y="1067429"/>
                </a:lnTo>
                <a:lnTo>
                  <a:pt x="0" y="1103018"/>
                </a:lnTo>
                <a:lnTo>
                  <a:pt x="0" y="1125419"/>
                </a:lnTo>
                <a:lnTo>
                  <a:pt x="0" y="1138629"/>
                </a:lnTo>
                <a:lnTo>
                  <a:pt x="0" y="1161030"/>
                </a:lnTo>
                <a:lnTo>
                  <a:pt x="0" y="1256447"/>
                </a:lnTo>
                <a:lnTo>
                  <a:pt x="0" y="1292058"/>
                </a:lnTo>
                <a:lnTo>
                  <a:pt x="0" y="1327649"/>
                </a:lnTo>
                <a:lnTo>
                  <a:pt x="0" y="1350047"/>
                </a:lnTo>
                <a:lnTo>
                  <a:pt x="0" y="1363260"/>
                </a:lnTo>
                <a:lnTo>
                  <a:pt x="0" y="1385661"/>
                </a:lnTo>
                <a:lnTo>
                  <a:pt x="0" y="1484930"/>
                </a:lnTo>
                <a:lnTo>
                  <a:pt x="0" y="1507331"/>
                </a:lnTo>
                <a:lnTo>
                  <a:pt x="0" y="1520542"/>
                </a:lnTo>
                <a:lnTo>
                  <a:pt x="0" y="1542942"/>
                </a:lnTo>
                <a:lnTo>
                  <a:pt x="0" y="1578531"/>
                </a:lnTo>
                <a:lnTo>
                  <a:pt x="0" y="1614144"/>
                </a:lnTo>
                <a:lnTo>
                  <a:pt x="0" y="1709559"/>
                </a:lnTo>
                <a:lnTo>
                  <a:pt x="0" y="1731960"/>
                </a:lnTo>
                <a:lnTo>
                  <a:pt x="0" y="1745172"/>
                </a:lnTo>
                <a:lnTo>
                  <a:pt x="0" y="1767573"/>
                </a:lnTo>
                <a:lnTo>
                  <a:pt x="0" y="1803161"/>
                </a:lnTo>
                <a:lnTo>
                  <a:pt x="0" y="1825562"/>
                </a:lnTo>
                <a:lnTo>
                  <a:pt x="0" y="1838773"/>
                </a:lnTo>
                <a:lnTo>
                  <a:pt x="0" y="1861173"/>
                </a:lnTo>
                <a:lnTo>
                  <a:pt x="0" y="2128882"/>
                </a:lnTo>
                <a:lnTo>
                  <a:pt x="0" y="2151281"/>
                </a:lnTo>
                <a:lnTo>
                  <a:pt x="0" y="2164494"/>
                </a:lnTo>
                <a:lnTo>
                  <a:pt x="0" y="2186894"/>
                </a:lnTo>
                <a:lnTo>
                  <a:pt x="0" y="2222483"/>
                </a:lnTo>
                <a:lnTo>
                  <a:pt x="0" y="2244882"/>
                </a:lnTo>
                <a:lnTo>
                  <a:pt x="0" y="2258096"/>
                </a:lnTo>
                <a:lnTo>
                  <a:pt x="0" y="2280495"/>
                </a:lnTo>
                <a:lnTo>
                  <a:pt x="0" y="2536986"/>
                </a:lnTo>
                <a:lnTo>
                  <a:pt x="0" y="2547091"/>
                </a:lnTo>
                <a:lnTo>
                  <a:pt x="1" y="2547091"/>
                </a:lnTo>
                <a:lnTo>
                  <a:pt x="1" y="2560663"/>
                </a:lnTo>
                <a:lnTo>
                  <a:pt x="1" y="2884561"/>
                </a:lnTo>
                <a:lnTo>
                  <a:pt x="1" y="2906961"/>
                </a:lnTo>
                <a:lnTo>
                  <a:pt x="1" y="2920173"/>
                </a:lnTo>
                <a:lnTo>
                  <a:pt x="1" y="2942573"/>
                </a:lnTo>
                <a:lnTo>
                  <a:pt x="1" y="2978161"/>
                </a:lnTo>
                <a:lnTo>
                  <a:pt x="1" y="3000562"/>
                </a:lnTo>
                <a:lnTo>
                  <a:pt x="1" y="3013775"/>
                </a:lnTo>
                <a:lnTo>
                  <a:pt x="1" y="3036173"/>
                </a:lnTo>
                <a:lnTo>
                  <a:pt x="1" y="3303883"/>
                </a:lnTo>
                <a:lnTo>
                  <a:pt x="1" y="3326282"/>
                </a:lnTo>
                <a:lnTo>
                  <a:pt x="1" y="3339495"/>
                </a:lnTo>
                <a:lnTo>
                  <a:pt x="1" y="3361896"/>
                </a:lnTo>
                <a:lnTo>
                  <a:pt x="1" y="3397484"/>
                </a:lnTo>
                <a:lnTo>
                  <a:pt x="1" y="3419885"/>
                </a:lnTo>
                <a:lnTo>
                  <a:pt x="1" y="3433096"/>
                </a:lnTo>
                <a:lnTo>
                  <a:pt x="1" y="3455496"/>
                </a:lnTo>
                <a:lnTo>
                  <a:pt x="1" y="3550913"/>
                </a:lnTo>
                <a:lnTo>
                  <a:pt x="1" y="3586524"/>
                </a:lnTo>
                <a:lnTo>
                  <a:pt x="1" y="3622115"/>
                </a:lnTo>
                <a:lnTo>
                  <a:pt x="1" y="3644514"/>
                </a:lnTo>
                <a:lnTo>
                  <a:pt x="1" y="3657727"/>
                </a:lnTo>
                <a:lnTo>
                  <a:pt x="1" y="3680127"/>
                </a:lnTo>
                <a:lnTo>
                  <a:pt x="1" y="3779396"/>
                </a:lnTo>
                <a:lnTo>
                  <a:pt x="1" y="3801797"/>
                </a:lnTo>
                <a:lnTo>
                  <a:pt x="1" y="3815009"/>
                </a:lnTo>
                <a:lnTo>
                  <a:pt x="1" y="3837408"/>
                </a:lnTo>
                <a:lnTo>
                  <a:pt x="1" y="3853848"/>
                </a:lnTo>
                <a:lnTo>
                  <a:pt x="1" y="3872998"/>
                </a:lnTo>
                <a:lnTo>
                  <a:pt x="1" y="3889459"/>
                </a:lnTo>
                <a:lnTo>
                  <a:pt x="1" y="3908611"/>
                </a:lnTo>
                <a:lnTo>
                  <a:pt x="1" y="3925051"/>
                </a:lnTo>
                <a:lnTo>
                  <a:pt x="1" y="3947449"/>
                </a:lnTo>
                <a:lnTo>
                  <a:pt x="1" y="3960662"/>
                </a:lnTo>
                <a:lnTo>
                  <a:pt x="1" y="3983063"/>
                </a:lnTo>
                <a:lnTo>
                  <a:pt x="1" y="4004025"/>
                </a:lnTo>
                <a:lnTo>
                  <a:pt x="1" y="4026426"/>
                </a:lnTo>
                <a:lnTo>
                  <a:pt x="1" y="4039638"/>
                </a:lnTo>
                <a:lnTo>
                  <a:pt x="1" y="4062039"/>
                </a:lnTo>
                <a:lnTo>
                  <a:pt x="1" y="4097628"/>
                </a:lnTo>
                <a:lnTo>
                  <a:pt x="1" y="4120029"/>
                </a:lnTo>
                <a:lnTo>
                  <a:pt x="1" y="4133240"/>
                </a:lnTo>
                <a:lnTo>
                  <a:pt x="1" y="4155640"/>
                </a:lnTo>
                <a:lnTo>
                  <a:pt x="1" y="4306961"/>
                </a:lnTo>
                <a:lnTo>
                  <a:pt x="1" y="4329362"/>
                </a:lnTo>
                <a:lnTo>
                  <a:pt x="1" y="4342573"/>
                </a:lnTo>
                <a:lnTo>
                  <a:pt x="1" y="4364973"/>
                </a:lnTo>
                <a:lnTo>
                  <a:pt x="1" y="4400561"/>
                </a:lnTo>
                <a:lnTo>
                  <a:pt x="1" y="4422962"/>
                </a:lnTo>
                <a:lnTo>
                  <a:pt x="1" y="4423349"/>
                </a:lnTo>
                <a:lnTo>
                  <a:pt x="1" y="4436175"/>
                </a:lnTo>
                <a:lnTo>
                  <a:pt x="1" y="4445748"/>
                </a:lnTo>
                <a:lnTo>
                  <a:pt x="1" y="4458573"/>
                </a:lnTo>
                <a:lnTo>
                  <a:pt x="1" y="4458962"/>
                </a:lnTo>
                <a:lnTo>
                  <a:pt x="1" y="4481361"/>
                </a:lnTo>
                <a:lnTo>
                  <a:pt x="1" y="4516950"/>
                </a:lnTo>
                <a:lnTo>
                  <a:pt x="1" y="4539349"/>
                </a:lnTo>
                <a:lnTo>
                  <a:pt x="1" y="4552563"/>
                </a:lnTo>
                <a:lnTo>
                  <a:pt x="1" y="4574962"/>
                </a:lnTo>
                <a:lnTo>
                  <a:pt x="1" y="4726284"/>
                </a:lnTo>
                <a:lnTo>
                  <a:pt x="1" y="4748682"/>
                </a:lnTo>
                <a:lnTo>
                  <a:pt x="1" y="4761895"/>
                </a:lnTo>
                <a:lnTo>
                  <a:pt x="1" y="4784296"/>
                </a:lnTo>
                <a:lnTo>
                  <a:pt x="1" y="4819885"/>
                </a:lnTo>
                <a:lnTo>
                  <a:pt x="1" y="4831453"/>
                </a:lnTo>
                <a:lnTo>
                  <a:pt x="1" y="4841558"/>
                </a:lnTo>
                <a:lnTo>
                  <a:pt x="1" y="4842285"/>
                </a:lnTo>
                <a:lnTo>
                  <a:pt x="1" y="4855496"/>
                </a:lnTo>
                <a:lnTo>
                  <a:pt x="1" y="4877897"/>
                </a:lnTo>
                <a:lnTo>
                  <a:pt x="1" y="4973313"/>
                </a:lnTo>
                <a:lnTo>
                  <a:pt x="1" y="5008924"/>
                </a:lnTo>
                <a:lnTo>
                  <a:pt x="1" y="5044516"/>
                </a:lnTo>
                <a:lnTo>
                  <a:pt x="1" y="5066914"/>
                </a:lnTo>
                <a:lnTo>
                  <a:pt x="1" y="5080127"/>
                </a:lnTo>
                <a:lnTo>
                  <a:pt x="1" y="5102528"/>
                </a:lnTo>
                <a:lnTo>
                  <a:pt x="1" y="5201796"/>
                </a:lnTo>
                <a:lnTo>
                  <a:pt x="1" y="5224197"/>
                </a:lnTo>
                <a:lnTo>
                  <a:pt x="1" y="5237409"/>
                </a:lnTo>
                <a:lnTo>
                  <a:pt x="1" y="5259808"/>
                </a:lnTo>
                <a:lnTo>
                  <a:pt x="1" y="5295398"/>
                </a:lnTo>
                <a:lnTo>
                  <a:pt x="1" y="5331011"/>
                </a:lnTo>
                <a:lnTo>
                  <a:pt x="1" y="5426426"/>
                </a:lnTo>
                <a:lnTo>
                  <a:pt x="1" y="5448826"/>
                </a:lnTo>
                <a:lnTo>
                  <a:pt x="1" y="5462038"/>
                </a:lnTo>
                <a:lnTo>
                  <a:pt x="1" y="5484439"/>
                </a:lnTo>
                <a:lnTo>
                  <a:pt x="1" y="5520028"/>
                </a:lnTo>
                <a:lnTo>
                  <a:pt x="1" y="5542429"/>
                </a:lnTo>
                <a:lnTo>
                  <a:pt x="1" y="5555640"/>
                </a:lnTo>
                <a:lnTo>
                  <a:pt x="1" y="5578040"/>
                </a:lnTo>
                <a:lnTo>
                  <a:pt x="1" y="5845749"/>
                </a:lnTo>
                <a:lnTo>
                  <a:pt x="1" y="5868148"/>
                </a:lnTo>
                <a:lnTo>
                  <a:pt x="1" y="5881361"/>
                </a:lnTo>
                <a:lnTo>
                  <a:pt x="1" y="5903761"/>
                </a:lnTo>
                <a:lnTo>
                  <a:pt x="1" y="5939350"/>
                </a:lnTo>
                <a:lnTo>
                  <a:pt x="1" y="5961749"/>
                </a:lnTo>
                <a:lnTo>
                  <a:pt x="1" y="5974963"/>
                </a:lnTo>
                <a:lnTo>
                  <a:pt x="1" y="5997362"/>
                </a:lnTo>
                <a:lnTo>
                  <a:pt x="1" y="6253853"/>
                </a:lnTo>
                <a:lnTo>
                  <a:pt x="1" y="626395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solidFill>
                <a:srgbClr val="4F062A"/>
              </a:solidFill>
            </a:endParaRPr>
          </a:p>
        </p:txBody>
      </p:sp>
      <p:sp>
        <p:nvSpPr>
          <p:cNvPr id="8" name="Rectangle 36">
            <a:extLst>
              <a:ext uri="{FF2B5EF4-FFF2-40B4-BE49-F238E27FC236}">
                <a16:creationId xmlns:a16="http://schemas.microsoft.com/office/drawing/2014/main" id="{A296381E-EA10-5665-D88B-75809C57040D}"/>
              </a:ext>
            </a:extLst>
          </p:cNvPr>
          <p:cNvSpPr>
            <a:spLocks noChangeArrowheads="1"/>
          </p:cNvSpPr>
          <p:nvPr/>
        </p:nvSpPr>
        <p:spPr bwMode="auto">
          <a:xfrm>
            <a:off x="312737" y="2503143"/>
            <a:ext cx="3708000" cy="298450"/>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4F062A"/>
                </a:solidFill>
              </a:rPr>
              <a:t>Actividades críticas</a:t>
            </a:r>
          </a:p>
        </p:txBody>
      </p:sp>
      <p:sp>
        <p:nvSpPr>
          <p:cNvPr id="44" name="Rectangle 37">
            <a:extLst>
              <a:ext uri="{FF2B5EF4-FFF2-40B4-BE49-F238E27FC236}">
                <a16:creationId xmlns:a16="http://schemas.microsoft.com/office/drawing/2014/main" id="{9F4F6EE6-79EC-7034-9E63-E117FF8721F3}"/>
              </a:ext>
            </a:extLst>
          </p:cNvPr>
          <p:cNvSpPr>
            <a:spLocks noChangeArrowheads="1"/>
          </p:cNvSpPr>
          <p:nvPr/>
        </p:nvSpPr>
        <p:spPr bwMode="auto">
          <a:xfrm>
            <a:off x="6240016" y="2503143"/>
            <a:ext cx="4389092" cy="298450"/>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4F062A"/>
                </a:solidFill>
              </a:rPr>
              <a:t>Resultados principales</a:t>
            </a:r>
          </a:p>
        </p:txBody>
      </p:sp>
      <p:sp>
        <p:nvSpPr>
          <p:cNvPr id="45" name="Rectangle 40">
            <a:extLst>
              <a:ext uri="{FF2B5EF4-FFF2-40B4-BE49-F238E27FC236}">
                <a16:creationId xmlns:a16="http://schemas.microsoft.com/office/drawing/2014/main" id="{5C5BA971-4C02-8320-3C7B-20F33B173CE6}"/>
              </a:ext>
            </a:extLst>
          </p:cNvPr>
          <p:cNvSpPr>
            <a:spLocks noChangeArrowheads="1"/>
          </p:cNvSpPr>
          <p:nvPr/>
        </p:nvSpPr>
        <p:spPr bwMode="auto">
          <a:xfrm>
            <a:off x="6240017" y="2928006"/>
            <a:ext cx="5200753" cy="963408"/>
          </a:xfrm>
          <a:prstGeom prst="rect">
            <a:avLst/>
          </a:prstGeom>
          <a:noFill/>
          <a:ln w="12700">
            <a:noFill/>
            <a:miter lim="800000"/>
          </a:ln>
          <a:effectLst/>
        </p:spPr>
        <p:txBody>
          <a:bodyPr lIns="92075" tIns="108000" rIns="92075" bIns="46038"/>
          <a:lstStyle/>
          <a:p>
            <a:pPr marL="177800" indent="-177800">
              <a:spcBef>
                <a:spcPts val="200"/>
              </a:spcBef>
              <a:spcAft>
                <a:spcPts val="200"/>
              </a:spcAft>
              <a:buFont typeface="Wingdings" panose="05000000000000000000" pitchFamily="2" charset="2"/>
              <a:buChar char="§"/>
              <a:tabLst>
                <a:tab pos="5715000" algn="l"/>
              </a:tabLst>
              <a:defRPr b="0" i="0"/>
            </a:pPr>
            <a:r>
              <a:rPr lang="es-MX" sz="1100">
                <a:cs typeface="Times New Roman" pitchFamily="18" charset="0"/>
              </a:rPr>
              <a:t>Modelo operativo de la PMO</a:t>
            </a:r>
          </a:p>
          <a:p>
            <a:pPr marL="177800" indent="-177800">
              <a:spcBef>
                <a:spcPts val="200"/>
              </a:spcBef>
              <a:spcAft>
                <a:spcPts val="200"/>
              </a:spcAft>
              <a:buFont typeface="Wingdings" panose="05000000000000000000" pitchFamily="2" charset="2"/>
              <a:buChar char="§"/>
              <a:tabLst>
                <a:tab pos="5715000" algn="l"/>
              </a:tabLst>
              <a:defRPr b="0" i="0"/>
            </a:pPr>
            <a:r>
              <a:rPr lang="es-MX" sz="1100">
                <a:cs typeface="Times New Roman" pitchFamily="18" charset="0"/>
              </a:rPr>
              <a:t>Herramientas/ artefactos/ plantillas configuradas para operar la PMO</a:t>
            </a:r>
          </a:p>
        </p:txBody>
      </p:sp>
      <p:sp>
        <p:nvSpPr>
          <p:cNvPr id="46" name="Rectangle 44">
            <a:extLst>
              <a:ext uri="{FF2B5EF4-FFF2-40B4-BE49-F238E27FC236}">
                <a16:creationId xmlns:a16="http://schemas.microsoft.com/office/drawing/2014/main" id="{1A99C1BB-1C8B-648D-8F35-4233FBD184C0}"/>
              </a:ext>
            </a:extLst>
          </p:cNvPr>
          <p:cNvSpPr>
            <a:spLocks noChangeArrowheads="1"/>
          </p:cNvSpPr>
          <p:nvPr/>
        </p:nvSpPr>
        <p:spPr bwMode="auto">
          <a:xfrm>
            <a:off x="242888" y="2928006"/>
            <a:ext cx="4917008" cy="2917238"/>
          </a:xfrm>
          <a:prstGeom prst="rect">
            <a:avLst/>
          </a:prstGeom>
          <a:noFill/>
          <a:ln w="12700">
            <a:noFill/>
            <a:miter lim="800000"/>
          </a:ln>
          <a:effectLst/>
        </p:spPr>
        <p:txBody>
          <a:bodyPr lIns="92075" tIns="108000" rIns="92075" bIns="46038"/>
          <a:lstStyle/>
          <a:p>
            <a:pPr marL="177800" indent="-177800">
              <a:spcBef>
                <a:spcPts val="600"/>
              </a:spcBef>
              <a:buFont typeface="Wingdings" panose="05000000000000000000" pitchFamily="2" charset="2"/>
              <a:buChar char="§"/>
              <a:tabLst>
                <a:tab pos="5715000" algn="l"/>
              </a:tabLst>
              <a:defRPr b="0" i="0"/>
            </a:pPr>
            <a:r>
              <a:rPr lang="es-MX" sz="1100">
                <a:cs typeface="Times New Roman" pitchFamily="18" charset="0"/>
              </a:rPr>
              <a:t>Definir el </a:t>
            </a:r>
            <a:r>
              <a:rPr lang="es-MX" sz="1100" b="1">
                <a:cs typeface="Times New Roman" pitchFamily="18" charset="0"/>
              </a:rPr>
              <a:t>modelo operativo de la PMO </a:t>
            </a:r>
            <a:r>
              <a:rPr lang="es-MX" sz="1100">
                <a:cs typeface="Times New Roman" pitchFamily="18" charset="0"/>
              </a:rPr>
              <a:t>adecuado a la realidad, expectativas y ambición de Ferreyros</a:t>
            </a:r>
          </a:p>
          <a:p>
            <a:pPr marL="634695" lvl="1" indent="-177800">
              <a:spcBef>
                <a:spcPts val="600"/>
              </a:spcBef>
              <a:buFont typeface="Wingdings" panose="05000000000000000000" pitchFamily="2" charset="2"/>
              <a:buChar char="§"/>
              <a:tabLst>
                <a:tab pos="5715000" algn="l"/>
              </a:tabLst>
              <a:defRPr b="0" i="0"/>
            </a:pPr>
            <a:r>
              <a:rPr lang="es-MX" sz="1100" b="1">
                <a:cs typeface="Times New Roman" pitchFamily="18" charset="0"/>
              </a:rPr>
              <a:t>Definición del modelo de gobierno </a:t>
            </a:r>
            <a:r>
              <a:rPr lang="es-MX" sz="1100">
                <a:cs typeface="Times New Roman" pitchFamily="18" charset="0"/>
              </a:rPr>
              <a:t>(reuniones de avance y seguimiento, comités semanales/ mensuales, modelo de escalamiento) </a:t>
            </a:r>
          </a:p>
          <a:p>
            <a:pPr marL="634695" lvl="1" indent="-177800">
              <a:spcBef>
                <a:spcPts val="600"/>
              </a:spcBef>
              <a:buFont typeface="Wingdings" panose="05000000000000000000" pitchFamily="2" charset="2"/>
              <a:buChar char="§"/>
              <a:tabLst>
                <a:tab pos="5715000" algn="l"/>
              </a:tabLst>
              <a:defRPr b="0" i="0"/>
            </a:pPr>
            <a:r>
              <a:rPr lang="es-MX" sz="1100" b="1">
                <a:cs typeface="Times New Roman" pitchFamily="18" charset="0"/>
              </a:rPr>
              <a:t>Definición de indicadores, reportes y cuadro de mando </a:t>
            </a:r>
          </a:p>
          <a:p>
            <a:pPr marL="634695" lvl="1" indent="-177800">
              <a:spcBef>
                <a:spcPts val="600"/>
              </a:spcBef>
              <a:buFont typeface="Wingdings" panose="05000000000000000000" pitchFamily="2" charset="2"/>
              <a:buChar char="§"/>
              <a:tabLst>
                <a:tab pos="5715000" algn="l"/>
              </a:tabLst>
              <a:defRPr b="0" i="0"/>
            </a:pPr>
            <a:r>
              <a:rPr lang="es-MX" sz="1100">
                <a:cs typeface="Times New Roman" pitchFamily="18" charset="0"/>
              </a:rPr>
              <a:t>Definición de </a:t>
            </a:r>
            <a:r>
              <a:rPr lang="es-MX" sz="1100" b="1">
                <a:cs typeface="Times New Roman" pitchFamily="18" charset="0"/>
              </a:rPr>
              <a:t>planes de riesgos, recursos, presupuestos (costos), control de cambios </a:t>
            </a:r>
            <a:r>
              <a:rPr lang="es-MX" sz="1100">
                <a:cs typeface="Times New Roman" pitchFamily="18" charset="0"/>
              </a:rPr>
              <a:t>(como gestionar cada uno de ellos) </a:t>
            </a:r>
          </a:p>
          <a:p>
            <a:pPr marL="634695" lvl="1" indent="-177800">
              <a:spcBef>
                <a:spcPts val="600"/>
              </a:spcBef>
              <a:buFont typeface="Wingdings" panose="05000000000000000000" pitchFamily="2" charset="2"/>
              <a:buChar char="§"/>
              <a:tabLst>
                <a:tab pos="5715000" algn="l"/>
              </a:tabLst>
              <a:defRPr b="0" i="0"/>
            </a:pPr>
            <a:r>
              <a:rPr lang="es-MX" sz="1100" b="1">
                <a:cs typeface="Times New Roman" pitchFamily="18" charset="0"/>
              </a:rPr>
              <a:t>Definición de herramientas/ artefactos </a:t>
            </a:r>
            <a:r>
              <a:rPr lang="es-MX" sz="1100">
                <a:cs typeface="Times New Roman" pitchFamily="18" charset="0"/>
              </a:rPr>
              <a:t>a utilizar en la PMO. Tomando como referencia las herramientas y artefactos aceleradores de Minsait y que pondrá a disposición de Ferreyros. </a:t>
            </a:r>
          </a:p>
          <a:p>
            <a:pPr marL="177800" indent="-177800">
              <a:spcBef>
                <a:spcPts val="600"/>
              </a:spcBef>
              <a:buFont typeface="Wingdings" panose="05000000000000000000" pitchFamily="2" charset="2"/>
              <a:buChar char="§"/>
              <a:tabLst>
                <a:tab pos="5715000" algn="l"/>
              </a:tabLst>
              <a:defRPr b="0" i="0"/>
            </a:pPr>
            <a:r>
              <a:rPr lang="es-MX" sz="1100">
                <a:cs typeface="Times New Roman" pitchFamily="18" charset="0"/>
              </a:rPr>
              <a:t>Adaptar las </a:t>
            </a:r>
            <a:r>
              <a:rPr lang="es-MX" sz="1100" b="1">
                <a:cs typeface="Times New Roman" pitchFamily="18" charset="0"/>
              </a:rPr>
              <a:t>herramientas a utilizar en la PMO </a:t>
            </a:r>
            <a:r>
              <a:rPr lang="es-MX" sz="1100">
                <a:cs typeface="Times New Roman" pitchFamily="18" charset="0"/>
              </a:rPr>
              <a:t>(utilizando aceleradores </a:t>
            </a:r>
            <a:r>
              <a:rPr lang="es-MX" sz="1100" err="1">
                <a:cs typeface="Times New Roman" pitchFamily="18" charset="0"/>
              </a:rPr>
              <a:t>minsait</a:t>
            </a:r>
            <a:r>
              <a:rPr lang="es-MX" sz="1100">
                <a:cs typeface="Times New Roman" pitchFamily="18" charset="0"/>
              </a:rPr>
              <a:t> y poniendo foco en la digitalización, automatización y trazabilidad de la información)</a:t>
            </a:r>
          </a:p>
        </p:txBody>
      </p:sp>
      <p:sp>
        <p:nvSpPr>
          <p:cNvPr id="47" name="Rectangle 46">
            <a:extLst>
              <a:ext uri="{FF2B5EF4-FFF2-40B4-BE49-F238E27FC236}">
                <a16:creationId xmlns:a16="http://schemas.microsoft.com/office/drawing/2014/main" id="{5DF796DF-216A-10FE-D592-8413E6869124}"/>
              </a:ext>
            </a:extLst>
          </p:cNvPr>
          <p:cNvSpPr>
            <a:spLocks noChangeArrowheads="1"/>
          </p:cNvSpPr>
          <p:nvPr/>
        </p:nvSpPr>
        <p:spPr bwMode="auto">
          <a:xfrm>
            <a:off x="3719735" y="1696231"/>
            <a:ext cx="8137303" cy="582040"/>
          </a:xfrm>
          <a:prstGeom prst="rect">
            <a:avLst/>
          </a:prstGeom>
          <a:noFill/>
          <a:ln w="12700">
            <a:noFill/>
            <a:miter lim="800000"/>
          </a:ln>
          <a:effectLst/>
        </p:spPr>
        <p:txBody>
          <a:bodyPr lIns="92075" tIns="108000" rIns="92075" bIns="46038" anchor="ctr"/>
          <a:lstStyle/>
          <a:p>
            <a:pPr>
              <a:lnSpc>
                <a:spcPct val="105000"/>
              </a:lnSpc>
              <a:spcBef>
                <a:spcPts val="300"/>
              </a:spcBef>
              <a:defRPr b="0" i="0"/>
            </a:pPr>
            <a:r>
              <a:rPr lang="es-MX" sz="1400" b="1">
                <a:solidFill>
                  <a:schemeClr val="bg1"/>
                </a:solidFill>
                <a:cs typeface="Times New Roman" pitchFamily="18" charset="0"/>
              </a:rPr>
              <a:t>Diseño del modelo de funcionamiento de la PMO, adaptación de las herramientas y elaboración del plan consolidado.</a:t>
            </a:r>
          </a:p>
        </p:txBody>
      </p:sp>
      <p:sp>
        <p:nvSpPr>
          <p:cNvPr id="50" name="Round Diagonal Corner Rectangle 3">
            <a:extLst>
              <a:ext uri="{FF2B5EF4-FFF2-40B4-BE49-F238E27FC236}">
                <a16:creationId xmlns:a16="http://schemas.microsoft.com/office/drawing/2014/main" id="{CF1BB057-3111-02A8-49A0-8EBBA32A0EA4}"/>
              </a:ext>
            </a:extLst>
          </p:cNvPr>
          <p:cNvSpPr/>
          <p:nvPr/>
        </p:nvSpPr>
        <p:spPr>
          <a:xfrm>
            <a:off x="692185" y="1053986"/>
            <a:ext cx="2883535" cy="558429"/>
          </a:xfrm>
          <a:prstGeom prst="rect">
            <a:avLst/>
          </a:prstGeom>
          <a:noFill/>
          <a:ln w="19050" cap="flat" cmpd="sng" algn="ctr">
            <a:noFill/>
            <a:prstDash val="solid"/>
          </a:ln>
          <a:effectLst/>
        </p:spPr>
        <p:txBody>
          <a:bodyPr rtlCol="0" anchor="ctr"/>
          <a:lstStyle/>
          <a:p>
            <a:pPr defTabSz="914400" fontAlgn="base">
              <a:spcBef>
                <a:spcPct val="0"/>
              </a:spcBef>
              <a:spcAft>
                <a:spcPct val="0"/>
              </a:spcAft>
              <a:defRPr b="0" i="0"/>
            </a:pPr>
            <a:r>
              <a:rPr lang="es-ES" sz="1600" b="1">
                <a:solidFill>
                  <a:schemeClr val="bg1"/>
                </a:solidFill>
              </a:rPr>
              <a:t>Diseño y Adaptación</a:t>
            </a:r>
          </a:p>
        </p:txBody>
      </p:sp>
      <p:sp>
        <p:nvSpPr>
          <p:cNvPr id="51" name="Rectángulo 50">
            <a:extLst>
              <a:ext uri="{FF2B5EF4-FFF2-40B4-BE49-F238E27FC236}">
                <a16:creationId xmlns:a16="http://schemas.microsoft.com/office/drawing/2014/main" id="{BBE5B0FA-4ECA-7BF1-C133-151F54518761}"/>
              </a:ext>
            </a:extLst>
          </p:cNvPr>
          <p:cNvSpPr/>
          <p:nvPr/>
        </p:nvSpPr>
        <p:spPr>
          <a:xfrm>
            <a:off x="181887" y="1148534"/>
            <a:ext cx="476412" cy="369332"/>
          </a:xfrm>
          <a:prstGeom prst="rect">
            <a:avLst/>
          </a:prstGeom>
        </p:spPr>
        <p:txBody>
          <a:bodyPr wrap="none">
            <a:spAutoFit/>
          </a:bodyPr>
          <a:lstStyle/>
          <a:p>
            <a:pPr algn="ctr" defTabSz="873125">
              <a:defRPr b="0" i="0"/>
            </a:pPr>
            <a:r>
              <a:rPr lang="es-ES" sz="1800">
                <a:solidFill>
                  <a:schemeClr val="bg1"/>
                </a:solidFill>
                <a:latin typeface="Soho Gothic Pro" panose="020B0503030504020204" pitchFamily="34" charset="0"/>
              </a:rPr>
              <a:t>1.2</a:t>
            </a:r>
            <a:endParaRPr lang="x-none" sz="1800">
              <a:solidFill>
                <a:schemeClr val="bg1"/>
              </a:solidFill>
              <a:latin typeface="Soho Gothic Pro" panose="020B0503030504020204" pitchFamily="34" charset="0"/>
            </a:endParaRPr>
          </a:p>
        </p:txBody>
      </p:sp>
      <p:sp>
        <p:nvSpPr>
          <p:cNvPr id="52" name="Rectangle 35">
            <a:extLst>
              <a:ext uri="{FF2B5EF4-FFF2-40B4-BE49-F238E27FC236}">
                <a16:creationId xmlns:a16="http://schemas.microsoft.com/office/drawing/2014/main" id="{2D6796C1-87E3-979F-1230-5DB331D1BFE6}"/>
              </a:ext>
            </a:extLst>
          </p:cNvPr>
          <p:cNvSpPr>
            <a:spLocks noChangeArrowheads="1"/>
          </p:cNvSpPr>
          <p:nvPr/>
        </p:nvSpPr>
        <p:spPr bwMode="auto">
          <a:xfrm>
            <a:off x="306392" y="1873492"/>
            <a:ext cx="1462087" cy="227518"/>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FFFFFF"/>
                </a:solidFill>
              </a:rPr>
              <a:t>Objetivos</a:t>
            </a:r>
            <a:endParaRPr lang="pt-PT" sz="1600" b="1">
              <a:solidFill>
                <a:schemeClr val="bg1"/>
              </a:solidFill>
              <a:latin typeface="Arial"/>
            </a:endParaRPr>
          </a:p>
        </p:txBody>
      </p:sp>
      <p:sp>
        <p:nvSpPr>
          <p:cNvPr id="53" name="Forma libre 52">
            <a:extLst>
              <a:ext uri="{FF2B5EF4-FFF2-40B4-BE49-F238E27FC236}">
                <a16:creationId xmlns:a16="http://schemas.microsoft.com/office/drawing/2014/main" id="{21906760-DBC4-ECAF-00B9-4832D77B7961}"/>
              </a:ext>
            </a:extLst>
          </p:cNvPr>
          <p:cNvSpPr/>
          <p:nvPr/>
        </p:nvSpPr>
        <p:spPr>
          <a:xfrm rot="16200000" flipV="1">
            <a:off x="8609080" y="2452541"/>
            <a:ext cx="502574" cy="5631811"/>
          </a:xfrm>
          <a:custGeom>
            <a:avLst/>
            <a:gdLst>
              <a:gd name="connsiteX0" fmla="*/ 502574 w 502574"/>
              <a:gd name="connsiteY0" fmla="*/ 5494829 h 5631811"/>
              <a:gd name="connsiteX1" fmla="*/ 502574 w 502574"/>
              <a:gd name="connsiteY1" fmla="*/ 5483294 h 5631811"/>
              <a:gd name="connsiteX2" fmla="*/ 502574 w 502574"/>
              <a:gd name="connsiteY2" fmla="*/ 5466848 h 5631811"/>
              <a:gd name="connsiteX3" fmla="*/ 502574 w 502574"/>
              <a:gd name="connsiteY3" fmla="*/ 5460894 h 5631811"/>
              <a:gd name="connsiteX4" fmla="*/ 502574 w 502574"/>
              <a:gd name="connsiteY4" fmla="*/ 5431258 h 5631811"/>
              <a:gd name="connsiteX5" fmla="*/ 502574 w 502574"/>
              <a:gd name="connsiteY5" fmla="*/ 5408858 h 5631811"/>
              <a:gd name="connsiteX6" fmla="*/ 502574 w 502574"/>
              <a:gd name="connsiteY6" fmla="*/ 5395647 h 5631811"/>
              <a:gd name="connsiteX7" fmla="*/ 502574 w 502574"/>
              <a:gd name="connsiteY7" fmla="*/ 5373246 h 5631811"/>
              <a:gd name="connsiteX8" fmla="*/ 502573 w 502574"/>
              <a:gd name="connsiteY8" fmla="*/ 5136994 h 5631811"/>
              <a:gd name="connsiteX9" fmla="*/ 502573 w 502574"/>
              <a:gd name="connsiteY9" fmla="*/ 5114595 h 5631811"/>
              <a:gd name="connsiteX10" fmla="*/ 502573 w 502574"/>
              <a:gd name="connsiteY10" fmla="*/ 5101383 h 5631811"/>
              <a:gd name="connsiteX11" fmla="*/ 502573 w 502574"/>
              <a:gd name="connsiteY11" fmla="*/ 5078982 h 5631811"/>
              <a:gd name="connsiteX12" fmla="*/ 502573 w 502574"/>
              <a:gd name="connsiteY12" fmla="*/ 5049347 h 5631811"/>
              <a:gd name="connsiteX13" fmla="*/ 502573 w 502574"/>
              <a:gd name="connsiteY13" fmla="*/ 5043393 h 5631811"/>
              <a:gd name="connsiteX14" fmla="*/ 502573 w 502574"/>
              <a:gd name="connsiteY14" fmla="*/ 5026946 h 5631811"/>
              <a:gd name="connsiteX15" fmla="*/ 502573 w 502574"/>
              <a:gd name="connsiteY15" fmla="*/ 5013735 h 5631811"/>
              <a:gd name="connsiteX16" fmla="*/ 502573 w 502574"/>
              <a:gd name="connsiteY16" fmla="*/ 5013008 h 5631811"/>
              <a:gd name="connsiteX17" fmla="*/ 502574 w 502574"/>
              <a:gd name="connsiteY17" fmla="*/ 5013008 h 5631811"/>
              <a:gd name="connsiteX18" fmla="*/ 502574 w 502574"/>
              <a:gd name="connsiteY18" fmla="*/ 4995135 h 5631811"/>
              <a:gd name="connsiteX19" fmla="*/ 502574 w 502574"/>
              <a:gd name="connsiteY19" fmla="*/ 4972734 h 5631811"/>
              <a:gd name="connsiteX20" fmla="*/ 502574 w 502574"/>
              <a:gd name="connsiteY20" fmla="*/ 4959522 h 5631811"/>
              <a:gd name="connsiteX21" fmla="*/ 502574 w 502574"/>
              <a:gd name="connsiteY21" fmla="*/ 4937123 h 5631811"/>
              <a:gd name="connsiteX22" fmla="*/ 502574 w 502574"/>
              <a:gd name="connsiteY22" fmla="*/ 4901533 h 5631811"/>
              <a:gd name="connsiteX23" fmla="*/ 502574 w 502574"/>
              <a:gd name="connsiteY23" fmla="*/ 4865921 h 5631811"/>
              <a:gd name="connsiteX24" fmla="*/ 502574 w 502574"/>
              <a:gd name="connsiteY24" fmla="*/ 4746412 h 5631811"/>
              <a:gd name="connsiteX25" fmla="*/ 502574 w 502574"/>
              <a:gd name="connsiteY25" fmla="*/ 4724013 h 5631811"/>
              <a:gd name="connsiteX26" fmla="*/ 502574 w 502574"/>
              <a:gd name="connsiteY26" fmla="*/ 4710799 h 5631811"/>
              <a:gd name="connsiteX27" fmla="*/ 502574 w 502574"/>
              <a:gd name="connsiteY27" fmla="*/ 4688400 h 5631811"/>
              <a:gd name="connsiteX28" fmla="*/ 502574 w 502574"/>
              <a:gd name="connsiteY28" fmla="*/ 4652811 h 5631811"/>
              <a:gd name="connsiteX29" fmla="*/ 502574 w 502574"/>
              <a:gd name="connsiteY29" fmla="*/ 4630412 h 5631811"/>
              <a:gd name="connsiteX30" fmla="*/ 502574 w 502574"/>
              <a:gd name="connsiteY30" fmla="*/ 4617198 h 5631811"/>
              <a:gd name="connsiteX31" fmla="*/ 502574 w 502574"/>
              <a:gd name="connsiteY31" fmla="*/ 4594799 h 5631811"/>
              <a:gd name="connsiteX32" fmla="*/ 502574 w 502574"/>
              <a:gd name="connsiteY32" fmla="*/ 4190108 h 5631811"/>
              <a:gd name="connsiteX33" fmla="*/ 502574 w 502574"/>
              <a:gd name="connsiteY33" fmla="*/ 4167708 h 5631811"/>
              <a:gd name="connsiteX34" fmla="*/ 502574 w 502574"/>
              <a:gd name="connsiteY34" fmla="*/ 4154496 h 5631811"/>
              <a:gd name="connsiteX35" fmla="*/ 502574 w 502574"/>
              <a:gd name="connsiteY35" fmla="*/ 4132096 h 5631811"/>
              <a:gd name="connsiteX36" fmla="*/ 502574 w 502574"/>
              <a:gd name="connsiteY36" fmla="*/ 4096506 h 5631811"/>
              <a:gd name="connsiteX37" fmla="*/ 502574 w 502574"/>
              <a:gd name="connsiteY37" fmla="*/ 4080061 h 5631811"/>
              <a:gd name="connsiteX38" fmla="*/ 502574 w 502574"/>
              <a:gd name="connsiteY38" fmla="*/ 4074105 h 5631811"/>
              <a:gd name="connsiteX39" fmla="*/ 502574 w 502574"/>
              <a:gd name="connsiteY39" fmla="*/ 4060894 h 5631811"/>
              <a:gd name="connsiteX40" fmla="*/ 502574 w 502574"/>
              <a:gd name="connsiteY40" fmla="*/ 4044448 h 5631811"/>
              <a:gd name="connsiteX41" fmla="*/ 502574 w 502574"/>
              <a:gd name="connsiteY41" fmla="*/ 4038494 h 5631811"/>
              <a:gd name="connsiteX42" fmla="*/ 502574 w 502574"/>
              <a:gd name="connsiteY42" fmla="*/ 4008858 h 5631811"/>
              <a:gd name="connsiteX43" fmla="*/ 502574 w 502574"/>
              <a:gd name="connsiteY43" fmla="*/ 3986458 h 5631811"/>
              <a:gd name="connsiteX44" fmla="*/ 502574 w 502574"/>
              <a:gd name="connsiteY44" fmla="*/ 3973247 h 5631811"/>
              <a:gd name="connsiteX45" fmla="*/ 502574 w 502574"/>
              <a:gd name="connsiteY45" fmla="*/ 3950846 h 5631811"/>
              <a:gd name="connsiteX46" fmla="*/ 502573 w 502574"/>
              <a:gd name="connsiteY46" fmla="*/ 3714593 h 5631811"/>
              <a:gd name="connsiteX47" fmla="*/ 502573 w 502574"/>
              <a:gd name="connsiteY47" fmla="*/ 3692195 h 5631811"/>
              <a:gd name="connsiteX48" fmla="*/ 502573 w 502574"/>
              <a:gd name="connsiteY48" fmla="*/ 3678982 h 5631811"/>
              <a:gd name="connsiteX49" fmla="*/ 502573 w 502574"/>
              <a:gd name="connsiteY49" fmla="*/ 3656581 h 5631811"/>
              <a:gd name="connsiteX50" fmla="*/ 502573 w 502574"/>
              <a:gd name="connsiteY50" fmla="*/ 3626946 h 5631811"/>
              <a:gd name="connsiteX51" fmla="*/ 502573 w 502574"/>
              <a:gd name="connsiteY51" fmla="*/ 3620993 h 5631811"/>
              <a:gd name="connsiteX52" fmla="*/ 502573 w 502574"/>
              <a:gd name="connsiteY52" fmla="*/ 3604546 h 5631811"/>
              <a:gd name="connsiteX53" fmla="*/ 502573 w 502574"/>
              <a:gd name="connsiteY53" fmla="*/ 3591335 h 5631811"/>
              <a:gd name="connsiteX54" fmla="*/ 502573 w 502574"/>
              <a:gd name="connsiteY54" fmla="*/ 3585382 h 5631811"/>
              <a:gd name="connsiteX55" fmla="*/ 502573 w 502574"/>
              <a:gd name="connsiteY55" fmla="*/ 3568934 h 5631811"/>
              <a:gd name="connsiteX56" fmla="*/ 502573 w 502574"/>
              <a:gd name="connsiteY56" fmla="*/ 3533346 h 5631811"/>
              <a:gd name="connsiteX57" fmla="*/ 502573 w 502574"/>
              <a:gd name="connsiteY57" fmla="*/ 3510945 h 5631811"/>
              <a:gd name="connsiteX58" fmla="*/ 502573 w 502574"/>
              <a:gd name="connsiteY58" fmla="*/ 3497732 h 5631811"/>
              <a:gd name="connsiteX59" fmla="*/ 502573 w 502574"/>
              <a:gd name="connsiteY59" fmla="*/ 3475333 h 5631811"/>
              <a:gd name="connsiteX60" fmla="*/ 502573 w 502574"/>
              <a:gd name="connsiteY60" fmla="*/ 3070642 h 5631811"/>
              <a:gd name="connsiteX61" fmla="*/ 502573 w 502574"/>
              <a:gd name="connsiteY61" fmla="*/ 3048242 h 5631811"/>
              <a:gd name="connsiteX62" fmla="*/ 502573 w 502574"/>
              <a:gd name="connsiteY62" fmla="*/ 3035032 h 5631811"/>
              <a:gd name="connsiteX63" fmla="*/ 502573 w 502574"/>
              <a:gd name="connsiteY63" fmla="*/ 3012630 h 5631811"/>
              <a:gd name="connsiteX64" fmla="*/ 502573 w 502574"/>
              <a:gd name="connsiteY64" fmla="*/ 2977042 h 5631811"/>
              <a:gd name="connsiteX65" fmla="*/ 502573 w 502574"/>
              <a:gd name="connsiteY65" fmla="*/ 2954642 h 5631811"/>
              <a:gd name="connsiteX66" fmla="*/ 502573 w 502574"/>
              <a:gd name="connsiteY66" fmla="*/ 2941428 h 5631811"/>
              <a:gd name="connsiteX67" fmla="*/ 502573 w 502574"/>
              <a:gd name="connsiteY67" fmla="*/ 2919028 h 5631811"/>
              <a:gd name="connsiteX68" fmla="*/ 502573 w 502574"/>
              <a:gd name="connsiteY68" fmla="*/ 2718542 h 5631811"/>
              <a:gd name="connsiteX69" fmla="*/ 502573 w 502574"/>
              <a:gd name="connsiteY69" fmla="*/ 2700668 h 5631811"/>
              <a:gd name="connsiteX70" fmla="*/ 502573 w 502574"/>
              <a:gd name="connsiteY70" fmla="*/ 2678268 h 5631811"/>
              <a:gd name="connsiteX71" fmla="*/ 502573 w 502574"/>
              <a:gd name="connsiteY71" fmla="*/ 2665056 h 5631811"/>
              <a:gd name="connsiteX72" fmla="*/ 502573 w 502574"/>
              <a:gd name="connsiteY72" fmla="*/ 2642656 h 5631811"/>
              <a:gd name="connsiteX73" fmla="*/ 502573 w 502574"/>
              <a:gd name="connsiteY73" fmla="*/ 2607066 h 5631811"/>
              <a:gd name="connsiteX74" fmla="*/ 502573 w 502574"/>
              <a:gd name="connsiteY74" fmla="*/ 2595130 h 5631811"/>
              <a:gd name="connsiteX75" fmla="*/ 502573 w 502574"/>
              <a:gd name="connsiteY75" fmla="*/ 2572730 h 5631811"/>
              <a:gd name="connsiteX76" fmla="*/ 502573 w 502574"/>
              <a:gd name="connsiteY76" fmla="*/ 2571454 h 5631811"/>
              <a:gd name="connsiteX77" fmla="*/ 502573 w 502574"/>
              <a:gd name="connsiteY77" fmla="*/ 2559518 h 5631811"/>
              <a:gd name="connsiteX78" fmla="*/ 502573 w 502574"/>
              <a:gd name="connsiteY78" fmla="*/ 2537118 h 5631811"/>
              <a:gd name="connsiteX79" fmla="*/ 502573 w 502574"/>
              <a:gd name="connsiteY79" fmla="*/ 2501528 h 5631811"/>
              <a:gd name="connsiteX80" fmla="*/ 502573 w 502574"/>
              <a:gd name="connsiteY80" fmla="*/ 2465918 h 5631811"/>
              <a:gd name="connsiteX81" fmla="*/ 502573 w 502574"/>
              <a:gd name="connsiteY81" fmla="*/ 2451946 h 5631811"/>
              <a:gd name="connsiteX82" fmla="*/ 502573 w 502574"/>
              <a:gd name="connsiteY82" fmla="*/ 2429546 h 5631811"/>
              <a:gd name="connsiteX83" fmla="*/ 502573 w 502574"/>
              <a:gd name="connsiteY83" fmla="*/ 2416332 h 5631811"/>
              <a:gd name="connsiteX84" fmla="*/ 502573 w 502574"/>
              <a:gd name="connsiteY84" fmla="*/ 2393934 h 5631811"/>
              <a:gd name="connsiteX85" fmla="*/ 502573 w 502574"/>
              <a:gd name="connsiteY85" fmla="*/ 2358344 h 5631811"/>
              <a:gd name="connsiteX86" fmla="*/ 502573 w 502574"/>
              <a:gd name="connsiteY86" fmla="*/ 2335944 h 5631811"/>
              <a:gd name="connsiteX87" fmla="*/ 502573 w 502574"/>
              <a:gd name="connsiteY87" fmla="*/ 2322732 h 5631811"/>
              <a:gd name="connsiteX88" fmla="*/ 502573 w 502574"/>
              <a:gd name="connsiteY88" fmla="*/ 2300332 h 5631811"/>
              <a:gd name="connsiteX89" fmla="*/ 502573 w 502574"/>
              <a:gd name="connsiteY89" fmla="*/ 1895642 h 5631811"/>
              <a:gd name="connsiteX90" fmla="*/ 502573 w 502574"/>
              <a:gd name="connsiteY90" fmla="*/ 1873242 h 5631811"/>
              <a:gd name="connsiteX91" fmla="*/ 502573 w 502574"/>
              <a:gd name="connsiteY91" fmla="*/ 1860030 h 5631811"/>
              <a:gd name="connsiteX92" fmla="*/ 502573 w 502574"/>
              <a:gd name="connsiteY92" fmla="*/ 1837630 h 5631811"/>
              <a:gd name="connsiteX93" fmla="*/ 502573 w 502574"/>
              <a:gd name="connsiteY93" fmla="*/ 1802040 h 5631811"/>
              <a:gd name="connsiteX94" fmla="*/ 502573 w 502574"/>
              <a:gd name="connsiteY94" fmla="*/ 1785594 h 5631811"/>
              <a:gd name="connsiteX95" fmla="*/ 502573 w 502574"/>
              <a:gd name="connsiteY95" fmla="*/ 1779640 h 5631811"/>
              <a:gd name="connsiteX96" fmla="*/ 502573 w 502574"/>
              <a:gd name="connsiteY96" fmla="*/ 1766428 h 5631811"/>
              <a:gd name="connsiteX97" fmla="*/ 502573 w 502574"/>
              <a:gd name="connsiteY97" fmla="*/ 1749982 h 5631811"/>
              <a:gd name="connsiteX98" fmla="*/ 502573 w 502574"/>
              <a:gd name="connsiteY98" fmla="*/ 1744028 h 5631811"/>
              <a:gd name="connsiteX99" fmla="*/ 502573 w 502574"/>
              <a:gd name="connsiteY99" fmla="*/ 1714392 h 5631811"/>
              <a:gd name="connsiteX100" fmla="*/ 502573 w 502574"/>
              <a:gd name="connsiteY100" fmla="*/ 1691992 h 5631811"/>
              <a:gd name="connsiteX101" fmla="*/ 502573 w 502574"/>
              <a:gd name="connsiteY101" fmla="*/ 1678782 h 5631811"/>
              <a:gd name="connsiteX102" fmla="*/ 502573 w 502574"/>
              <a:gd name="connsiteY102" fmla="*/ 1656380 h 5631811"/>
              <a:gd name="connsiteX103" fmla="*/ 502572 w 502574"/>
              <a:gd name="connsiteY103" fmla="*/ 1420128 h 5631811"/>
              <a:gd name="connsiteX104" fmla="*/ 502572 w 502574"/>
              <a:gd name="connsiteY104" fmla="*/ 1397730 h 5631811"/>
              <a:gd name="connsiteX105" fmla="*/ 502572 w 502574"/>
              <a:gd name="connsiteY105" fmla="*/ 1384516 h 5631811"/>
              <a:gd name="connsiteX106" fmla="*/ 502572 w 502574"/>
              <a:gd name="connsiteY106" fmla="*/ 1362116 h 5631811"/>
              <a:gd name="connsiteX107" fmla="*/ 502572 w 502574"/>
              <a:gd name="connsiteY107" fmla="*/ 1332480 h 5631811"/>
              <a:gd name="connsiteX108" fmla="*/ 502572 w 502574"/>
              <a:gd name="connsiteY108" fmla="*/ 1326526 h 5631811"/>
              <a:gd name="connsiteX109" fmla="*/ 502572 w 502574"/>
              <a:gd name="connsiteY109" fmla="*/ 1310080 h 5631811"/>
              <a:gd name="connsiteX110" fmla="*/ 502572 w 502574"/>
              <a:gd name="connsiteY110" fmla="*/ 1296870 h 5631811"/>
              <a:gd name="connsiteX111" fmla="*/ 502572 w 502574"/>
              <a:gd name="connsiteY111" fmla="*/ 1290916 h 5631811"/>
              <a:gd name="connsiteX112" fmla="*/ 502572 w 502574"/>
              <a:gd name="connsiteY112" fmla="*/ 1274468 h 5631811"/>
              <a:gd name="connsiteX113" fmla="*/ 502572 w 502574"/>
              <a:gd name="connsiteY113" fmla="*/ 1238880 h 5631811"/>
              <a:gd name="connsiteX114" fmla="*/ 502572 w 502574"/>
              <a:gd name="connsiteY114" fmla="*/ 1216478 h 5631811"/>
              <a:gd name="connsiteX115" fmla="*/ 502572 w 502574"/>
              <a:gd name="connsiteY115" fmla="*/ 1203266 h 5631811"/>
              <a:gd name="connsiteX116" fmla="*/ 502572 w 502574"/>
              <a:gd name="connsiteY116" fmla="*/ 1180868 h 5631811"/>
              <a:gd name="connsiteX117" fmla="*/ 502572 w 502574"/>
              <a:gd name="connsiteY117" fmla="*/ 776176 h 5631811"/>
              <a:gd name="connsiteX118" fmla="*/ 502572 w 502574"/>
              <a:gd name="connsiteY118" fmla="*/ 753774 h 5631811"/>
              <a:gd name="connsiteX119" fmla="*/ 502572 w 502574"/>
              <a:gd name="connsiteY119" fmla="*/ 740564 h 5631811"/>
              <a:gd name="connsiteX120" fmla="*/ 502572 w 502574"/>
              <a:gd name="connsiteY120" fmla="*/ 718164 h 5631811"/>
              <a:gd name="connsiteX121" fmla="*/ 502572 w 502574"/>
              <a:gd name="connsiteY121" fmla="*/ 682576 h 5631811"/>
              <a:gd name="connsiteX122" fmla="*/ 502572 w 502574"/>
              <a:gd name="connsiteY122" fmla="*/ 660176 h 5631811"/>
              <a:gd name="connsiteX123" fmla="*/ 502572 w 502574"/>
              <a:gd name="connsiteY123" fmla="*/ 646962 h 5631811"/>
              <a:gd name="connsiteX124" fmla="*/ 502572 w 502574"/>
              <a:gd name="connsiteY124" fmla="*/ 624560 h 5631811"/>
              <a:gd name="connsiteX125" fmla="*/ 502572 w 502574"/>
              <a:gd name="connsiteY125" fmla="*/ 300662 h 5631811"/>
              <a:gd name="connsiteX126" fmla="*/ 502572 w 502574"/>
              <a:gd name="connsiteY126" fmla="*/ 278264 h 5631811"/>
              <a:gd name="connsiteX127" fmla="*/ 502572 w 502574"/>
              <a:gd name="connsiteY127" fmla="*/ 265052 h 5631811"/>
              <a:gd name="connsiteX128" fmla="*/ 502572 w 502574"/>
              <a:gd name="connsiteY128" fmla="*/ 242650 h 5631811"/>
              <a:gd name="connsiteX129" fmla="*/ 502572 w 502574"/>
              <a:gd name="connsiteY129" fmla="*/ 207062 h 5631811"/>
              <a:gd name="connsiteX130" fmla="*/ 502572 w 502574"/>
              <a:gd name="connsiteY130" fmla="*/ 171450 h 5631811"/>
              <a:gd name="connsiteX131" fmla="*/ 502571 w 502574"/>
              <a:gd name="connsiteY131" fmla="*/ 171450 h 5631811"/>
              <a:gd name="connsiteX132" fmla="*/ 502571 w 502574"/>
              <a:gd name="connsiteY132" fmla="*/ 129212 h 5631811"/>
              <a:gd name="connsiteX133" fmla="*/ 502571 w 502574"/>
              <a:gd name="connsiteY133" fmla="*/ 106814 h 5631811"/>
              <a:gd name="connsiteX134" fmla="*/ 502571 w 502574"/>
              <a:gd name="connsiteY134" fmla="*/ 93602 h 5631811"/>
              <a:gd name="connsiteX135" fmla="*/ 502571 w 502574"/>
              <a:gd name="connsiteY135" fmla="*/ 71200 h 5631811"/>
              <a:gd name="connsiteX136" fmla="*/ 502571 w 502574"/>
              <a:gd name="connsiteY136" fmla="*/ 35612 h 5631811"/>
              <a:gd name="connsiteX137" fmla="*/ 502571 w 502574"/>
              <a:gd name="connsiteY137" fmla="*/ 0 h 5631811"/>
              <a:gd name="connsiteX138" fmla="*/ 0 w 502574"/>
              <a:gd name="connsiteY138" fmla="*/ 136982 h 5631811"/>
              <a:gd name="connsiteX139" fmla="*/ 0 w 502574"/>
              <a:gd name="connsiteY139" fmla="*/ 172594 h 5631811"/>
              <a:gd name="connsiteX140" fmla="*/ 0 w 502574"/>
              <a:gd name="connsiteY140" fmla="*/ 208184 h 5631811"/>
              <a:gd name="connsiteX141" fmla="*/ 0 w 502574"/>
              <a:gd name="connsiteY141" fmla="*/ 230582 h 5631811"/>
              <a:gd name="connsiteX142" fmla="*/ 0 w 502574"/>
              <a:gd name="connsiteY142" fmla="*/ 243796 h 5631811"/>
              <a:gd name="connsiteX143" fmla="*/ 0 w 502574"/>
              <a:gd name="connsiteY143" fmla="*/ 266196 h 5631811"/>
              <a:gd name="connsiteX144" fmla="*/ 0 w 502574"/>
              <a:gd name="connsiteY144" fmla="*/ 590096 h 5631811"/>
              <a:gd name="connsiteX145" fmla="*/ 0 w 502574"/>
              <a:gd name="connsiteY145" fmla="*/ 612496 h 5631811"/>
              <a:gd name="connsiteX146" fmla="*/ 0 w 502574"/>
              <a:gd name="connsiteY146" fmla="*/ 625706 h 5631811"/>
              <a:gd name="connsiteX147" fmla="*/ 0 w 502574"/>
              <a:gd name="connsiteY147" fmla="*/ 648106 h 5631811"/>
              <a:gd name="connsiteX148" fmla="*/ 0 w 502574"/>
              <a:gd name="connsiteY148" fmla="*/ 683696 h 5631811"/>
              <a:gd name="connsiteX149" fmla="*/ 0 w 502574"/>
              <a:gd name="connsiteY149" fmla="*/ 706096 h 5631811"/>
              <a:gd name="connsiteX150" fmla="*/ 0 w 502574"/>
              <a:gd name="connsiteY150" fmla="*/ 719308 h 5631811"/>
              <a:gd name="connsiteX151" fmla="*/ 0 w 502574"/>
              <a:gd name="connsiteY151" fmla="*/ 741708 h 5631811"/>
              <a:gd name="connsiteX152" fmla="*/ 0 w 502574"/>
              <a:gd name="connsiteY152" fmla="*/ 1009418 h 5631811"/>
              <a:gd name="connsiteX153" fmla="*/ 0 w 502574"/>
              <a:gd name="connsiteY153" fmla="*/ 1031816 h 5631811"/>
              <a:gd name="connsiteX154" fmla="*/ 0 w 502574"/>
              <a:gd name="connsiteY154" fmla="*/ 1045028 h 5631811"/>
              <a:gd name="connsiteX155" fmla="*/ 0 w 502574"/>
              <a:gd name="connsiteY155" fmla="*/ 1067430 h 5631811"/>
              <a:gd name="connsiteX156" fmla="*/ 0 w 502574"/>
              <a:gd name="connsiteY156" fmla="*/ 1103018 h 5631811"/>
              <a:gd name="connsiteX157" fmla="*/ 0 w 502574"/>
              <a:gd name="connsiteY157" fmla="*/ 1125420 h 5631811"/>
              <a:gd name="connsiteX158" fmla="*/ 0 w 502574"/>
              <a:gd name="connsiteY158" fmla="*/ 1138630 h 5631811"/>
              <a:gd name="connsiteX159" fmla="*/ 0 w 502574"/>
              <a:gd name="connsiteY159" fmla="*/ 1161030 h 5631811"/>
              <a:gd name="connsiteX160" fmla="*/ 0 w 502574"/>
              <a:gd name="connsiteY160" fmla="*/ 1256448 h 5631811"/>
              <a:gd name="connsiteX161" fmla="*/ 0 w 502574"/>
              <a:gd name="connsiteY161" fmla="*/ 1292058 h 5631811"/>
              <a:gd name="connsiteX162" fmla="*/ 0 w 502574"/>
              <a:gd name="connsiteY162" fmla="*/ 1327650 h 5631811"/>
              <a:gd name="connsiteX163" fmla="*/ 0 w 502574"/>
              <a:gd name="connsiteY163" fmla="*/ 1350048 h 5631811"/>
              <a:gd name="connsiteX164" fmla="*/ 0 w 502574"/>
              <a:gd name="connsiteY164" fmla="*/ 1363260 h 5631811"/>
              <a:gd name="connsiteX165" fmla="*/ 0 w 502574"/>
              <a:gd name="connsiteY165" fmla="*/ 1385662 h 5631811"/>
              <a:gd name="connsiteX166" fmla="*/ 0 w 502574"/>
              <a:gd name="connsiteY166" fmla="*/ 1484930 h 5631811"/>
              <a:gd name="connsiteX167" fmla="*/ 0 w 502574"/>
              <a:gd name="connsiteY167" fmla="*/ 1507332 h 5631811"/>
              <a:gd name="connsiteX168" fmla="*/ 0 w 502574"/>
              <a:gd name="connsiteY168" fmla="*/ 1520542 h 5631811"/>
              <a:gd name="connsiteX169" fmla="*/ 0 w 502574"/>
              <a:gd name="connsiteY169" fmla="*/ 1542942 h 5631811"/>
              <a:gd name="connsiteX170" fmla="*/ 0 w 502574"/>
              <a:gd name="connsiteY170" fmla="*/ 1578532 h 5631811"/>
              <a:gd name="connsiteX171" fmla="*/ 0 w 502574"/>
              <a:gd name="connsiteY171" fmla="*/ 1614144 h 5631811"/>
              <a:gd name="connsiteX172" fmla="*/ 0 w 502574"/>
              <a:gd name="connsiteY172" fmla="*/ 1709560 h 5631811"/>
              <a:gd name="connsiteX173" fmla="*/ 0 w 502574"/>
              <a:gd name="connsiteY173" fmla="*/ 1731960 h 5631811"/>
              <a:gd name="connsiteX174" fmla="*/ 0 w 502574"/>
              <a:gd name="connsiteY174" fmla="*/ 1745172 h 5631811"/>
              <a:gd name="connsiteX175" fmla="*/ 0 w 502574"/>
              <a:gd name="connsiteY175" fmla="*/ 1767574 h 5631811"/>
              <a:gd name="connsiteX176" fmla="*/ 0 w 502574"/>
              <a:gd name="connsiteY176" fmla="*/ 1803162 h 5631811"/>
              <a:gd name="connsiteX177" fmla="*/ 0 w 502574"/>
              <a:gd name="connsiteY177" fmla="*/ 1825562 h 5631811"/>
              <a:gd name="connsiteX178" fmla="*/ 0 w 502574"/>
              <a:gd name="connsiteY178" fmla="*/ 1838774 h 5631811"/>
              <a:gd name="connsiteX179" fmla="*/ 0 w 502574"/>
              <a:gd name="connsiteY179" fmla="*/ 1861174 h 5631811"/>
              <a:gd name="connsiteX180" fmla="*/ 0 w 502574"/>
              <a:gd name="connsiteY180" fmla="*/ 2128882 h 5631811"/>
              <a:gd name="connsiteX181" fmla="*/ 0 w 502574"/>
              <a:gd name="connsiteY181" fmla="*/ 2151282 h 5631811"/>
              <a:gd name="connsiteX182" fmla="*/ 0 w 502574"/>
              <a:gd name="connsiteY182" fmla="*/ 2164494 h 5631811"/>
              <a:gd name="connsiteX183" fmla="*/ 0 w 502574"/>
              <a:gd name="connsiteY183" fmla="*/ 2186894 h 5631811"/>
              <a:gd name="connsiteX184" fmla="*/ 0 w 502574"/>
              <a:gd name="connsiteY184" fmla="*/ 2222484 h 5631811"/>
              <a:gd name="connsiteX185" fmla="*/ 0 w 502574"/>
              <a:gd name="connsiteY185" fmla="*/ 2244882 h 5631811"/>
              <a:gd name="connsiteX186" fmla="*/ 0 w 502574"/>
              <a:gd name="connsiteY186" fmla="*/ 2258096 h 5631811"/>
              <a:gd name="connsiteX187" fmla="*/ 0 w 502574"/>
              <a:gd name="connsiteY187" fmla="*/ 2280496 h 5631811"/>
              <a:gd name="connsiteX188" fmla="*/ 0 w 502574"/>
              <a:gd name="connsiteY188" fmla="*/ 2536986 h 5631811"/>
              <a:gd name="connsiteX189" fmla="*/ 0 w 502574"/>
              <a:gd name="connsiteY189" fmla="*/ 2547092 h 5631811"/>
              <a:gd name="connsiteX190" fmla="*/ 1 w 502574"/>
              <a:gd name="connsiteY190" fmla="*/ 2547092 h 5631811"/>
              <a:gd name="connsiteX191" fmla="*/ 1 w 502574"/>
              <a:gd name="connsiteY191" fmla="*/ 2560664 h 5631811"/>
              <a:gd name="connsiteX192" fmla="*/ 1 w 502574"/>
              <a:gd name="connsiteY192" fmla="*/ 2708436 h 5631811"/>
              <a:gd name="connsiteX193" fmla="*/ 1 w 502574"/>
              <a:gd name="connsiteY193" fmla="*/ 2718542 h 5631811"/>
              <a:gd name="connsiteX194" fmla="*/ 1 w 502574"/>
              <a:gd name="connsiteY194" fmla="*/ 2884562 h 5631811"/>
              <a:gd name="connsiteX195" fmla="*/ 1 w 502574"/>
              <a:gd name="connsiteY195" fmla="*/ 2906962 h 5631811"/>
              <a:gd name="connsiteX196" fmla="*/ 1 w 502574"/>
              <a:gd name="connsiteY196" fmla="*/ 2920174 h 5631811"/>
              <a:gd name="connsiteX197" fmla="*/ 1 w 502574"/>
              <a:gd name="connsiteY197" fmla="*/ 2942574 h 5631811"/>
              <a:gd name="connsiteX198" fmla="*/ 1 w 502574"/>
              <a:gd name="connsiteY198" fmla="*/ 2978162 h 5631811"/>
              <a:gd name="connsiteX199" fmla="*/ 1 w 502574"/>
              <a:gd name="connsiteY199" fmla="*/ 3000562 h 5631811"/>
              <a:gd name="connsiteX200" fmla="*/ 1 w 502574"/>
              <a:gd name="connsiteY200" fmla="*/ 3013776 h 5631811"/>
              <a:gd name="connsiteX201" fmla="*/ 1 w 502574"/>
              <a:gd name="connsiteY201" fmla="*/ 3036174 h 5631811"/>
              <a:gd name="connsiteX202" fmla="*/ 1 w 502574"/>
              <a:gd name="connsiteY202" fmla="*/ 3303883 h 5631811"/>
              <a:gd name="connsiteX203" fmla="*/ 1 w 502574"/>
              <a:gd name="connsiteY203" fmla="*/ 3326282 h 5631811"/>
              <a:gd name="connsiteX204" fmla="*/ 1 w 502574"/>
              <a:gd name="connsiteY204" fmla="*/ 3339495 h 5631811"/>
              <a:gd name="connsiteX205" fmla="*/ 1 w 502574"/>
              <a:gd name="connsiteY205" fmla="*/ 3361896 h 5631811"/>
              <a:gd name="connsiteX206" fmla="*/ 1 w 502574"/>
              <a:gd name="connsiteY206" fmla="*/ 3397484 h 5631811"/>
              <a:gd name="connsiteX207" fmla="*/ 1 w 502574"/>
              <a:gd name="connsiteY207" fmla="*/ 3419885 h 5631811"/>
              <a:gd name="connsiteX208" fmla="*/ 1 w 502574"/>
              <a:gd name="connsiteY208" fmla="*/ 3433096 h 5631811"/>
              <a:gd name="connsiteX209" fmla="*/ 1 w 502574"/>
              <a:gd name="connsiteY209" fmla="*/ 3455496 h 5631811"/>
              <a:gd name="connsiteX210" fmla="*/ 1 w 502574"/>
              <a:gd name="connsiteY210" fmla="*/ 3550913 h 5631811"/>
              <a:gd name="connsiteX211" fmla="*/ 1 w 502574"/>
              <a:gd name="connsiteY211" fmla="*/ 3586524 h 5631811"/>
              <a:gd name="connsiteX212" fmla="*/ 1 w 502574"/>
              <a:gd name="connsiteY212" fmla="*/ 3622115 h 5631811"/>
              <a:gd name="connsiteX213" fmla="*/ 1 w 502574"/>
              <a:gd name="connsiteY213" fmla="*/ 3644514 h 5631811"/>
              <a:gd name="connsiteX214" fmla="*/ 1 w 502574"/>
              <a:gd name="connsiteY214" fmla="*/ 3657727 h 5631811"/>
              <a:gd name="connsiteX215" fmla="*/ 1 w 502574"/>
              <a:gd name="connsiteY215" fmla="*/ 3680127 h 5631811"/>
              <a:gd name="connsiteX216" fmla="*/ 1 w 502574"/>
              <a:gd name="connsiteY216" fmla="*/ 3779396 h 5631811"/>
              <a:gd name="connsiteX217" fmla="*/ 1 w 502574"/>
              <a:gd name="connsiteY217" fmla="*/ 3801797 h 5631811"/>
              <a:gd name="connsiteX218" fmla="*/ 1 w 502574"/>
              <a:gd name="connsiteY218" fmla="*/ 3815009 h 5631811"/>
              <a:gd name="connsiteX219" fmla="*/ 1 w 502574"/>
              <a:gd name="connsiteY219" fmla="*/ 3837408 h 5631811"/>
              <a:gd name="connsiteX220" fmla="*/ 1 w 502574"/>
              <a:gd name="connsiteY220" fmla="*/ 3853848 h 5631811"/>
              <a:gd name="connsiteX221" fmla="*/ 1 w 502574"/>
              <a:gd name="connsiteY221" fmla="*/ 3872998 h 5631811"/>
              <a:gd name="connsiteX222" fmla="*/ 1 w 502574"/>
              <a:gd name="connsiteY222" fmla="*/ 3889459 h 5631811"/>
              <a:gd name="connsiteX223" fmla="*/ 1 w 502574"/>
              <a:gd name="connsiteY223" fmla="*/ 3908611 h 5631811"/>
              <a:gd name="connsiteX224" fmla="*/ 1 w 502574"/>
              <a:gd name="connsiteY224" fmla="*/ 3925051 h 5631811"/>
              <a:gd name="connsiteX225" fmla="*/ 1 w 502574"/>
              <a:gd name="connsiteY225" fmla="*/ 3947449 h 5631811"/>
              <a:gd name="connsiteX226" fmla="*/ 1 w 502574"/>
              <a:gd name="connsiteY226" fmla="*/ 3960662 h 5631811"/>
              <a:gd name="connsiteX227" fmla="*/ 1 w 502574"/>
              <a:gd name="connsiteY227" fmla="*/ 3983063 h 5631811"/>
              <a:gd name="connsiteX228" fmla="*/ 1 w 502574"/>
              <a:gd name="connsiteY228" fmla="*/ 4004025 h 5631811"/>
              <a:gd name="connsiteX229" fmla="*/ 1 w 502574"/>
              <a:gd name="connsiteY229" fmla="*/ 4026426 h 5631811"/>
              <a:gd name="connsiteX230" fmla="*/ 1 w 502574"/>
              <a:gd name="connsiteY230" fmla="*/ 4039638 h 5631811"/>
              <a:gd name="connsiteX231" fmla="*/ 1 w 502574"/>
              <a:gd name="connsiteY231" fmla="*/ 4062039 h 5631811"/>
              <a:gd name="connsiteX232" fmla="*/ 1 w 502574"/>
              <a:gd name="connsiteY232" fmla="*/ 4097628 h 5631811"/>
              <a:gd name="connsiteX233" fmla="*/ 1 w 502574"/>
              <a:gd name="connsiteY233" fmla="*/ 4120029 h 5631811"/>
              <a:gd name="connsiteX234" fmla="*/ 1 w 502574"/>
              <a:gd name="connsiteY234" fmla="*/ 4133240 h 5631811"/>
              <a:gd name="connsiteX235" fmla="*/ 1 w 502574"/>
              <a:gd name="connsiteY235" fmla="*/ 4155640 h 5631811"/>
              <a:gd name="connsiteX236" fmla="*/ 1 w 502574"/>
              <a:gd name="connsiteY236" fmla="*/ 4306961 h 5631811"/>
              <a:gd name="connsiteX237" fmla="*/ 1 w 502574"/>
              <a:gd name="connsiteY237" fmla="*/ 4329362 h 5631811"/>
              <a:gd name="connsiteX238" fmla="*/ 1 w 502574"/>
              <a:gd name="connsiteY238" fmla="*/ 4342573 h 5631811"/>
              <a:gd name="connsiteX239" fmla="*/ 1 w 502574"/>
              <a:gd name="connsiteY239" fmla="*/ 4364973 h 5631811"/>
              <a:gd name="connsiteX240" fmla="*/ 1 w 502574"/>
              <a:gd name="connsiteY240" fmla="*/ 4400561 h 5631811"/>
              <a:gd name="connsiteX241" fmla="*/ 1 w 502574"/>
              <a:gd name="connsiteY241" fmla="*/ 4422962 h 5631811"/>
              <a:gd name="connsiteX242" fmla="*/ 1 w 502574"/>
              <a:gd name="connsiteY242" fmla="*/ 4423349 h 5631811"/>
              <a:gd name="connsiteX243" fmla="*/ 1 w 502574"/>
              <a:gd name="connsiteY243" fmla="*/ 4436175 h 5631811"/>
              <a:gd name="connsiteX244" fmla="*/ 1 w 502574"/>
              <a:gd name="connsiteY244" fmla="*/ 4445748 h 5631811"/>
              <a:gd name="connsiteX245" fmla="*/ 1 w 502574"/>
              <a:gd name="connsiteY245" fmla="*/ 4458573 h 5631811"/>
              <a:gd name="connsiteX246" fmla="*/ 1 w 502574"/>
              <a:gd name="connsiteY246" fmla="*/ 4458962 h 5631811"/>
              <a:gd name="connsiteX247" fmla="*/ 1 w 502574"/>
              <a:gd name="connsiteY247" fmla="*/ 4481361 h 5631811"/>
              <a:gd name="connsiteX248" fmla="*/ 1 w 502574"/>
              <a:gd name="connsiteY248" fmla="*/ 4516950 h 5631811"/>
              <a:gd name="connsiteX249" fmla="*/ 1 w 502574"/>
              <a:gd name="connsiteY249" fmla="*/ 4539349 h 5631811"/>
              <a:gd name="connsiteX250" fmla="*/ 1 w 502574"/>
              <a:gd name="connsiteY250" fmla="*/ 4552563 h 5631811"/>
              <a:gd name="connsiteX251" fmla="*/ 1 w 502574"/>
              <a:gd name="connsiteY251" fmla="*/ 4574962 h 5631811"/>
              <a:gd name="connsiteX252" fmla="*/ 1 w 502574"/>
              <a:gd name="connsiteY252" fmla="*/ 4726284 h 5631811"/>
              <a:gd name="connsiteX253" fmla="*/ 1 w 502574"/>
              <a:gd name="connsiteY253" fmla="*/ 4748682 h 5631811"/>
              <a:gd name="connsiteX254" fmla="*/ 1 w 502574"/>
              <a:gd name="connsiteY254" fmla="*/ 4761895 h 5631811"/>
              <a:gd name="connsiteX255" fmla="*/ 1 w 502574"/>
              <a:gd name="connsiteY255" fmla="*/ 4784296 h 5631811"/>
              <a:gd name="connsiteX256" fmla="*/ 1 w 502574"/>
              <a:gd name="connsiteY256" fmla="*/ 4819885 h 5631811"/>
              <a:gd name="connsiteX257" fmla="*/ 1 w 502574"/>
              <a:gd name="connsiteY257" fmla="*/ 4831453 h 5631811"/>
              <a:gd name="connsiteX258" fmla="*/ 1 w 502574"/>
              <a:gd name="connsiteY258" fmla="*/ 4841558 h 5631811"/>
              <a:gd name="connsiteX259" fmla="*/ 1 w 502574"/>
              <a:gd name="connsiteY259" fmla="*/ 4842285 h 5631811"/>
              <a:gd name="connsiteX260" fmla="*/ 1 w 502574"/>
              <a:gd name="connsiteY260" fmla="*/ 4855496 h 5631811"/>
              <a:gd name="connsiteX261" fmla="*/ 1 w 502574"/>
              <a:gd name="connsiteY261" fmla="*/ 4877897 h 5631811"/>
              <a:gd name="connsiteX262" fmla="*/ 1 w 502574"/>
              <a:gd name="connsiteY262" fmla="*/ 4973313 h 5631811"/>
              <a:gd name="connsiteX263" fmla="*/ 1 w 502574"/>
              <a:gd name="connsiteY263" fmla="*/ 5008924 h 5631811"/>
              <a:gd name="connsiteX264" fmla="*/ 1 w 502574"/>
              <a:gd name="connsiteY264" fmla="*/ 5044516 h 5631811"/>
              <a:gd name="connsiteX265" fmla="*/ 1 w 502574"/>
              <a:gd name="connsiteY265" fmla="*/ 5066914 h 5631811"/>
              <a:gd name="connsiteX266" fmla="*/ 1 w 502574"/>
              <a:gd name="connsiteY266" fmla="*/ 5080127 h 5631811"/>
              <a:gd name="connsiteX267" fmla="*/ 1 w 502574"/>
              <a:gd name="connsiteY267" fmla="*/ 5102528 h 5631811"/>
              <a:gd name="connsiteX268" fmla="*/ 1 w 502574"/>
              <a:gd name="connsiteY268" fmla="*/ 5201796 h 5631811"/>
              <a:gd name="connsiteX269" fmla="*/ 1 w 502574"/>
              <a:gd name="connsiteY269" fmla="*/ 5224197 h 5631811"/>
              <a:gd name="connsiteX270" fmla="*/ 1 w 502574"/>
              <a:gd name="connsiteY270" fmla="*/ 5237409 h 5631811"/>
              <a:gd name="connsiteX271" fmla="*/ 1 w 502574"/>
              <a:gd name="connsiteY271" fmla="*/ 5259808 h 5631811"/>
              <a:gd name="connsiteX272" fmla="*/ 1 w 502574"/>
              <a:gd name="connsiteY272" fmla="*/ 5295398 h 5631811"/>
              <a:gd name="connsiteX273" fmla="*/ 1 w 502574"/>
              <a:gd name="connsiteY273" fmla="*/ 5331011 h 5631811"/>
              <a:gd name="connsiteX274" fmla="*/ 1 w 502574"/>
              <a:gd name="connsiteY274" fmla="*/ 5426426 h 5631811"/>
              <a:gd name="connsiteX275" fmla="*/ 1 w 502574"/>
              <a:gd name="connsiteY275" fmla="*/ 5448826 h 5631811"/>
              <a:gd name="connsiteX276" fmla="*/ 1 w 502574"/>
              <a:gd name="connsiteY276" fmla="*/ 5460361 h 5631811"/>
              <a:gd name="connsiteX277" fmla="*/ 2 w 502574"/>
              <a:gd name="connsiteY277" fmla="*/ 5460361 h 5631811"/>
              <a:gd name="connsiteX278" fmla="*/ 2 w 502574"/>
              <a:gd name="connsiteY278" fmla="*/ 5466848 h 5631811"/>
              <a:gd name="connsiteX279" fmla="*/ 2 w 502574"/>
              <a:gd name="connsiteY279" fmla="*/ 5502461 h 5631811"/>
              <a:gd name="connsiteX280" fmla="*/ 2 w 502574"/>
              <a:gd name="connsiteY280" fmla="*/ 5597876 h 5631811"/>
              <a:gd name="connsiteX281" fmla="*/ 2 w 502574"/>
              <a:gd name="connsiteY281" fmla="*/ 5620276 h 5631811"/>
              <a:gd name="connsiteX282" fmla="*/ 2 w 502574"/>
              <a:gd name="connsiteY282" fmla="*/ 5631811 h 563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Lst>
            <a:rect l="l" t="t" r="r" b="b"/>
            <a:pathLst>
              <a:path w="502574" h="5631811">
                <a:moveTo>
                  <a:pt x="502574" y="5494829"/>
                </a:moveTo>
                <a:lnTo>
                  <a:pt x="502574" y="5483294"/>
                </a:lnTo>
                <a:lnTo>
                  <a:pt x="502574" y="5466848"/>
                </a:lnTo>
                <a:lnTo>
                  <a:pt x="502574" y="5460894"/>
                </a:lnTo>
                <a:lnTo>
                  <a:pt x="502574" y="5431258"/>
                </a:lnTo>
                <a:lnTo>
                  <a:pt x="502574" y="5408858"/>
                </a:lnTo>
                <a:lnTo>
                  <a:pt x="502574" y="5395647"/>
                </a:lnTo>
                <a:lnTo>
                  <a:pt x="502574" y="5373246"/>
                </a:lnTo>
                <a:lnTo>
                  <a:pt x="502573" y="5136994"/>
                </a:lnTo>
                <a:lnTo>
                  <a:pt x="502573" y="5114595"/>
                </a:lnTo>
                <a:lnTo>
                  <a:pt x="502573" y="5101383"/>
                </a:lnTo>
                <a:lnTo>
                  <a:pt x="502573" y="5078982"/>
                </a:lnTo>
                <a:lnTo>
                  <a:pt x="502573" y="5049347"/>
                </a:lnTo>
                <a:lnTo>
                  <a:pt x="502573" y="5043393"/>
                </a:lnTo>
                <a:lnTo>
                  <a:pt x="502573" y="5026946"/>
                </a:lnTo>
                <a:lnTo>
                  <a:pt x="502573" y="5013735"/>
                </a:lnTo>
                <a:lnTo>
                  <a:pt x="502573" y="5013008"/>
                </a:lnTo>
                <a:lnTo>
                  <a:pt x="502574" y="5013008"/>
                </a:lnTo>
                <a:lnTo>
                  <a:pt x="502574" y="4995135"/>
                </a:lnTo>
                <a:lnTo>
                  <a:pt x="502574" y="4972734"/>
                </a:lnTo>
                <a:lnTo>
                  <a:pt x="502574" y="4959522"/>
                </a:lnTo>
                <a:lnTo>
                  <a:pt x="502574" y="4937123"/>
                </a:lnTo>
                <a:lnTo>
                  <a:pt x="502574" y="4901533"/>
                </a:lnTo>
                <a:lnTo>
                  <a:pt x="502574" y="4865921"/>
                </a:lnTo>
                <a:lnTo>
                  <a:pt x="502574" y="4746412"/>
                </a:lnTo>
                <a:lnTo>
                  <a:pt x="502574" y="4724013"/>
                </a:lnTo>
                <a:lnTo>
                  <a:pt x="502574" y="4710799"/>
                </a:lnTo>
                <a:lnTo>
                  <a:pt x="502574" y="4688400"/>
                </a:lnTo>
                <a:lnTo>
                  <a:pt x="502574" y="4652811"/>
                </a:lnTo>
                <a:lnTo>
                  <a:pt x="502574" y="4630412"/>
                </a:lnTo>
                <a:lnTo>
                  <a:pt x="502574" y="4617198"/>
                </a:lnTo>
                <a:lnTo>
                  <a:pt x="502574" y="4594799"/>
                </a:lnTo>
                <a:lnTo>
                  <a:pt x="502574" y="4190108"/>
                </a:lnTo>
                <a:lnTo>
                  <a:pt x="502574" y="4167708"/>
                </a:lnTo>
                <a:lnTo>
                  <a:pt x="502574" y="4154496"/>
                </a:lnTo>
                <a:lnTo>
                  <a:pt x="502574" y="4132096"/>
                </a:lnTo>
                <a:lnTo>
                  <a:pt x="502574" y="4096506"/>
                </a:lnTo>
                <a:lnTo>
                  <a:pt x="502574" y="4080061"/>
                </a:lnTo>
                <a:lnTo>
                  <a:pt x="502574" y="4074105"/>
                </a:lnTo>
                <a:lnTo>
                  <a:pt x="502574" y="4060894"/>
                </a:lnTo>
                <a:lnTo>
                  <a:pt x="502574" y="4044448"/>
                </a:lnTo>
                <a:lnTo>
                  <a:pt x="502574" y="4038494"/>
                </a:lnTo>
                <a:lnTo>
                  <a:pt x="502574" y="4008858"/>
                </a:lnTo>
                <a:lnTo>
                  <a:pt x="502574" y="3986458"/>
                </a:lnTo>
                <a:lnTo>
                  <a:pt x="502574" y="3973247"/>
                </a:lnTo>
                <a:lnTo>
                  <a:pt x="502574" y="3950846"/>
                </a:lnTo>
                <a:lnTo>
                  <a:pt x="502573" y="3714593"/>
                </a:lnTo>
                <a:lnTo>
                  <a:pt x="502573" y="3692195"/>
                </a:lnTo>
                <a:lnTo>
                  <a:pt x="502573" y="3678982"/>
                </a:lnTo>
                <a:lnTo>
                  <a:pt x="502573" y="3656581"/>
                </a:lnTo>
                <a:lnTo>
                  <a:pt x="502573" y="3626946"/>
                </a:lnTo>
                <a:lnTo>
                  <a:pt x="502573" y="3620993"/>
                </a:lnTo>
                <a:lnTo>
                  <a:pt x="502573" y="3604546"/>
                </a:lnTo>
                <a:lnTo>
                  <a:pt x="502573" y="3591335"/>
                </a:lnTo>
                <a:lnTo>
                  <a:pt x="502573" y="3585382"/>
                </a:lnTo>
                <a:lnTo>
                  <a:pt x="502573" y="3568934"/>
                </a:lnTo>
                <a:lnTo>
                  <a:pt x="502573" y="3533346"/>
                </a:lnTo>
                <a:lnTo>
                  <a:pt x="502573" y="3510945"/>
                </a:lnTo>
                <a:lnTo>
                  <a:pt x="502573" y="3497732"/>
                </a:lnTo>
                <a:lnTo>
                  <a:pt x="502573" y="3475333"/>
                </a:lnTo>
                <a:lnTo>
                  <a:pt x="502573" y="3070642"/>
                </a:lnTo>
                <a:lnTo>
                  <a:pt x="502573" y="3048242"/>
                </a:lnTo>
                <a:lnTo>
                  <a:pt x="502573" y="3035032"/>
                </a:lnTo>
                <a:lnTo>
                  <a:pt x="502573" y="3012630"/>
                </a:lnTo>
                <a:lnTo>
                  <a:pt x="502573" y="2977042"/>
                </a:lnTo>
                <a:lnTo>
                  <a:pt x="502573" y="2954642"/>
                </a:lnTo>
                <a:lnTo>
                  <a:pt x="502573" y="2941428"/>
                </a:lnTo>
                <a:lnTo>
                  <a:pt x="502573" y="2919028"/>
                </a:lnTo>
                <a:lnTo>
                  <a:pt x="502573" y="2718542"/>
                </a:lnTo>
                <a:lnTo>
                  <a:pt x="502573" y="2700668"/>
                </a:lnTo>
                <a:lnTo>
                  <a:pt x="502573" y="2678268"/>
                </a:lnTo>
                <a:lnTo>
                  <a:pt x="502573" y="2665056"/>
                </a:lnTo>
                <a:lnTo>
                  <a:pt x="502573" y="2642656"/>
                </a:lnTo>
                <a:lnTo>
                  <a:pt x="502573" y="2607066"/>
                </a:lnTo>
                <a:lnTo>
                  <a:pt x="502573" y="2595130"/>
                </a:lnTo>
                <a:lnTo>
                  <a:pt x="502573" y="2572730"/>
                </a:lnTo>
                <a:lnTo>
                  <a:pt x="502573" y="2571454"/>
                </a:lnTo>
                <a:lnTo>
                  <a:pt x="502573" y="2559518"/>
                </a:lnTo>
                <a:lnTo>
                  <a:pt x="502573" y="2537118"/>
                </a:lnTo>
                <a:lnTo>
                  <a:pt x="502573" y="2501528"/>
                </a:lnTo>
                <a:lnTo>
                  <a:pt x="502573" y="2465918"/>
                </a:lnTo>
                <a:lnTo>
                  <a:pt x="502573" y="2451946"/>
                </a:lnTo>
                <a:lnTo>
                  <a:pt x="502573" y="2429546"/>
                </a:lnTo>
                <a:lnTo>
                  <a:pt x="502573" y="2416332"/>
                </a:lnTo>
                <a:lnTo>
                  <a:pt x="502573" y="2393934"/>
                </a:lnTo>
                <a:lnTo>
                  <a:pt x="502573" y="2358344"/>
                </a:lnTo>
                <a:lnTo>
                  <a:pt x="502573" y="2335944"/>
                </a:lnTo>
                <a:lnTo>
                  <a:pt x="502573" y="2322732"/>
                </a:lnTo>
                <a:lnTo>
                  <a:pt x="502573" y="2300332"/>
                </a:lnTo>
                <a:lnTo>
                  <a:pt x="502573" y="1895642"/>
                </a:lnTo>
                <a:lnTo>
                  <a:pt x="502573" y="1873242"/>
                </a:lnTo>
                <a:lnTo>
                  <a:pt x="502573" y="1860030"/>
                </a:lnTo>
                <a:lnTo>
                  <a:pt x="502573" y="1837630"/>
                </a:lnTo>
                <a:lnTo>
                  <a:pt x="502573" y="1802040"/>
                </a:lnTo>
                <a:lnTo>
                  <a:pt x="502573" y="1785594"/>
                </a:lnTo>
                <a:lnTo>
                  <a:pt x="502573" y="1779640"/>
                </a:lnTo>
                <a:lnTo>
                  <a:pt x="502573" y="1766428"/>
                </a:lnTo>
                <a:lnTo>
                  <a:pt x="502573" y="1749982"/>
                </a:lnTo>
                <a:lnTo>
                  <a:pt x="502573" y="1744028"/>
                </a:lnTo>
                <a:lnTo>
                  <a:pt x="502573" y="1714392"/>
                </a:lnTo>
                <a:lnTo>
                  <a:pt x="502573" y="1691992"/>
                </a:lnTo>
                <a:lnTo>
                  <a:pt x="502573" y="1678782"/>
                </a:lnTo>
                <a:lnTo>
                  <a:pt x="502573" y="1656380"/>
                </a:lnTo>
                <a:lnTo>
                  <a:pt x="502572" y="1420128"/>
                </a:lnTo>
                <a:lnTo>
                  <a:pt x="502572" y="1397730"/>
                </a:lnTo>
                <a:lnTo>
                  <a:pt x="502572" y="1384516"/>
                </a:lnTo>
                <a:lnTo>
                  <a:pt x="502572" y="1362116"/>
                </a:lnTo>
                <a:lnTo>
                  <a:pt x="502572" y="1332480"/>
                </a:lnTo>
                <a:lnTo>
                  <a:pt x="502572" y="1326526"/>
                </a:lnTo>
                <a:lnTo>
                  <a:pt x="502572" y="1310080"/>
                </a:lnTo>
                <a:lnTo>
                  <a:pt x="502572" y="1296870"/>
                </a:lnTo>
                <a:lnTo>
                  <a:pt x="502572" y="1290916"/>
                </a:lnTo>
                <a:lnTo>
                  <a:pt x="502572" y="1274468"/>
                </a:lnTo>
                <a:lnTo>
                  <a:pt x="502572" y="1238880"/>
                </a:lnTo>
                <a:lnTo>
                  <a:pt x="502572" y="1216478"/>
                </a:lnTo>
                <a:lnTo>
                  <a:pt x="502572" y="1203266"/>
                </a:lnTo>
                <a:lnTo>
                  <a:pt x="502572" y="1180868"/>
                </a:lnTo>
                <a:lnTo>
                  <a:pt x="502572" y="776176"/>
                </a:lnTo>
                <a:lnTo>
                  <a:pt x="502572" y="753774"/>
                </a:lnTo>
                <a:lnTo>
                  <a:pt x="502572" y="740564"/>
                </a:lnTo>
                <a:lnTo>
                  <a:pt x="502572" y="718164"/>
                </a:lnTo>
                <a:lnTo>
                  <a:pt x="502572" y="682576"/>
                </a:lnTo>
                <a:lnTo>
                  <a:pt x="502572" y="660176"/>
                </a:lnTo>
                <a:lnTo>
                  <a:pt x="502572" y="646962"/>
                </a:lnTo>
                <a:lnTo>
                  <a:pt x="502572" y="624560"/>
                </a:lnTo>
                <a:lnTo>
                  <a:pt x="502572" y="300662"/>
                </a:lnTo>
                <a:lnTo>
                  <a:pt x="502572" y="278264"/>
                </a:lnTo>
                <a:lnTo>
                  <a:pt x="502572" y="265052"/>
                </a:lnTo>
                <a:lnTo>
                  <a:pt x="502572" y="242650"/>
                </a:lnTo>
                <a:lnTo>
                  <a:pt x="502572" y="207062"/>
                </a:lnTo>
                <a:lnTo>
                  <a:pt x="502572" y="171450"/>
                </a:lnTo>
                <a:lnTo>
                  <a:pt x="502571" y="171450"/>
                </a:lnTo>
                <a:lnTo>
                  <a:pt x="502571" y="129212"/>
                </a:lnTo>
                <a:lnTo>
                  <a:pt x="502571" y="106814"/>
                </a:lnTo>
                <a:lnTo>
                  <a:pt x="502571" y="93602"/>
                </a:lnTo>
                <a:lnTo>
                  <a:pt x="502571" y="71200"/>
                </a:lnTo>
                <a:lnTo>
                  <a:pt x="502571" y="35612"/>
                </a:lnTo>
                <a:lnTo>
                  <a:pt x="502571" y="0"/>
                </a:lnTo>
                <a:lnTo>
                  <a:pt x="0" y="136982"/>
                </a:lnTo>
                <a:lnTo>
                  <a:pt x="0" y="172594"/>
                </a:lnTo>
                <a:lnTo>
                  <a:pt x="0" y="208184"/>
                </a:lnTo>
                <a:lnTo>
                  <a:pt x="0" y="230582"/>
                </a:lnTo>
                <a:lnTo>
                  <a:pt x="0" y="243796"/>
                </a:lnTo>
                <a:lnTo>
                  <a:pt x="0" y="266196"/>
                </a:lnTo>
                <a:lnTo>
                  <a:pt x="0" y="590096"/>
                </a:lnTo>
                <a:lnTo>
                  <a:pt x="0" y="612496"/>
                </a:lnTo>
                <a:lnTo>
                  <a:pt x="0" y="625706"/>
                </a:lnTo>
                <a:lnTo>
                  <a:pt x="0" y="648106"/>
                </a:lnTo>
                <a:lnTo>
                  <a:pt x="0" y="683696"/>
                </a:lnTo>
                <a:lnTo>
                  <a:pt x="0" y="706096"/>
                </a:lnTo>
                <a:lnTo>
                  <a:pt x="0" y="719308"/>
                </a:lnTo>
                <a:lnTo>
                  <a:pt x="0" y="741708"/>
                </a:lnTo>
                <a:lnTo>
                  <a:pt x="0" y="1009418"/>
                </a:lnTo>
                <a:lnTo>
                  <a:pt x="0" y="1031816"/>
                </a:lnTo>
                <a:lnTo>
                  <a:pt x="0" y="1045028"/>
                </a:lnTo>
                <a:lnTo>
                  <a:pt x="0" y="1067430"/>
                </a:lnTo>
                <a:lnTo>
                  <a:pt x="0" y="1103018"/>
                </a:lnTo>
                <a:lnTo>
                  <a:pt x="0" y="1125420"/>
                </a:lnTo>
                <a:lnTo>
                  <a:pt x="0" y="1138630"/>
                </a:lnTo>
                <a:lnTo>
                  <a:pt x="0" y="1161030"/>
                </a:lnTo>
                <a:lnTo>
                  <a:pt x="0" y="1256448"/>
                </a:lnTo>
                <a:lnTo>
                  <a:pt x="0" y="1292058"/>
                </a:lnTo>
                <a:lnTo>
                  <a:pt x="0" y="1327650"/>
                </a:lnTo>
                <a:lnTo>
                  <a:pt x="0" y="1350048"/>
                </a:lnTo>
                <a:lnTo>
                  <a:pt x="0" y="1363260"/>
                </a:lnTo>
                <a:lnTo>
                  <a:pt x="0" y="1385662"/>
                </a:lnTo>
                <a:lnTo>
                  <a:pt x="0" y="1484930"/>
                </a:lnTo>
                <a:lnTo>
                  <a:pt x="0" y="1507332"/>
                </a:lnTo>
                <a:lnTo>
                  <a:pt x="0" y="1520542"/>
                </a:lnTo>
                <a:lnTo>
                  <a:pt x="0" y="1542942"/>
                </a:lnTo>
                <a:lnTo>
                  <a:pt x="0" y="1578532"/>
                </a:lnTo>
                <a:lnTo>
                  <a:pt x="0" y="1614144"/>
                </a:lnTo>
                <a:lnTo>
                  <a:pt x="0" y="1709560"/>
                </a:lnTo>
                <a:lnTo>
                  <a:pt x="0" y="1731960"/>
                </a:lnTo>
                <a:lnTo>
                  <a:pt x="0" y="1745172"/>
                </a:lnTo>
                <a:lnTo>
                  <a:pt x="0" y="1767574"/>
                </a:lnTo>
                <a:lnTo>
                  <a:pt x="0" y="1803162"/>
                </a:lnTo>
                <a:lnTo>
                  <a:pt x="0" y="1825562"/>
                </a:lnTo>
                <a:lnTo>
                  <a:pt x="0" y="1838774"/>
                </a:lnTo>
                <a:lnTo>
                  <a:pt x="0" y="1861174"/>
                </a:lnTo>
                <a:lnTo>
                  <a:pt x="0" y="2128882"/>
                </a:lnTo>
                <a:lnTo>
                  <a:pt x="0" y="2151282"/>
                </a:lnTo>
                <a:lnTo>
                  <a:pt x="0" y="2164494"/>
                </a:lnTo>
                <a:lnTo>
                  <a:pt x="0" y="2186894"/>
                </a:lnTo>
                <a:lnTo>
                  <a:pt x="0" y="2222484"/>
                </a:lnTo>
                <a:lnTo>
                  <a:pt x="0" y="2244882"/>
                </a:lnTo>
                <a:lnTo>
                  <a:pt x="0" y="2258096"/>
                </a:lnTo>
                <a:lnTo>
                  <a:pt x="0" y="2280496"/>
                </a:lnTo>
                <a:lnTo>
                  <a:pt x="0" y="2536986"/>
                </a:lnTo>
                <a:lnTo>
                  <a:pt x="0" y="2547092"/>
                </a:lnTo>
                <a:lnTo>
                  <a:pt x="1" y="2547092"/>
                </a:lnTo>
                <a:lnTo>
                  <a:pt x="1" y="2560664"/>
                </a:lnTo>
                <a:lnTo>
                  <a:pt x="1" y="2708436"/>
                </a:lnTo>
                <a:lnTo>
                  <a:pt x="1" y="2718542"/>
                </a:lnTo>
                <a:lnTo>
                  <a:pt x="1" y="2884562"/>
                </a:lnTo>
                <a:lnTo>
                  <a:pt x="1" y="2906962"/>
                </a:lnTo>
                <a:lnTo>
                  <a:pt x="1" y="2920174"/>
                </a:lnTo>
                <a:lnTo>
                  <a:pt x="1" y="2942574"/>
                </a:lnTo>
                <a:lnTo>
                  <a:pt x="1" y="2978162"/>
                </a:lnTo>
                <a:lnTo>
                  <a:pt x="1" y="3000562"/>
                </a:lnTo>
                <a:lnTo>
                  <a:pt x="1" y="3013776"/>
                </a:lnTo>
                <a:lnTo>
                  <a:pt x="1" y="3036174"/>
                </a:lnTo>
                <a:lnTo>
                  <a:pt x="1" y="3303883"/>
                </a:lnTo>
                <a:lnTo>
                  <a:pt x="1" y="3326282"/>
                </a:lnTo>
                <a:lnTo>
                  <a:pt x="1" y="3339495"/>
                </a:lnTo>
                <a:lnTo>
                  <a:pt x="1" y="3361896"/>
                </a:lnTo>
                <a:lnTo>
                  <a:pt x="1" y="3397484"/>
                </a:lnTo>
                <a:lnTo>
                  <a:pt x="1" y="3419885"/>
                </a:lnTo>
                <a:lnTo>
                  <a:pt x="1" y="3433096"/>
                </a:lnTo>
                <a:lnTo>
                  <a:pt x="1" y="3455496"/>
                </a:lnTo>
                <a:lnTo>
                  <a:pt x="1" y="3550913"/>
                </a:lnTo>
                <a:lnTo>
                  <a:pt x="1" y="3586524"/>
                </a:lnTo>
                <a:lnTo>
                  <a:pt x="1" y="3622115"/>
                </a:lnTo>
                <a:lnTo>
                  <a:pt x="1" y="3644514"/>
                </a:lnTo>
                <a:lnTo>
                  <a:pt x="1" y="3657727"/>
                </a:lnTo>
                <a:lnTo>
                  <a:pt x="1" y="3680127"/>
                </a:lnTo>
                <a:lnTo>
                  <a:pt x="1" y="3779396"/>
                </a:lnTo>
                <a:lnTo>
                  <a:pt x="1" y="3801797"/>
                </a:lnTo>
                <a:lnTo>
                  <a:pt x="1" y="3815009"/>
                </a:lnTo>
                <a:lnTo>
                  <a:pt x="1" y="3837408"/>
                </a:lnTo>
                <a:lnTo>
                  <a:pt x="1" y="3853848"/>
                </a:lnTo>
                <a:lnTo>
                  <a:pt x="1" y="3872998"/>
                </a:lnTo>
                <a:lnTo>
                  <a:pt x="1" y="3889459"/>
                </a:lnTo>
                <a:lnTo>
                  <a:pt x="1" y="3908611"/>
                </a:lnTo>
                <a:lnTo>
                  <a:pt x="1" y="3925051"/>
                </a:lnTo>
                <a:lnTo>
                  <a:pt x="1" y="3947449"/>
                </a:lnTo>
                <a:lnTo>
                  <a:pt x="1" y="3960662"/>
                </a:lnTo>
                <a:lnTo>
                  <a:pt x="1" y="3983063"/>
                </a:lnTo>
                <a:lnTo>
                  <a:pt x="1" y="4004025"/>
                </a:lnTo>
                <a:lnTo>
                  <a:pt x="1" y="4026426"/>
                </a:lnTo>
                <a:lnTo>
                  <a:pt x="1" y="4039638"/>
                </a:lnTo>
                <a:lnTo>
                  <a:pt x="1" y="4062039"/>
                </a:lnTo>
                <a:lnTo>
                  <a:pt x="1" y="4097628"/>
                </a:lnTo>
                <a:lnTo>
                  <a:pt x="1" y="4120029"/>
                </a:lnTo>
                <a:lnTo>
                  <a:pt x="1" y="4133240"/>
                </a:lnTo>
                <a:lnTo>
                  <a:pt x="1" y="4155640"/>
                </a:lnTo>
                <a:lnTo>
                  <a:pt x="1" y="4306961"/>
                </a:lnTo>
                <a:lnTo>
                  <a:pt x="1" y="4329362"/>
                </a:lnTo>
                <a:lnTo>
                  <a:pt x="1" y="4342573"/>
                </a:lnTo>
                <a:lnTo>
                  <a:pt x="1" y="4364973"/>
                </a:lnTo>
                <a:lnTo>
                  <a:pt x="1" y="4400561"/>
                </a:lnTo>
                <a:lnTo>
                  <a:pt x="1" y="4422962"/>
                </a:lnTo>
                <a:lnTo>
                  <a:pt x="1" y="4423349"/>
                </a:lnTo>
                <a:lnTo>
                  <a:pt x="1" y="4436175"/>
                </a:lnTo>
                <a:lnTo>
                  <a:pt x="1" y="4445748"/>
                </a:lnTo>
                <a:lnTo>
                  <a:pt x="1" y="4458573"/>
                </a:lnTo>
                <a:lnTo>
                  <a:pt x="1" y="4458962"/>
                </a:lnTo>
                <a:lnTo>
                  <a:pt x="1" y="4481361"/>
                </a:lnTo>
                <a:lnTo>
                  <a:pt x="1" y="4516950"/>
                </a:lnTo>
                <a:lnTo>
                  <a:pt x="1" y="4539349"/>
                </a:lnTo>
                <a:lnTo>
                  <a:pt x="1" y="4552563"/>
                </a:lnTo>
                <a:lnTo>
                  <a:pt x="1" y="4574962"/>
                </a:lnTo>
                <a:lnTo>
                  <a:pt x="1" y="4726284"/>
                </a:lnTo>
                <a:lnTo>
                  <a:pt x="1" y="4748682"/>
                </a:lnTo>
                <a:lnTo>
                  <a:pt x="1" y="4761895"/>
                </a:lnTo>
                <a:lnTo>
                  <a:pt x="1" y="4784296"/>
                </a:lnTo>
                <a:lnTo>
                  <a:pt x="1" y="4819885"/>
                </a:lnTo>
                <a:lnTo>
                  <a:pt x="1" y="4831453"/>
                </a:lnTo>
                <a:lnTo>
                  <a:pt x="1" y="4841558"/>
                </a:lnTo>
                <a:lnTo>
                  <a:pt x="1" y="4842285"/>
                </a:lnTo>
                <a:lnTo>
                  <a:pt x="1" y="4855496"/>
                </a:lnTo>
                <a:lnTo>
                  <a:pt x="1" y="4877897"/>
                </a:lnTo>
                <a:lnTo>
                  <a:pt x="1" y="4973313"/>
                </a:lnTo>
                <a:lnTo>
                  <a:pt x="1" y="5008924"/>
                </a:lnTo>
                <a:lnTo>
                  <a:pt x="1" y="5044516"/>
                </a:lnTo>
                <a:lnTo>
                  <a:pt x="1" y="5066914"/>
                </a:lnTo>
                <a:lnTo>
                  <a:pt x="1" y="5080127"/>
                </a:lnTo>
                <a:lnTo>
                  <a:pt x="1" y="5102528"/>
                </a:lnTo>
                <a:lnTo>
                  <a:pt x="1" y="5201796"/>
                </a:lnTo>
                <a:lnTo>
                  <a:pt x="1" y="5224197"/>
                </a:lnTo>
                <a:lnTo>
                  <a:pt x="1" y="5237409"/>
                </a:lnTo>
                <a:lnTo>
                  <a:pt x="1" y="5259808"/>
                </a:lnTo>
                <a:lnTo>
                  <a:pt x="1" y="5295398"/>
                </a:lnTo>
                <a:lnTo>
                  <a:pt x="1" y="5331011"/>
                </a:lnTo>
                <a:lnTo>
                  <a:pt x="1" y="5426426"/>
                </a:lnTo>
                <a:lnTo>
                  <a:pt x="1" y="5448826"/>
                </a:lnTo>
                <a:lnTo>
                  <a:pt x="1" y="5460361"/>
                </a:lnTo>
                <a:lnTo>
                  <a:pt x="2" y="5460361"/>
                </a:lnTo>
                <a:lnTo>
                  <a:pt x="2" y="5466848"/>
                </a:lnTo>
                <a:lnTo>
                  <a:pt x="2" y="5502461"/>
                </a:lnTo>
                <a:lnTo>
                  <a:pt x="2" y="5597876"/>
                </a:lnTo>
                <a:lnTo>
                  <a:pt x="2" y="5620276"/>
                </a:lnTo>
                <a:lnTo>
                  <a:pt x="2" y="563181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54" name="Rectangle 37">
            <a:extLst>
              <a:ext uri="{FF2B5EF4-FFF2-40B4-BE49-F238E27FC236}">
                <a16:creationId xmlns:a16="http://schemas.microsoft.com/office/drawing/2014/main" id="{30C4DFBA-B861-8B2A-C901-B2A0C7C48A01}"/>
              </a:ext>
            </a:extLst>
          </p:cNvPr>
          <p:cNvSpPr>
            <a:spLocks noChangeArrowheads="1"/>
          </p:cNvSpPr>
          <p:nvPr/>
        </p:nvSpPr>
        <p:spPr bwMode="auto">
          <a:xfrm>
            <a:off x="6240016" y="5119221"/>
            <a:ext cx="4389092" cy="298450"/>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4F062A"/>
                </a:solidFill>
              </a:rPr>
              <a:t>Aspectos metodológicos</a:t>
            </a:r>
          </a:p>
        </p:txBody>
      </p:sp>
      <p:sp>
        <p:nvSpPr>
          <p:cNvPr id="55" name="Rectangle 40">
            <a:extLst>
              <a:ext uri="{FF2B5EF4-FFF2-40B4-BE49-F238E27FC236}">
                <a16:creationId xmlns:a16="http://schemas.microsoft.com/office/drawing/2014/main" id="{16619B48-FE38-DFF5-C7A7-26DC1321DD0E}"/>
              </a:ext>
            </a:extLst>
          </p:cNvPr>
          <p:cNvSpPr>
            <a:spLocks noChangeArrowheads="1"/>
          </p:cNvSpPr>
          <p:nvPr/>
        </p:nvSpPr>
        <p:spPr bwMode="auto">
          <a:xfrm>
            <a:off x="6240017" y="5544084"/>
            <a:ext cx="5306106" cy="561388"/>
          </a:xfrm>
          <a:prstGeom prst="rect">
            <a:avLst/>
          </a:prstGeom>
          <a:noFill/>
          <a:ln w="12700">
            <a:noFill/>
            <a:miter lim="800000"/>
          </a:ln>
          <a:effectLst/>
        </p:spPr>
        <p:txBody>
          <a:bodyPr lIns="92075" tIns="108000" rIns="92075" bIns="46038"/>
          <a:lstStyle/>
          <a:p>
            <a:pPr marL="177800" indent="-177800">
              <a:spcBef>
                <a:spcPts val="200"/>
              </a:spcBef>
              <a:spcAft>
                <a:spcPts val="200"/>
              </a:spcAft>
              <a:buFont typeface="Wingdings" panose="05000000000000000000" pitchFamily="2" charset="2"/>
              <a:buChar char="§"/>
              <a:tabLst>
                <a:tab pos="5715000" algn="l"/>
              </a:tabLst>
              <a:defRPr b="0" i="0"/>
            </a:pPr>
            <a:r>
              <a:rPr lang="es-MX" sz="1100">
                <a:cs typeface="Times New Roman" pitchFamily="18" charset="0"/>
              </a:rPr>
              <a:t>Diseño del </a:t>
            </a:r>
            <a:r>
              <a:rPr lang="es-MX" sz="1100" b="1">
                <a:cs typeface="Times New Roman" pitchFamily="18" charset="0"/>
              </a:rPr>
              <a:t>modelo de gobierno </a:t>
            </a:r>
            <a:r>
              <a:rPr lang="es-MX" sz="1100">
                <a:cs typeface="Times New Roman" pitchFamily="18" charset="0"/>
              </a:rPr>
              <a:t>(reuniones, comités,…) y establecimiento de los </a:t>
            </a:r>
            <a:r>
              <a:rPr lang="es-MX" sz="1100" b="1">
                <a:cs typeface="Times New Roman" pitchFamily="18" charset="0"/>
              </a:rPr>
              <a:t>mecanismos de funcionamiento de la PMO</a:t>
            </a:r>
          </a:p>
        </p:txBody>
      </p:sp>
      <p:pic>
        <p:nvPicPr>
          <p:cNvPr id="56" name="Imagen 55">
            <a:extLst>
              <a:ext uri="{FF2B5EF4-FFF2-40B4-BE49-F238E27FC236}">
                <a16:creationId xmlns:a16="http://schemas.microsoft.com/office/drawing/2014/main" id="{FA3FAF35-0E3B-4807-7862-77B9F21A60EB}"/>
              </a:ext>
            </a:extLst>
          </p:cNvPr>
          <p:cNvPicPr>
            <a:picLocks noChangeAspect="1"/>
          </p:cNvPicPr>
          <p:nvPr/>
        </p:nvPicPr>
        <p:blipFill>
          <a:blip r:embed="rId6">
            <a:lum bright="100000"/>
          </a:blip>
          <a:stretch>
            <a:fillRect/>
          </a:stretch>
        </p:blipFill>
        <p:spPr>
          <a:xfrm>
            <a:off x="1521500" y="1743534"/>
            <a:ext cx="488118" cy="472468"/>
          </a:xfrm>
          <a:prstGeom prst="rect">
            <a:avLst/>
          </a:prstGeom>
        </p:spPr>
      </p:pic>
      <p:pic>
        <p:nvPicPr>
          <p:cNvPr id="57" name="Imagen 56">
            <a:extLst>
              <a:ext uri="{FF2B5EF4-FFF2-40B4-BE49-F238E27FC236}">
                <a16:creationId xmlns:a16="http://schemas.microsoft.com/office/drawing/2014/main" id="{A89D78FF-580E-274D-C68A-B1252A82FF29}"/>
              </a:ext>
            </a:extLst>
          </p:cNvPr>
          <p:cNvPicPr>
            <a:picLocks noChangeAspect="1"/>
          </p:cNvPicPr>
          <p:nvPr/>
        </p:nvPicPr>
        <p:blipFill>
          <a:blip r:embed="rId7"/>
          <a:stretch>
            <a:fillRect/>
          </a:stretch>
        </p:blipFill>
        <p:spPr>
          <a:xfrm>
            <a:off x="8906865" y="5039567"/>
            <a:ext cx="463597" cy="457759"/>
          </a:xfrm>
          <a:prstGeom prst="rect">
            <a:avLst/>
          </a:prstGeom>
        </p:spPr>
      </p:pic>
      <p:pic>
        <p:nvPicPr>
          <p:cNvPr id="58" name="Imagen 57">
            <a:extLst>
              <a:ext uri="{FF2B5EF4-FFF2-40B4-BE49-F238E27FC236}">
                <a16:creationId xmlns:a16="http://schemas.microsoft.com/office/drawing/2014/main" id="{3618A139-8E7A-AD57-CD64-5A7489531EA9}"/>
              </a:ext>
            </a:extLst>
          </p:cNvPr>
          <p:cNvPicPr>
            <a:picLocks noChangeAspect="1"/>
          </p:cNvPicPr>
          <p:nvPr/>
        </p:nvPicPr>
        <p:blipFill>
          <a:blip r:embed="rId8"/>
          <a:stretch>
            <a:fillRect/>
          </a:stretch>
        </p:blipFill>
        <p:spPr>
          <a:xfrm>
            <a:off x="2485399" y="2457860"/>
            <a:ext cx="394971" cy="389016"/>
          </a:xfrm>
          <a:prstGeom prst="rect">
            <a:avLst/>
          </a:prstGeom>
        </p:spPr>
      </p:pic>
      <p:pic>
        <p:nvPicPr>
          <p:cNvPr id="59" name="Imagen 58">
            <a:extLst>
              <a:ext uri="{FF2B5EF4-FFF2-40B4-BE49-F238E27FC236}">
                <a16:creationId xmlns:a16="http://schemas.microsoft.com/office/drawing/2014/main" id="{7E41EAF7-9998-C590-F9C7-21182C731E46}"/>
              </a:ext>
            </a:extLst>
          </p:cNvPr>
          <p:cNvPicPr>
            <a:picLocks noChangeAspect="1"/>
          </p:cNvPicPr>
          <p:nvPr/>
        </p:nvPicPr>
        <p:blipFill>
          <a:blip r:embed="rId9"/>
          <a:stretch>
            <a:fillRect/>
          </a:stretch>
        </p:blipFill>
        <p:spPr>
          <a:xfrm>
            <a:off x="8756369" y="2557774"/>
            <a:ext cx="448307" cy="221640"/>
          </a:xfrm>
          <a:prstGeom prst="rect">
            <a:avLst/>
          </a:prstGeom>
        </p:spPr>
      </p:pic>
      <p:pic>
        <p:nvPicPr>
          <p:cNvPr id="11" name="Imagen 10">
            <a:extLst>
              <a:ext uri="{FF2B5EF4-FFF2-40B4-BE49-F238E27FC236}">
                <a16:creationId xmlns:a16="http://schemas.microsoft.com/office/drawing/2014/main" id="{1FA7FFE1-2416-1E2E-02CB-5D2010BA0B1F}"/>
              </a:ext>
            </a:extLst>
          </p:cNvPr>
          <p:cNvPicPr>
            <a:picLocks noChangeAspect="1"/>
          </p:cNvPicPr>
          <p:nvPr/>
        </p:nvPicPr>
        <p:blipFill>
          <a:blip r:embed="rId10"/>
          <a:srcRect t="7513" b="-1"/>
          <a:stretch>
            <a:fillRect/>
          </a:stretch>
        </p:blipFill>
        <p:spPr>
          <a:xfrm>
            <a:off x="7543012" y="347868"/>
            <a:ext cx="4300054" cy="429308"/>
          </a:xfrm>
          <a:prstGeom prst="rect">
            <a:avLst/>
          </a:prstGeom>
        </p:spPr>
      </p:pic>
      <p:sp>
        <p:nvSpPr>
          <p:cNvPr id="12" name="Paralelogramo 11">
            <a:extLst>
              <a:ext uri="{FF2B5EF4-FFF2-40B4-BE49-F238E27FC236}">
                <a16:creationId xmlns:a16="http://schemas.microsoft.com/office/drawing/2014/main" id="{4A6D9204-0CE3-081F-A053-B2ABE4791A22}"/>
              </a:ext>
            </a:extLst>
          </p:cNvPr>
          <p:cNvSpPr/>
          <p:nvPr/>
        </p:nvSpPr>
        <p:spPr>
          <a:xfrm>
            <a:off x="9279854" y="456398"/>
            <a:ext cx="2576786" cy="375409"/>
          </a:xfrm>
          <a:prstGeom prst="parallelogram">
            <a:avLst>
              <a:gd name="adj" fmla="val 0"/>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sz="1351">
              <a:solidFill>
                <a:srgbClr val="FFFFFF"/>
              </a:solidFill>
              <a:latin typeface="Soho Gothic Pro Light"/>
            </a:endParaRPr>
          </a:p>
        </p:txBody>
      </p:sp>
      <p:sp>
        <p:nvSpPr>
          <p:cNvPr id="2" name="Paralelogramo 1">
            <a:extLst>
              <a:ext uri="{FF2B5EF4-FFF2-40B4-BE49-F238E27FC236}">
                <a16:creationId xmlns:a16="http://schemas.microsoft.com/office/drawing/2014/main" id="{12E8BCF8-4108-5F41-590C-6A6A6E5EB2EC}"/>
              </a:ext>
            </a:extLst>
          </p:cNvPr>
          <p:cNvSpPr/>
          <p:nvPr/>
        </p:nvSpPr>
        <p:spPr>
          <a:xfrm>
            <a:off x="7543012" y="456398"/>
            <a:ext cx="853676" cy="375409"/>
          </a:xfrm>
          <a:prstGeom prst="parallelogram">
            <a:avLst>
              <a:gd name="adj" fmla="val 0"/>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sz="1351">
              <a:solidFill>
                <a:srgbClr val="FFFFFF"/>
              </a:solidFill>
              <a:latin typeface="Soho Gothic Pro Light"/>
            </a:endParaRPr>
          </a:p>
        </p:txBody>
      </p:sp>
      <p:pic>
        <p:nvPicPr>
          <p:cNvPr id="10" name="Imagen 9">
            <a:extLst>
              <a:ext uri="{FF2B5EF4-FFF2-40B4-BE49-F238E27FC236}">
                <a16:creationId xmlns:a16="http://schemas.microsoft.com/office/drawing/2014/main" id="{66ECEBD5-6B6D-B6AD-8340-E15BA8A29796}"/>
              </a:ext>
            </a:extLst>
          </p:cNvPr>
          <p:cNvPicPr>
            <a:picLocks noChangeAspect="1"/>
          </p:cNvPicPr>
          <p:nvPr/>
        </p:nvPicPr>
        <p:blipFill rotWithShape="1">
          <a:blip r:embed="rId11"/>
          <a:srcRect l="285" t="486"/>
          <a:stretch/>
        </p:blipFill>
        <p:spPr>
          <a:xfrm>
            <a:off x="6095726" y="3753952"/>
            <a:ext cx="1396456" cy="1173499"/>
          </a:xfrm>
          <a:prstGeom prst="rect">
            <a:avLst/>
          </a:prstGeom>
        </p:spPr>
      </p:pic>
      <p:pic>
        <p:nvPicPr>
          <p:cNvPr id="13" name="Imagen 12">
            <a:extLst>
              <a:ext uri="{FF2B5EF4-FFF2-40B4-BE49-F238E27FC236}">
                <a16:creationId xmlns:a16="http://schemas.microsoft.com/office/drawing/2014/main" id="{7068CFCE-2298-1A48-B610-68E06CEB1560}"/>
              </a:ext>
            </a:extLst>
          </p:cNvPr>
          <p:cNvPicPr>
            <a:picLocks noChangeAspect="1"/>
          </p:cNvPicPr>
          <p:nvPr/>
        </p:nvPicPr>
        <p:blipFill>
          <a:blip r:embed="rId12"/>
          <a:stretch>
            <a:fillRect/>
          </a:stretch>
        </p:blipFill>
        <p:spPr>
          <a:xfrm>
            <a:off x="7579488" y="3805510"/>
            <a:ext cx="2561756" cy="1083228"/>
          </a:xfrm>
          <a:prstGeom prst="rect">
            <a:avLst/>
          </a:prstGeom>
        </p:spPr>
      </p:pic>
      <p:pic>
        <p:nvPicPr>
          <p:cNvPr id="14" name="Imagen 13">
            <a:extLst>
              <a:ext uri="{FF2B5EF4-FFF2-40B4-BE49-F238E27FC236}">
                <a16:creationId xmlns:a16="http://schemas.microsoft.com/office/drawing/2014/main" id="{15EA5677-706A-46FB-7953-52BA3787D24D}"/>
              </a:ext>
            </a:extLst>
          </p:cNvPr>
          <p:cNvPicPr>
            <a:picLocks noChangeAspect="1"/>
          </p:cNvPicPr>
          <p:nvPr/>
        </p:nvPicPr>
        <p:blipFill rotWithShape="1">
          <a:blip r:embed="rId13"/>
          <a:srcRect t="1519"/>
          <a:stretch/>
        </p:blipFill>
        <p:spPr>
          <a:xfrm>
            <a:off x="10228550" y="3907586"/>
            <a:ext cx="1796196" cy="919342"/>
          </a:xfrm>
          <a:prstGeom prst="rect">
            <a:avLst/>
          </a:prstGeom>
        </p:spPr>
      </p:pic>
      <p:sp>
        <p:nvSpPr>
          <p:cNvPr id="15" name="Marcador de pie de página 2">
            <a:extLst>
              <a:ext uri="{FF2B5EF4-FFF2-40B4-BE49-F238E27FC236}">
                <a16:creationId xmlns:a16="http://schemas.microsoft.com/office/drawing/2014/main" id="{FB1A3581-D5F4-5126-F538-1A2BFB1F52B5}"/>
              </a:ext>
            </a:extLst>
          </p:cNvPr>
          <p:cNvSpPr>
            <a:spLocks noGrp="1"/>
          </p:cNvSpPr>
          <p:nvPr>
            <p:ph type="ftr" sz="quarter" idx="10"/>
          </p:nvPr>
        </p:nvSpPr>
        <p:spPr>
          <a:xfrm>
            <a:off x="335360" y="6401514"/>
            <a:ext cx="7250933" cy="123111"/>
          </a:xfrm>
        </p:spPr>
        <p:txBody>
          <a:bodyPr/>
          <a:lstStyle/>
          <a:p>
            <a:r>
              <a:rPr lang="fr-FR"/>
              <a:t>MINSAIT • SERVICIO DE PROGRAM MANAGEMENT OFFICE (PMO)</a:t>
            </a:r>
            <a:endParaRPr lang="es-ES"/>
          </a:p>
        </p:txBody>
      </p:sp>
    </p:spTree>
    <p:extLst>
      <p:ext uri="{BB962C8B-B14F-4D97-AF65-F5344CB8AC3E}">
        <p14:creationId xmlns:p14="http://schemas.microsoft.com/office/powerpoint/2010/main" val="3028816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C9E1564-A57F-88D5-EE2E-22B1B0BB6D62}"/>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D29111A9-AEF5-2A6A-D597-6173896BC88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D29111A9-AEF5-2A6A-D597-6173896BC88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F8698463-2439-4D96-EA9D-F426ACE7A522}"/>
              </a:ext>
            </a:extLst>
          </p:cNvPr>
          <p:cNvSpPr>
            <a:spLocks noGrp="1"/>
          </p:cNvSpPr>
          <p:nvPr>
            <p:ph type="title"/>
          </p:nvPr>
        </p:nvSpPr>
        <p:spPr>
          <a:xfrm>
            <a:off x="335360" y="548680"/>
            <a:ext cx="11521678" cy="873124"/>
          </a:xfrm>
        </p:spPr>
        <p:txBody>
          <a:bodyPr vert="horz"/>
          <a:lstStyle/>
          <a:p>
            <a:r>
              <a:rPr lang="es-MX" sz="2000"/>
              <a:t>Como resultado del diseño del modelo operativo y de </a:t>
            </a:r>
            <a:br>
              <a:rPr lang="es-MX" sz="2000"/>
            </a:br>
            <a:r>
              <a:rPr lang="es-MX" sz="2000"/>
              <a:t>gobierno de la PMO, se establece una estructura de </a:t>
            </a:r>
            <a:br>
              <a:rPr lang="es-MX" sz="2000"/>
            </a:br>
            <a:r>
              <a:rPr lang="es-MX" sz="2000"/>
              <a:t>gestión en tres niveles</a:t>
            </a:r>
            <a:endParaRPr lang="es-ES" sz="2000">
              <a:latin typeface="+mn-lt"/>
            </a:endParaRPr>
          </a:p>
        </p:txBody>
      </p:sp>
      <p:sp>
        <p:nvSpPr>
          <p:cNvPr id="3" name="Marcador de texto 2">
            <a:extLst>
              <a:ext uri="{FF2B5EF4-FFF2-40B4-BE49-F238E27FC236}">
                <a16:creationId xmlns:a16="http://schemas.microsoft.com/office/drawing/2014/main" id="{FADCB756-D007-0F7C-4523-E6C2C644FA56}"/>
              </a:ext>
            </a:extLst>
          </p:cNvPr>
          <p:cNvSpPr>
            <a:spLocks noGrp="1"/>
          </p:cNvSpPr>
          <p:nvPr>
            <p:ph type="body" sz="quarter" idx="16"/>
          </p:nvPr>
        </p:nvSpPr>
        <p:spPr>
          <a:xfrm>
            <a:off x="334963" y="323850"/>
            <a:ext cx="11522075" cy="159018"/>
          </a:xfrm>
        </p:spPr>
        <p:txBody>
          <a:bodyPr/>
          <a:lstStyle/>
          <a:p>
            <a:r>
              <a:rPr lang="es-ES"/>
              <a:t>02. </a:t>
            </a:r>
            <a:r>
              <a:rPr lang="es-MX"/>
              <a:t>Nuestro enfoque de trabajo PMO </a:t>
            </a:r>
            <a:endParaRPr lang="es-CO"/>
          </a:p>
        </p:txBody>
      </p:sp>
      <p:pic>
        <p:nvPicPr>
          <p:cNvPr id="11" name="Imagen 10">
            <a:extLst>
              <a:ext uri="{FF2B5EF4-FFF2-40B4-BE49-F238E27FC236}">
                <a16:creationId xmlns:a16="http://schemas.microsoft.com/office/drawing/2014/main" id="{39E7DF6D-C4D5-AD04-5457-3DA21D647E0E}"/>
              </a:ext>
            </a:extLst>
          </p:cNvPr>
          <p:cNvPicPr>
            <a:picLocks noChangeAspect="1"/>
          </p:cNvPicPr>
          <p:nvPr/>
        </p:nvPicPr>
        <p:blipFill>
          <a:blip r:embed="rId6"/>
          <a:srcRect t="7513" b="-1"/>
          <a:stretch>
            <a:fillRect/>
          </a:stretch>
        </p:blipFill>
        <p:spPr>
          <a:xfrm>
            <a:off x="7543012" y="347868"/>
            <a:ext cx="4300054" cy="429308"/>
          </a:xfrm>
          <a:prstGeom prst="rect">
            <a:avLst/>
          </a:prstGeom>
        </p:spPr>
      </p:pic>
      <p:sp>
        <p:nvSpPr>
          <p:cNvPr id="12" name="Paralelogramo 11">
            <a:extLst>
              <a:ext uri="{FF2B5EF4-FFF2-40B4-BE49-F238E27FC236}">
                <a16:creationId xmlns:a16="http://schemas.microsoft.com/office/drawing/2014/main" id="{C59846FE-E20B-4F19-444F-4FE9694146FE}"/>
              </a:ext>
            </a:extLst>
          </p:cNvPr>
          <p:cNvSpPr/>
          <p:nvPr/>
        </p:nvSpPr>
        <p:spPr>
          <a:xfrm>
            <a:off x="9279854" y="456398"/>
            <a:ext cx="2576786" cy="375409"/>
          </a:xfrm>
          <a:prstGeom prst="parallelogram">
            <a:avLst>
              <a:gd name="adj" fmla="val 0"/>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sz="1351">
              <a:solidFill>
                <a:srgbClr val="FFFFFF"/>
              </a:solidFill>
              <a:latin typeface="Soho Gothic Pro Light"/>
            </a:endParaRPr>
          </a:p>
        </p:txBody>
      </p:sp>
      <p:sp>
        <p:nvSpPr>
          <p:cNvPr id="2" name="Paralelogramo 1">
            <a:extLst>
              <a:ext uri="{FF2B5EF4-FFF2-40B4-BE49-F238E27FC236}">
                <a16:creationId xmlns:a16="http://schemas.microsoft.com/office/drawing/2014/main" id="{7812AFFC-9975-86EE-915A-430274378CCF}"/>
              </a:ext>
            </a:extLst>
          </p:cNvPr>
          <p:cNvSpPr/>
          <p:nvPr/>
        </p:nvSpPr>
        <p:spPr>
          <a:xfrm>
            <a:off x="7543012" y="456398"/>
            <a:ext cx="853676" cy="375409"/>
          </a:xfrm>
          <a:prstGeom prst="parallelogram">
            <a:avLst>
              <a:gd name="adj" fmla="val 0"/>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sz="1351">
              <a:solidFill>
                <a:srgbClr val="FFFFFF"/>
              </a:solidFill>
              <a:latin typeface="Soho Gothic Pro Light"/>
            </a:endParaRPr>
          </a:p>
        </p:txBody>
      </p:sp>
      <p:sp>
        <p:nvSpPr>
          <p:cNvPr id="34" name="Rectángulo 33">
            <a:extLst>
              <a:ext uri="{FF2B5EF4-FFF2-40B4-BE49-F238E27FC236}">
                <a16:creationId xmlns:a16="http://schemas.microsoft.com/office/drawing/2014/main" id="{A106B78D-8613-56E0-C01E-F979C7D94B4F}"/>
              </a:ext>
            </a:extLst>
          </p:cNvPr>
          <p:cNvSpPr/>
          <p:nvPr/>
        </p:nvSpPr>
        <p:spPr>
          <a:xfrm>
            <a:off x="341869" y="4584576"/>
            <a:ext cx="11521039" cy="1656682"/>
          </a:xfrm>
          <a:prstGeom prst="rect">
            <a:avLst/>
          </a:prstGeom>
          <a:solidFill>
            <a:srgbClr val="4F06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ea typeface="+mn-ea"/>
              <a:cs typeface="+mn-cs"/>
            </a:endParaRPr>
          </a:p>
        </p:txBody>
      </p:sp>
      <p:sp>
        <p:nvSpPr>
          <p:cNvPr id="35" name="Rectángulo 34">
            <a:extLst>
              <a:ext uri="{FF2B5EF4-FFF2-40B4-BE49-F238E27FC236}">
                <a16:creationId xmlns:a16="http://schemas.microsoft.com/office/drawing/2014/main" id="{542FC68C-5BE5-628C-474F-314E1D618C59}"/>
              </a:ext>
            </a:extLst>
          </p:cNvPr>
          <p:cNvSpPr/>
          <p:nvPr/>
        </p:nvSpPr>
        <p:spPr>
          <a:xfrm>
            <a:off x="335482" y="3127155"/>
            <a:ext cx="11521039" cy="1356889"/>
          </a:xfrm>
          <a:prstGeom prst="rect">
            <a:avLst/>
          </a:prstGeom>
          <a:solidFill>
            <a:srgbClr val="FCD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ea typeface="+mn-ea"/>
              <a:cs typeface="+mn-cs"/>
            </a:endParaRPr>
          </a:p>
        </p:txBody>
      </p:sp>
      <p:sp>
        <p:nvSpPr>
          <p:cNvPr id="36" name="Rectángulo 35">
            <a:extLst>
              <a:ext uri="{FF2B5EF4-FFF2-40B4-BE49-F238E27FC236}">
                <a16:creationId xmlns:a16="http://schemas.microsoft.com/office/drawing/2014/main" id="{648255C6-B610-BC7A-2C22-861E5F78B1B0}"/>
              </a:ext>
            </a:extLst>
          </p:cNvPr>
          <p:cNvSpPr/>
          <p:nvPr/>
        </p:nvSpPr>
        <p:spPr>
          <a:xfrm>
            <a:off x="336001" y="1993782"/>
            <a:ext cx="11521039" cy="1056515"/>
          </a:xfrm>
          <a:prstGeom prst="rect">
            <a:avLst/>
          </a:prstGeom>
          <a:solidFill>
            <a:srgbClr val="770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ea typeface="+mn-ea"/>
              <a:cs typeface="+mn-cs"/>
            </a:endParaRPr>
          </a:p>
        </p:txBody>
      </p:sp>
      <p:sp>
        <p:nvSpPr>
          <p:cNvPr id="37" name="Rectángulo 36">
            <a:extLst>
              <a:ext uri="{FF2B5EF4-FFF2-40B4-BE49-F238E27FC236}">
                <a16:creationId xmlns:a16="http://schemas.microsoft.com/office/drawing/2014/main" id="{2404EAE7-AA81-50F6-CA6D-96F58437EC3D}"/>
              </a:ext>
            </a:extLst>
          </p:cNvPr>
          <p:cNvSpPr/>
          <p:nvPr/>
        </p:nvSpPr>
        <p:spPr>
          <a:xfrm rot="16200000">
            <a:off x="79078" y="2280425"/>
            <a:ext cx="1056515" cy="483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schemeClr val="bg1"/>
                </a:solidFill>
                <a:effectLst/>
                <a:uLnTx/>
                <a:uFillTx/>
                <a:ea typeface="+mn-ea"/>
                <a:cs typeface="+mn-cs"/>
              </a:rPr>
              <a:t>Nivel Estratégico</a:t>
            </a:r>
          </a:p>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a:solidFill>
                  <a:schemeClr val="bg1"/>
                </a:solidFill>
              </a:rPr>
              <a:t>(Dirección)</a:t>
            </a:r>
            <a:endParaRPr kumimoji="0" lang="es-ES" sz="1200" b="0" i="0" u="none" strike="noStrike" kern="1200" cap="none" spc="0" normalizeH="0" baseline="0" noProof="0">
              <a:ln>
                <a:noFill/>
              </a:ln>
              <a:solidFill>
                <a:schemeClr val="bg1"/>
              </a:solidFill>
              <a:effectLst/>
              <a:uLnTx/>
              <a:uFillTx/>
              <a:ea typeface="+mn-ea"/>
              <a:cs typeface="+mn-cs"/>
            </a:endParaRPr>
          </a:p>
        </p:txBody>
      </p:sp>
      <p:sp>
        <p:nvSpPr>
          <p:cNvPr id="48" name="Rectángulo 47">
            <a:extLst>
              <a:ext uri="{FF2B5EF4-FFF2-40B4-BE49-F238E27FC236}">
                <a16:creationId xmlns:a16="http://schemas.microsoft.com/office/drawing/2014/main" id="{AA8703D3-800C-0EFF-1BB4-7A51CFCF1716}"/>
              </a:ext>
            </a:extLst>
          </p:cNvPr>
          <p:cNvSpPr/>
          <p:nvPr/>
        </p:nvSpPr>
        <p:spPr>
          <a:xfrm rot="16200000">
            <a:off x="-70813" y="3573889"/>
            <a:ext cx="1307557" cy="4832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srgbClr val="4F062A"/>
                </a:solidFill>
                <a:effectLst/>
                <a:uLnTx/>
                <a:uFillTx/>
                <a:ea typeface="+mn-ea"/>
                <a:cs typeface="+mn-cs"/>
              </a:rPr>
              <a:t>Nivel Táctico</a:t>
            </a:r>
          </a:p>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a:solidFill>
                  <a:srgbClr val="4F062A"/>
                </a:solidFill>
              </a:rPr>
              <a:t>(Proyecto)</a:t>
            </a:r>
            <a:endParaRPr kumimoji="0" lang="es-ES" sz="1200" b="0" i="0" u="none" strike="noStrike" kern="1200" cap="none" spc="0" normalizeH="0" baseline="0" noProof="0">
              <a:ln>
                <a:noFill/>
              </a:ln>
              <a:solidFill>
                <a:srgbClr val="4F062A"/>
              </a:solidFill>
              <a:effectLst/>
              <a:uLnTx/>
              <a:uFillTx/>
              <a:ea typeface="+mn-ea"/>
              <a:cs typeface="+mn-cs"/>
            </a:endParaRPr>
          </a:p>
        </p:txBody>
      </p:sp>
      <p:sp>
        <p:nvSpPr>
          <p:cNvPr id="49" name="Rectángulo 48">
            <a:extLst>
              <a:ext uri="{FF2B5EF4-FFF2-40B4-BE49-F238E27FC236}">
                <a16:creationId xmlns:a16="http://schemas.microsoft.com/office/drawing/2014/main" id="{CC6EB76B-7AE6-DC49-CAFC-E2A6F2C24BB7}"/>
              </a:ext>
            </a:extLst>
          </p:cNvPr>
          <p:cNvSpPr/>
          <p:nvPr/>
        </p:nvSpPr>
        <p:spPr>
          <a:xfrm rot="16200000">
            <a:off x="-244858" y="5171304"/>
            <a:ext cx="1656682" cy="483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schemeClr val="bg1"/>
                </a:solidFill>
                <a:effectLst/>
                <a:uLnTx/>
                <a:uFillTx/>
                <a:ea typeface="+mn-ea"/>
                <a:cs typeface="+mn-cs"/>
              </a:rPr>
              <a:t>Nivel Operativo</a:t>
            </a:r>
          </a:p>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a:solidFill>
                  <a:schemeClr val="bg1"/>
                </a:solidFill>
              </a:rPr>
              <a:t>(Frentes*)</a:t>
            </a:r>
            <a:endParaRPr kumimoji="0" lang="es-ES" sz="1200" b="0" i="0" u="none" strike="noStrike" kern="1200" cap="none" spc="0" normalizeH="0" baseline="0" noProof="0">
              <a:ln>
                <a:noFill/>
              </a:ln>
              <a:solidFill>
                <a:schemeClr val="bg1"/>
              </a:solidFill>
              <a:effectLst/>
              <a:uLnTx/>
              <a:uFillTx/>
              <a:ea typeface="+mn-ea"/>
              <a:cs typeface="+mn-cs"/>
            </a:endParaRPr>
          </a:p>
        </p:txBody>
      </p:sp>
      <p:sp>
        <p:nvSpPr>
          <p:cNvPr id="60" name="CuadroTexto 20">
            <a:extLst>
              <a:ext uri="{FF2B5EF4-FFF2-40B4-BE49-F238E27FC236}">
                <a16:creationId xmlns:a16="http://schemas.microsoft.com/office/drawing/2014/main" id="{BFE79C78-CA0A-B9C8-B007-0B8270616CBD}"/>
              </a:ext>
            </a:extLst>
          </p:cNvPr>
          <p:cNvSpPr txBox="1"/>
          <p:nvPr/>
        </p:nvSpPr>
        <p:spPr>
          <a:xfrm>
            <a:off x="8014894" y="3161215"/>
            <a:ext cx="3840557" cy="1309579"/>
          </a:xfrm>
          <a:prstGeom prst="rect">
            <a:avLst/>
          </a:prstGeom>
          <a:ln>
            <a:noFill/>
          </a:ln>
        </p:spPr>
        <p:txBody>
          <a:bodyPr vert="horz" wrap="square" lIns="0" tIns="0" rIns="0" bIns="0" rtlCol="0" anchor="ctr">
            <a:noAutofit/>
          </a:bodyPr>
          <a:lstStyle/>
          <a:p>
            <a:pPr>
              <a:spcBef>
                <a:spcPts val="200"/>
              </a:spcBef>
              <a:defRPr b="0" i="0"/>
            </a:pPr>
            <a:r>
              <a:rPr lang="es-MX" sz="900"/>
              <a:t>Participan jefes de proyectos de los diferentes frentes, jefe de proyecto y líderes de frentes Ferreyros y la PMO. Funciones:</a:t>
            </a:r>
          </a:p>
          <a:p>
            <a:pPr marL="180970" indent="-180970">
              <a:spcBef>
                <a:spcPts val="200"/>
              </a:spcBef>
              <a:buFont typeface="Wingdings" panose="05000000000000000000" pitchFamily="2" charset="2"/>
              <a:buChar char="§"/>
              <a:defRPr b="0" i="0"/>
            </a:pPr>
            <a:r>
              <a:rPr lang="es-MX" sz="900"/>
              <a:t>Seguimiento del avance integrado del proyecto</a:t>
            </a:r>
          </a:p>
          <a:p>
            <a:pPr marL="180970" indent="-180970">
              <a:spcBef>
                <a:spcPts val="200"/>
              </a:spcBef>
              <a:buFont typeface="Wingdings" panose="05000000000000000000" pitchFamily="2" charset="2"/>
              <a:buChar char="§"/>
              <a:defRPr b="0" i="0"/>
            </a:pPr>
            <a:r>
              <a:rPr lang="es-MX" sz="900"/>
              <a:t>Aprobación de estrategia y táctica para cada uno de los frentes</a:t>
            </a:r>
          </a:p>
          <a:p>
            <a:pPr marL="180970" indent="-180970">
              <a:spcBef>
                <a:spcPts val="200"/>
              </a:spcBef>
              <a:buFont typeface="Wingdings" panose="05000000000000000000" pitchFamily="2" charset="2"/>
              <a:buChar char="§"/>
              <a:defRPr b="0" i="0"/>
            </a:pPr>
            <a:r>
              <a:rPr lang="es-MX" sz="900"/>
              <a:t>Seguimiento de dependencias y coordinación de acuerdos entre frentes</a:t>
            </a:r>
          </a:p>
          <a:p>
            <a:pPr marL="180970" indent="-180970">
              <a:spcBef>
                <a:spcPts val="200"/>
              </a:spcBef>
              <a:buFont typeface="Wingdings" panose="05000000000000000000" pitchFamily="2" charset="2"/>
              <a:buChar char="§"/>
              <a:defRPr b="0" i="0"/>
            </a:pPr>
            <a:r>
              <a:rPr lang="es-MX" sz="900"/>
              <a:t>Revisión del impacto transversal de riesgos, cambios de alcance o cambios en el plan y/o equipo.</a:t>
            </a:r>
          </a:p>
          <a:p>
            <a:pPr marL="180970" indent="-180970">
              <a:spcBef>
                <a:spcPts val="200"/>
              </a:spcBef>
              <a:buFont typeface="Wingdings" panose="05000000000000000000" pitchFamily="2" charset="2"/>
              <a:buChar char="§"/>
              <a:defRPr b="0" i="0"/>
            </a:pPr>
            <a:r>
              <a:rPr lang="es-MX" sz="900"/>
              <a:t>Preparación de información para escalado al comité de dirección</a:t>
            </a:r>
            <a:endParaRPr lang="x-none" sz="900"/>
          </a:p>
        </p:txBody>
      </p:sp>
      <p:sp>
        <p:nvSpPr>
          <p:cNvPr id="61" name="CuadroTexto 20">
            <a:extLst>
              <a:ext uri="{FF2B5EF4-FFF2-40B4-BE49-F238E27FC236}">
                <a16:creationId xmlns:a16="http://schemas.microsoft.com/office/drawing/2014/main" id="{35340928-4365-6B44-48EB-FFF8537B4291}"/>
              </a:ext>
            </a:extLst>
          </p:cNvPr>
          <p:cNvSpPr txBox="1"/>
          <p:nvPr/>
        </p:nvSpPr>
        <p:spPr>
          <a:xfrm>
            <a:off x="8010468" y="4601512"/>
            <a:ext cx="3773989" cy="1410487"/>
          </a:xfrm>
          <a:prstGeom prst="rect">
            <a:avLst/>
          </a:prstGeom>
          <a:ln>
            <a:noFill/>
          </a:ln>
        </p:spPr>
        <p:txBody>
          <a:bodyPr vert="horz" wrap="square" lIns="0" tIns="0" rIns="0" bIns="0" rtlCol="0" anchor="ctr">
            <a:noAutofit/>
          </a:bodyPr>
          <a:lstStyle/>
          <a:p>
            <a:pPr>
              <a:spcBef>
                <a:spcPts val="600"/>
              </a:spcBef>
              <a:defRPr b="0" i="0"/>
            </a:pPr>
            <a:r>
              <a:rPr lang="es-MX" sz="900">
                <a:solidFill>
                  <a:schemeClr val="bg1"/>
                </a:solidFill>
              </a:rPr>
              <a:t>Participan jefe de proyecto del frente, líder y jefe de proyecto Ferreyros . Funciones:</a:t>
            </a:r>
          </a:p>
          <a:p>
            <a:pPr marL="180970" indent="-180970">
              <a:spcBef>
                <a:spcPts val="200"/>
              </a:spcBef>
              <a:buFont typeface="Wingdings" panose="05000000000000000000" pitchFamily="2" charset="2"/>
              <a:buChar char="§"/>
              <a:defRPr b="0" i="0"/>
            </a:pPr>
            <a:r>
              <a:rPr lang="es-ES" sz="900">
                <a:solidFill>
                  <a:schemeClr val="bg1"/>
                </a:solidFill>
              </a:rPr>
              <a:t>Revisión de planificación y avances</a:t>
            </a:r>
          </a:p>
          <a:p>
            <a:pPr marL="180970" indent="-180970">
              <a:spcBef>
                <a:spcPts val="200"/>
              </a:spcBef>
              <a:buFont typeface="Wingdings" panose="05000000000000000000" pitchFamily="2" charset="2"/>
              <a:buChar char="§"/>
              <a:defRPr b="0" i="0"/>
            </a:pPr>
            <a:r>
              <a:rPr lang="es-ES" sz="900">
                <a:solidFill>
                  <a:schemeClr val="bg1"/>
                </a:solidFill>
              </a:rPr>
              <a:t>Aprobación de las propuestas sobre estrategia y táctica del frente</a:t>
            </a:r>
          </a:p>
          <a:p>
            <a:pPr marL="180970" indent="-180970">
              <a:spcBef>
                <a:spcPts val="200"/>
              </a:spcBef>
              <a:buFont typeface="Wingdings" panose="05000000000000000000" pitchFamily="2" charset="2"/>
              <a:buChar char="§"/>
              <a:defRPr b="0" i="0"/>
            </a:pPr>
            <a:r>
              <a:rPr lang="es-ES" sz="900">
                <a:solidFill>
                  <a:schemeClr val="bg1"/>
                </a:solidFill>
              </a:rPr>
              <a:t>Análisis de incumplimientos y/o desviaciones</a:t>
            </a:r>
          </a:p>
          <a:p>
            <a:pPr marL="180970" indent="-180970">
              <a:spcBef>
                <a:spcPts val="200"/>
              </a:spcBef>
              <a:buFont typeface="Wingdings" panose="05000000000000000000" pitchFamily="2" charset="2"/>
              <a:buChar char="§"/>
              <a:defRPr b="0" i="0"/>
            </a:pPr>
            <a:r>
              <a:rPr lang="es-ES" sz="900">
                <a:solidFill>
                  <a:schemeClr val="bg1"/>
                </a:solidFill>
              </a:rPr>
              <a:t>Revisión de riesgos y elaboración de planes de mitigación</a:t>
            </a:r>
          </a:p>
          <a:p>
            <a:pPr marL="180970" indent="-180970">
              <a:spcBef>
                <a:spcPts val="200"/>
              </a:spcBef>
              <a:buFont typeface="Wingdings" panose="05000000000000000000" pitchFamily="2" charset="2"/>
              <a:buChar char="§"/>
              <a:defRPr b="0" i="0"/>
            </a:pPr>
            <a:r>
              <a:rPr lang="es-ES" sz="900">
                <a:solidFill>
                  <a:schemeClr val="bg1"/>
                </a:solidFill>
              </a:rPr>
              <a:t>Revisión de cambios de alcance, cambios en el plan y/o equipo</a:t>
            </a:r>
          </a:p>
          <a:p>
            <a:pPr marL="180970" indent="-180970">
              <a:spcBef>
                <a:spcPts val="200"/>
              </a:spcBef>
              <a:buFont typeface="Wingdings" panose="05000000000000000000" pitchFamily="2" charset="2"/>
              <a:buChar char="§"/>
              <a:defRPr b="0" i="0"/>
            </a:pPr>
            <a:r>
              <a:rPr lang="es-ES" sz="900">
                <a:solidFill>
                  <a:schemeClr val="bg1"/>
                </a:solidFill>
              </a:rPr>
              <a:t>Preparación de la información para escalado al comité táctico</a:t>
            </a:r>
            <a:endParaRPr lang="es-MX" sz="900">
              <a:solidFill>
                <a:schemeClr val="bg1"/>
              </a:solidFill>
            </a:endParaRPr>
          </a:p>
        </p:txBody>
      </p:sp>
      <p:sp>
        <p:nvSpPr>
          <p:cNvPr id="62" name="CuadroTexto 20">
            <a:extLst>
              <a:ext uri="{FF2B5EF4-FFF2-40B4-BE49-F238E27FC236}">
                <a16:creationId xmlns:a16="http://schemas.microsoft.com/office/drawing/2014/main" id="{C4CB5367-4051-32E7-742D-DFD7CBEC4DE0}"/>
              </a:ext>
            </a:extLst>
          </p:cNvPr>
          <p:cNvSpPr txBox="1"/>
          <p:nvPr/>
        </p:nvSpPr>
        <p:spPr>
          <a:xfrm>
            <a:off x="8022865" y="2099712"/>
            <a:ext cx="3840557" cy="843753"/>
          </a:xfrm>
          <a:prstGeom prst="rect">
            <a:avLst/>
          </a:prstGeom>
          <a:ln>
            <a:noFill/>
          </a:ln>
        </p:spPr>
        <p:txBody>
          <a:bodyPr vert="horz" wrap="square" lIns="0" tIns="0" rIns="0" bIns="0" rtlCol="0" anchor="ctr">
            <a:noAutofit/>
          </a:bodyPr>
          <a:lstStyle/>
          <a:p>
            <a:pPr marL="0" lvl="1" defTabSz="513147">
              <a:defRPr/>
            </a:pPr>
            <a:r>
              <a:rPr lang="es-ES" sz="900">
                <a:solidFill>
                  <a:schemeClr val="bg1"/>
                </a:solidFill>
                <a:ea typeface="ＭＳ Ｐゴシック" pitchFamily="-107" charset="-128"/>
              </a:rPr>
              <a:t>Participan la dirección del proyecto de Ferreyros, la dirección de los frentes del proyecto y la PMO. Funciones:</a:t>
            </a:r>
          </a:p>
          <a:p>
            <a:pPr marL="136919" lvl="2" indent="-67865" defTabSz="513147">
              <a:spcBef>
                <a:spcPts val="225"/>
              </a:spcBef>
              <a:buFont typeface="Arial" pitchFamily="34" charset="0"/>
              <a:buChar char="•"/>
              <a:defRPr/>
            </a:pPr>
            <a:r>
              <a:rPr lang="es-ES" sz="900">
                <a:solidFill>
                  <a:schemeClr val="bg1"/>
                </a:solidFill>
              </a:rPr>
              <a:t>Seguimiento de avances, revisión de incumplimientos y retrasos</a:t>
            </a:r>
          </a:p>
          <a:p>
            <a:pPr marL="136919" lvl="2" indent="-67865" defTabSz="513147">
              <a:spcBef>
                <a:spcPts val="225"/>
              </a:spcBef>
              <a:buFont typeface="Arial" pitchFamily="34" charset="0"/>
              <a:buChar char="•"/>
              <a:defRPr/>
            </a:pPr>
            <a:r>
              <a:rPr lang="es-ES" sz="900">
                <a:solidFill>
                  <a:schemeClr val="bg1"/>
                </a:solidFill>
              </a:rPr>
              <a:t>Aprobación de la estrategia de cada uno de los frentes de proyecto</a:t>
            </a:r>
          </a:p>
          <a:p>
            <a:pPr marL="136919" lvl="2" indent="-67865" defTabSz="513147">
              <a:spcBef>
                <a:spcPts val="225"/>
              </a:spcBef>
              <a:buFont typeface="Arial" pitchFamily="34" charset="0"/>
              <a:buChar char="•"/>
              <a:defRPr/>
            </a:pPr>
            <a:r>
              <a:rPr lang="es-ES" sz="900">
                <a:solidFill>
                  <a:schemeClr val="bg1"/>
                </a:solidFill>
              </a:rPr>
              <a:t>Revisión  y aprobación de riesgos y planes de mitigación</a:t>
            </a:r>
          </a:p>
          <a:p>
            <a:pPr marL="136919" lvl="2" indent="-67865" defTabSz="513147">
              <a:spcBef>
                <a:spcPts val="225"/>
              </a:spcBef>
              <a:buFont typeface="Arial" pitchFamily="34" charset="0"/>
              <a:buChar char="•"/>
              <a:defRPr/>
            </a:pPr>
            <a:r>
              <a:rPr lang="es-ES" sz="900">
                <a:solidFill>
                  <a:schemeClr val="bg1"/>
                </a:solidFill>
              </a:rPr>
              <a:t>Aprobación de cambios en alcance o en el plan o equipo de proyecto</a:t>
            </a:r>
          </a:p>
        </p:txBody>
      </p:sp>
      <p:sp>
        <p:nvSpPr>
          <p:cNvPr id="9" name="CuadroTexto 8"/>
          <p:cNvSpPr txBox="1"/>
          <p:nvPr/>
        </p:nvSpPr>
        <p:spPr>
          <a:xfrm>
            <a:off x="2560513" y="2179988"/>
            <a:ext cx="3535488" cy="700409"/>
          </a:xfrm>
          <a:prstGeom prst="rect">
            <a:avLst/>
          </a:prstGeom>
          <a:solidFill>
            <a:schemeClr val="bg1"/>
          </a:solidFill>
        </p:spPr>
        <p:txBody>
          <a:bodyPr wrap="square" rtlCol="0" anchor="ctr">
            <a:noAutofit/>
          </a:bodyPr>
          <a:lstStyle/>
          <a:p>
            <a:pPr algn="ctr"/>
            <a:r>
              <a:rPr lang="es-ES" sz="1600">
                <a:solidFill>
                  <a:srgbClr val="4F062A"/>
                </a:solidFill>
              </a:rPr>
              <a:t>Comité de Dirección del Proyecto</a:t>
            </a:r>
            <a:endParaRPr lang="es-ES" sz="1400">
              <a:solidFill>
                <a:srgbClr val="4F062A"/>
              </a:solidFill>
            </a:endParaRPr>
          </a:p>
          <a:p>
            <a:pPr algn="ctr"/>
            <a:r>
              <a:rPr lang="es-ES" sz="1100">
                <a:solidFill>
                  <a:srgbClr val="4F062A"/>
                </a:solidFill>
              </a:rPr>
              <a:t>(Mensual o convocatoria extraordinaria)</a:t>
            </a:r>
          </a:p>
        </p:txBody>
      </p:sp>
      <p:sp>
        <p:nvSpPr>
          <p:cNvPr id="63" name="CuadroTexto 62"/>
          <p:cNvSpPr txBox="1"/>
          <p:nvPr/>
        </p:nvSpPr>
        <p:spPr>
          <a:xfrm>
            <a:off x="2543349" y="3415468"/>
            <a:ext cx="3535488" cy="781404"/>
          </a:xfrm>
          <a:prstGeom prst="rect">
            <a:avLst/>
          </a:prstGeom>
          <a:solidFill>
            <a:schemeClr val="bg1"/>
          </a:solidFill>
        </p:spPr>
        <p:txBody>
          <a:bodyPr wrap="square" rtlCol="0" anchor="ctr">
            <a:noAutofit/>
          </a:bodyPr>
          <a:lstStyle/>
          <a:p>
            <a:pPr algn="ctr"/>
            <a:r>
              <a:rPr lang="es-ES" sz="1600">
                <a:solidFill>
                  <a:srgbClr val="4F062A"/>
                </a:solidFill>
              </a:rPr>
              <a:t>Comité de Seguimiento del Proyecto</a:t>
            </a:r>
            <a:endParaRPr lang="es-ES" sz="1400">
              <a:solidFill>
                <a:srgbClr val="4F062A"/>
              </a:solidFill>
            </a:endParaRPr>
          </a:p>
          <a:p>
            <a:pPr algn="ctr"/>
            <a:r>
              <a:rPr lang="es-ES" sz="1100">
                <a:solidFill>
                  <a:srgbClr val="4F062A"/>
                </a:solidFill>
              </a:rPr>
              <a:t>(Semanal o mayor periodicidad en momentos críticos del proyecto)</a:t>
            </a:r>
          </a:p>
        </p:txBody>
      </p:sp>
      <p:sp>
        <p:nvSpPr>
          <p:cNvPr id="64" name="CuadroTexto 63"/>
          <p:cNvSpPr txBox="1"/>
          <p:nvPr/>
        </p:nvSpPr>
        <p:spPr>
          <a:xfrm>
            <a:off x="1224756" y="4718013"/>
            <a:ext cx="1476364" cy="465833"/>
          </a:xfrm>
          <a:prstGeom prst="rect">
            <a:avLst/>
          </a:prstGeom>
          <a:solidFill>
            <a:schemeClr val="bg1"/>
          </a:solidFill>
        </p:spPr>
        <p:txBody>
          <a:bodyPr wrap="square" lIns="0" rIns="0" rtlCol="0" anchor="ctr">
            <a:noAutofit/>
          </a:bodyPr>
          <a:lstStyle/>
          <a:p>
            <a:pPr algn="ctr"/>
            <a:r>
              <a:rPr lang="es-ES" sz="1200">
                <a:solidFill>
                  <a:srgbClr val="4F062A"/>
                </a:solidFill>
              </a:rPr>
              <a:t>Seguimiento Implementación</a:t>
            </a:r>
            <a:endParaRPr lang="es-ES" sz="1000">
              <a:solidFill>
                <a:srgbClr val="4F062A"/>
              </a:solidFill>
            </a:endParaRPr>
          </a:p>
        </p:txBody>
      </p:sp>
      <p:sp>
        <p:nvSpPr>
          <p:cNvPr id="65" name="CuadroTexto 64"/>
          <p:cNvSpPr txBox="1"/>
          <p:nvPr/>
        </p:nvSpPr>
        <p:spPr>
          <a:xfrm>
            <a:off x="2776035" y="4718013"/>
            <a:ext cx="1476364" cy="465833"/>
          </a:xfrm>
          <a:prstGeom prst="rect">
            <a:avLst/>
          </a:prstGeom>
          <a:solidFill>
            <a:schemeClr val="bg1"/>
          </a:solidFill>
        </p:spPr>
        <p:txBody>
          <a:bodyPr wrap="square" lIns="0" rIns="0" rtlCol="0" anchor="ctr">
            <a:noAutofit/>
          </a:bodyPr>
          <a:lstStyle/>
          <a:p>
            <a:pPr algn="ctr"/>
            <a:r>
              <a:rPr lang="es-ES" sz="1200">
                <a:solidFill>
                  <a:srgbClr val="4F062A"/>
                </a:solidFill>
              </a:rPr>
              <a:t>Seguimiento Migración</a:t>
            </a:r>
            <a:endParaRPr lang="es-ES" sz="1000">
              <a:solidFill>
                <a:srgbClr val="4F062A"/>
              </a:solidFill>
            </a:endParaRPr>
          </a:p>
        </p:txBody>
      </p:sp>
      <p:sp>
        <p:nvSpPr>
          <p:cNvPr id="66" name="CuadroTexto 65"/>
          <p:cNvSpPr txBox="1"/>
          <p:nvPr/>
        </p:nvSpPr>
        <p:spPr>
          <a:xfrm>
            <a:off x="4327314" y="4718013"/>
            <a:ext cx="1476364" cy="465833"/>
          </a:xfrm>
          <a:prstGeom prst="rect">
            <a:avLst/>
          </a:prstGeom>
          <a:solidFill>
            <a:schemeClr val="bg1"/>
          </a:solidFill>
        </p:spPr>
        <p:txBody>
          <a:bodyPr wrap="square" lIns="0" rIns="0" rtlCol="0" anchor="ctr">
            <a:noAutofit/>
          </a:bodyPr>
          <a:lstStyle/>
          <a:p>
            <a:pPr algn="ctr"/>
            <a:r>
              <a:rPr lang="es-ES" sz="1200">
                <a:solidFill>
                  <a:srgbClr val="4F062A"/>
                </a:solidFill>
              </a:rPr>
              <a:t>Seguimiento Limpieza de Datos</a:t>
            </a:r>
            <a:endParaRPr lang="es-ES" sz="1000">
              <a:solidFill>
                <a:srgbClr val="4F062A"/>
              </a:solidFill>
            </a:endParaRPr>
          </a:p>
        </p:txBody>
      </p:sp>
      <p:sp>
        <p:nvSpPr>
          <p:cNvPr id="67" name="CuadroTexto 66"/>
          <p:cNvSpPr txBox="1"/>
          <p:nvPr/>
        </p:nvSpPr>
        <p:spPr>
          <a:xfrm>
            <a:off x="5878592" y="4718013"/>
            <a:ext cx="1476364" cy="465833"/>
          </a:xfrm>
          <a:prstGeom prst="rect">
            <a:avLst/>
          </a:prstGeom>
          <a:solidFill>
            <a:schemeClr val="bg1"/>
          </a:solidFill>
        </p:spPr>
        <p:txBody>
          <a:bodyPr wrap="square" lIns="0" rIns="0" rtlCol="0" anchor="ctr">
            <a:noAutofit/>
          </a:bodyPr>
          <a:lstStyle/>
          <a:p>
            <a:pPr algn="ctr"/>
            <a:r>
              <a:rPr lang="es-ES" sz="1200">
                <a:solidFill>
                  <a:srgbClr val="4F062A"/>
                </a:solidFill>
              </a:rPr>
              <a:t>Seguimiento Remediación e Integraciones</a:t>
            </a:r>
            <a:endParaRPr lang="es-ES" sz="1000">
              <a:solidFill>
                <a:srgbClr val="4F062A"/>
              </a:solidFill>
            </a:endParaRPr>
          </a:p>
        </p:txBody>
      </p:sp>
      <p:sp>
        <p:nvSpPr>
          <p:cNvPr id="68" name="CuadroTexto 67"/>
          <p:cNvSpPr txBox="1"/>
          <p:nvPr/>
        </p:nvSpPr>
        <p:spPr>
          <a:xfrm>
            <a:off x="1998097" y="5341587"/>
            <a:ext cx="1476364" cy="465833"/>
          </a:xfrm>
          <a:prstGeom prst="rect">
            <a:avLst/>
          </a:prstGeom>
          <a:solidFill>
            <a:schemeClr val="bg1"/>
          </a:solidFill>
        </p:spPr>
        <p:txBody>
          <a:bodyPr wrap="square" lIns="0" rIns="0" rtlCol="0" anchor="ctr">
            <a:noAutofit/>
          </a:bodyPr>
          <a:lstStyle/>
          <a:p>
            <a:pPr algn="ctr"/>
            <a:r>
              <a:rPr lang="es-ES" sz="1200">
                <a:solidFill>
                  <a:srgbClr val="4F062A"/>
                </a:solidFill>
              </a:rPr>
              <a:t>Seguimiento </a:t>
            </a:r>
          </a:p>
          <a:p>
            <a:pPr algn="ctr"/>
            <a:r>
              <a:rPr lang="es-ES" sz="1200">
                <a:solidFill>
                  <a:srgbClr val="4F062A"/>
                </a:solidFill>
              </a:rPr>
              <a:t>Gestión del Cambio</a:t>
            </a:r>
            <a:endParaRPr lang="es-ES" sz="1000">
              <a:solidFill>
                <a:srgbClr val="4F062A"/>
              </a:solidFill>
            </a:endParaRPr>
          </a:p>
        </p:txBody>
      </p:sp>
      <p:sp>
        <p:nvSpPr>
          <p:cNvPr id="69" name="CuadroTexto 68"/>
          <p:cNvSpPr txBox="1"/>
          <p:nvPr/>
        </p:nvSpPr>
        <p:spPr>
          <a:xfrm>
            <a:off x="3549376" y="5341587"/>
            <a:ext cx="1476364" cy="465833"/>
          </a:xfrm>
          <a:prstGeom prst="rect">
            <a:avLst/>
          </a:prstGeom>
          <a:solidFill>
            <a:schemeClr val="bg1"/>
          </a:solidFill>
        </p:spPr>
        <p:txBody>
          <a:bodyPr wrap="square" lIns="0" rIns="0" rtlCol="0" anchor="ctr">
            <a:noAutofit/>
          </a:bodyPr>
          <a:lstStyle/>
          <a:p>
            <a:pPr algn="ctr"/>
            <a:r>
              <a:rPr lang="es-ES" sz="1200">
                <a:solidFill>
                  <a:srgbClr val="4F062A"/>
                </a:solidFill>
              </a:rPr>
              <a:t>Seguimiento </a:t>
            </a:r>
          </a:p>
          <a:p>
            <a:pPr algn="ctr"/>
            <a:r>
              <a:rPr lang="es-ES" sz="1200">
                <a:solidFill>
                  <a:srgbClr val="4F062A"/>
                </a:solidFill>
              </a:rPr>
              <a:t>Pruebas</a:t>
            </a:r>
            <a:endParaRPr lang="es-ES" sz="1000">
              <a:solidFill>
                <a:srgbClr val="4F062A"/>
              </a:solidFill>
            </a:endParaRPr>
          </a:p>
        </p:txBody>
      </p:sp>
      <p:sp>
        <p:nvSpPr>
          <p:cNvPr id="70" name="CuadroTexto 69"/>
          <p:cNvSpPr txBox="1"/>
          <p:nvPr/>
        </p:nvSpPr>
        <p:spPr>
          <a:xfrm>
            <a:off x="5100655" y="5341587"/>
            <a:ext cx="1476364" cy="465833"/>
          </a:xfrm>
          <a:prstGeom prst="rect">
            <a:avLst/>
          </a:prstGeom>
          <a:solidFill>
            <a:schemeClr val="bg1"/>
          </a:solidFill>
        </p:spPr>
        <p:txBody>
          <a:bodyPr wrap="square" lIns="0" rIns="0" rtlCol="0" anchor="ctr">
            <a:noAutofit/>
          </a:bodyPr>
          <a:lstStyle/>
          <a:p>
            <a:pPr algn="ctr"/>
            <a:r>
              <a:rPr lang="es-ES" sz="1200">
                <a:solidFill>
                  <a:srgbClr val="4F062A"/>
                </a:solidFill>
              </a:rPr>
              <a:t>Seguimiento </a:t>
            </a:r>
          </a:p>
          <a:p>
            <a:pPr algn="ctr"/>
            <a:r>
              <a:rPr lang="es-ES" sz="1200" err="1">
                <a:solidFill>
                  <a:srgbClr val="4F062A"/>
                </a:solidFill>
              </a:rPr>
              <a:t>Cut-Over</a:t>
            </a:r>
            <a:endParaRPr lang="es-ES" sz="1000">
              <a:solidFill>
                <a:srgbClr val="4F062A"/>
              </a:solidFill>
            </a:endParaRPr>
          </a:p>
        </p:txBody>
      </p:sp>
      <p:sp>
        <p:nvSpPr>
          <p:cNvPr id="15" name="CuadroTexto 14"/>
          <p:cNvSpPr txBox="1"/>
          <p:nvPr/>
        </p:nvSpPr>
        <p:spPr>
          <a:xfrm>
            <a:off x="790684" y="5844835"/>
            <a:ext cx="7219784" cy="400110"/>
          </a:xfrm>
          <a:prstGeom prst="rect">
            <a:avLst/>
          </a:prstGeom>
          <a:noFill/>
        </p:spPr>
        <p:txBody>
          <a:bodyPr wrap="square" rtlCol="0">
            <a:spAutoFit/>
          </a:bodyPr>
          <a:lstStyle/>
          <a:p>
            <a:pPr marL="87313" indent="-87313"/>
            <a:r>
              <a:rPr lang="es-ES" sz="1000">
                <a:solidFill>
                  <a:srgbClr val="4F062A"/>
                </a:solidFill>
              </a:rPr>
              <a:t>* Propuesta preliminar de frentes de seguimiento, se revisarán en el lanzamiento del proyecto y se irán ajustando durante la ejecución del proyecto según sea necesario establecer seguimientos específicos a frentes de trabajo</a:t>
            </a:r>
          </a:p>
        </p:txBody>
      </p:sp>
      <p:sp>
        <p:nvSpPr>
          <p:cNvPr id="16" name="CuadroTexto 15"/>
          <p:cNvSpPr txBox="1"/>
          <p:nvPr/>
        </p:nvSpPr>
        <p:spPr>
          <a:xfrm>
            <a:off x="147425" y="1559272"/>
            <a:ext cx="7207531" cy="369332"/>
          </a:xfrm>
          <a:prstGeom prst="rect">
            <a:avLst/>
          </a:prstGeom>
          <a:noFill/>
        </p:spPr>
        <p:txBody>
          <a:bodyPr wrap="square" rtlCol="0">
            <a:spAutoFit/>
          </a:bodyPr>
          <a:lstStyle/>
          <a:p>
            <a:r>
              <a:rPr lang="es-ES" b="1"/>
              <a:t>Modelo de gobierno del proyecto de migración a PMO Avanzada</a:t>
            </a:r>
          </a:p>
        </p:txBody>
      </p:sp>
      <p:sp>
        <p:nvSpPr>
          <p:cNvPr id="17" name="CuadroTexto 16"/>
          <p:cNvSpPr txBox="1"/>
          <p:nvPr/>
        </p:nvSpPr>
        <p:spPr>
          <a:xfrm rot="868840">
            <a:off x="9637573" y="1495045"/>
            <a:ext cx="2146343" cy="276999"/>
          </a:xfrm>
          <a:prstGeom prst="rect">
            <a:avLst/>
          </a:prstGeom>
          <a:solidFill>
            <a:schemeClr val="bg1">
              <a:lumMod val="95000"/>
            </a:schemeClr>
          </a:solidFill>
          <a:ln>
            <a:solidFill>
              <a:schemeClr val="bg1">
                <a:lumMod val="65000"/>
              </a:schemeClr>
            </a:solidFill>
          </a:ln>
        </p:spPr>
        <p:txBody>
          <a:bodyPr wrap="square" rtlCol="0">
            <a:spAutoFit/>
          </a:bodyPr>
          <a:lstStyle/>
          <a:p>
            <a:pPr algn="ctr"/>
            <a:r>
              <a:rPr lang="es-ES" sz="1200">
                <a:solidFill>
                  <a:srgbClr val="4F062A"/>
                </a:solidFill>
              </a:rPr>
              <a:t>Preliminar - Ilustrativo</a:t>
            </a:r>
          </a:p>
        </p:txBody>
      </p:sp>
      <p:sp>
        <p:nvSpPr>
          <p:cNvPr id="4" name="Marcador de pie de página 2">
            <a:extLst>
              <a:ext uri="{FF2B5EF4-FFF2-40B4-BE49-F238E27FC236}">
                <a16:creationId xmlns:a16="http://schemas.microsoft.com/office/drawing/2014/main" id="{68AA15CB-3A0B-8E8D-25C8-CA0C3D108F12}"/>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Tree>
    <p:extLst>
      <p:ext uri="{BB962C8B-B14F-4D97-AF65-F5344CB8AC3E}">
        <p14:creationId xmlns:p14="http://schemas.microsoft.com/office/powerpoint/2010/main" val="2438551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2448556-320E-2FD3-AE53-C1137690CA9C}"/>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F40507F8-6F72-8275-301B-65162C4AAC5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F40507F8-6F72-8275-301B-65162C4AAC5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DAA149EC-E7FF-FD39-A576-F73A7A193DBF}"/>
              </a:ext>
            </a:extLst>
          </p:cNvPr>
          <p:cNvSpPr>
            <a:spLocks noGrp="1"/>
          </p:cNvSpPr>
          <p:nvPr>
            <p:ph type="title"/>
          </p:nvPr>
        </p:nvSpPr>
        <p:spPr>
          <a:xfrm>
            <a:off x="335360" y="548680"/>
            <a:ext cx="11521678" cy="873124"/>
          </a:xfrm>
        </p:spPr>
        <p:txBody>
          <a:bodyPr vert="horz"/>
          <a:lstStyle/>
          <a:p>
            <a:r>
              <a:rPr lang="es-MX" sz="2000"/>
              <a:t>Fase 1 – Preparación y puesta en marcha de la PMO</a:t>
            </a:r>
            <a:endParaRPr lang="es-ES" sz="2000">
              <a:latin typeface="+mn-lt"/>
            </a:endParaRPr>
          </a:p>
        </p:txBody>
      </p:sp>
      <p:sp>
        <p:nvSpPr>
          <p:cNvPr id="3" name="Marcador de texto 2">
            <a:extLst>
              <a:ext uri="{FF2B5EF4-FFF2-40B4-BE49-F238E27FC236}">
                <a16:creationId xmlns:a16="http://schemas.microsoft.com/office/drawing/2014/main" id="{B7226488-BC2E-F21F-40B5-131BB30B2DD1}"/>
              </a:ext>
            </a:extLst>
          </p:cNvPr>
          <p:cNvSpPr>
            <a:spLocks noGrp="1"/>
          </p:cNvSpPr>
          <p:nvPr>
            <p:ph type="body" sz="quarter" idx="16"/>
          </p:nvPr>
        </p:nvSpPr>
        <p:spPr>
          <a:xfrm>
            <a:off x="334963" y="323850"/>
            <a:ext cx="11522075" cy="159018"/>
          </a:xfrm>
        </p:spPr>
        <p:txBody>
          <a:bodyPr/>
          <a:lstStyle/>
          <a:p>
            <a:r>
              <a:rPr lang="es-ES"/>
              <a:t>02. </a:t>
            </a:r>
            <a:r>
              <a:rPr lang="es-MX"/>
              <a:t>Nuestro enfoque de trabajo PMO </a:t>
            </a:r>
            <a:endParaRPr lang="es-CO"/>
          </a:p>
        </p:txBody>
      </p:sp>
      <p:sp>
        <p:nvSpPr>
          <p:cNvPr id="4" name="Forma libre 37">
            <a:extLst>
              <a:ext uri="{FF2B5EF4-FFF2-40B4-BE49-F238E27FC236}">
                <a16:creationId xmlns:a16="http://schemas.microsoft.com/office/drawing/2014/main" id="{67E5A1E9-F26B-63FE-2FEC-5031811FD105}"/>
              </a:ext>
            </a:extLst>
          </p:cNvPr>
          <p:cNvSpPr/>
          <p:nvPr/>
        </p:nvSpPr>
        <p:spPr>
          <a:xfrm rot="16200000" flipV="1">
            <a:off x="7382370" y="-2182425"/>
            <a:ext cx="582039" cy="8339352"/>
          </a:xfrm>
          <a:custGeom>
            <a:avLst/>
            <a:gdLst>
              <a:gd name="connsiteX0" fmla="*/ 582039 w 582039"/>
              <a:gd name="connsiteY0" fmla="*/ 9006210 h 9164851"/>
              <a:gd name="connsiteX1" fmla="*/ 582039 w 582039"/>
              <a:gd name="connsiteY1" fmla="*/ 8987721 h 9164851"/>
              <a:gd name="connsiteX2" fmla="*/ 582039 w 582039"/>
              <a:gd name="connsiteY2" fmla="*/ 8968675 h 9164851"/>
              <a:gd name="connsiteX3" fmla="*/ 582039 w 582039"/>
              <a:gd name="connsiteY3" fmla="*/ 8961778 h 9164851"/>
              <a:gd name="connsiteX4" fmla="*/ 582039 w 582039"/>
              <a:gd name="connsiteY4" fmla="*/ 8946478 h 9164851"/>
              <a:gd name="connsiteX5" fmla="*/ 582039 w 582039"/>
              <a:gd name="connsiteY5" fmla="*/ 8927431 h 9164851"/>
              <a:gd name="connsiteX6" fmla="*/ 582039 w 582039"/>
              <a:gd name="connsiteY6" fmla="*/ 8920536 h 9164851"/>
              <a:gd name="connsiteX7" fmla="*/ 582039 w 582039"/>
              <a:gd name="connsiteY7" fmla="*/ 8886214 h 9164851"/>
              <a:gd name="connsiteX8" fmla="*/ 582039 w 582039"/>
              <a:gd name="connsiteY8" fmla="*/ 8860272 h 9164851"/>
              <a:gd name="connsiteX9" fmla="*/ 582039 w 582039"/>
              <a:gd name="connsiteY9" fmla="*/ 8844972 h 9164851"/>
              <a:gd name="connsiteX10" fmla="*/ 582039 w 582039"/>
              <a:gd name="connsiteY10" fmla="*/ 8819029 h 9164851"/>
              <a:gd name="connsiteX11" fmla="*/ 582039 w 582039"/>
              <a:gd name="connsiteY11" fmla="*/ 8797673 h 9164851"/>
              <a:gd name="connsiteX12" fmla="*/ 582039 w 582039"/>
              <a:gd name="connsiteY12" fmla="*/ 8771731 h 9164851"/>
              <a:gd name="connsiteX13" fmla="*/ 582039 w 582039"/>
              <a:gd name="connsiteY13" fmla="*/ 8756430 h 9164851"/>
              <a:gd name="connsiteX14" fmla="*/ 582039 w 582039"/>
              <a:gd name="connsiteY14" fmla="*/ 8730488 h 9164851"/>
              <a:gd name="connsiteX15" fmla="*/ 582039 w 582039"/>
              <a:gd name="connsiteY15" fmla="*/ 8689271 h 9164851"/>
              <a:gd name="connsiteX16" fmla="*/ 582039 w 582039"/>
              <a:gd name="connsiteY16" fmla="*/ 8670225 h 9164851"/>
              <a:gd name="connsiteX17" fmla="*/ 582039 w 582039"/>
              <a:gd name="connsiteY17" fmla="*/ 8663328 h 9164851"/>
              <a:gd name="connsiteX18" fmla="*/ 582039 w 582039"/>
              <a:gd name="connsiteY18" fmla="*/ 8648028 h 9164851"/>
              <a:gd name="connsiteX19" fmla="*/ 582039 w 582039"/>
              <a:gd name="connsiteY19" fmla="*/ 8628981 h 9164851"/>
              <a:gd name="connsiteX20" fmla="*/ 582039 w 582039"/>
              <a:gd name="connsiteY20" fmla="*/ 8622086 h 9164851"/>
              <a:gd name="connsiteX21" fmla="*/ 582039 w 582039"/>
              <a:gd name="connsiteY21" fmla="*/ 8587764 h 9164851"/>
              <a:gd name="connsiteX22" fmla="*/ 582039 w 582039"/>
              <a:gd name="connsiteY22" fmla="*/ 8561822 h 9164851"/>
              <a:gd name="connsiteX23" fmla="*/ 582039 w 582039"/>
              <a:gd name="connsiteY23" fmla="*/ 8546522 h 9164851"/>
              <a:gd name="connsiteX24" fmla="*/ 582039 w 582039"/>
              <a:gd name="connsiteY24" fmla="*/ 8520579 h 9164851"/>
              <a:gd name="connsiteX25" fmla="*/ 582038 w 582039"/>
              <a:gd name="connsiteY25" fmla="*/ 8246970 h 9164851"/>
              <a:gd name="connsiteX26" fmla="*/ 582038 w 582039"/>
              <a:gd name="connsiteY26" fmla="*/ 8221030 h 9164851"/>
              <a:gd name="connsiteX27" fmla="*/ 582038 w 582039"/>
              <a:gd name="connsiteY27" fmla="*/ 8205728 h 9164851"/>
              <a:gd name="connsiteX28" fmla="*/ 582038 w 582039"/>
              <a:gd name="connsiteY28" fmla="*/ 8179785 h 9164851"/>
              <a:gd name="connsiteX29" fmla="*/ 582038 w 582039"/>
              <a:gd name="connsiteY29" fmla="*/ 8145464 h 9164851"/>
              <a:gd name="connsiteX30" fmla="*/ 582038 w 582039"/>
              <a:gd name="connsiteY30" fmla="*/ 8138569 h 9164851"/>
              <a:gd name="connsiteX31" fmla="*/ 582038 w 582039"/>
              <a:gd name="connsiteY31" fmla="*/ 8119521 h 9164851"/>
              <a:gd name="connsiteX32" fmla="*/ 582038 w 582039"/>
              <a:gd name="connsiteY32" fmla="*/ 8104222 h 9164851"/>
              <a:gd name="connsiteX33" fmla="*/ 582038 w 582039"/>
              <a:gd name="connsiteY33" fmla="*/ 8097327 h 9164851"/>
              <a:gd name="connsiteX34" fmla="*/ 582038 w 582039"/>
              <a:gd name="connsiteY34" fmla="*/ 8078279 h 9164851"/>
              <a:gd name="connsiteX35" fmla="*/ 582038 w 582039"/>
              <a:gd name="connsiteY35" fmla="*/ 8037063 h 9164851"/>
              <a:gd name="connsiteX36" fmla="*/ 582038 w 582039"/>
              <a:gd name="connsiteY36" fmla="*/ 8011120 h 9164851"/>
              <a:gd name="connsiteX37" fmla="*/ 582038 w 582039"/>
              <a:gd name="connsiteY37" fmla="*/ 7995818 h 9164851"/>
              <a:gd name="connsiteX38" fmla="*/ 582038 w 582039"/>
              <a:gd name="connsiteY38" fmla="*/ 7969878 h 9164851"/>
              <a:gd name="connsiteX39" fmla="*/ 582038 w 582039"/>
              <a:gd name="connsiteY39" fmla="*/ 7799646 h 9164851"/>
              <a:gd name="connsiteX40" fmla="*/ 582038 w 582039"/>
              <a:gd name="connsiteY40" fmla="*/ 7773703 h 9164851"/>
              <a:gd name="connsiteX41" fmla="*/ 582038 w 582039"/>
              <a:gd name="connsiteY41" fmla="*/ 7758404 h 9164851"/>
              <a:gd name="connsiteX42" fmla="*/ 582038 w 582039"/>
              <a:gd name="connsiteY42" fmla="*/ 7732461 h 9164851"/>
              <a:gd name="connsiteX43" fmla="*/ 582038 w 582039"/>
              <a:gd name="connsiteY43" fmla="*/ 7691245 h 9164851"/>
              <a:gd name="connsiteX44" fmla="*/ 582038 w 582039"/>
              <a:gd name="connsiteY44" fmla="*/ 7665303 h 9164851"/>
              <a:gd name="connsiteX45" fmla="*/ 582038 w 582039"/>
              <a:gd name="connsiteY45" fmla="*/ 7650000 h 9164851"/>
              <a:gd name="connsiteX46" fmla="*/ 582038 w 582039"/>
              <a:gd name="connsiteY46" fmla="*/ 7624057 h 9164851"/>
              <a:gd name="connsiteX47" fmla="*/ 582038 w 582039"/>
              <a:gd name="connsiteY47" fmla="*/ 7501196 h 9164851"/>
              <a:gd name="connsiteX48" fmla="*/ 582038 w 582039"/>
              <a:gd name="connsiteY48" fmla="*/ 7475253 h 9164851"/>
              <a:gd name="connsiteX49" fmla="*/ 582038 w 582039"/>
              <a:gd name="connsiteY49" fmla="*/ 7459954 h 9164851"/>
              <a:gd name="connsiteX50" fmla="*/ 582038 w 582039"/>
              <a:gd name="connsiteY50" fmla="*/ 7434011 h 9164851"/>
              <a:gd name="connsiteX51" fmla="*/ 582038 w 582039"/>
              <a:gd name="connsiteY51" fmla="*/ 7392795 h 9164851"/>
              <a:gd name="connsiteX52" fmla="*/ 582038 w 582039"/>
              <a:gd name="connsiteY52" fmla="*/ 7366853 h 9164851"/>
              <a:gd name="connsiteX53" fmla="*/ 582038 w 582039"/>
              <a:gd name="connsiteY53" fmla="*/ 7351550 h 9164851"/>
              <a:gd name="connsiteX54" fmla="*/ 582038 w 582039"/>
              <a:gd name="connsiteY54" fmla="*/ 7325607 h 9164851"/>
              <a:gd name="connsiteX55" fmla="*/ 582038 w 582039"/>
              <a:gd name="connsiteY55" fmla="*/ 7305940 h 9164851"/>
              <a:gd name="connsiteX56" fmla="*/ 582039 w 582039"/>
              <a:gd name="connsiteY56" fmla="*/ 7305940 h 9164851"/>
              <a:gd name="connsiteX57" fmla="*/ 582039 w 582039"/>
              <a:gd name="connsiteY57" fmla="*/ 7285241 h 9164851"/>
              <a:gd name="connsiteX58" fmla="*/ 582039 w 582039"/>
              <a:gd name="connsiteY58" fmla="*/ 7259298 h 9164851"/>
              <a:gd name="connsiteX59" fmla="*/ 582039 w 582039"/>
              <a:gd name="connsiteY59" fmla="*/ 7243997 h 9164851"/>
              <a:gd name="connsiteX60" fmla="*/ 582039 w 582039"/>
              <a:gd name="connsiteY60" fmla="*/ 7218056 h 9164851"/>
              <a:gd name="connsiteX61" fmla="*/ 582039 w 582039"/>
              <a:gd name="connsiteY61" fmla="*/ 7176839 h 9164851"/>
              <a:gd name="connsiteX62" fmla="*/ 582039 w 582039"/>
              <a:gd name="connsiteY62" fmla="*/ 7135595 h 9164851"/>
              <a:gd name="connsiteX63" fmla="*/ 582039 w 582039"/>
              <a:gd name="connsiteY63" fmla="*/ 7007490 h 9164851"/>
              <a:gd name="connsiteX64" fmla="*/ 582039 w 582039"/>
              <a:gd name="connsiteY64" fmla="*/ 6997190 h 9164851"/>
              <a:gd name="connsiteX65" fmla="*/ 582039 w 582039"/>
              <a:gd name="connsiteY65" fmla="*/ 6986791 h 9164851"/>
              <a:gd name="connsiteX66" fmla="*/ 582039 w 582039"/>
              <a:gd name="connsiteY66" fmla="*/ 6971249 h 9164851"/>
              <a:gd name="connsiteX67" fmla="*/ 582039 w 582039"/>
              <a:gd name="connsiteY67" fmla="*/ 6960848 h 9164851"/>
              <a:gd name="connsiteX68" fmla="*/ 582039 w 582039"/>
              <a:gd name="connsiteY68" fmla="*/ 6955946 h 9164851"/>
              <a:gd name="connsiteX69" fmla="*/ 582039 w 582039"/>
              <a:gd name="connsiteY69" fmla="*/ 6945547 h 9164851"/>
              <a:gd name="connsiteX70" fmla="*/ 582039 w 582039"/>
              <a:gd name="connsiteY70" fmla="*/ 6930005 h 9164851"/>
              <a:gd name="connsiteX71" fmla="*/ 582039 w 582039"/>
              <a:gd name="connsiteY71" fmla="*/ 6919606 h 9164851"/>
              <a:gd name="connsiteX72" fmla="*/ 582039 w 582039"/>
              <a:gd name="connsiteY72" fmla="*/ 6888788 h 9164851"/>
              <a:gd name="connsiteX73" fmla="*/ 582039 w 582039"/>
              <a:gd name="connsiteY73" fmla="*/ 6878389 h 9164851"/>
              <a:gd name="connsiteX74" fmla="*/ 582039 w 582039"/>
              <a:gd name="connsiteY74" fmla="*/ 6862847 h 9164851"/>
              <a:gd name="connsiteX75" fmla="*/ 582039 w 582039"/>
              <a:gd name="connsiteY75" fmla="*/ 6847544 h 9164851"/>
              <a:gd name="connsiteX76" fmla="*/ 582039 w 582039"/>
              <a:gd name="connsiteY76" fmla="*/ 6837145 h 9164851"/>
              <a:gd name="connsiteX77" fmla="*/ 582039 w 582039"/>
              <a:gd name="connsiteY77" fmla="*/ 6821603 h 9164851"/>
              <a:gd name="connsiteX78" fmla="*/ 582039 w 582039"/>
              <a:gd name="connsiteY78" fmla="*/ 6698740 h 9164851"/>
              <a:gd name="connsiteX79" fmla="*/ 582039 w 582039"/>
              <a:gd name="connsiteY79" fmla="*/ 6672799 h 9164851"/>
              <a:gd name="connsiteX80" fmla="*/ 582039 w 582039"/>
              <a:gd name="connsiteY80" fmla="*/ 6657496 h 9164851"/>
              <a:gd name="connsiteX81" fmla="*/ 582039 w 582039"/>
              <a:gd name="connsiteY81" fmla="*/ 6631555 h 9164851"/>
              <a:gd name="connsiteX82" fmla="*/ 582039 w 582039"/>
              <a:gd name="connsiteY82" fmla="*/ 6590338 h 9164851"/>
              <a:gd name="connsiteX83" fmla="*/ 582039 w 582039"/>
              <a:gd name="connsiteY83" fmla="*/ 6564397 h 9164851"/>
              <a:gd name="connsiteX84" fmla="*/ 582039 w 582039"/>
              <a:gd name="connsiteY84" fmla="*/ 6549094 h 9164851"/>
              <a:gd name="connsiteX85" fmla="*/ 582039 w 582039"/>
              <a:gd name="connsiteY85" fmla="*/ 6523153 h 9164851"/>
              <a:gd name="connsiteX86" fmla="*/ 582039 w 582039"/>
              <a:gd name="connsiteY86" fmla="*/ 6352922 h 9164851"/>
              <a:gd name="connsiteX87" fmla="*/ 582039 w 582039"/>
              <a:gd name="connsiteY87" fmla="*/ 6326980 h 9164851"/>
              <a:gd name="connsiteX88" fmla="*/ 582039 w 582039"/>
              <a:gd name="connsiteY88" fmla="*/ 6311679 h 9164851"/>
              <a:gd name="connsiteX89" fmla="*/ 582039 w 582039"/>
              <a:gd name="connsiteY89" fmla="*/ 6285737 h 9164851"/>
              <a:gd name="connsiteX90" fmla="*/ 582039 w 582039"/>
              <a:gd name="connsiteY90" fmla="*/ 6244520 h 9164851"/>
              <a:gd name="connsiteX91" fmla="*/ 582039 w 582039"/>
              <a:gd name="connsiteY91" fmla="*/ 6225474 h 9164851"/>
              <a:gd name="connsiteX92" fmla="*/ 582039 w 582039"/>
              <a:gd name="connsiteY92" fmla="*/ 6218577 h 9164851"/>
              <a:gd name="connsiteX93" fmla="*/ 582039 w 582039"/>
              <a:gd name="connsiteY93" fmla="*/ 6203277 h 9164851"/>
              <a:gd name="connsiteX94" fmla="*/ 582039 w 582039"/>
              <a:gd name="connsiteY94" fmla="*/ 6184230 h 9164851"/>
              <a:gd name="connsiteX95" fmla="*/ 582039 w 582039"/>
              <a:gd name="connsiteY95" fmla="*/ 6177335 h 9164851"/>
              <a:gd name="connsiteX96" fmla="*/ 582039 w 582039"/>
              <a:gd name="connsiteY96" fmla="*/ 6143013 h 9164851"/>
              <a:gd name="connsiteX97" fmla="*/ 582039 w 582039"/>
              <a:gd name="connsiteY97" fmla="*/ 6117071 h 9164851"/>
              <a:gd name="connsiteX98" fmla="*/ 582039 w 582039"/>
              <a:gd name="connsiteY98" fmla="*/ 6101771 h 9164851"/>
              <a:gd name="connsiteX99" fmla="*/ 582039 w 582039"/>
              <a:gd name="connsiteY99" fmla="*/ 6075828 h 9164851"/>
              <a:gd name="connsiteX100" fmla="*/ 582039 w 582039"/>
              <a:gd name="connsiteY100" fmla="*/ 6054472 h 9164851"/>
              <a:gd name="connsiteX101" fmla="*/ 582039 w 582039"/>
              <a:gd name="connsiteY101" fmla="*/ 6028530 h 9164851"/>
              <a:gd name="connsiteX102" fmla="*/ 582039 w 582039"/>
              <a:gd name="connsiteY102" fmla="*/ 6013229 h 9164851"/>
              <a:gd name="connsiteX103" fmla="*/ 582039 w 582039"/>
              <a:gd name="connsiteY103" fmla="*/ 5991491 h 9164851"/>
              <a:gd name="connsiteX104" fmla="*/ 582039 w 582039"/>
              <a:gd name="connsiteY104" fmla="*/ 5987287 h 9164851"/>
              <a:gd name="connsiteX105" fmla="*/ 582039 w 582039"/>
              <a:gd name="connsiteY105" fmla="*/ 5970792 h 9164851"/>
              <a:gd name="connsiteX106" fmla="*/ 582039 w 582039"/>
              <a:gd name="connsiteY106" fmla="*/ 5946070 h 9164851"/>
              <a:gd name="connsiteX107" fmla="*/ 582039 w 582039"/>
              <a:gd name="connsiteY107" fmla="*/ 5944849 h 9164851"/>
              <a:gd name="connsiteX108" fmla="*/ 582039 w 582039"/>
              <a:gd name="connsiteY108" fmla="*/ 5929548 h 9164851"/>
              <a:gd name="connsiteX109" fmla="*/ 582039 w 582039"/>
              <a:gd name="connsiteY109" fmla="*/ 5927024 h 9164851"/>
              <a:gd name="connsiteX110" fmla="*/ 582039 w 582039"/>
              <a:gd name="connsiteY110" fmla="*/ 5920127 h 9164851"/>
              <a:gd name="connsiteX111" fmla="*/ 582039 w 582039"/>
              <a:gd name="connsiteY111" fmla="*/ 5904827 h 9164851"/>
              <a:gd name="connsiteX112" fmla="*/ 582039 w 582039"/>
              <a:gd name="connsiteY112" fmla="*/ 5903607 h 9164851"/>
              <a:gd name="connsiteX113" fmla="*/ 582039 w 582039"/>
              <a:gd name="connsiteY113" fmla="*/ 5885780 h 9164851"/>
              <a:gd name="connsiteX114" fmla="*/ 582039 w 582039"/>
              <a:gd name="connsiteY114" fmla="*/ 5878885 h 9164851"/>
              <a:gd name="connsiteX115" fmla="*/ 582039 w 582039"/>
              <a:gd name="connsiteY115" fmla="*/ 5862390 h 9164851"/>
              <a:gd name="connsiteX116" fmla="*/ 582039 w 582039"/>
              <a:gd name="connsiteY116" fmla="*/ 5844563 h 9164851"/>
              <a:gd name="connsiteX117" fmla="*/ 582039 w 582039"/>
              <a:gd name="connsiteY117" fmla="*/ 5821146 h 9164851"/>
              <a:gd name="connsiteX118" fmla="*/ 582039 w 582039"/>
              <a:gd name="connsiteY118" fmla="*/ 5818621 h 9164851"/>
              <a:gd name="connsiteX119" fmla="*/ 582039 w 582039"/>
              <a:gd name="connsiteY119" fmla="*/ 5803321 h 9164851"/>
              <a:gd name="connsiteX120" fmla="*/ 582039 w 582039"/>
              <a:gd name="connsiteY120" fmla="*/ 5777378 h 9164851"/>
              <a:gd name="connsiteX121" fmla="*/ 582039 w 582039"/>
              <a:gd name="connsiteY121" fmla="*/ 5693041 h 9164851"/>
              <a:gd name="connsiteX122" fmla="*/ 582039 w 582039"/>
              <a:gd name="connsiteY122" fmla="*/ 5682741 h 9164851"/>
              <a:gd name="connsiteX123" fmla="*/ 582039 w 582039"/>
              <a:gd name="connsiteY123" fmla="*/ 5672342 h 9164851"/>
              <a:gd name="connsiteX124" fmla="*/ 582039 w 582039"/>
              <a:gd name="connsiteY124" fmla="*/ 5656800 h 9164851"/>
              <a:gd name="connsiteX125" fmla="*/ 582039 w 582039"/>
              <a:gd name="connsiteY125" fmla="*/ 5646399 h 9164851"/>
              <a:gd name="connsiteX126" fmla="*/ 582039 w 582039"/>
              <a:gd name="connsiteY126" fmla="*/ 5641497 h 9164851"/>
              <a:gd name="connsiteX127" fmla="*/ 582039 w 582039"/>
              <a:gd name="connsiteY127" fmla="*/ 5631098 h 9164851"/>
              <a:gd name="connsiteX128" fmla="*/ 582039 w 582039"/>
              <a:gd name="connsiteY128" fmla="*/ 5615556 h 9164851"/>
              <a:gd name="connsiteX129" fmla="*/ 582039 w 582039"/>
              <a:gd name="connsiteY129" fmla="*/ 5605157 h 9164851"/>
              <a:gd name="connsiteX130" fmla="*/ 582039 w 582039"/>
              <a:gd name="connsiteY130" fmla="*/ 5574339 h 9164851"/>
              <a:gd name="connsiteX131" fmla="*/ 582039 w 582039"/>
              <a:gd name="connsiteY131" fmla="*/ 5563940 h 9164851"/>
              <a:gd name="connsiteX132" fmla="*/ 582039 w 582039"/>
              <a:gd name="connsiteY132" fmla="*/ 5548398 h 9164851"/>
              <a:gd name="connsiteX133" fmla="*/ 582039 w 582039"/>
              <a:gd name="connsiteY133" fmla="*/ 5533095 h 9164851"/>
              <a:gd name="connsiteX134" fmla="*/ 582039 w 582039"/>
              <a:gd name="connsiteY134" fmla="*/ 5522696 h 9164851"/>
              <a:gd name="connsiteX135" fmla="*/ 582039 w 582039"/>
              <a:gd name="connsiteY135" fmla="*/ 5507154 h 9164851"/>
              <a:gd name="connsiteX136" fmla="*/ 582039 w 582039"/>
              <a:gd name="connsiteY136" fmla="*/ 5384291 h 9164851"/>
              <a:gd name="connsiteX137" fmla="*/ 582039 w 582039"/>
              <a:gd name="connsiteY137" fmla="*/ 5358350 h 9164851"/>
              <a:gd name="connsiteX138" fmla="*/ 582039 w 582039"/>
              <a:gd name="connsiteY138" fmla="*/ 5343047 h 9164851"/>
              <a:gd name="connsiteX139" fmla="*/ 582039 w 582039"/>
              <a:gd name="connsiteY139" fmla="*/ 5317106 h 9164851"/>
              <a:gd name="connsiteX140" fmla="*/ 582039 w 582039"/>
              <a:gd name="connsiteY140" fmla="*/ 5275889 h 9164851"/>
              <a:gd name="connsiteX141" fmla="*/ 582039 w 582039"/>
              <a:gd name="connsiteY141" fmla="*/ 5249948 h 9164851"/>
              <a:gd name="connsiteX142" fmla="*/ 582039 w 582039"/>
              <a:gd name="connsiteY142" fmla="*/ 5234645 h 9164851"/>
              <a:gd name="connsiteX143" fmla="*/ 582039 w 582039"/>
              <a:gd name="connsiteY143" fmla="*/ 5208704 h 9164851"/>
              <a:gd name="connsiteX144" fmla="*/ 582039 w 582039"/>
              <a:gd name="connsiteY144" fmla="*/ 5038473 h 9164851"/>
              <a:gd name="connsiteX145" fmla="*/ 582039 w 582039"/>
              <a:gd name="connsiteY145" fmla="*/ 5012531 h 9164851"/>
              <a:gd name="connsiteX146" fmla="*/ 582039 w 582039"/>
              <a:gd name="connsiteY146" fmla="*/ 4997230 h 9164851"/>
              <a:gd name="connsiteX147" fmla="*/ 582039 w 582039"/>
              <a:gd name="connsiteY147" fmla="*/ 4971288 h 9164851"/>
              <a:gd name="connsiteX148" fmla="*/ 582039 w 582039"/>
              <a:gd name="connsiteY148" fmla="*/ 4930071 h 9164851"/>
              <a:gd name="connsiteX149" fmla="*/ 582039 w 582039"/>
              <a:gd name="connsiteY149" fmla="*/ 4911025 h 9164851"/>
              <a:gd name="connsiteX150" fmla="*/ 582039 w 582039"/>
              <a:gd name="connsiteY150" fmla="*/ 4904128 h 9164851"/>
              <a:gd name="connsiteX151" fmla="*/ 582039 w 582039"/>
              <a:gd name="connsiteY151" fmla="*/ 4888828 h 9164851"/>
              <a:gd name="connsiteX152" fmla="*/ 582039 w 582039"/>
              <a:gd name="connsiteY152" fmla="*/ 4869781 h 9164851"/>
              <a:gd name="connsiteX153" fmla="*/ 582039 w 582039"/>
              <a:gd name="connsiteY153" fmla="*/ 4862886 h 9164851"/>
              <a:gd name="connsiteX154" fmla="*/ 582039 w 582039"/>
              <a:gd name="connsiteY154" fmla="*/ 4828564 h 9164851"/>
              <a:gd name="connsiteX155" fmla="*/ 582039 w 582039"/>
              <a:gd name="connsiteY155" fmla="*/ 4802622 h 9164851"/>
              <a:gd name="connsiteX156" fmla="*/ 582039 w 582039"/>
              <a:gd name="connsiteY156" fmla="*/ 4787322 h 9164851"/>
              <a:gd name="connsiteX157" fmla="*/ 582039 w 582039"/>
              <a:gd name="connsiteY157" fmla="*/ 4761379 h 9164851"/>
              <a:gd name="connsiteX158" fmla="*/ 582039 w 582039"/>
              <a:gd name="connsiteY158" fmla="*/ 4740023 h 9164851"/>
              <a:gd name="connsiteX159" fmla="*/ 582039 w 582039"/>
              <a:gd name="connsiteY159" fmla="*/ 4714081 h 9164851"/>
              <a:gd name="connsiteX160" fmla="*/ 582039 w 582039"/>
              <a:gd name="connsiteY160" fmla="*/ 4698780 h 9164851"/>
              <a:gd name="connsiteX161" fmla="*/ 582039 w 582039"/>
              <a:gd name="connsiteY161" fmla="*/ 4672838 h 9164851"/>
              <a:gd name="connsiteX162" fmla="*/ 582039 w 582039"/>
              <a:gd name="connsiteY162" fmla="*/ 4631621 h 9164851"/>
              <a:gd name="connsiteX163" fmla="*/ 582039 w 582039"/>
              <a:gd name="connsiteY163" fmla="*/ 4612575 h 9164851"/>
              <a:gd name="connsiteX164" fmla="*/ 582039 w 582039"/>
              <a:gd name="connsiteY164" fmla="*/ 4605678 h 9164851"/>
              <a:gd name="connsiteX165" fmla="*/ 582039 w 582039"/>
              <a:gd name="connsiteY165" fmla="*/ 4590378 h 9164851"/>
              <a:gd name="connsiteX166" fmla="*/ 582039 w 582039"/>
              <a:gd name="connsiteY166" fmla="*/ 4571331 h 9164851"/>
              <a:gd name="connsiteX167" fmla="*/ 582039 w 582039"/>
              <a:gd name="connsiteY167" fmla="*/ 4564436 h 9164851"/>
              <a:gd name="connsiteX168" fmla="*/ 582039 w 582039"/>
              <a:gd name="connsiteY168" fmla="*/ 4530114 h 9164851"/>
              <a:gd name="connsiteX169" fmla="*/ 582039 w 582039"/>
              <a:gd name="connsiteY169" fmla="*/ 4504172 h 9164851"/>
              <a:gd name="connsiteX170" fmla="*/ 582039 w 582039"/>
              <a:gd name="connsiteY170" fmla="*/ 4488872 h 9164851"/>
              <a:gd name="connsiteX171" fmla="*/ 582039 w 582039"/>
              <a:gd name="connsiteY171" fmla="*/ 4462929 h 9164851"/>
              <a:gd name="connsiteX172" fmla="*/ 582038 w 582039"/>
              <a:gd name="connsiteY172" fmla="*/ 4189320 h 9164851"/>
              <a:gd name="connsiteX173" fmla="*/ 582038 w 582039"/>
              <a:gd name="connsiteY173" fmla="*/ 4181353 h 9164851"/>
              <a:gd name="connsiteX174" fmla="*/ 582038 w 582039"/>
              <a:gd name="connsiteY174" fmla="*/ 4166051 h 9164851"/>
              <a:gd name="connsiteX175" fmla="*/ 582038 w 582039"/>
              <a:gd name="connsiteY175" fmla="*/ 4163380 h 9164851"/>
              <a:gd name="connsiteX176" fmla="*/ 582038 w 582039"/>
              <a:gd name="connsiteY176" fmla="*/ 4148078 h 9164851"/>
              <a:gd name="connsiteX177" fmla="*/ 582038 w 582039"/>
              <a:gd name="connsiteY177" fmla="*/ 4140108 h 9164851"/>
              <a:gd name="connsiteX178" fmla="*/ 582038 w 582039"/>
              <a:gd name="connsiteY178" fmla="*/ 4122135 h 9164851"/>
              <a:gd name="connsiteX179" fmla="*/ 582038 w 582039"/>
              <a:gd name="connsiteY179" fmla="*/ 4098892 h 9164851"/>
              <a:gd name="connsiteX180" fmla="*/ 582038 w 582039"/>
              <a:gd name="connsiteY180" fmla="*/ 4087814 h 9164851"/>
              <a:gd name="connsiteX181" fmla="*/ 582038 w 582039"/>
              <a:gd name="connsiteY181" fmla="*/ 4080919 h 9164851"/>
              <a:gd name="connsiteX182" fmla="*/ 582038 w 582039"/>
              <a:gd name="connsiteY182" fmla="*/ 4061871 h 9164851"/>
              <a:gd name="connsiteX183" fmla="*/ 582038 w 582039"/>
              <a:gd name="connsiteY183" fmla="*/ 4057650 h 9164851"/>
              <a:gd name="connsiteX184" fmla="*/ 582038 w 582039"/>
              <a:gd name="connsiteY184" fmla="*/ 4046572 h 9164851"/>
              <a:gd name="connsiteX185" fmla="*/ 582038 w 582039"/>
              <a:gd name="connsiteY185" fmla="*/ 4039677 h 9164851"/>
              <a:gd name="connsiteX186" fmla="*/ 582038 w 582039"/>
              <a:gd name="connsiteY186" fmla="*/ 4020629 h 9164851"/>
              <a:gd name="connsiteX187" fmla="*/ 582038 w 582039"/>
              <a:gd name="connsiteY187" fmla="*/ 3979413 h 9164851"/>
              <a:gd name="connsiteX188" fmla="*/ 582038 w 582039"/>
              <a:gd name="connsiteY188" fmla="*/ 3953470 h 9164851"/>
              <a:gd name="connsiteX189" fmla="*/ 582038 w 582039"/>
              <a:gd name="connsiteY189" fmla="*/ 3938168 h 9164851"/>
              <a:gd name="connsiteX190" fmla="*/ 582038 w 582039"/>
              <a:gd name="connsiteY190" fmla="*/ 3912228 h 9164851"/>
              <a:gd name="connsiteX191" fmla="*/ 582038 w 582039"/>
              <a:gd name="connsiteY191" fmla="*/ 3741996 h 9164851"/>
              <a:gd name="connsiteX192" fmla="*/ 582038 w 582039"/>
              <a:gd name="connsiteY192" fmla="*/ 3716053 h 9164851"/>
              <a:gd name="connsiteX193" fmla="*/ 582038 w 582039"/>
              <a:gd name="connsiteY193" fmla="*/ 3700754 h 9164851"/>
              <a:gd name="connsiteX194" fmla="*/ 582038 w 582039"/>
              <a:gd name="connsiteY194" fmla="*/ 3674811 h 9164851"/>
              <a:gd name="connsiteX195" fmla="*/ 582038 w 582039"/>
              <a:gd name="connsiteY195" fmla="*/ 3633595 h 9164851"/>
              <a:gd name="connsiteX196" fmla="*/ 582038 w 582039"/>
              <a:gd name="connsiteY196" fmla="*/ 3607653 h 9164851"/>
              <a:gd name="connsiteX197" fmla="*/ 582038 w 582039"/>
              <a:gd name="connsiteY197" fmla="*/ 3592350 h 9164851"/>
              <a:gd name="connsiteX198" fmla="*/ 582038 w 582039"/>
              <a:gd name="connsiteY198" fmla="*/ 3566407 h 9164851"/>
              <a:gd name="connsiteX199" fmla="*/ 582038 w 582039"/>
              <a:gd name="connsiteY199" fmla="*/ 3443546 h 9164851"/>
              <a:gd name="connsiteX200" fmla="*/ 582038 w 582039"/>
              <a:gd name="connsiteY200" fmla="*/ 3417603 h 9164851"/>
              <a:gd name="connsiteX201" fmla="*/ 582038 w 582039"/>
              <a:gd name="connsiteY201" fmla="*/ 3402304 h 9164851"/>
              <a:gd name="connsiteX202" fmla="*/ 582038 w 582039"/>
              <a:gd name="connsiteY202" fmla="*/ 3376361 h 9164851"/>
              <a:gd name="connsiteX203" fmla="*/ 582038 w 582039"/>
              <a:gd name="connsiteY203" fmla="*/ 3335145 h 9164851"/>
              <a:gd name="connsiteX204" fmla="*/ 582038 w 582039"/>
              <a:gd name="connsiteY204" fmla="*/ 3309203 h 9164851"/>
              <a:gd name="connsiteX205" fmla="*/ 582038 w 582039"/>
              <a:gd name="connsiteY205" fmla="*/ 3293900 h 9164851"/>
              <a:gd name="connsiteX206" fmla="*/ 582038 w 582039"/>
              <a:gd name="connsiteY206" fmla="*/ 3267957 h 9164851"/>
              <a:gd name="connsiteX207" fmla="*/ 582038 w 582039"/>
              <a:gd name="connsiteY207" fmla="*/ 3248290 h 9164851"/>
              <a:gd name="connsiteX208" fmla="*/ 582039 w 582039"/>
              <a:gd name="connsiteY208" fmla="*/ 3248290 h 9164851"/>
              <a:gd name="connsiteX209" fmla="*/ 582039 w 582039"/>
              <a:gd name="connsiteY209" fmla="*/ 3227591 h 9164851"/>
              <a:gd name="connsiteX210" fmla="*/ 582039 w 582039"/>
              <a:gd name="connsiteY210" fmla="*/ 3201648 h 9164851"/>
              <a:gd name="connsiteX211" fmla="*/ 582039 w 582039"/>
              <a:gd name="connsiteY211" fmla="*/ 3186347 h 9164851"/>
              <a:gd name="connsiteX212" fmla="*/ 582039 w 582039"/>
              <a:gd name="connsiteY212" fmla="*/ 3160406 h 9164851"/>
              <a:gd name="connsiteX213" fmla="*/ 582039 w 582039"/>
              <a:gd name="connsiteY213" fmla="*/ 3119189 h 9164851"/>
              <a:gd name="connsiteX214" fmla="*/ 582039 w 582039"/>
              <a:gd name="connsiteY214" fmla="*/ 3077945 h 9164851"/>
              <a:gd name="connsiteX215" fmla="*/ 582039 w 582039"/>
              <a:gd name="connsiteY215" fmla="*/ 2949840 h 9164851"/>
              <a:gd name="connsiteX216" fmla="*/ 582039 w 582039"/>
              <a:gd name="connsiteY216" fmla="*/ 2939540 h 9164851"/>
              <a:gd name="connsiteX217" fmla="*/ 582039 w 582039"/>
              <a:gd name="connsiteY217" fmla="*/ 2929141 h 9164851"/>
              <a:gd name="connsiteX218" fmla="*/ 582039 w 582039"/>
              <a:gd name="connsiteY218" fmla="*/ 2913599 h 9164851"/>
              <a:gd name="connsiteX219" fmla="*/ 582039 w 582039"/>
              <a:gd name="connsiteY219" fmla="*/ 2903198 h 9164851"/>
              <a:gd name="connsiteX220" fmla="*/ 582039 w 582039"/>
              <a:gd name="connsiteY220" fmla="*/ 2898296 h 9164851"/>
              <a:gd name="connsiteX221" fmla="*/ 582039 w 582039"/>
              <a:gd name="connsiteY221" fmla="*/ 2887897 h 9164851"/>
              <a:gd name="connsiteX222" fmla="*/ 582039 w 582039"/>
              <a:gd name="connsiteY222" fmla="*/ 2872355 h 9164851"/>
              <a:gd name="connsiteX223" fmla="*/ 582039 w 582039"/>
              <a:gd name="connsiteY223" fmla="*/ 2861956 h 9164851"/>
              <a:gd name="connsiteX224" fmla="*/ 582039 w 582039"/>
              <a:gd name="connsiteY224" fmla="*/ 2831138 h 9164851"/>
              <a:gd name="connsiteX225" fmla="*/ 582039 w 582039"/>
              <a:gd name="connsiteY225" fmla="*/ 2820739 h 9164851"/>
              <a:gd name="connsiteX226" fmla="*/ 582039 w 582039"/>
              <a:gd name="connsiteY226" fmla="*/ 2805197 h 9164851"/>
              <a:gd name="connsiteX227" fmla="*/ 582039 w 582039"/>
              <a:gd name="connsiteY227" fmla="*/ 2789894 h 9164851"/>
              <a:gd name="connsiteX228" fmla="*/ 582039 w 582039"/>
              <a:gd name="connsiteY228" fmla="*/ 2779495 h 9164851"/>
              <a:gd name="connsiteX229" fmla="*/ 582039 w 582039"/>
              <a:gd name="connsiteY229" fmla="*/ 2763953 h 9164851"/>
              <a:gd name="connsiteX230" fmla="*/ 582039 w 582039"/>
              <a:gd name="connsiteY230" fmla="*/ 2641090 h 9164851"/>
              <a:gd name="connsiteX231" fmla="*/ 582039 w 582039"/>
              <a:gd name="connsiteY231" fmla="*/ 2615149 h 9164851"/>
              <a:gd name="connsiteX232" fmla="*/ 582039 w 582039"/>
              <a:gd name="connsiteY232" fmla="*/ 2599846 h 9164851"/>
              <a:gd name="connsiteX233" fmla="*/ 582039 w 582039"/>
              <a:gd name="connsiteY233" fmla="*/ 2573905 h 9164851"/>
              <a:gd name="connsiteX234" fmla="*/ 582039 w 582039"/>
              <a:gd name="connsiteY234" fmla="*/ 2532688 h 9164851"/>
              <a:gd name="connsiteX235" fmla="*/ 582039 w 582039"/>
              <a:gd name="connsiteY235" fmla="*/ 2506747 h 9164851"/>
              <a:gd name="connsiteX236" fmla="*/ 582039 w 582039"/>
              <a:gd name="connsiteY236" fmla="*/ 2491444 h 9164851"/>
              <a:gd name="connsiteX237" fmla="*/ 582039 w 582039"/>
              <a:gd name="connsiteY237" fmla="*/ 2465503 h 9164851"/>
              <a:gd name="connsiteX238" fmla="*/ 582039 w 582039"/>
              <a:gd name="connsiteY238" fmla="*/ 2295272 h 9164851"/>
              <a:gd name="connsiteX239" fmla="*/ 582039 w 582039"/>
              <a:gd name="connsiteY239" fmla="*/ 2269330 h 9164851"/>
              <a:gd name="connsiteX240" fmla="*/ 582039 w 582039"/>
              <a:gd name="connsiteY240" fmla="*/ 2254029 h 9164851"/>
              <a:gd name="connsiteX241" fmla="*/ 582039 w 582039"/>
              <a:gd name="connsiteY241" fmla="*/ 2228087 h 9164851"/>
              <a:gd name="connsiteX242" fmla="*/ 582039 w 582039"/>
              <a:gd name="connsiteY242" fmla="*/ 2186870 h 9164851"/>
              <a:gd name="connsiteX243" fmla="*/ 582039 w 582039"/>
              <a:gd name="connsiteY243" fmla="*/ 2167824 h 9164851"/>
              <a:gd name="connsiteX244" fmla="*/ 582039 w 582039"/>
              <a:gd name="connsiteY244" fmla="*/ 2160927 h 9164851"/>
              <a:gd name="connsiteX245" fmla="*/ 582039 w 582039"/>
              <a:gd name="connsiteY245" fmla="*/ 2145627 h 9164851"/>
              <a:gd name="connsiteX246" fmla="*/ 582039 w 582039"/>
              <a:gd name="connsiteY246" fmla="*/ 2126580 h 9164851"/>
              <a:gd name="connsiteX247" fmla="*/ 582039 w 582039"/>
              <a:gd name="connsiteY247" fmla="*/ 2119685 h 9164851"/>
              <a:gd name="connsiteX248" fmla="*/ 582039 w 582039"/>
              <a:gd name="connsiteY248" fmla="*/ 2085363 h 9164851"/>
              <a:gd name="connsiteX249" fmla="*/ 582039 w 582039"/>
              <a:gd name="connsiteY249" fmla="*/ 2059421 h 9164851"/>
              <a:gd name="connsiteX250" fmla="*/ 582039 w 582039"/>
              <a:gd name="connsiteY250" fmla="*/ 2044121 h 9164851"/>
              <a:gd name="connsiteX251" fmla="*/ 582039 w 582039"/>
              <a:gd name="connsiteY251" fmla="*/ 2018178 h 9164851"/>
              <a:gd name="connsiteX252" fmla="*/ 582039 w 582039"/>
              <a:gd name="connsiteY252" fmla="*/ 1996822 h 9164851"/>
              <a:gd name="connsiteX253" fmla="*/ 582039 w 582039"/>
              <a:gd name="connsiteY253" fmla="*/ 1970880 h 9164851"/>
              <a:gd name="connsiteX254" fmla="*/ 582039 w 582039"/>
              <a:gd name="connsiteY254" fmla="*/ 1955579 h 9164851"/>
              <a:gd name="connsiteX255" fmla="*/ 582039 w 582039"/>
              <a:gd name="connsiteY255" fmla="*/ 1929637 h 9164851"/>
              <a:gd name="connsiteX256" fmla="*/ 582039 w 582039"/>
              <a:gd name="connsiteY256" fmla="*/ 1888420 h 9164851"/>
              <a:gd name="connsiteX257" fmla="*/ 582039 w 582039"/>
              <a:gd name="connsiteY257" fmla="*/ 1869374 h 9164851"/>
              <a:gd name="connsiteX258" fmla="*/ 582039 w 582039"/>
              <a:gd name="connsiteY258" fmla="*/ 1862477 h 9164851"/>
              <a:gd name="connsiteX259" fmla="*/ 582039 w 582039"/>
              <a:gd name="connsiteY259" fmla="*/ 1847177 h 9164851"/>
              <a:gd name="connsiteX260" fmla="*/ 582039 w 582039"/>
              <a:gd name="connsiteY260" fmla="*/ 1828130 h 9164851"/>
              <a:gd name="connsiteX261" fmla="*/ 582039 w 582039"/>
              <a:gd name="connsiteY261" fmla="*/ 1821235 h 9164851"/>
              <a:gd name="connsiteX262" fmla="*/ 582039 w 582039"/>
              <a:gd name="connsiteY262" fmla="*/ 1786913 h 9164851"/>
              <a:gd name="connsiteX263" fmla="*/ 582039 w 582039"/>
              <a:gd name="connsiteY263" fmla="*/ 1760971 h 9164851"/>
              <a:gd name="connsiteX264" fmla="*/ 582039 w 582039"/>
              <a:gd name="connsiteY264" fmla="*/ 1745671 h 9164851"/>
              <a:gd name="connsiteX265" fmla="*/ 582039 w 582039"/>
              <a:gd name="connsiteY265" fmla="*/ 1719728 h 9164851"/>
              <a:gd name="connsiteX266" fmla="*/ 582038 w 582039"/>
              <a:gd name="connsiteY266" fmla="*/ 1446119 h 9164851"/>
              <a:gd name="connsiteX267" fmla="*/ 582038 w 582039"/>
              <a:gd name="connsiteY267" fmla="*/ 1420179 h 9164851"/>
              <a:gd name="connsiteX268" fmla="*/ 582038 w 582039"/>
              <a:gd name="connsiteY268" fmla="*/ 1404877 h 9164851"/>
              <a:gd name="connsiteX269" fmla="*/ 582038 w 582039"/>
              <a:gd name="connsiteY269" fmla="*/ 1378934 h 9164851"/>
              <a:gd name="connsiteX270" fmla="*/ 582038 w 582039"/>
              <a:gd name="connsiteY270" fmla="*/ 1344613 h 9164851"/>
              <a:gd name="connsiteX271" fmla="*/ 582038 w 582039"/>
              <a:gd name="connsiteY271" fmla="*/ 1337718 h 9164851"/>
              <a:gd name="connsiteX272" fmla="*/ 582038 w 582039"/>
              <a:gd name="connsiteY272" fmla="*/ 1318670 h 9164851"/>
              <a:gd name="connsiteX273" fmla="*/ 582038 w 582039"/>
              <a:gd name="connsiteY273" fmla="*/ 1303371 h 9164851"/>
              <a:gd name="connsiteX274" fmla="*/ 582038 w 582039"/>
              <a:gd name="connsiteY274" fmla="*/ 1296476 h 9164851"/>
              <a:gd name="connsiteX275" fmla="*/ 582038 w 582039"/>
              <a:gd name="connsiteY275" fmla="*/ 1277428 h 9164851"/>
              <a:gd name="connsiteX276" fmla="*/ 582038 w 582039"/>
              <a:gd name="connsiteY276" fmla="*/ 1236212 h 9164851"/>
              <a:gd name="connsiteX277" fmla="*/ 582038 w 582039"/>
              <a:gd name="connsiteY277" fmla="*/ 1210269 h 9164851"/>
              <a:gd name="connsiteX278" fmla="*/ 582038 w 582039"/>
              <a:gd name="connsiteY278" fmla="*/ 1194967 h 9164851"/>
              <a:gd name="connsiteX279" fmla="*/ 582038 w 582039"/>
              <a:gd name="connsiteY279" fmla="*/ 1169027 h 9164851"/>
              <a:gd name="connsiteX280" fmla="*/ 582038 w 582039"/>
              <a:gd name="connsiteY280" fmla="*/ 998795 h 9164851"/>
              <a:gd name="connsiteX281" fmla="*/ 582038 w 582039"/>
              <a:gd name="connsiteY281" fmla="*/ 972852 h 9164851"/>
              <a:gd name="connsiteX282" fmla="*/ 582038 w 582039"/>
              <a:gd name="connsiteY282" fmla="*/ 957553 h 9164851"/>
              <a:gd name="connsiteX283" fmla="*/ 582038 w 582039"/>
              <a:gd name="connsiteY283" fmla="*/ 931610 h 9164851"/>
              <a:gd name="connsiteX284" fmla="*/ 582038 w 582039"/>
              <a:gd name="connsiteY284" fmla="*/ 890394 h 9164851"/>
              <a:gd name="connsiteX285" fmla="*/ 582038 w 582039"/>
              <a:gd name="connsiteY285" fmla="*/ 864452 h 9164851"/>
              <a:gd name="connsiteX286" fmla="*/ 582038 w 582039"/>
              <a:gd name="connsiteY286" fmla="*/ 849149 h 9164851"/>
              <a:gd name="connsiteX287" fmla="*/ 582038 w 582039"/>
              <a:gd name="connsiteY287" fmla="*/ 823206 h 9164851"/>
              <a:gd name="connsiteX288" fmla="*/ 582038 w 582039"/>
              <a:gd name="connsiteY288" fmla="*/ 700345 h 9164851"/>
              <a:gd name="connsiteX289" fmla="*/ 582038 w 582039"/>
              <a:gd name="connsiteY289" fmla="*/ 674402 h 9164851"/>
              <a:gd name="connsiteX290" fmla="*/ 582038 w 582039"/>
              <a:gd name="connsiteY290" fmla="*/ 659103 h 9164851"/>
              <a:gd name="connsiteX291" fmla="*/ 582038 w 582039"/>
              <a:gd name="connsiteY291" fmla="*/ 633160 h 9164851"/>
              <a:gd name="connsiteX292" fmla="*/ 582038 w 582039"/>
              <a:gd name="connsiteY292" fmla="*/ 591944 h 9164851"/>
              <a:gd name="connsiteX293" fmla="*/ 582038 w 582039"/>
              <a:gd name="connsiteY293" fmla="*/ 566002 h 9164851"/>
              <a:gd name="connsiteX294" fmla="*/ 582038 w 582039"/>
              <a:gd name="connsiteY294" fmla="*/ 550699 h 9164851"/>
              <a:gd name="connsiteX295" fmla="*/ 582038 w 582039"/>
              <a:gd name="connsiteY295" fmla="*/ 524756 h 9164851"/>
              <a:gd name="connsiteX296" fmla="*/ 582038 w 582039"/>
              <a:gd name="connsiteY296" fmla="*/ 448093 h 9164851"/>
              <a:gd name="connsiteX297" fmla="*/ 582038 w 582039"/>
              <a:gd name="connsiteY297" fmla="*/ 422153 h 9164851"/>
              <a:gd name="connsiteX298" fmla="*/ 582038 w 582039"/>
              <a:gd name="connsiteY298" fmla="*/ 406851 h 9164851"/>
              <a:gd name="connsiteX299" fmla="*/ 582038 w 582039"/>
              <a:gd name="connsiteY299" fmla="*/ 380908 h 9164851"/>
              <a:gd name="connsiteX300" fmla="*/ 582038 w 582039"/>
              <a:gd name="connsiteY300" fmla="*/ 339692 h 9164851"/>
              <a:gd name="connsiteX301" fmla="*/ 582038 w 582039"/>
              <a:gd name="connsiteY301" fmla="*/ 298450 h 9164851"/>
              <a:gd name="connsiteX302" fmla="*/ 582038 w 582039"/>
              <a:gd name="connsiteY302" fmla="*/ 149643 h 9164851"/>
              <a:gd name="connsiteX303" fmla="*/ 582038 w 582039"/>
              <a:gd name="connsiteY303" fmla="*/ 123703 h 9164851"/>
              <a:gd name="connsiteX304" fmla="*/ 582038 w 582039"/>
              <a:gd name="connsiteY304" fmla="*/ 108401 h 9164851"/>
              <a:gd name="connsiteX305" fmla="*/ 582038 w 582039"/>
              <a:gd name="connsiteY305" fmla="*/ 82458 h 9164851"/>
              <a:gd name="connsiteX306" fmla="*/ 582038 w 582039"/>
              <a:gd name="connsiteY306" fmla="*/ 41242 h 9164851"/>
              <a:gd name="connsiteX307" fmla="*/ 582038 w 582039"/>
              <a:gd name="connsiteY307" fmla="*/ 0 h 9164851"/>
              <a:gd name="connsiteX308" fmla="*/ 0 w 582039"/>
              <a:gd name="connsiteY308" fmla="*/ 158641 h 9164851"/>
              <a:gd name="connsiteX309" fmla="*/ 0 w 582039"/>
              <a:gd name="connsiteY309" fmla="*/ 199883 h 9164851"/>
              <a:gd name="connsiteX310" fmla="*/ 0 w 582039"/>
              <a:gd name="connsiteY310" fmla="*/ 241102 h 9164851"/>
              <a:gd name="connsiteX311" fmla="*/ 0 w 582039"/>
              <a:gd name="connsiteY311" fmla="*/ 267042 h 9164851"/>
              <a:gd name="connsiteX312" fmla="*/ 0 w 582039"/>
              <a:gd name="connsiteY312" fmla="*/ 282344 h 9164851"/>
              <a:gd name="connsiteX313" fmla="*/ 0 w 582039"/>
              <a:gd name="connsiteY313" fmla="*/ 308287 h 9164851"/>
              <a:gd name="connsiteX314" fmla="*/ 0 w 582039"/>
              <a:gd name="connsiteY314" fmla="*/ 457091 h 9164851"/>
              <a:gd name="connsiteX315" fmla="*/ 0 w 582039"/>
              <a:gd name="connsiteY315" fmla="*/ 498333 h 9164851"/>
              <a:gd name="connsiteX316" fmla="*/ 0 w 582039"/>
              <a:gd name="connsiteY316" fmla="*/ 539552 h 9164851"/>
              <a:gd name="connsiteX317" fmla="*/ 0 w 582039"/>
              <a:gd name="connsiteY317" fmla="*/ 565492 h 9164851"/>
              <a:gd name="connsiteX318" fmla="*/ 0 w 582039"/>
              <a:gd name="connsiteY318" fmla="*/ 580794 h 9164851"/>
              <a:gd name="connsiteX319" fmla="*/ 0 w 582039"/>
              <a:gd name="connsiteY319" fmla="*/ 606737 h 9164851"/>
              <a:gd name="connsiteX320" fmla="*/ 0 w 582039"/>
              <a:gd name="connsiteY320" fmla="*/ 683401 h 9164851"/>
              <a:gd name="connsiteX321" fmla="*/ 0 w 582039"/>
              <a:gd name="connsiteY321" fmla="*/ 709343 h 9164851"/>
              <a:gd name="connsiteX322" fmla="*/ 0 w 582039"/>
              <a:gd name="connsiteY322" fmla="*/ 724643 h 9164851"/>
              <a:gd name="connsiteX323" fmla="*/ 0 w 582039"/>
              <a:gd name="connsiteY323" fmla="*/ 750585 h 9164851"/>
              <a:gd name="connsiteX324" fmla="*/ 0 w 582039"/>
              <a:gd name="connsiteY324" fmla="*/ 791801 h 9164851"/>
              <a:gd name="connsiteX325" fmla="*/ 0 w 582039"/>
              <a:gd name="connsiteY325" fmla="*/ 817744 h 9164851"/>
              <a:gd name="connsiteX326" fmla="*/ 0 w 582039"/>
              <a:gd name="connsiteY326" fmla="*/ 833046 h 9164851"/>
              <a:gd name="connsiteX327" fmla="*/ 0 w 582039"/>
              <a:gd name="connsiteY327" fmla="*/ 858986 h 9164851"/>
              <a:gd name="connsiteX328" fmla="*/ 0 w 582039"/>
              <a:gd name="connsiteY328" fmla="*/ 981851 h 9164851"/>
              <a:gd name="connsiteX329" fmla="*/ 0 w 582039"/>
              <a:gd name="connsiteY329" fmla="*/ 1007793 h 9164851"/>
              <a:gd name="connsiteX330" fmla="*/ 0 w 582039"/>
              <a:gd name="connsiteY330" fmla="*/ 1023093 h 9164851"/>
              <a:gd name="connsiteX331" fmla="*/ 0 w 582039"/>
              <a:gd name="connsiteY331" fmla="*/ 1049035 h 9164851"/>
              <a:gd name="connsiteX332" fmla="*/ 0 w 582039"/>
              <a:gd name="connsiteY332" fmla="*/ 1090251 h 9164851"/>
              <a:gd name="connsiteX333" fmla="*/ 0 w 582039"/>
              <a:gd name="connsiteY333" fmla="*/ 1116194 h 9164851"/>
              <a:gd name="connsiteX334" fmla="*/ 0 w 582039"/>
              <a:gd name="connsiteY334" fmla="*/ 1131496 h 9164851"/>
              <a:gd name="connsiteX335" fmla="*/ 0 w 582039"/>
              <a:gd name="connsiteY335" fmla="*/ 1157436 h 9164851"/>
              <a:gd name="connsiteX336" fmla="*/ 0 w 582039"/>
              <a:gd name="connsiteY336" fmla="*/ 1169027 h 9164851"/>
              <a:gd name="connsiteX337" fmla="*/ 0 w 582039"/>
              <a:gd name="connsiteY337" fmla="*/ 1194967 h 9164851"/>
              <a:gd name="connsiteX338" fmla="*/ 0 w 582039"/>
              <a:gd name="connsiteY338" fmla="*/ 1210269 h 9164851"/>
              <a:gd name="connsiteX339" fmla="*/ 0 w 582039"/>
              <a:gd name="connsiteY339" fmla="*/ 1236212 h 9164851"/>
              <a:gd name="connsiteX340" fmla="*/ 0 w 582039"/>
              <a:gd name="connsiteY340" fmla="*/ 1277428 h 9164851"/>
              <a:gd name="connsiteX341" fmla="*/ 0 w 582039"/>
              <a:gd name="connsiteY341" fmla="*/ 1303371 h 9164851"/>
              <a:gd name="connsiteX342" fmla="*/ 0 w 582039"/>
              <a:gd name="connsiteY342" fmla="*/ 1318670 h 9164851"/>
              <a:gd name="connsiteX343" fmla="*/ 0 w 582039"/>
              <a:gd name="connsiteY343" fmla="*/ 1344613 h 9164851"/>
              <a:gd name="connsiteX344" fmla="*/ 0 w 582039"/>
              <a:gd name="connsiteY344" fmla="*/ 1455117 h 9164851"/>
              <a:gd name="connsiteX345" fmla="*/ 0 w 582039"/>
              <a:gd name="connsiteY345" fmla="*/ 1467477 h 9164851"/>
              <a:gd name="connsiteX346" fmla="*/ 0 w 582039"/>
              <a:gd name="connsiteY346" fmla="*/ 1493417 h 9164851"/>
              <a:gd name="connsiteX347" fmla="*/ 0 w 582039"/>
              <a:gd name="connsiteY347" fmla="*/ 1496359 h 9164851"/>
              <a:gd name="connsiteX348" fmla="*/ 0 w 582039"/>
              <a:gd name="connsiteY348" fmla="*/ 1508719 h 9164851"/>
              <a:gd name="connsiteX349" fmla="*/ 0 w 582039"/>
              <a:gd name="connsiteY349" fmla="*/ 1534662 h 9164851"/>
              <a:gd name="connsiteX350" fmla="*/ 0 w 582039"/>
              <a:gd name="connsiteY350" fmla="*/ 1537578 h 9164851"/>
              <a:gd name="connsiteX351" fmla="*/ 0 w 582039"/>
              <a:gd name="connsiteY351" fmla="*/ 1563518 h 9164851"/>
              <a:gd name="connsiteX352" fmla="*/ 0 w 582039"/>
              <a:gd name="connsiteY352" fmla="*/ 1575878 h 9164851"/>
              <a:gd name="connsiteX353" fmla="*/ 0 w 582039"/>
              <a:gd name="connsiteY353" fmla="*/ 1578820 h 9164851"/>
              <a:gd name="connsiteX354" fmla="*/ 0 w 582039"/>
              <a:gd name="connsiteY354" fmla="*/ 1601821 h 9164851"/>
              <a:gd name="connsiteX355" fmla="*/ 0 w 582039"/>
              <a:gd name="connsiteY355" fmla="*/ 1604763 h 9164851"/>
              <a:gd name="connsiteX356" fmla="*/ 0 w 582039"/>
              <a:gd name="connsiteY356" fmla="*/ 1617120 h 9164851"/>
              <a:gd name="connsiteX357" fmla="*/ 0 w 582039"/>
              <a:gd name="connsiteY357" fmla="*/ 1643063 h 9164851"/>
              <a:gd name="connsiteX358" fmla="*/ 0 w 582039"/>
              <a:gd name="connsiteY358" fmla="*/ 1719728 h 9164851"/>
              <a:gd name="connsiteX359" fmla="*/ 0 w 582039"/>
              <a:gd name="connsiteY359" fmla="*/ 1745671 h 9164851"/>
              <a:gd name="connsiteX360" fmla="*/ 0 w 582039"/>
              <a:gd name="connsiteY360" fmla="*/ 1753567 h 9164851"/>
              <a:gd name="connsiteX361" fmla="*/ 0 w 582039"/>
              <a:gd name="connsiteY361" fmla="*/ 1760972 h 9164851"/>
              <a:gd name="connsiteX362" fmla="*/ 0 w 582039"/>
              <a:gd name="connsiteY362" fmla="*/ 1786913 h 9164851"/>
              <a:gd name="connsiteX363" fmla="*/ 0 w 582039"/>
              <a:gd name="connsiteY363" fmla="*/ 1794809 h 9164851"/>
              <a:gd name="connsiteX364" fmla="*/ 0 w 582039"/>
              <a:gd name="connsiteY364" fmla="*/ 1828130 h 9164851"/>
              <a:gd name="connsiteX365" fmla="*/ 0 w 582039"/>
              <a:gd name="connsiteY365" fmla="*/ 1836028 h 9164851"/>
              <a:gd name="connsiteX366" fmla="*/ 0 w 582039"/>
              <a:gd name="connsiteY366" fmla="*/ 1861968 h 9164851"/>
              <a:gd name="connsiteX367" fmla="*/ 0 w 582039"/>
              <a:gd name="connsiteY367" fmla="*/ 1869374 h 9164851"/>
              <a:gd name="connsiteX368" fmla="*/ 0 w 582039"/>
              <a:gd name="connsiteY368" fmla="*/ 1877270 h 9164851"/>
              <a:gd name="connsiteX369" fmla="*/ 0 w 582039"/>
              <a:gd name="connsiteY369" fmla="*/ 1903213 h 9164851"/>
              <a:gd name="connsiteX370" fmla="*/ 0 w 582039"/>
              <a:gd name="connsiteY370" fmla="*/ 1979876 h 9164851"/>
              <a:gd name="connsiteX371" fmla="*/ 0 w 582039"/>
              <a:gd name="connsiteY371" fmla="*/ 2005819 h 9164851"/>
              <a:gd name="connsiteX372" fmla="*/ 0 w 582039"/>
              <a:gd name="connsiteY372" fmla="*/ 2018178 h 9164851"/>
              <a:gd name="connsiteX373" fmla="*/ 0 w 582039"/>
              <a:gd name="connsiteY373" fmla="*/ 2021120 h 9164851"/>
              <a:gd name="connsiteX374" fmla="*/ 0 w 582039"/>
              <a:gd name="connsiteY374" fmla="*/ 2044121 h 9164851"/>
              <a:gd name="connsiteX375" fmla="*/ 0 w 582039"/>
              <a:gd name="connsiteY375" fmla="*/ 2047063 h 9164851"/>
              <a:gd name="connsiteX376" fmla="*/ 0 w 582039"/>
              <a:gd name="connsiteY376" fmla="*/ 2059422 h 9164851"/>
              <a:gd name="connsiteX377" fmla="*/ 0 w 582039"/>
              <a:gd name="connsiteY377" fmla="*/ 2085363 h 9164851"/>
              <a:gd name="connsiteX378" fmla="*/ 0 w 582039"/>
              <a:gd name="connsiteY378" fmla="*/ 2088279 h 9164851"/>
              <a:gd name="connsiteX379" fmla="*/ 0 w 582039"/>
              <a:gd name="connsiteY379" fmla="*/ 2114222 h 9164851"/>
              <a:gd name="connsiteX380" fmla="*/ 0 w 582039"/>
              <a:gd name="connsiteY380" fmla="*/ 2126580 h 9164851"/>
              <a:gd name="connsiteX381" fmla="*/ 0 w 582039"/>
              <a:gd name="connsiteY381" fmla="*/ 2129522 h 9164851"/>
              <a:gd name="connsiteX382" fmla="*/ 0 w 582039"/>
              <a:gd name="connsiteY382" fmla="*/ 2155464 h 9164851"/>
              <a:gd name="connsiteX383" fmla="*/ 0 w 582039"/>
              <a:gd name="connsiteY383" fmla="*/ 2167824 h 9164851"/>
              <a:gd name="connsiteX384" fmla="*/ 0 w 582039"/>
              <a:gd name="connsiteY384" fmla="*/ 2278326 h 9164851"/>
              <a:gd name="connsiteX385" fmla="*/ 0 w 582039"/>
              <a:gd name="connsiteY385" fmla="*/ 2304269 h 9164851"/>
              <a:gd name="connsiteX386" fmla="*/ 0 w 582039"/>
              <a:gd name="connsiteY386" fmla="*/ 2319570 h 9164851"/>
              <a:gd name="connsiteX387" fmla="*/ 0 w 582039"/>
              <a:gd name="connsiteY387" fmla="*/ 2345513 h 9164851"/>
              <a:gd name="connsiteX388" fmla="*/ 0 w 582039"/>
              <a:gd name="connsiteY388" fmla="*/ 2386729 h 9164851"/>
              <a:gd name="connsiteX389" fmla="*/ 0 w 582039"/>
              <a:gd name="connsiteY389" fmla="*/ 2412672 h 9164851"/>
              <a:gd name="connsiteX390" fmla="*/ 0 w 582039"/>
              <a:gd name="connsiteY390" fmla="*/ 2427972 h 9164851"/>
              <a:gd name="connsiteX391" fmla="*/ 0 w 582039"/>
              <a:gd name="connsiteY391" fmla="*/ 2453914 h 9164851"/>
              <a:gd name="connsiteX392" fmla="*/ 0 w 582039"/>
              <a:gd name="connsiteY392" fmla="*/ 2465503 h 9164851"/>
              <a:gd name="connsiteX393" fmla="*/ 0 w 582039"/>
              <a:gd name="connsiteY393" fmla="*/ 2491444 h 9164851"/>
              <a:gd name="connsiteX394" fmla="*/ 0 w 582039"/>
              <a:gd name="connsiteY394" fmla="*/ 2506747 h 9164851"/>
              <a:gd name="connsiteX395" fmla="*/ 0 w 582039"/>
              <a:gd name="connsiteY395" fmla="*/ 2532688 h 9164851"/>
              <a:gd name="connsiteX396" fmla="*/ 0 w 582039"/>
              <a:gd name="connsiteY396" fmla="*/ 2573905 h 9164851"/>
              <a:gd name="connsiteX397" fmla="*/ 0 w 582039"/>
              <a:gd name="connsiteY397" fmla="*/ 2599846 h 9164851"/>
              <a:gd name="connsiteX398" fmla="*/ 0 w 582039"/>
              <a:gd name="connsiteY398" fmla="*/ 2615149 h 9164851"/>
              <a:gd name="connsiteX399" fmla="*/ 0 w 582039"/>
              <a:gd name="connsiteY399" fmla="*/ 2641090 h 9164851"/>
              <a:gd name="connsiteX400" fmla="*/ 0 w 582039"/>
              <a:gd name="connsiteY400" fmla="*/ 2763953 h 9164851"/>
              <a:gd name="connsiteX401" fmla="*/ 0 w 582039"/>
              <a:gd name="connsiteY401" fmla="*/ 2789894 h 9164851"/>
              <a:gd name="connsiteX402" fmla="*/ 0 w 582039"/>
              <a:gd name="connsiteY402" fmla="*/ 2805197 h 9164851"/>
              <a:gd name="connsiteX403" fmla="*/ 0 w 582039"/>
              <a:gd name="connsiteY403" fmla="*/ 2831138 h 9164851"/>
              <a:gd name="connsiteX404" fmla="*/ 0 w 582039"/>
              <a:gd name="connsiteY404" fmla="*/ 2872355 h 9164851"/>
              <a:gd name="connsiteX405" fmla="*/ 0 w 582039"/>
              <a:gd name="connsiteY405" fmla="*/ 2898296 h 9164851"/>
              <a:gd name="connsiteX406" fmla="*/ 0 w 582039"/>
              <a:gd name="connsiteY406" fmla="*/ 2901842 h 9164851"/>
              <a:gd name="connsiteX407" fmla="*/ 0 w 582039"/>
              <a:gd name="connsiteY407" fmla="*/ 2913599 h 9164851"/>
              <a:gd name="connsiteX408" fmla="*/ 0 w 582039"/>
              <a:gd name="connsiteY408" fmla="*/ 2938137 h 9164851"/>
              <a:gd name="connsiteX409" fmla="*/ 0 w 582039"/>
              <a:gd name="connsiteY409" fmla="*/ 2939540 h 9164851"/>
              <a:gd name="connsiteX410" fmla="*/ 0 w 582039"/>
              <a:gd name="connsiteY410" fmla="*/ 2943084 h 9164851"/>
              <a:gd name="connsiteX411" fmla="*/ 0 w 582039"/>
              <a:gd name="connsiteY411" fmla="*/ 2949840 h 9164851"/>
              <a:gd name="connsiteX412" fmla="*/ 0 w 582039"/>
              <a:gd name="connsiteY412" fmla="*/ 2984303 h 9164851"/>
              <a:gd name="connsiteX413" fmla="*/ 0 w 582039"/>
              <a:gd name="connsiteY413" fmla="*/ 3010243 h 9164851"/>
              <a:gd name="connsiteX414" fmla="*/ 0 w 582039"/>
              <a:gd name="connsiteY414" fmla="*/ 3025545 h 9164851"/>
              <a:gd name="connsiteX415" fmla="*/ 0 w 582039"/>
              <a:gd name="connsiteY415" fmla="*/ 3051488 h 9164851"/>
              <a:gd name="connsiteX416" fmla="*/ 0 w 582039"/>
              <a:gd name="connsiteY416" fmla="*/ 3200292 h 9164851"/>
              <a:gd name="connsiteX417" fmla="*/ 0 w 582039"/>
              <a:gd name="connsiteY417" fmla="*/ 3236587 h 9164851"/>
              <a:gd name="connsiteX418" fmla="*/ 0 w 582039"/>
              <a:gd name="connsiteY418" fmla="*/ 3241534 h 9164851"/>
              <a:gd name="connsiteX419" fmla="*/ 0 w 582039"/>
              <a:gd name="connsiteY419" fmla="*/ 3248290 h 9164851"/>
              <a:gd name="connsiteX420" fmla="*/ 0 w 582039"/>
              <a:gd name="connsiteY420" fmla="*/ 3282753 h 9164851"/>
              <a:gd name="connsiteX421" fmla="*/ 0 w 582039"/>
              <a:gd name="connsiteY421" fmla="*/ 3308693 h 9164851"/>
              <a:gd name="connsiteX422" fmla="*/ 0 w 582039"/>
              <a:gd name="connsiteY422" fmla="*/ 3323995 h 9164851"/>
              <a:gd name="connsiteX423" fmla="*/ 0 w 582039"/>
              <a:gd name="connsiteY423" fmla="*/ 3349938 h 9164851"/>
              <a:gd name="connsiteX424" fmla="*/ 0 w 582039"/>
              <a:gd name="connsiteY424" fmla="*/ 3426602 h 9164851"/>
              <a:gd name="connsiteX425" fmla="*/ 0 w 582039"/>
              <a:gd name="connsiteY425" fmla="*/ 3452544 h 9164851"/>
              <a:gd name="connsiteX426" fmla="*/ 0 w 582039"/>
              <a:gd name="connsiteY426" fmla="*/ 3467844 h 9164851"/>
              <a:gd name="connsiteX427" fmla="*/ 0 w 582039"/>
              <a:gd name="connsiteY427" fmla="*/ 3493786 h 9164851"/>
              <a:gd name="connsiteX428" fmla="*/ 0 w 582039"/>
              <a:gd name="connsiteY428" fmla="*/ 3535002 h 9164851"/>
              <a:gd name="connsiteX429" fmla="*/ 0 w 582039"/>
              <a:gd name="connsiteY429" fmla="*/ 3560945 h 9164851"/>
              <a:gd name="connsiteX430" fmla="*/ 0 w 582039"/>
              <a:gd name="connsiteY430" fmla="*/ 3576247 h 9164851"/>
              <a:gd name="connsiteX431" fmla="*/ 0 w 582039"/>
              <a:gd name="connsiteY431" fmla="*/ 3602187 h 9164851"/>
              <a:gd name="connsiteX432" fmla="*/ 0 w 582039"/>
              <a:gd name="connsiteY432" fmla="*/ 3725052 h 9164851"/>
              <a:gd name="connsiteX433" fmla="*/ 0 w 582039"/>
              <a:gd name="connsiteY433" fmla="*/ 3750994 h 9164851"/>
              <a:gd name="connsiteX434" fmla="*/ 0 w 582039"/>
              <a:gd name="connsiteY434" fmla="*/ 3766294 h 9164851"/>
              <a:gd name="connsiteX435" fmla="*/ 0 w 582039"/>
              <a:gd name="connsiteY435" fmla="*/ 3792236 h 9164851"/>
              <a:gd name="connsiteX436" fmla="*/ 0 w 582039"/>
              <a:gd name="connsiteY436" fmla="*/ 3833452 h 9164851"/>
              <a:gd name="connsiteX437" fmla="*/ 0 w 582039"/>
              <a:gd name="connsiteY437" fmla="*/ 3859395 h 9164851"/>
              <a:gd name="connsiteX438" fmla="*/ 0 w 582039"/>
              <a:gd name="connsiteY438" fmla="*/ 3874697 h 9164851"/>
              <a:gd name="connsiteX439" fmla="*/ 0 w 582039"/>
              <a:gd name="connsiteY439" fmla="*/ 3900637 h 9164851"/>
              <a:gd name="connsiteX440" fmla="*/ 0 w 582039"/>
              <a:gd name="connsiteY440" fmla="*/ 3912228 h 9164851"/>
              <a:gd name="connsiteX441" fmla="*/ 0 w 582039"/>
              <a:gd name="connsiteY441" fmla="*/ 3938168 h 9164851"/>
              <a:gd name="connsiteX442" fmla="*/ 0 w 582039"/>
              <a:gd name="connsiteY442" fmla="*/ 3953470 h 9164851"/>
              <a:gd name="connsiteX443" fmla="*/ 0 w 582039"/>
              <a:gd name="connsiteY443" fmla="*/ 3979413 h 9164851"/>
              <a:gd name="connsiteX444" fmla="*/ 0 w 582039"/>
              <a:gd name="connsiteY444" fmla="*/ 4020629 h 9164851"/>
              <a:gd name="connsiteX445" fmla="*/ 0 w 582039"/>
              <a:gd name="connsiteY445" fmla="*/ 4046572 h 9164851"/>
              <a:gd name="connsiteX446" fmla="*/ 0 w 582039"/>
              <a:gd name="connsiteY446" fmla="*/ 4061871 h 9164851"/>
              <a:gd name="connsiteX447" fmla="*/ 0 w 582039"/>
              <a:gd name="connsiteY447" fmla="*/ 4087814 h 9164851"/>
              <a:gd name="connsiteX448" fmla="*/ 0 w 582039"/>
              <a:gd name="connsiteY448" fmla="*/ 4198318 h 9164851"/>
              <a:gd name="connsiteX449" fmla="*/ 0 w 582039"/>
              <a:gd name="connsiteY449" fmla="*/ 4210678 h 9164851"/>
              <a:gd name="connsiteX450" fmla="*/ 0 w 582039"/>
              <a:gd name="connsiteY450" fmla="*/ 4216291 h 9164851"/>
              <a:gd name="connsiteX451" fmla="*/ 0 w 582039"/>
              <a:gd name="connsiteY451" fmla="*/ 4236618 h 9164851"/>
              <a:gd name="connsiteX452" fmla="*/ 0 w 582039"/>
              <a:gd name="connsiteY452" fmla="*/ 4239560 h 9164851"/>
              <a:gd name="connsiteX453" fmla="*/ 0 w 582039"/>
              <a:gd name="connsiteY453" fmla="*/ 4251920 h 9164851"/>
              <a:gd name="connsiteX454" fmla="*/ 0 w 582039"/>
              <a:gd name="connsiteY454" fmla="*/ 4257533 h 9164851"/>
              <a:gd name="connsiteX455" fmla="*/ 0 w 582039"/>
              <a:gd name="connsiteY455" fmla="*/ 4277863 h 9164851"/>
              <a:gd name="connsiteX456" fmla="*/ 0 w 582039"/>
              <a:gd name="connsiteY456" fmla="*/ 4280779 h 9164851"/>
              <a:gd name="connsiteX457" fmla="*/ 0 w 582039"/>
              <a:gd name="connsiteY457" fmla="*/ 4298752 h 9164851"/>
              <a:gd name="connsiteX458" fmla="*/ 0 w 582039"/>
              <a:gd name="connsiteY458" fmla="*/ 4306719 h 9164851"/>
              <a:gd name="connsiteX459" fmla="*/ 0 w 582039"/>
              <a:gd name="connsiteY459" fmla="*/ 4319079 h 9164851"/>
              <a:gd name="connsiteX460" fmla="*/ 0 w 582039"/>
              <a:gd name="connsiteY460" fmla="*/ 4322021 h 9164851"/>
              <a:gd name="connsiteX461" fmla="*/ 0 w 582039"/>
              <a:gd name="connsiteY461" fmla="*/ 4324692 h 9164851"/>
              <a:gd name="connsiteX462" fmla="*/ 0 w 582039"/>
              <a:gd name="connsiteY462" fmla="*/ 4339994 h 9164851"/>
              <a:gd name="connsiteX463" fmla="*/ 0 w 582039"/>
              <a:gd name="connsiteY463" fmla="*/ 4345022 h 9164851"/>
              <a:gd name="connsiteX464" fmla="*/ 0 w 582039"/>
              <a:gd name="connsiteY464" fmla="*/ 4347964 h 9164851"/>
              <a:gd name="connsiteX465" fmla="*/ 0 w 582039"/>
              <a:gd name="connsiteY465" fmla="*/ 4360321 h 9164851"/>
              <a:gd name="connsiteX466" fmla="*/ 0 w 582039"/>
              <a:gd name="connsiteY466" fmla="*/ 4365937 h 9164851"/>
              <a:gd name="connsiteX467" fmla="*/ 0 w 582039"/>
              <a:gd name="connsiteY467" fmla="*/ 4386264 h 9164851"/>
              <a:gd name="connsiteX468" fmla="*/ 0 w 582039"/>
              <a:gd name="connsiteY468" fmla="*/ 4462929 h 9164851"/>
              <a:gd name="connsiteX469" fmla="*/ 0 w 582039"/>
              <a:gd name="connsiteY469" fmla="*/ 4488872 h 9164851"/>
              <a:gd name="connsiteX470" fmla="*/ 0 w 582039"/>
              <a:gd name="connsiteY470" fmla="*/ 4496768 h 9164851"/>
              <a:gd name="connsiteX471" fmla="*/ 0 w 582039"/>
              <a:gd name="connsiteY471" fmla="*/ 4504173 h 9164851"/>
              <a:gd name="connsiteX472" fmla="*/ 0 w 582039"/>
              <a:gd name="connsiteY472" fmla="*/ 4514741 h 9164851"/>
              <a:gd name="connsiteX473" fmla="*/ 0 w 582039"/>
              <a:gd name="connsiteY473" fmla="*/ 4530114 h 9164851"/>
              <a:gd name="connsiteX474" fmla="*/ 0 w 582039"/>
              <a:gd name="connsiteY474" fmla="*/ 4538010 h 9164851"/>
              <a:gd name="connsiteX475" fmla="*/ 0 w 582039"/>
              <a:gd name="connsiteY475" fmla="*/ 4555983 h 9164851"/>
              <a:gd name="connsiteX476" fmla="*/ 0 w 582039"/>
              <a:gd name="connsiteY476" fmla="*/ 4571331 h 9164851"/>
              <a:gd name="connsiteX477" fmla="*/ 0 w 582039"/>
              <a:gd name="connsiteY477" fmla="*/ 4579229 h 9164851"/>
              <a:gd name="connsiteX478" fmla="*/ 0 w 582039"/>
              <a:gd name="connsiteY478" fmla="*/ 4597202 h 9164851"/>
              <a:gd name="connsiteX479" fmla="*/ 0 w 582039"/>
              <a:gd name="connsiteY479" fmla="*/ 4605169 h 9164851"/>
              <a:gd name="connsiteX480" fmla="*/ 0 w 582039"/>
              <a:gd name="connsiteY480" fmla="*/ 4612575 h 9164851"/>
              <a:gd name="connsiteX481" fmla="*/ 0 w 582039"/>
              <a:gd name="connsiteY481" fmla="*/ 4620471 h 9164851"/>
              <a:gd name="connsiteX482" fmla="*/ 0 w 582039"/>
              <a:gd name="connsiteY482" fmla="*/ 4623142 h 9164851"/>
              <a:gd name="connsiteX483" fmla="*/ 0 w 582039"/>
              <a:gd name="connsiteY483" fmla="*/ 4638444 h 9164851"/>
              <a:gd name="connsiteX484" fmla="*/ 0 w 582039"/>
              <a:gd name="connsiteY484" fmla="*/ 4646414 h 9164851"/>
              <a:gd name="connsiteX485" fmla="*/ 0 w 582039"/>
              <a:gd name="connsiteY485" fmla="*/ 4664387 h 9164851"/>
              <a:gd name="connsiteX486" fmla="*/ 0 w 582039"/>
              <a:gd name="connsiteY486" fmla="*/ 4723077 h 9164851"/>
              <a:gd name="connsiteX487" fmla="*/ 0 w 582039"/>
              <a:gd name="connsiteY487" fmla="*/ 4741051 h 9164851"/>
              <a:gd name="connsiteX488" fmla="*/ 0 w 582039"/>
              <a:gd name="connsiteY488" fmla="*/ 4749020 h 9164851"/>
              <a:gd name="connsiteX489" fmla="*/ 0 w 582039"/>
              <a:gd name="connsiteY489" fmla="*/ 4761379 h 9164851"/>
              <a:gd name="connsiteX490" fmla="*/ 0 w 582039"/>
              <a:gd name="connsiteY490" fmla="*/ 4764321 h 9164851"/>
              <a:gd name="connsiteX491" fmla="*/ 0 w 582039"/>
              <a:gd name="connsiteY491" fmla="*/ 4766993 h 9164851"/>
              <a:gd name="connsiteX492" fmla="*/ 0 w 582039"/>
              <a:gd name="connsiteY492" fmla="*/ 4782293 h 9164851"/>
              <a:gd name="connsiteX493" fmla="*/ 0 w 582039"/>
              <a:gd name="connsiteY493" fmla="*/ 4787322 h 9164851"/>
              <a:gd name="connsiteX494" fmla="*/ 0 w 582039"/>
              <a:gd name="connsiteY494" fmla="*/ 4790264 h 9164851"/>
              <a:gd name="connsiteX495" fmla="*/ 0 w 582039"/>
              <a:gd name="connsiteY495" fmla="*/ 4802623 h 9164851"/>
              <a:gd name="connsiteX496" fmla="*/ 0 w 582039"/>
              <a:gd name="connsiteY496" fmla="*/ 4808235 h 9164851"/>
              <a:gd name="connsiteX497" fmla="*/ 0 w 582039"/>
              <a:gd name="connsiteY497" fmla="*/ 4828564 h 9164851"/>
              <a:gd name="connsiteX498" fmla="*/ 0 w 582039"/>
              <a:gd name="connsiteY498" fmla="*/ 4831480 h 9164851"/>
              <a:gd name="connsiteX499" fmla="*/ 0 w 582039"/>
              <a:gd name="connsiteY499" fmla="*/ 4849451 h 9164851"/>
              <a:gd name="connsiteX500" fmla="*/ 0 w 582039"/>
              <a:gd name="connsiteY500" fmla="*/ 4857423 h 9164851"/>
              <a:gd name="connsiteX501" fmla="*/ 0 w 582039"/>
              <a:gd name="connsiteY501" fmla="*/ 4869781 h 9164851"/>
              <a:gd name="connsiteX502" fmla="*/ 0 w 582039"/>
              <a:gd name="connsiteY502" fmla="*/ 4872723 h 9164851"/>
              <a:gd name="connsiteX503" fmla="*/ 0 w 582039"/>
              <a:gd name="connsiteY503" fmla="*/ 4875394 h 9164851"/>
              <a:gd name="connsiteX504" fmla="*/ 0 w 582039"/>
              <a:gd name="connsiteY504" fmla="*/ 4890696 h 9164851"/>
              <a:gd name="connsiteX505" fmla="*/ 0 w 582039"/>
              <a:gd name="connsiteY505" fmla="*/ 4898665 h 9164851"/>
              <a:gd name="connsiteX506" fmla="*/ 0 w 582039"/>
              <a:gd name="connsiteY506" fmla="*/ 4911025 h 9164851"/>
              <a:gd name="connsiteX507" fmla="*/ 0 w 582039"/>
              <a:gd name="connsiteY507" fmla="*/ 4916636 h 9164851"/>
              <a:gd name="connsiteX508" fmla="*/ 0 w 582039"/>
              <a:gd name="connsiteY508" fmla="*/ 5021527 h 9164851"/>
              <a:gd name="connsiteX509" fmla="*/ 0 w 582039"/>
              <a:gd name="connsiteY509" fmla="*/ 5039501 h 9164851"/>
              <a:gd name="connsiteX510" fmla="*/ 0 w 582039"/>
              <a:gd name="connsiteY510" fmla="*/ 5047470 h 9164851"/>
              <a:gd name="connsiteX511" fmla="*/ 0 w 582039"/>
              <a:gd name="connsiteY511" fmla="*/ 5062771 h 9164851"/>
              <a:gd name="connsiteX512" fmla="*/ 0 w 582039"/>
              <a:gd name="connsiteY512" fmla="*/ 5065443 h 9164851"/>
              <a:gd name="connsiteX513" fmla="*/ 0 w 582039"/>
              <a:gd name="connsiteY513" fmla="*/ 5080743 h 9164851"/>
              <a:gd name="connsiteX514" fmla="*/ 0 w 582039"/>
              <a:gd name="connsiteY514" fmla="*/ 5088714 h 9164851"/>
              <a:gd name="connsiteX515" fmla="*/ 0 w 582039"/>
              <a:gd name="connsiteY515" fmla="*/ 5106685 h 9164851"/>
              <a:gd name="connsiteX516" fmla="*/ 0 w 582039"/>
              <a:gd name="connsiteY516" fmla="*/ 5129930 h 9164851"/>
              <a:gd name="connsiteX517" fmla="*/ 0 w 582039"/>
              <a:gd name="connsiteY517" fmla="*/ 5147901 h 9164851"/>
              <a:gd name="connsiteX518" fmla="*/ 0 w 582039"/>
              <a:gd name="connsiteY518" fmla="*/ 5155873 h 9164851"/>
              <a:gd name="connsiteX519" fmla="*/ 0 w 582039"/>
              <a:gd name="connsiteY519" fmla="*/ 5171173 h 9164851"/>
              <a:gd name="connsiteX520" fmla="*/ 0 w 582039"/>
              <a:gd name="connsiteY520" fmla="*/ 5173844 h 9164851"/>
              <a:gd name="connsiteX521" fmla="*/ 0 w 582039"/>
              <a:gd name="connsiteY521" fmla="*/ 5189146 h 9164851"/>
              <a:gd name="connsiteX522" fmla="*/ 0 w 582039"/>
              <a:gd name="connsiteY522" fmla="*/ 5197115 h 9164851"/>
              <a:gd name="connsiteX523" fmla="*/ 0 w 582039"/>
              <a:gd name="connsiteY523" fmla="*/ 5208704 h 9164851"/>
              <a:gd name="connsiteX524" fmla="*/ 0 w 582039"/>
              <a:gd name="connsiteY524" fmla="*/ 5215086 h 9164851"/>
              <a:gd name="connsiteX525" fmla="*/ 0 w 582039"/>
              <a:gd name="connsiteY525" fmla="*/ 5226677 h 9164851"/>
              <a:gd name="connsiteX526" fmla="*/ 0 w 582039"/>
              <a:gd name="connsiteY526" fmla="*/ 5234645 h 9164851"/>
              <a:gd name="connsiteX527" fmla="*/ 0 w 582039"/>
              <a:gd name="connsiteY527" fmla="*/ 5249948 h 9164851"/>
              <a:gd name="connsiteX528" fmla="*/ 0 w 582039"/>
              <a:gd name="connsiteY528" fmla="*/ 5252617 h 9164851"/>
              <a:gd name="connsiteX529" fmla="*/ 0 w 582039"/>
              <a:gd name="connsiteY529" fmla="*/ 5267919 h 9164851"/>
              <a:gd name="connsiteX530" fmla="*/ 0 w 582039"/>
              <a:gd name="connsiteY530" fmla="*/ 5275889 h 9164851"/>
              <a:gd name="connsiteX531" fmla="*/ 0 w 582039"/>
              <a:gd name="connsiteY531" fmla="*/ 5293862 h 9164851"/>
              <a:gd name="connsiteX532" fmla="*/ 0 w 582039"/>
              <a:gd name="connsiteY532" fmla="*/ 5317106 h 9164851"/>
              <a:gd name="connsiteX533" fmla="*/ 0 w 582039"/>
              <a:gd name="connsiteY533" fmla="*/ 5335078 h 9164851"/>
              <a:gd name="connsiteX534" fmla="*/ 0 w 582039"/>
              <a:gd name="connsiteY534" fmla="*/ 5343047 h 9164851"/>
              <a:gd name="connsiteX535" fmla="*/ 0 w 582039"/>
              <a:gd name="connsiteY535" fmla="*/ 5358350 h 9164851"/>
              <a:gd name="connsiteX536" fmla="*/ 0 w 582039"/>
              <a:gd name="connsiteY536" fmla="*/ 5361021 h 9164851"/>
              <a:gd name="connsiteX537" fmla="*/ 0 w 582039"/>
              <a:gd name="connsiteY537" fmla="*/ 5376320 h 9164851"/>
              <a:gd name="connsiteX538" fmla="*/ 0 w 582039"/>
              <a:gd name="connsiteY538" fmla="*/ 5384291 h 9164851"/>
              <a:gd name="connsiteX539" fmla="*/ 0 w 582039"/>
              <a:gd name="connsiteY539" fmla="*/ 5402263 h 9164851"/>
              <a:gd name="connsiteX540" fmla="*/ 0 w 582039"/>
              <a:gd name="connsiteY540" fmla="*/ 5507154 h 9164851"/>
              <a:gd name="connsiteX541" fmla="*/ 0 w 582039"/>
              <a:gd name="connsiteY541" fmla="*/ 5512767 h 9164851"/>
              <a:gd name="connsiteX542" fmla="*/ 0 w 582039"/>
              <a:gd name="connsiteY542" fmla="*/ 5525127 h 9164851"/>
              <a:gd name="connsiteX543" fmla="*/ 0 w 582039"/>
              <a:gd name="connsiteY543" fmla="*/ 5533095 h 9164851"/>
              <a:gd name="connsiteX544" fmla="*/ 0 w 582039"/>
              <a:gd name="connsiteY544" fmla="*/ 5548398 h 9164851"/>
              <a:gd name="connsiteX545" fmla="*/ 0 w 582039"/>
              <a:gd name="connsiteY545" fmla="*/ 5551067 h 9164851"/>
              <a:gd name="connsiteX546" fmla="*/ 0 w 582039"/>
              <a:gd name="connsiteY546" fmla="*/ 5554009 h 9164851"/>
              <a:gd name="connsiteX547" fmla="*/ 0 w 582039"/>
              <a:gd name="connsiteY547" fmla="*/ 5566369 h 9164851"/>
              <a:gd name="connsiteX548" fmla="*/ 0 w 582039"/>
              <a:gd name="connsiteY548" fmla="*/ 5574339 h 9164851"/>
              <a:gd name="connsiteX549" fmla="*/ 0 w 582039"/>
              <a:gd name="connsiteY549" fmla="*/ 5592312 h 9164851"/>
              <a:gd name="connsiteX550" fmla="*/ 0 w 582039"/>
              <a:gd name="connsiteY550" fmla="*/ 5595228 h 9164851"/>
              <a:gd name="connsiteX551" fmla="*/ 0 w 582039"/>
              <a:gd name="connsiteY551" fmla="*/ 5615556 h 9164851"/>
              <a:gd name="connsiteX552" fmla="*/ 0 w 582039"/>
              <a:gd name="connsiteY552" fmla="*/ 5621168 h 9164851"/>
              <a:gd name="connsiteX553" fmla="*/ 0 w 582039"/>
              <a:gd name="connsiteY553" fmla="*/ 5633528 h 9164851"/>
              <a:gd name="connsiteX554" fmla="*/ 0 w 582039"/>
              <a:gd name="connsiteY554" fmla="*/ 5636470 h 9164851"/>
              <a:gd name="connsiteX555" fmla="*/ 0 w 582039"/>
              <a:gd name="connsiteY555" fmla="*/ 5641497 h 9164851"/>
              <a:gd name="connsiteX556" fmla="*/ 0 w 582039"/>
              <a:gd name="connsiteY556" fmla="*/ 5656800 h 9164851"/>
              <a:gd name="connsiteX557" fmla="*/ 0 w 582039"/>
              <a:gd name="connsiteY557" fmla="*/ 5659471 h 9164851"/>
              <a:gd name="connsiteX558" fmla="*/ 0 w 582039"/>
              <a:gd name="connsiteY558" fmla="*/ 5662413 h 9164851"/>
              <a:gd name="connsiteX559" fmla="*/ 0 w 582039"/>
              <a:gd name="connsiteY559" fmla="*/ 5674770 h 9164851"/>
              <a:gd name="connsiteX560" fmla="*/ 0 w 582039"/>
              <a:gd name="connsiteY560" fmla="*/ 5681338 h 9164851"/>
              <a:gd name="connsiteX561" fmla="*/ 0 w 582039"/>
              <a:gd name="connsiteY561" fmla="*/ 5682741 h 9164851"/>
              <a:gd name="connsiteX562" fmla="*/ 0 w 582039"/>
              <a:gd name="connsiteY562" fmla="*/ 5693041 h 9164851"/>
              <a:gd name="connsiteX563" fmla="*/ 0 w 582039"/>
              <a:gd name="connsiteY563" fmla="*/ 5700713 h 9164851"/>
              <a:gd name="connsiteX564" fmla="*/ 0 w 582039"/>
              <a:gd name="connsiteY564" fmla="*/ 5777378 h 9164851"/>
              <a:gd name="connsiteX565" fmla="*/ 0 w 582039"/>
              <a:gd name="connsiteY565" fmla="*/ 5803321 h 9164851"/>
              <a:gd name="connsiteX566" fmla="*/ 0 w 582039"/>
              <a:gd name="connsiteY566" fmla="*/ 5811217 h 9164851"/>
              <a:gd name="connsiteX567" fmla="*/ 0 w 582039"/>
              <a:gd name="connsiteY567" fmla="*/ 5818622 h 9164851"/>
              <a:gd name="connsiteX568" fmla="*/ 0 w 582039"/>
              <a:gd name="connsiteY568" fmla="*/ 5844563 h 9164851"/>
              <a:gd name="connsiteX569" fmla="*/ 0 w 582039"/>
              <a:gd name="connsiteY569" fmla="*/ 5852459 h 9164851"/>
              <a:gd name="connsiteX570" fmla="*/ 0 w 582039"/>
              <a:gd name="connsiteY570" fmla="*/ 5885780 h 9164851"/>
              <a:gd name="connsiteX571" fmla="*/ 0 w 582039"/>
              <a:gd name="connsiteY571" fmla="*/ 5893678 h 9164851"/>
              <a:gd name="connsiteX572" fmla="*/ 0 w 582039"/>
              <a:gd name="connsiteY572" fmla="*/ 5919618 h 9164851"/>
              <a:gd name="connsiteX573" fmla="*/ 0 w 582039"/>
              <a:gd name="connsiteY573" fmla="*/ 5927024 h 9164851"/>
              <a:gd name="connsiteX574" fmla="*/ 0 w 582039"/>
              <a:gd name="connsiteY574" fmla="*/ 5934920 h 9164851"/>
              <a:gd name="connsiteX575" fmla="*/ 0 w 582039"/>
              <a:gd name="connsiteY575" fmla="*/ 5960863 h 9164851"/>
              <a:gd name="connsiteX576" fmla="*/ 0 w 582039"/>
              <a:gd name="connsiteY576" fmla="*/ 5979788 h 9164851"/>
              <a:gd name="connsiteX577" fmla="*/ 0 w 582039"/>
              <a:gd name="connsiteY577" fmla="*/ 5991491 h 9164851"/>
              <a:gd name="connsiteX578" fmla="*/ 0 w 582039"/>
              <a:gd name="connsiteY578" fmla="*/ 6037526 h 9164851"/>
              <a:gd name="connsiteX579" fmla="*/ 0 w 582039"/>
              <a:gd name="connsiteY579" fmla="*/ 6063469 h 9164851"/>
              <a:gd name="connsiteX580" fmla="*/ 0 w 582039"/>
              <a:gd name="connsiteY580" fmla="*/ 6075828 h 9164851"/>
              <a:gd name="connsiteX581" fmla="*/ 0 w 582039"/>
              <a:gd name="connsiteY581" fmla="*/ 6078770 h 9164851"/>
              <a:gd name="connsiteX582" fmla="*/ 0 w 582039"/>
              <a:gd name="connsiteY582" fmla="*/ 6101771 h 9164851"/>
              <a:gd name="connsiteX583" fmla="*/ 0 w 582039"/>
              <a:gd name="connsiteY583" fmla="*/ 6104713 h 9164851"/>
              <a:gd name="connsiteX584" fmla="*/ 0 w 582039"/>
              <a:gd name="connsiteY584" fmla="*/ 6117072 h 9164851"/>
              <a:gd name="connsiteX585" fmla="*/ 0 w 582039"/>
              <a:gd name="connsiteY585" fmla="*/ 6143013 h 9164851"/>
              <a:gd name="connsiteX586" fmla="*/ 0 w 582039"/>
              <a:gd name="connsiteY586" fmla="*/ 6145929 h 9164851"/>
              <a:gd name="connsiteX587" fmla="*/ 0 w 582039"/>
              <a:gd name="connsiteY587" fmla="*/ 6171872 h 9164851"/>
              <a:gd name="connsiteX588" fmla="*/ 0 w 582039"/>
              <a:gd name="connsiteY588" fmla="*/ 6184230 h 9164851"/>
              <a:gd name="connsiteX589" fmla="*/ 0 w 582039"/>
              <a:gd name="connsiteY589" fmla="*/ 6187172 h 9164851"/>
              <a:gd name="connsiteX590" fmla="*/ 0 w 582039"/>
              <a:gd name="connsiteY590" fmla="*/ 6213114 h 9164851"/>
              <a:gd name="connsiteX591" fmla="*/ 0 w 582039"/>
              <a:gd name="connsiteY591" fmla="*/ 6225474 h 9164851"/>
              <a:gd name="connsiteX592" fmla="*/ 0 w 582039"/>
              <a:gd name="connsiteY592" fmla="*/ 6335976 h 9164851"/>
              <a:gd name="connsiteX593" fmla="*/ 0 w 582039"/>
              <a:gd name="connsiteY593" fmla="*/ 6361919 h 9164851"/>
              <a:gd name="connsiteX594" fmla="*/ 0 w 582039"/>
              <a:gd name="connsiteY594" fmla="*/ 6377220 h 9164851"/>
              <a:gd name="connsiteX595" fmla="*/ 0 w 582039"/>
              <a:gd name="connsiteY595" fmla="*/ 6403163 h 9164851"/>
              <a:gd name="connsiteX596" fmla="*/ 0 w 582039"/>
              <a:gd name="connsiteY596" fmla="*/ 6444379 h 9164851"/>
              <a:gd name="connsiteX597" fmla="*/ 0 w 582039"/>
              <a:gd name="connsiteY597" fmla="*/ 6470322 h 9164851"/>
              <a:gd name="connsiteX598" fmla="*/ 0 w 582039"/>
              <a:gd name="connsiteY598" fmla="*/ 6485622 h 9164851"/>
              <a:gd name="connsiteX599" fmla="*/ 0 w 582039"/>
              <a:gd name="connsiteY599" fmla="*/ 6511564 h 9164851"/>
              <a:gd name="connsiteX600" fmla="*/ 0 w 582039"/>
              <a:gd name="connsiteY600" fmla="*/ 6523153 h 9164851"/>
              <a:gd name="connsiteX601" fmla="*/ 0 w 582039"/>
              <a:gd name="connsiteY601" fmla="*/ 6549094 h 9164851"/>
              <a:gd name="connsiteX602" fmla="*/ 0 w 582039"/>
              <a:gd name="connsiteY602" fmla="*/ 6564397 h 9164851"/>
              <a:gd name="connsiteX603" fmla="*/ 0 w 582039"/>
              <a:gd name="connsiteY603" fmla="*/ 6590338 h 9164851"/>
              <a:gd name="connsiteX604" fmla="*/ 0 w 582039"/>
              <a:gd name="connsiteY604" fmla="*/ 6631555 h 9164851"/>
              <a:gd name="connsiteX605" fmla="*/ 0 w 582039"/>
              <a:gd name="connsiteY605" fmla="*/ 6657496 h 9164851"/>
              <a:gd name="connsiteX606" fmla="*/ 0 w 582039"/>
              <a:gd name="connsiteY606" fmla="*/ 6672799 h 9164851"/>
              <a:gd name="connsiteX607" fmla="*/ 0 w 582039"/>
              <a:gd name="connsiteY607" fmla="*/ 6698740 h 9164851"/>
              <a:gd name="connsiteX608" fmla="*/ 0 w 582039"/>
              <a:gd name="connsiteY608" fmla="*/ 6821603 h 9164851"/>
              <a:gd name="connsiteX609" fmla="*/ 0 w 582039"/>
              <a:gd name="connsiteY609" fmla="*/ 6847544 h 9164851"/>
              <a:gd name="connsiteX610" fmla="*/ 0 w 582039"/>
              <a:gd name="connsiteY610" fmla="*/ 6862847 h 9164851"/>
              <a:gd name="connsiteX611" fmla="*/ 0 w 582039"/>
              <a:gd name="connsiteY611" fmla="*/ 6888788 h 9164851"/>
              <a:gd name="connsiteX612" fmla="*/ 0 w 582039"/>
              <a:gd name="connsiteY612" fmla="*/ 6930005 h 9164851"/>
              <a:gd name="connsiteX613" fmla="*/ 0 w 582039"/>
              <a:gd name="connsiteY613" fmla="*/ 6955946 h 9164851"/>
              <a:gd name="connsiteX614" fmla="*/ 0 w 582039"/>
              <a:gd name="connsiteY614" fmla="*/ 6959492 h 9164851"/>
              <a:gd name="connsiteX615" fmla="*/ 0 w 582039"/>
              <a:gd name="connsiteY615" fmla="*/ 6971249 h 9164851"/>
              <a:gd name="connsiteX616" fmla="*/ 0 w 582039"/>
              <a:gd name="connsiteY616" fmla="*/ 6995787 h 9164851"/>
              <a:gd name="connsiteX617" fmla="*/ 0 w 582039"/>
              <a:gd name="connsiteY617" fmla="*/ 6997190 h 9164851"/>
              <a:gd name="connsiteX618" fmla="*/ 0 w 582039"/>
              <a:gd name="connsiteY618" fmla="*/ 7000734 h 9164851"/>
              <a:gd name="connsiteX619" fmla="*/ 0 w 582039"/>
              <a:gd name="connsiteY619" fmla="*/ 7007490 h 9164851"/>
              <a:gd name="connsiteX620" fmla="*/ 0 w 582039"/>
              <a:gd name="connsiteY620" fmla="*/ 7041953 h 9164851"/>
              <a:gd name="connsiteX621" fmla="*/ 0 w 582039"/>
              <a:gd name="connsiteY621" fmla="*/ 7067893 h 9164851"/>
              <a:gd name="connsiteX622" fmla="*/ 0 w 582039"/>
              <a:gd name="connsiteY622" fmla="*/ 7083195 h 9164851"/>
              <a:gd name="connsiteX623" fmla="*/ 0 w 582039"/>
              <a:gd name="connsiteY623" fmla="*/ 7109138 h 9164851"/>
              <a:gd name="connsiteX624" fmla="*/ 0 w 582039"/>
              <a:gd name="connsiteY624" fmla="*/ 7257942 h 9164851"/>
              <a:gd name="connsiteX625" fmla="*/ 0 w 582039"/>
              <a:gd name="connsiteY625" fmla="*/ 7294237 h 9164851"/>
              <a:gd name="connsiteX626" fmla="*/ 0 w 582039"/>
              <a:gd name="connsiteY626" fmla="*/ 7299184 h 9164851"/>
              <a:gd name="connsiteX627" fmla="*/ 0 w 582039"/>
              <a:gd name="connsiteY627" fmla="*/ 7305940 h 9164851"/>
              <a:gd name="connsiteX628" fmla="*/ 0 w 582039"/>
              <a:gd name="connsiteY628" fmla="*/ 7340403 h 9164851"/>
              <a:gd name="connsiteX629" fmla="*/ 0 w 582039"/>
              <a:gd name="connsiteY629" fmla="*/ 7366343 h 9164851"/>
              <a:gd name="connsiteX630" fmla="*/ 0 w 582039"/>
              <a:gd name="connsiteY630" fmla="*/ 7381645 h 9164851"/>
              <a:gd name="connsiteX631" fmla="*/ 0 w 582039"/>
              <a:gd name="connsiteY631" fmla="*/ 7407588 h 9164851"/>
              <a:gd name="connsiteX632" fmla="*/ 0 w 582039"/>
              <a:gd name="connsiteY632" fmla="*/ 7484252 h 9164851"/>
              <a:gd name="connsiteX633" fmla="*/ 0 w 582039"/>
              <a:gd name="connsiteY633" fmla="*/ 7510194 h 9164851"/>
              <a:gd name="connsiteX634" fmla="*/ 0 w 582039"/>
              <a:gd name="connsiteY634" fmla="*/ 7525494 h 9164851"/>
              <a:gd name="connsiteX635" fmla="*/ 0 w 582039"/>
              <a:gd name="connsiteY635" fmla="*/ 7551436 h 9164851"/>
              <a:gd name="connsiteX636" fmla="*/ 0 w 582039"/>
              <a:gd name="connsiteY636" fmla="*/ 7592652 h 9164851"/>
              <a:gd name="connsiteX637" fmla="*/ 0 w 582039"/>
              <a:gd name="connsiteY637" fmla="*/ 7618595 h 9164851"/>
              <a:gd name="connsiteX638" fmla="*/ 0 w 582039"/>
              <a:gd name="connsiteY638" fmla="*/ 7633897 h 9164851"/>
              <a:gd name="connsiteX639" fmla="*/ 0 w 582039"/>
              <a:gd name="connsiteY639" fmla="*/ 7659837 h 9164851"/>
              <a:gd name="connsiteX640" fmla="*/ 0 w 582039"/>
              <a:gd name="connsiteY640" fmla="*/ 7782702 h 9164851"/>
              <a:gd name="connsiteX641" fmla="*/ 0 w 582039"/>
              <a:gd name="connsiteY641" fmla="*/ 7808644 h 9164851"/>
              <a:gd name="connsiteX642" fmla="*/ 0 w 582039"/>
              <a:gd name="connsiteY642" fmla="*/ 7823944 h 9164851"/>
              <a:gd name="connsiteX643" fmla="*/ 0 w 582039"/>
              <a:gd name="connsiteY643" fmla="*/ 7849886 h 9164851"/>
              <a:gd name="connsiteX644" fmla="*/ 0 w 582039"/>
              <a:gd name="connsiteY644" fmla="*/ 7891102 h 9164851"/>
              <a:gd name="connsiteX645" fmla="*/ 0 w 582039"/>
              <a:gd name="connsiteY645" fmla="*/ 7917045 h 9164851"/>
              <a:gd name="connsiteX646" fmla="*/ 0 w 582039"/>
              <a:gd name="connsiteY646" fmla="*/ 7932347 h 9164851"/>
              <a:gd name="connsiteX647" fmla="*/ 0 w 582039"/>
              <a:gd name="connsiteY647" fmla="*/ 7958287 h 9164851"/>
              <a:gd name="connsiteX648" fmla="*/ 0 w 582039"/>
              <a:gd name="connsiteY648" fmla="*/ 7969878 h 9164851"/>
              <a:gd name="connsiteX649" fmla="*/ 0 w 582039"/>
              <a:gd name="connsiteY649" fmla="*/ 7995818 h 9164851"/>
              <a:gd name="connsiteX650" fmla="*/ 0 w 582039"/>
              <a:gd name="connsiteY650" fmla="*/ 8011120 h 9164851"/>
              <a:gd name="connsiteX651" fmla="*/ 0 w 582039"/>
              <a:gd name="connsiteY651" fmla="*/ 8037063 h 9164851"/>
              <a:gd name="connsiteX652" fmla="*/ 0 w 582039"/>
              <a:gd name="connsiteY652" fmla="*/ 8078279 h 9164851"/>
              <a:gd name="connsiteX653" fmla="*/ 0 w 582039"/>
              <a:gd name="connsiteY653" fmla="*/ 8104222 h 9164851"/>
              <a:gd name="connsiteX654" fmla="*/ 0 w 582039"/>
              <a:gd name="connsiteY654" fmla="*/ 8119521 h 9164851"/>
              <a:gd name="connsiteX655" fmla="*/ 0 w 582039"/>
              <a:gd name="connsiteY655" fmla="*/ 8145464 h 9164851"/>
              <a:gd name="connsiteX656" fmla="*/ 0 w 582039"/>
              <a:gd name="connsiteY656" fmla="*/ 8255968 h 9164851"/>
              <a:gd name="connsiteX657" fmla="*/ 0 w 582039"/>
              <a:gd name="connsiteY657" fmla="*/ 8268328 h 9164851"/>
              <a:gd name="connsiteX658" fmla="*/ 0 w 582039"/>
              <a:gd name="connsiteY658" fmla="*/ 8294268 h 9164851"/>
              <a:gd name="connsiteX659" fmla="*/ 0 w 582039"/>
              <a:gd name="connsiteY659" fmla="*/ 8297210 h 9164851"/>
              <a:gd name="connsiteX660" fmla="*/ 0 w 582039"/>
              <a:gd name="connsiteY660" fmla="*/ 8309570 h 9164851"/>
              <a:gd name="connsiteX661" fmla="*/ 0 w 582039"/>
              <a:gd name="connsiteY661" fmla="*/ 8335513 h 9164851"/>
              <a:gd name="connsiteX662" fmla="*/ 0 w 582039"/>
              <a:gd name="connsiteY662" fmla="*/ 8338429 h 9164851"/>
              <a:gd name="connsiteX663" fmla="*/ 0 w 582039"/>
              <a:gd name="connsiteY663" fmla="*/ 8364369 h 9164851"/>
              <a:gd name="connsiteX664" fmla="*/ 0 w 582039"/>
              <a:gd name="connsiteY664" fmla="*/ 8376729 h 9164851"/>
              <a:gd name="connsiteX665" fmla="*/ 0 w 582039"/>
              <a:gd name="connsiteY665" fmla="*/ 8379671 h 9164851"/>
              <a:gd name="connsiteX666" fmla="*/ 0 w 582039"/>
              <a:gd name="connsiteY666" fmla="*/ 8402672 h 9164851"/>
              <a:gd name="connsiteX667" fmla="*/ 0 w 582039"/>
              <a:gd name="connsiteY667" fmla="*/ 8405614 h 9164851"/>
              <a:gd name="connsiteX668" fmla="*/ 0 w 582039"/>
              <a:gd name="connsiteY668" fmla="*/ 8417971 h 9164851"/>
              <a:gd name="connsiteX669" fmla="*/ 0 w 582039"/>
              <a:gd name="connsiteY669" fmla="*/ 8443914 h 9164851"/>
              <a:gd name="connsiteX670" fmla="*/ 0 w 582039"/>
              <a:gd name="connsiteY670" fmla="*/ 8520579 h 9164851"/>
              <a:gd name="connsiteX671" fmla="*/ 0 w 582039"/>
              <a:gd name="connsiteY671" fmla="*/ 8546522 h 9164851"/>
              <a:gd name="connsiteX672" fmla="*/ 0 w 582039"/>
              <a:gd name="connsiteY672" fmla="*/ 8554418 h 9164851"/>
              <a:gd name="connsiteX673" fmla="*/ 0 w 582039"/>
              <a:gd name="connsiteY673" fmla="*/ 8561823 h 9164851"/>
              <a:gd name="connsiteX674" fmla="*/ 0 w 582039"/>
              <a:gd name="connsiteY674" fmla="*/ 8587764 h 9164851"/>
              <a:gd name="connsiteX675" fmla="*/ 0 w 582039"/>
              <a:gd name="connsiteY675" fmla="*/ 8595660 h 9164851"/>
              <a:gd name="connsiteX676" fmla="*/ 0 w 582039"/>
              <a:gd name="connsiteY676" fmla="*/ 8628981 h 9164851"/>
              <a:gd name="connsiteX677" fmla="*/ 0 w 582039"/>
              <a:gd name="connsiteY677" fmla="*/ 8636879 h 9164851"/>
              <a:gd name="connsiteX678" fmla="*/ 0 w 582039"/>
              <a:gd name="connsiteY678" fmla="*/ 8662819 h 9164851"/>
              <a:gd name="connsiteX679" fmla="*/ 0 w 582039"/>
              <a:gd name="connsiteY679" fmla="*/ 8670225 h 9164851"/>
              <a:gd name="connsiteX680" fmla="*/ 0 w 582039"/>
              <a:gd name="connsiteY680" fmla="*/ 8678121 h 9164851"/>
              <a:gd name="connsiteX681" fmla="*/ 0 w 582039"/>
              <a:gd name="connsiteY681" fmla="*/ 8704064 h 9164851"/>
              <a:gd name="connsiteX682" fmla="*/ 0 w 582039"/>
              <a:gd name="connsiteY682" fmla="*/ 8780727 h 9164851"/>
              <a:gd name="connsiteX683" fmla="*/ 0 w 582039"/>
              <a:gd name="connsiteY683" fmla="*/ 8806670 h 9164851"/>
              <a:gd name="connsiteX684" fmla="*/ 0 w 582039"/>
              <a:gd name="connsiteY684" fmla="*/ 8819029 h 9164851"/>
              <a:gd name="connsiteX685" fmla="*/ 0 w 582039"/>
              <a:gd name="connsiteY685" fmla="*/ 8821971 h 9164851"/>
              <a:gd name="connsiteX686" fmla="*/ 0 w 582039"/>
              <a:gd name="connsiteY686" fmla="*/ 8844972 h 9164851"/>
              <a:gd name="connsiteX687" fmla="*/ 0 w 582039"/>
              <a:gd name="connsiteY687" fmla="*/ 8847914 h 9164851"/>
              <a:gd name="connsiteX688" fmla="*/ 0 w 582039"/>
              <a:gd name="connsiteY688" fmla="*/ 8860273 h 9164851"/>
              <a:gd name="connsiteX689" fmla="*/ 0 w 582039"/>
              <a:gd name="connsiteY689" fmla="*/ 8886214 h 9164851"/>
              <a:gd name="connsiteX690" fmla="*/ 0 w 582039"/>
              <a:gd name="connsiteY690" fmla="*/ 8889130 h 9164851"/>
              <a:gd name="connsiteX691" fmla="*/ 0 w 582039"/>
              <a:gd name="connsiteY691" fmla="*/ 8915073 h 9164851"/>
              <a:gd name="connsiteX692" fmla="*/ 0 w 582039"/>
              <a:gd name="connsiteY692" fmla="*/ 8927431 h 9164851"/>
              <a:gd name="connsiteX693" fmla="*/ 0 w 582039"/>
              <a:gd name="connsiteY693" fmla="*/ 8930373 h 9164851"/>
              <a:gd name="connsiteX694" fmla="*/ 0 w 582039"/>
              <a:gd name="connsiteY694" fmla="*/ 8956315 h 9164851"/>
              <a:gd name="connsiteX695" fmla="*/ 0 w 582039"/>
              <a:gd name="connsiteY695" fmla="*/ 8968675 h 9164851"/>
              <a:gd name="connsiteX696" fmla="*/ 0 w 582039"/>
              <a:gd name="connsiteY696" fmla="*/ 9079177 h 9164851"/>
              <a:gd name="connsiteX697" fmla="*/ 0 w 582039"/>
              <a:gd name="connsiteY697" fmla="*/ 9105120 h 9164851"/>
              <a:gd name="connsiteX698" fmla="*/ 0 w 582039"/>
              <a:gd name="connsiteY698" fmla="*/ 9120421 h 9164851"/>
              <a:gd name="connsiteX699" fmla="*/ 0 w 582039"/>
              <a:gd name="connsiteY699" fmla="*/ 9146364 h 9164851"/>
              <a:gd name="connsiteX700" fmla="*/ 0 w 582039"/>
              <a:gd name="connsiteY700" fmla="*/ 9164851 h 9164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Lst>
            <a:rect l="l" t="t" r="r" b="b"/>
            <a:pathLst>
              <a:path w="582039" h="9164851">
                <a:moveTo>
                  <a:pt x="582039" y="9006210"/>
                </a:moveTo>
                <a:lnTo>
                  <a:pt x="582039" y="8987721"/>
                </a:lnTo>
                <a:lnTo>
                  <a:pt x="582039" y="8968675"/>
                </a:lnTo>
                <a:lnTo>
                  <a:pt x="582039" y="8961778"/>
                </a:lnTo>
                <a:lnTo>
                  <a:pt x="582039" y="8946478"/>
                </a:lnTo>
                <a:lnTo>
                  <a:pt x="582039" y="8927431"/>
                </a:lnTo>
                <a:lnTo>
                  <a:pt x="582039" y="8920536"/>
                </a:lnTo>
                <a:lnTo>
                  <a:pt x="582039" y="8886214"/>
                </a:lnTo>
                <a:lnTo>
                  <a:pt x="582039" y="8860272"/>
                </a:lnTo>
                <a:lnTo>
                  <a:pt x="582039" y="8844972"/>
                </a:lnTo>
                <a:lnTo>
                  <a:pt x="582039" y="8819029"/>
                </a:lnTo>
                <a:lnTo>
                  <a:pt x="582039" y="8797673"/>
                </a:lnTo>
                <a:lnTo>
                  <a:pt x="582039" y="8771731"/>
                </a:lnTo>
                <a:lnTo>
                  <a:pt x="582039" y="8756430"/>
                </a:lnTo>
                <a:lnTo>
                  <a:pt x="582039" y="8730488"/>
                </a:lnTo>
                <a:lnTo>
                  <a:pt x="582039" y="8689271"/>
                </a:lnTo>
                <a:lnTo>
                  <a:pt x="582039" y="8670225"/>
                </a:lnTo>
                <a:lnTo>
                  <a:pt x="582039" y="8663328"/>
                </a:lnTo>
                <a:lnTo>
                  <a:pt x="582039" y="8648028"/>
                </a:lnTo>
                <a:lnTo>
                  <a:pt x="582039" y="8628981"/>
                </a:lnTo>
                <a:lnTo>
                  <a:pt x="582039" y="8622086"/>
                </a:lnTo>
                <a:lnTo>
                  <a:pt x="582039" y="8587764"/>
                </a:lnTo>
                <a:lnTo>
                  <a:pt x="582039" y="8561822"/>
                </a:lnTo>
                <a:lnTo>
                  <a:pt x="582039" y="8546522"/>
                </a:lnTo>
                <a:lnTo>
                  <a:pt x="582039" y="8520579"/>
                </a:lnTo>
                <a:lnTo>
                  <a:pt x="582038" y="8246970"/>
                </a:lnTo>
                <a:lnTo>
                  <a:pt x="582038" y="8221030"/>
                </a:lnTo>
                <a:lnTo>
                  <a:pt x="582038" y="8205728"/>
                </a:lnTo>
                <a:lnTo>
                  <a:pt x="582038" y="8179785"/>
                </a:lnTo>
                <a:lnTo>
                  <a:pt x="582038" y="8145464"/>
                </a:lnTo>
                <a:lnTo>
                  <a:pt x="582038" y="8138569"/>
                </a:lnTo>
                <a:lnTo>
                  <a:pt x="582038" y="8119521"/>
                </a:lnTo>
                <a:lnTo>
                  <a:pt x="582038" y="8104222"/>
                </a:lnTo>
                <a:lnTo>
                  <a:pt x="582038" y="8097327"/>
                </a:lnTo>
                <a:lnTo>
                  <a:pt x="582038" y="8078279"/>
                </a:lnTo>
                <a:lnTo>
                  <a:pt x="582038" y="8037063"/>
                </a:lnTo>
                <a:lnTo>
                  <a:pt x="582038" y="8011120"/>
                </a:lnTo>
                <a:lnTo>
                  <a:pt x="582038" y="7995818"/>
                </a:lnTo>
                <a:lnTo>
                  <a:pt x="582038" y="7969878"/>
                </a:lnTo>
                <a:lnTo>
                  <a:pt x="582038" y="7799646"/>
                </a:lnTo>
                <a:lnTo>
                  <a:pt x="582038" y="7773703"/>
                </a:lnTo>
                <a:lnTo>
                  <a:pt x="582038" y="7758404"/>
                </a:lnTo>
                <a:lnTo>
                  <a:pt x="582038" y="7732461"/>
                </a:lnTo>
                <a:lnTo>
                  <a:pt x="582038" y="7691245"/>
                </a:lnTo>
                <a:lnTo>
                  <a:pt x="582038" y="7665303"/>
                </a:lnTo>
                <a:lnTo>
                  <a:pt x="582038" y="7650000"/>
                </a:lnTo>
                <a:lnTo>
                  <a:pt x="582038" y="7624057"/>
                </a:lnTo>
                <a:lnTo>
                  <a:pt x="582038" y="7501196"/>
                </a:lnTo>
                <a:lnTo>
                  <a:pt x="582038" y="7475253"/>
                </a:lnTo>
                <a:lnTo>
                  <a:pt x="582038" y="7459954"/>
                </a:lnTo>
                <a:lnTo>
                  <a:pt x="582038" y="7434011"/>
                </a:lnTo>
                <a:lnTo>
                  <a:pt x="582038" y="7392795"/>
                </a:lnTo>
                <a:lnTo>
                  <a:pt x="582038" y="7366853"/>
                </a:lnTo>
                <a:lnTo>
                  <a:pt x="582038" y="7351550"/>
                </a:lnTo>
                <a:lnTo>
                  <a:pt x="582038" y="7325607"/>
                </a:lnTo>
                <a:lnTo>
                  <a:pt x="582038" y="7305940"/>
                </a:lnTo>
                <a:lnTo>
                  <a:pt x="582039" y="7305940"/>
                </a:lnTo>
                <a:lnTo>
                  <a:pt x="582039" y="7285241"/>
                </a:lnTo>
                <a:lnTo>
                  <a:pt x="582039" y="7259298"/>
                </a:lnTo>
                <a:lnTo>
                  <a:pt x="582039" y="7243997"/>
                </a:lnTo>
                <a:lnTo>
                  <a:pt x="582039" y="7218056"/>
                </a:lnTo>
                <a:lnTo>
                  <a:pt x="582039" y="7176839"/>
                </a:lnTo>
                <a:lnTo>
                  <a:pt x="582039" y="7135595"/>
                </a:lnTo>
                <a:lnTo>
                  <a:pt x="582039" y="7007490"/>
                </a:lnTo>
                <a:lnTo>
                  <a:pt x="582039" y="6997190"/>
                </a:lnTo>
                <a:lnTo>
                  <a:pt x="582039" y="6986791"/>
                </a:lnTo>
                <a:lnTo>
                  <a:pt x="582039" y="6971249"/>
                </a:lnTo>
                <a:lnTo>
                  <a:pt x="582039" y="6960848"/>
                </a:lnTo>
                <a:lnTo>
                  <a:pt x="582039" y="6955946"/>
                </a:lnTo>
                <a:lnTo>
                  <a:pt x="582039" y="6945547"/>
                </a:lnTo>
                <a:lnTo>
                  <a:pt x="582039" y="6930005"/>
                </a:lnTo>
                <a:lnTo>
                  <a:pt x="582039" y="6919606"/>
                </a:lnTo>
                <a:lnTo>
                  <a:pt x="582039" y="6888788"/>
                </a:lnTo>
                <a:lnTo>
                  <a:pt x="582039" y="6878389"/>
                </a:lnTo>
                <a:lnTo>
                  <a:pt x="582039" y="6862847"/>
                </a:lnTo>
                <a:lnTo>
                  <a:pt x="582039" y="6847544"/>
                </a:lnTo>
                <a:lnTo>
                  <a:pt x="582039" y="6837145"/>
                </a:lnTo>
                <a:lnTo>
                  <a:pt x="582039" y="6821603"/>
                </a:lnTo>
                <a:lnTo>
                  <a:pt x="582039" y="6698740"/>
                </a:lnTo>
                <a:lnTo>
                  <a:pt x="582039" y="6672799"/>
                </a:lnTo>
                <a:lnTo>
                  <a:pt x="582039" y="6657496"/>
                </a:lnTo>
                <a:lnTo>
                  <a:pt x="582039" y="6631555"/>
                </a:lnTo>
                <a:lnTo>
                  <a:pt x="582039" y="6590338"/>
                </a:lnTo>
                <a:lnTo>
                  <a:pt x="582039" y="6564397"/>
                </a:lnTo>
                <a:lnTo>
                  <a:pt x="582039" y="6549094"/>
                </a:lnTo>
                <a:lnTo>
                  <a:pt x="582039" y="6523153"/>
                </a:lnTo>
                <a:lnTo>
                  <a:pt x="582039" y="6352922"/>
                </a:lnTo>
                <a:lnTo>
                  <a:pt x="582039" y="6326980"/>
                </a:lnTo>
                <a:lnTo>
                  <a:pt x="582039" y="6311679"/>
                </a:lnTo>
                <a:lnTo>
                  <a:pt x="582039" y="6285737"/>
                </a:lnTo>
                <a:lnTo>
                  <a:pt x="582039" y="6244520"/>
                </a:lnTo>
                <a:lnTo>
                  <a:pt x="582039" y="6225474"/>
                </a:lnTo>
                <a:lnTo>
                  <a:pt x="582039" y="6218577"/>
                </a:lnTo>
                <a:lnTo>
                  <a:pt x="582039" y="6203277"/>
                </a:lnTo>
                <a:lnTo>
                  <a:pt x="582039" y="6184230"/>
                </a:lnTo>
                <a:lnTo>
                  <a:pt x="582039" y="6177335"/>
                </a:lnTo>
                <a:lnTo>
                  <a:pt x="582039" y="6143013"/>
                </a:lnTo>
                <a:lnTo>
                  <a:pt x="582039" y="6117071"/>
                </a:lnTo>
                <a:lnTo>
                  <a:pt x="582039" y="6101771"/>
                </a:lnTo>
                <a:lnTo>
                  <a:pt x="582039" y="6075828"/>
                </a:lnTo>
                <a:lnTo>
                  <a:pt x="582039" y="6054472"/>
                </a:lnTo>
                <a:lnTo>
                  <a:pt x="582039" y="6028530"/>
                </a:lnTo>
                <a:lnTo>
                  <a:pt x="582039" y="6013229"/>
                </a:lnTo>
                <a:lnTo>
                  <a:pt x="582039" y="5991491"/>
                </a:lnTo>
                <a:lnTo>
                  <a:pt x="582039" y="5987287"/>
                </a:lnTo>
                <a:lnTo>
                  <a:pt x="582039" y="5970792"/>
                </a:lnTo>
                <a:lnTo>
                  <a:pt x="582039" y="5946070"/>
                </a:lnTo>
                <a:lnTo>
                  <a:pt x="582039" y="5944849"/>
                </a:lnTo>
                <a:lnTo>
                  <a:pt x="582039" y="5929548"/>
                </a:lnTo>
                <a:lnTo>
                  <a:pt x="582039" y="5927024"/>
                </a:lnTo>
                <a:lnTo>
                  <a:pt x="582039" y="5920127"/>
                </a:lnTo>
                <a:lnTo>
                  <a:pt x="582039" y="5904827"/>
                </a:lnTo>
                <a:lnTo>
                  <a:pt x="582039" y="5903607"/>
                </a:lnTo>
                <a:lnTo>
                  <a:pt x="582039" y="5885780"/>
                </a:lnTo>
                <a:lnTo>
                  <a:pt x="582039" y="5878885"/>
                </a:lnTo>
                <a:lnTo>
                  <a:pt x="582039" y="5862390"/>
                </a:lnTo>
                <a:lnTo>
                  <a:pt x="582039" y="5844563"/>
                </a:lnTo>
                <a:lnTo>
                  <a:pt x="582039" y="5821146"/>
                </a:lnTo>
                <a:lnTo>
                  <a:pt x="582039" y="5818621"/>
                </a:lnTo>
                <a:lnTo>
                  <a:pt x="582039" y="5803321"/>
                </a:lnTo>
                <a:lnTo>
                  <a:pt x="582039" y="5777378"/>
                </a:lnTo>
                <a:lnTo>
                  <a:pt x="582039" y="5693041"/>
                </a:lnTo>
                <a:lnTo>
                  <a:pt x="582039" y="5682741"/>
                </a:lnTo>
                <a:lnTo>
                  <a:pt x="582039" y="5672342"/>
                </a:lnTo>
                <a:lnTo>
                  <a:pt x="582039" y="5656800"/>
                </a:lnTo>
                <a:lnTo>
                  <a:pt x="582039" y="5646399"/>
                </a:lnTo>
                <a:lnTo>
                  <a:pt x="582039" y="5641497"/>
                </a:lnTo>
                <a:lnTo>
                  <a:pt x="582039" y="5631098"/>
                </a:lnTo>
                <a:lnTo>
                  <a:pt x="582039" y="5615556"/>
                </a:lnTo>
                <a:lnTo>
                  <a:pt x="582039" y="5605157"/>
                </a:lnTo>
                <a:lnTo>
                  <a:pt x="582039" y="5574339"/>
                </a:lnTo>
                <a:lnTo>
                  <a:pt x="582039" y="5563940"/>
                </a:lnTo>
                <a:lnTo>
                  <a:pt x="582039" y="5548398"/>
                </a:lnTo>
                <a:lnTo>
                  <a:pt x="582039" y="5533095"/>
                </a:lnTo>
                <a:lnTo>
                  <a:pt x="582039" y="5522696"/>
                </a:lnTo>
                <a:lnTo>
                  <a:pt x="582039" y="5507154"/>
                </a:lnTo>
                <a:lnTo>
                  <a:pt x="582039" y="5384291"/>
                </a:lnTo>
                <a:lnTo>
                  <a:pt x="582039" y="5358350"/>
                </a:lnTo>
                <a:lnTo>
                  <a:pt x="582039" y="5343047"/>
                </a:lnTo>
                <a:lnTo>
                  <a:pt x="582039" y="5317106"/>
                </a:lnTo>
                <a:lnTo>
                  <a:pt x="582039" y="5275889"/>
                </a:lnTo>
                <a:lnTo>
                  <a:pt x="582039" y="5249948"/>
                </a:lnTo>
                <a:lnTo>
                  <a:pt x="582039" y="5234645"/>
                </a:lnTo>
                <a:lnTo>
                  <a:pt x="582039" y="5208704"/>
                </a:lnTo>
                <a:lnTo>
                  <a:pt x="582039" y="5038473"/>
                </a:lnTo>
                <a:lnTo>
                  <a:pt x="582039" y="5012531"/>
                </a:lnTo>
                <a:lnTo>
                  <a:pt x="582039" y="4997230"/>
                </a:lnTo>
                <a:lnTo>
                  <a:pt x="582039" y="4971288"/>
                </a:lnTo>
                <a:lnTo>
                  <a:pt x="582039" y="4930071"/>
                </a:lnTo>
                <a:lnTo>
                  <a:pt x="582039" y="4911025"/>
                </a:lnTo>
                <a:lnTo>
                  <a:pt x="582039" y="4904128"/>
                </a:lnTo>
                <a:lnTo>
                  <a:pt x="582039" y="4888828"/>
                </a:lnTo>
                <a:lnTo>
                  <a:pt x="582039" y="4869781"/>
                </a:lnTo>
                <a:lnTo>
                  <a:pt x="582039" y="4862886"/>
                </a:lnTo>
                <a:lnTo>
                  <a:pt x="582039" y="4828564"/>
                </a:lnTo>
                <a:lnTo>
                  <a:pt x="582039" y="4802622"/>
                </a:lnTo>
                <a:lnTo>
                  <a:pt x="582039" y="4787322"/>
                </a:lnTo>
                <a:lnTo>
                  <a:pt x="582039" y="4761379"/>
                </a:lnTo>
                <a:lnTo>
                  <a:pt x="582039" y="4740023"/>
                </a:lnTo>
                <a:lnTo>
                  <a:pt x="582039" y="4714081"/>
                </a:lnTo>
                <a:lnTo>
                  <a:pt x="582039" y="4698780"/>
                </a:lnTo>
                <a:lnTo>
                  <a:pt x="582039" y="4672838"/>
                </a:lnTo>
                <a:lnTo>
                  <a:pt x="582039" y="4631621"/>
                </a:lnTo>
                <a:lnTo>
                  <a:pt x="582039" y="4612575"/>
                </a:lnTo>
                <a:lnTo>
                  <a:pt x="582039" y="4605678"/>
                </a:lnTo>
                <a:lnTo>
                  <a:pt x="582039" y="4590378"/>
                </a:lnTo>
                <a:lnTo>
                  <a:pt x="582039" y="4571331"/>
                </a:lnTo>
                <a:lnTo>
                  <a:pt x="582039" y="4564436"/>
                </a:lnTo>
                <a:lnTo>
                  <a:pt x="582039" y="4530114"/>
                </a:lnTo>
                <a:lnTo>
                  <a:pt x="582039" y="4504172"/>
                </a:lnTo>
                <a:lnTo>
                  <a:pt x="582039" y="4488872"/>
                </a:lnTo>
                <a:lnTo>
                  <a:pt x="582039" y="4462929"/>
                </a:lnTo>
                <a:lnTo>
                  <a:pt x="582038" y="4189320"/>
                </a:lnTo>
                <a:lnTo>
                  <a:pt x="582038" y="4181353"/>
                </a:lnTo>
                <a:lnTo>
                  <a:pt x="582038" y="4166051"/>
                </a:lnTo>
                <a:lnTo>
                  <a:pt x="582038" y="4163380"/>
                </a:lnTo>
                <a:lnTo>
                  <a:pt x="582038" y="4148078"/>
                </a:lnTo>
                <a:lnTo>
                  <a:pt x="582038" y="4140108"/>
                </a:lnTo>
                <a:lnTo>
                  <a:pt x="582038" y="4122135"/>
                </a:lnTo>
                <a:lnTo>
                  <a:pt x="582038" y="4098892"/>
                </a:lnTo>
                <a:lnTo>
                  <a:pt x="582038" y="4087814"/>
                </a:lnTo>
                <a:lnTo>
                  <a:pt x="582038" y="4080919"/>
                </a:lnTo>
                <a:lnTo>
                  <a:pt x="582038" y="4061871"/>
                </a:lnTo>
                <a:lnTo>
                  <a:pt x="582038" y="4057650"/>
                </a:lnTo>
                <a:lnTo>
                  <a:pt x="582038" y="4046572"/>
                </a:lnTo>
                <a:lnTo>
                  <a:pt x="582038" y="4039677"/>
                </a:lnTo>
                <a:lnTo>
                  <a:pt x="582038" y="4020629"/>
                </a:lnTo>
                <a:lnTo>
                  <a:pt x="582038" y="3979413"/>
                </a:lnTo>
                <a:lnTo>
                  <a:pt x="582038" y="3953470"/>
                </a:lnTo>
                <a:lnTo>
                  <a:pt x="582038" y="3938168"/>
                </a:lnTo>
                <a:lnTo>
                  <a:pt x="582038" y="3912228"/>
                </a:lnTo>
                <a:lnTo>
                  <a:pt x="582038" y="3741996"/>
                </a:lnTo>
                <a:lnTo>
                  <a:pt x="582038" y="3716053"/>
                </a:lnTo>
                <a:lnTo>
                  <a:pt x="582038" y="3700754"/>
                </a:lnTo>
                <a:lnTo>
                  <a:pt x="582038" y="3674811"/>
                </a:lnTo>
                <a:lnTo>
                  <a:pt x="582038" y="3633595"/>
                </a:lnTo>
                <a:lnTo>
                  <a:pt x="582038" y="3607653"/>
                </a:lnTo>
                <a:lnTo>
                  <a:pt x="582038" y="3592350"/>
                </a:lnTo>
                <a:lnTo>
                  <a:pt x="582038" y="3566407"/>
                </a:lnTo>
                <a:lnTo>
                  <a:pt x="582038" y="3443546"/>
                </a:lnTo>
                <a:lnTo>
                  <a:pt x="582038" y="3417603"/>
                </a:lnTo>
                <a:lnTo>
                  <a:pt x="582038" y="3402304"/>
                </a:lnTo>
                <a:lnTo>
                  <a:pt x="582038" y="3376361"/>
                </a:lnTo>
                <a:lnTo>
                  <a:pt x="582038" y="3335145"/>
                </a:lnTo>
                <a:lnTo>
                  <a:pt x="582038" y="3309203"/>
                </a:lnTo>
                <a:lnTo>
                  <a:pt x="582038" y="3293900"/>
                </a:lnTo>
                <a:lnTo>
                  <a:pt x="582038" y="3267957"/>
                </a:lnTo>
                <a:lnTo>
                  <a:pt x="582038" y="3248290"/>
                </a:lnTo>
                <a:lnTo>
                  <a:pt x="582039" y="3248290"/>
                </a:lnTo>
                <a:lnTo>
                  <a:pt x="582039" y="3227591"/>
                </a:lnTo>
                <a:lnTo>
                  <a:pt x="582039" y="3201648"/>
                </a:lnTo>
                <a:lnTo>
                  <a:pt x="582039" y="3186347"/>
                </a:lnTo>
                <a:lnTo>
                  <a:pt x="582039" y="3160406"/>
                </a:lnTo>
                <a:lnTo>
                  <a:pt x="582039" y="3119189"/>
                </a:lnTo>
                <a:lnTo>
                  <a:pt x="582039" y="3077945"/>
                </a:lnTo>
                <a:lnTo>
                  <a:pt x="582039" y="2949840"/>
                </a:lnTo>
                <a:lnTo>
                  <a:pt x="582039" y="2939540"/>
                </a:lnTo>
                <a:lnTo>
                  <a:pt x="582039" y="2929141"/>
                </a:lnTo>
                <a:lnTo>
                  <a:pt x="582039" y="2913599"/>
                </a:lnTo>
                <a:lnTo>
                  <a:pt x="582039" y="2903198"/>
                </a:lnTo>
                <a:lnTo>
                  <a:pt x="582039" y="2898296"/>
                </a:lnTo>
                <a:lnTo>
                  <a:pt x="582039" y="2887897"/>
                </a:lnTo>
                <a:lnTo>
                  <a:pt x="582039" y="2872355"/>
                </a:lnTo>
                <a:lnTo>
                  <a:pt x="582039" y="2861956"/>
                </a:lnTo>
                <a:lnTo>
                  <a:pt x="582039" y="2831138"/>
                </a:lnTo>
                <a:lnTo>
                  <a:pt x="582039" y="2820739"/>
                </a:lnTo>
                <a:lnTo>
                  <a:pt x="582039" y="2805197"/>
                </a:lnTo>
                <a:lnTo>
                  <a:pt x="582039" y="2789894"/>
                </a:lnTo>
                <a:lnTo>
                  <a:pt x="582039" y="2779495"/>
                </a:lnTo>
                <a:lnTo>
                  <a:pt x="582039" y="2763953"/>
                </a:lnTo>
                <a:lnTo>
                  <a:pt x="582039" y="2641090"/>
                </a:lnTo>
                <a:lnTo>
                  <a:pt x="582039" y="2615149"/>
                </a:lnTo>
                <a:lnTo>
                  <a:pt x="582039" y="2599846"/>
                </a:lnTo>
                <a:lnTo>
                  <a:pt x="582039" y="2573905"/>
                </a:lnTo>
                <a:lnTo>
                  <a:pt x="582039" y="2532688"/>
                </a:lnTo>
                <a:lnTo>
                  <a:pt x="582039" y="2506747"/>
                </a:lnTo>
                <a:lnTo>
                  <a:pt x="582039" y="2491444"/>
                </a:lnTo>
                <a:lnTo>
                  <a:pt x="582039" y="2465503"/>
                </a:lnTo>
                <a:lnTo>
                  <a:pt x="582039" y="2295272"/>
                </a:lnTo>
                <a:lnTo>
                  <a:pt x="582039" y="2269330"/>
                </a:lnTo>
                <a:lnTo>
                  <a:pt x="582039" y="2254029"/>
                </a:lnTo>
                <a:lnTo>
                  <a:pt x="582039" y="2228087"/>
                </a:lnTo>
                <a:lnTo>
                  <a:pt x="582039" y="2186870"/>
                </a:lnTo>
                <a:lnTo>
                  <a:pt x="582039" y="2167824"/>
                </a:lnTo>
                <a:lnTo>
                  <a:pt x="582039" y="2160927"/>
                </a:lnTo>
                <a:lnTo>
                  <a:pt x="582039" y="2145627"/>
                </a:lnTo>
                <a:lnTo>
                  <a:pt x="582039" y="2126580"/>
                </a:lnTo>
                <a:lnTo>
                  <a:pt x="582039" y="2119685"/>
                </a:lnTo>
                <a:lnTo>
                  <a:pt x="582039" y="2085363"/>
                </a:lnTo>
                <a:lnTo>
                  <a:pt x="582039" y="2059421"/>
                </a:lnTo>
                <a:lnTo>
                  <a:pt x="582039" y="2044121"/>
                </a:lnTo>
                <a:lnTo>
                  <a:pt x="582039" y="2018178"/>
                </a:lnTo>
                <a:lnTo>
                  <a:pt x="582039" y="1996822"/>
                </a:lnTo>
                <a:lnTo>
                  <a:pt x="582039" y="1970880"/>
                </a:lnTo>
                <a:lnTo>
                  <a:pt x="582039" y="1955579"/>
                </a:lnTo>
                <a:lnTo>
                  <a:pt x="582039" y="1929637"/>
                </a:lnTo>
                <a:lnTo>
                  <a:pt x="582039" y="1888420"/>
                </a:lnTo>
                <a:lnTo>
                  <a:pt x="582039" y="1869374"/>
                </a:lnTo>
                <a:lnTo>
                  <a:pt x="582039" y="1862477"/>
                </a:lnTo>
                <a:lnTo>
                  <a:pt x="582039" y="1847177"/>
                </a:lnTo>
                <a:lnTo>
                  <a:pt x="582039" y="1828130"/>
                </a:lnTo>
                <a:lnTo>
                  <a:pt x="582039" y="1821235"/>
                </a:lnTo>
                <a:lnTo>
                  <a:pt x="582039" y="1786913"/>
                </a:lnTo>
                <a:lnTo>
                  <a:pt x="582039" y="1760971"/>
                </a:lnTo>
                <a:lnTo>
                  <a:pt x="582039" y="1745671"/>
                </a:lnTo>
                <a:lnTo>
                  <a:pt x="582039" y="1719728"/>
                </a:lnTo>
                <a:lnTo>
                  <a:pt x="582038" y="1446119"/>
                </a:lnTo>
                <a:lnTo>
                  <a:pt x="582038" y="1420179"/>
                </a:lnTo>
                <a:lnTo>
                  <a:pt x="582038" y="1404877"/>
                </a:lnTo>
                <a:lnTo>
                  <a:pt x="582038" y="1378934"/>
                </a:lnTo>
                <a:lnTo>
                  <a:pt x="582038" y="1344613"/>
                </a:lnTo>
                <a:lnTo>
                  <a:pt x="582038" y="1337718"/>
                </a:lnTo>
                <a:lnTo>
                  <a:pt x="582038" y="1318670"/>
                </a:lnTo>
                <a:lnTo>
                  <a:pt x="582038" y="1303371"/>
                </a:lnTo>
                <a:lnTo>
                  <a:pt x="582038" y="1296476"/>
                </a:lnTo>
                <a:lnTo>
                  <a:pt x="582038" y="1277428"/>
                </a:lnTo>
                <a:lnTo>
                  <a:pt x="582038" y="1236212"/>
                </a:lnTo>
                <a:lnTo>
                  <a:pt x="582038" y="1210269"/>
                </a:lnTo>
                <a:lnTo>
                  <a:pt x="582038" y="1194967"/>
                </a:lnTo>
                <a:lnTo>
                  <a:pt x="582038" y="1169027"/>
                </a:lnTo>
                <a:lnTo>
                  <a:pt x="582038" y="998795"/>
                </a:lnTo>
                <a:lnTo>
                  <a:pt x="582038" y="972852"/>
                </a:lnTo>
                <a:lnTo>
                  <a:pt x="582038" y="957553"/>
                </a:lnTo>
                <a:lnTo>
                  <a:pt x="582038" y="931610"/>
                </a:lnTo>
                <a:lnTo>
                  <a:pt x="582038" y="890394"/>
                </a:lnTo>
                <a:lnTo>
                  <a:pt x="582038" y="864452"/>
                </a:lnTo>
                <a:lnTo>
                  <a:pt x="582038" y="849149"/>
                </a:lnTo>
                <a:lnTo>
                  <a:pt x="582038" y="823206"/>
                </a:lnTo>
                <a:lnTo>
                  <a:pt x="582038" y="700345"/>
                </a:lnTo>
                <a:lnTo>
                  <a:pt x="582038" y="674402"/>
                </a:lnTo>
                <a:lnTo>
                  <a:pt x="582038" y="659103"/>
                </a:lnTo>
                <a:lnTo>
                  <a:pt x="582038" y="633160"/>
                </a:lnTo>
                <a:lnTo>
                  <a:pt x="582038" y="591944"/>
                </a:lnTo>
                <a:lnTo>
                  <a:pt x="582038" y="566002"/>
                </a:lnTo>
                <a:lnTo>
                  <a:pt x="582038" y="550699"/>
                </a:lnTo>
                <a:lnTo>
                  <a:pt x="582038" y="524756"/>
                </a:lnTo>
                <a:lnTo>
                  <a:pt x="582038" y="448093"/>
                </a:lnTo>
                <a:lnTo>
                  <a:pt x="582038" y="422153"/>
                </a:lnTo>
                <a:lnTo>
                  <a:pt x="582038" y="406851"/>
                </a:lnTo>
                <a:lnTo>
                  <a:pt x="582038" y="380908"/>
                </a:lnTo>
                <a:lnTo>
                  <a:pt x="582038" y="339692"/>
                </a:lnTo>
                <a:lnTo>
                  <a:pt x="582038" y="298450"/>
                </a:lnTo>
                <a:lnTo>
                  <a:pt x="582038" y="149643"/>
                </a:lnTo>
                <a:lnTo>
                  <a:pt x="582038" y="123703"/>
                </a:lnTo>
                <a:lnTo>
                  <a:pt x="582038" y="108401"/>
                </a:lnTo>
                <a:lnTo>
                  <a:pt x="582038" y="82458"/>
                </a:lnTo>
                <a:lnTo>
                  <a:pt x="582038" y="41242"/>
                </a:lnTo>
                <a:lnTo>
                  <a:pt x="582038" y="0"/>
                </a:lnTo>
                <a:lnTo>
                  <a:pt x="0" y="158641"/>
                </a:lnTo>
                <a:lnTo>
                  <a:pt x="0" y="199883"/>
                </a:lnTo>
                <a:lnTo>
                  <a:pt x="0" y="241102"/>
                </a:lnTo>
                <a:lnTo>
                  <a:pt x="0" y="267042"/>
                </a:lnTo>
                <a:lnTo>
                  <a:pt x="0" y="282344"/>
                </a:lnTo>
                <a:lnTo>
                  <a:pt x="0" y="308287"/>
                </a:lnTo>
                <a:lnTo>
                  <a:pt x="0" y="457091"/>
                </a:lnTo>
                <a:lnTo>
                  <a:pt x="0" y="498333"/>
                </a:lnTo>
                <a:lnTo>
                  <a:pt x="0" y="539552"/>
                </a:lnTo>
                <a:lnTo>
                  <a:pt x="0" y="565492"/>
                </a:lnTo>
                <a:lnTo>
                  <a:pt x="0" y="580794"/>
                </a:lnTo>
                <a:lnTo>
                  <a:pt x="0" y="606737"/>
                </a:lnTo>
                <a:lnTo>
                  <a:pt x="0" y="683401"/>
                </a:lnTo>
                <a:lnTo>
                  <a:pt x="0" y="709343"/>
                </a:lnTo>
                <a:lnTo>
                  <a:pt x="0" y="724643"/>
                </a:lnTo>
                <a:lnTo>
                  <a:pt x="0" y="750585"/>
                </a:lnTo>
                <a:lnTo>
                  <a:pt x="0" y="791801"/>
                </a:lnTo>
                <a:lnTo>
                  <a:pt x="0" y="817744"/>
                </a:lnTo>
                <a:lnTo>
                  <a:pt x="0" y="833046"/>
                </a:lnTo>
                <a:lnTo>
                  <a:pt x="0" y="858986"/>
                </a:lnTo>
                <a:lnTo>
                  <a:pt x="0" y="981851"/>
                </a:lnTo>
                <a:lnTo>
                  <a:pt x="0" y="1007793"/>
                </a:lnTo>
                <a:lnTo>
                  <a:pt x="0" y="1023093"/>
                </a:lnTo>
                <a:lnTo>
                  <a:pt x="0" y="1049035"/>
                </a:lnTo>
                <a:lnTo>
                  <a:pt x="0" y="1090251"/>
                </a:lnTo>
                <a:lnTo>
                  <a:pt x="0" y="1116194"/>
                </a:lnTo>
                <a:lnTo>
                  <a:pt x="0" y="1131496"/>
                </a:lnTo>
                <a:lnTo>
                  <a:pt x="0" y="1157436"/>
                </a:lnTo>
                <a:lnTo>
                  <a:pt x="0" y="1169027"/>
                </a:lnTo>
                <a:lnTo>
                  <a:pt x="0" y="1194967"/>
                </a:lnTo>
                <a:lnTo>
                  <a:pt x="0" y="1210269"/>
                </a:lnTo>
                <a:lnTo>
                  <a:pt x="0" y="1236212"/>
                </a:lnTo>
                <a:lnTo>
                  <a:pt x="0" y="1277428"/>
                </a:lnTo>
                <a:lnTo>
                  <a:pt x="0" y="1303371"/>
                </a:lnTo>
                <a:lnTo>
                  <a:pt x="0" y="1318670"/>
                </a:lnTo>
                <a:lnTo>
                  <a:pt x="0" y="1344613"/>
                </a:lnTo>
                <a:lnTo>
                  <a:pt x="0" y="1455117"/>
                </a:lnTo>
                <a:lnTo>
                  <a:pt x="0" y="1467477"/>
                </a:lnTo>
                <a:lnTo>
                  <a:pt x="0" y="1493417"/>
                </a:lnTo>
                <a:lnTo>
                  <a:pt x="0" y="1496359"/>
                </a:lnTo>
                <a:lnTo>
                  <a:pt x="0" y="1508719"/>
                </a:lnTo>
                <a:lnTo>
                  <a:pt x="0" y="1534662"/>
                </a:lnTo>
                <a:lnTo>
                  <a:pt x="0" y="1537578"/>
                </a:lnTo>
                <a:lnTo>
                  <a:pt x="0" y="1563518"/>
                </a:lnTo>
                <a:lnTo>
                  <a:pt x="0" y="1575878"/>
                </a:lnTo>
                <a:lnTo>
                  <a:pt x="0" y="1578820"/>
                </a:lnTo>
                <a:lnTo>
                  <a:pt x="0" y="1601821"/>
                </a:lnTo>
                <a:lnTo>
                  <a:pt x="0" y="1604763"/>
                </a:lnTo>
                <a:lnTo>
                  <a:pt x="0" y="1617120"/>
                </a:lnTo>
                <a:lnTo>
                  <a:pt x="0" y="1643063"/>
                </a:lnTo>
                <a:lnTo>
                  <a:pt x="0" y="1719728"/>
                </a:lnTo>
                <a:lnTo>
                  <a:pt x="0" y="1745671"/>
                </a:lnTo>
                <a:lnTo>
                  <a:pt x="0" y="1753567"/>
                </a:lnTo>
                <a:lnTo>
                  <a:pt x="0" y="1760972"/>
                </a:lnTo>
                <a:lnTo>
                  <a:pt x="0" y="1786913"/>
                </a:lnTo>
                <a:lnTo>
                  <a:pt x="0" y="1794809"/>
                </a:lnTo>
                <a:lnTo>
                  <a:pt x="0" y="1828130"/>
                </a:lnTo>
                <a:lnTo>
                  <a:pt x="0" y="1836028"/>
                </a:lnTo>
                <a:lnTo>
                  <a:pt x="0" y="1861968"/>
                </a:lnTo>
                <a:lnTo>
                  <a:pt x="0" y="1869374"/>
                </a:lnTo>
                <a:lnTo>
                  <a:pt x="0" y="1877270"/>
                </a:lnTo>
                <a:lnTo>
                  <a:pt x="0" y="1903213"/>
                </a:lnTo>
                <a:lnTo>
                  <a:pt x="0" y="1979876"/>
                </a:lnTo>
                <a:lnTo>
                  <a:pt x="0" y="2005819"/>
                </a:lnTo>
                <a:lnTo>
                  <a:pt x="0" y="2018178"/>
                </a:lnTo>
                <a:lnTo>
                  <a:pt x="0" y="2021120"/>
                </a:lnTo>
                <a:lnTo>
                  <a:pt x="0" y="2044121"/>
                </a:lnTo>
                <a:lnTo>
                  <a:pt x="0" y="2047063"/>
                </a:lnTo>
                <a:lnTo>
                  <a:pt x="0" y="2059422"/>
                </a:lnTo>
                <a:lnTo>
                  <a:pt x="0" y="2085363"/>
                </a:lnTo>
                <a:lnTo>
                  <a:pt x="0" y="2088279"/>
                </a:lnTo>
                <a:lnTo>
                  <a:pt x="0" y="2114222"/>
                </a:lnTo>
                <a:lnTo>
                  <a:pt x="0" y="2126580"/>
                </a:lnTo>
                <a:lnTo>
                  <a:pt x="0" y="2129522"/>
                </a:lnTo>
                <a:lnTo>
                  <a:pt x="0" y="2155464"/>
                </a:lnTo>
                <a:lnTo>
                  <a:pt x="0" y="2167824"/>
                </a:lnTo>
                <a:lnTo>
                  <a:pt x="0" y="2278326"/>
                </a:lnTo>
                <a:lnTo>
                  <a:pt x="0" y="2304269"/>
                </a:lnTo>
                <a:lnTo>
                  <a:pt x="0" y="2319570"/>
                </a:lnTo>
                <a:lnTo>
                  <a:pt x="0" y="2345513"/>
                </a:lnTo>
                <a:lnTo>
                  <a:pt x="0" y="2386729"/>
                </a:lnTo>
                <a:lnTo>
                  <a:pt x="0" y="2412672"/>
                </a:lnTo>
                <a:lnTo>
                  <a:pt x="0" y="2427972"/>
                </a:lnTo>
                <a:lnTo>
                  <a:pt x="0" y="2453914"/>
                </a:lnTo>
                <a:lnTo>
                  <a:pt x="0" y="2465503"/>
                </a:lnTo>
                <a:lnTo>
                  <a:pt x="0" y="2491444"/>
                </a:lnTo>
                <a:lnTo>
                  <a:pt x="0" y="2506747"/>
                </a:lnTo>
                <a:lnTo>
                  <a:pt x="0" y="2532688"/>
                </a:lnTo>
                <a:lnTo>
                  <a:pt x="0" y="2573905"/>
                </a:lnTo>
                <a:lnTo>
                  <a:pt x="0" y="2599846"/>
                </a:lnTo>
                <a:lnTo>
                  <a:pt x="0" y="2615149"/>
                </a:lnTo>
                <a:lnTo>
                  <a:pt x="0" y="2641090"/>
                </a:lnTo>
                <a:lnTo>
                  <a:pt x="0" y="2763953"/>
                </a:lnTo>
                <a:lnTo>
                  <a:pt x="0" y="2789894"/>
                </a:lnTo>
                <a:lnTo>
                  <a:pt x="0" y="2805197"/>
                </a:lnTo>
                <a:lnTo>
                  <a:pt x="0" y="2831138"/>
                </a:lnTo>
                <a:lnTo>
                  <a:pt x="0" y="2872355"/>
                </a:lnTo>
                <a:lnTo>
                  <a:pt x="0" y="2898296"/>
                </a:lnTo>
                <a:lnTo>
                  <a:pt x="0" y="2901842"/>
                </a:lnTo>
                <a:lnTo>
                  <a:pt x="0" y="2913599"/>
                </a:lnTo>
                <a:lnTo>
                  <a:pt x="0" y="2938137"/>
                </a:lnTo>
                <a:lnTo>
                  <a:pt x="0" y="2939540"/>
                </a:lnTo>
                <a:lnTo>
                  <a:pt x="0" y="2943084"/>
                </a:lnTo>
                <a:lnTo>
                  <a:pt x="0" y="2949840"/>
                </a:lnTo>
                <a:lnTo>
                  <a:pt x="0" y="2984303"/>
                </a:lnTo>
                <a:lnTo>
                  <a:pt x="0" y="3010243"/>
                </a:lnTo>
                <a:lnTo>
                  <a:pt x="0" y="3025545"/>
                </a:lnTo>
                <a:lnTo>
                  <a:pt x="0" y="3051488"/>
                </a:lnTo>
                <a:lnTo>
                  <a:pt x="0" y="3200292"/>
                </a:lnTo>
                <a:lnTo>
                  <a:pt x="0" y="3236587"/>
                </a:lnTo>
                <a:lnTo>
                  <a:pt x="0" y="3241534"/>
                </a:lnTo>
                <a:lnTo>
                  <a:pt x="0" y="3248290"/>
                </a:lnTo>
                <a:lnTo>
                  <a:pt x="0" y="3282753"/>
                </a:lnTo>
                <a:lnTo>
                  <a:pt x="0" y="3308693"/>
                </a:lnTo>
                <a:lnTo>
                  <a:pt x="0" y="3323995"/>
                </a:lnTo>
                <a:lnTo>
                  <a:pt x="0" y="3349938"/>
                </a:lnTo>
                <a:lnTo>
                  <a:pt x="0" y="3426602"/>
                </a:lnTo>
                <a:lnTo>
                  <a:pt x="0" y="3452544"/>
                </a:lnTo>
                <a:lnTo>
                  <a:pt x="0" y="3467844"/>
                </a:lnTo>
                <a:lnTo>
                  <a:pt x="0" y="3493786"/>
                </a:lnTo>
                <a:lnTo>
                  <a:pt x="0" y="3535002"/>
                </a:lnTo>
                <a:lnTo>
                  <a:pt x="0" y="3560945"/>
                </a:lnTo>
                <a:lnTo>
                  <a:pt x="0" y="3576247"/>
                </a:lnTo>
                <a:lnTo>
                  <a:pt x="0" y="3602187"/>
                </a:lnTo>
                <a:lnTo>
                  <a:pt x="0" y="3725052"/>
                </a:lnTo>
                <a:lnTo>
                  <a:pt x="0" y="3750994"/>
                </a:lnTo>
                <a:lnTo>
                  <a:pt x="0" y="3766294"/>
                </a:lnTo>
                <a:lnTo>
                  <a:pt x="0" y="3792236"/>
                </a:lnTo>
                <a:lnTo>
                  <a:pt x="0" y="3833452"/>
                </a:lnTo>
                <a:lnTo>
                  <a:pt x="0" y="3859395"/>
                </a:lnTo>
                <a:lnTo>
                  <a:pt x="0" y="3874697"/>
                </a:lnTo>
                <a:lnTo>
                  <a:pt x="0" y="3900637"/>
                </a:lnTo>
                <a:lnTo>
                  <a:pt x="0" y="3912228"/>
                </a:lnTo>
                <a:lnTo>
                  <a:pt x="0" y="3938168"/>
                </a:lnTo>
                <a:lnTo>
                  <a:pt x="0" y="3953470"/>
                </a:lnTo>
                <a:lnTo>
                  <a:pt x="0" y="3979413"/>
                </a:lnTo>
                <a:lnTo>
                  <a:pt x="0" y="4020629"/>
                </a:lnTo>
                <a:lnTo>
                  <a:pt x="0" y="4046572"/>
                </a:lnTo>
                <a:lnTo>
                  <a:pt x="0" y="4061871"/>
                </a:lnTo>
                <a:lnTo>
                  <a:pt x="0" y="4087814"/>
                </a:lnTo>
                <a:lnTo>
                  <a:pt x="0" y="4198318"/>
                </a:lnTo>
                <a:lnTo>
                  <a:pt x="0" y="4210678"/>
                </a:lnTo>
                <a:lnTo>
                  <a:pt x="0" y="4216291"/>
                </a:lnTo>
                <a:lnTo>
                  <a:pt x="0" y="4236618"/>
                </a:lnTo>
                <a:lnTo>
                  <a:pt x="0" y="4239560"/>
                </a:lnTo>
                <a:lnTo>
                  <a:pt x="0" y="4251920"/>
                </a:lnTo>
                <a:lnTo>
                  <a:pt x="0" y="4257533"/>
                </a:lnTo>
                <a:lnTo>
                  <a:pt x="0" y="4277863"/>
                </a:lnTo>
                <a:lnTo>
                  <a:pt x="0" y="4280779"/>
                </a:lnTo>
                <a:lnTo>
                  <a:pt x="0" y="4298752"/>
                </a:lnTo>
                <a:lnTo>
                  <a:pt x="0" y="4306719"/>
                </a:lnTo>
                <a:lnTo>
                  <a:pt x="0" y="4319079"/>
                </a:lnTo>
                <a:lnTo>
                  <a:pt x="0" y="4322021"/>
                </a:lnTo>
                <a:lnTo>
                  <a:pt x="0" y="4324692"/>
                </a:lnTo>
                <a:lnTo>
                  <a:pt x="0" y="4339994"/>
                </a:lnTo>
                <a:lnTo>
                  <a:pt x="0" y="4345022"/>
                </a:lnTo>
                <a:lnTo>
                  <a:pt x="0" y="4347964"/>
                </a:lnTo>
                <a:lnTo>
                  <a:pt x="0" y="4360321"/>
                </a:lnTo>
                <a:lnTo>
                  <a:pt x="0" y="4365937"/>
                </a:lnTo>
                <a:lnTo>
                  <a:pt x="0" y="4386264"/>
                </a:lnTo>
                <a:lnTo>
                  <a:pt x="0" y="4462929"/>
                </a:lnTo>
                <a:lnTo>
                  <a:pt x="0" y="4488872"/>
                </a:lnTo>
                <a:lnTo>
                  <a:pt x="0" y="4496768"/>
                </a:lnTo>
                <a:lnTo>
                  <a:pt x="0" y="4504173"/>
                </a:lnTo>
                <a:lnTo>
                  <a:pt x="0" y="4514741"/>
                </a:lnTo>
                <a:lnTo>
                  <a:pt x="0" y="4530114"/>
                </a:lnTo>
                <a:lnTo>
                  <a:pt x="0" y="4538010"/>
                </a:lnTo>
                <a:lnTo>
                  <a:pt x="0" y="4555983"/>
                </a:lnTo>
                <a:lnTo>
                  <a:pt x="0" y="4571331"/>
                </a:lnTo>
                <a:lnTo>
                  <a:pt x="0" y="4579229"/>
                </a:lnTo>
                <a:lnTo>
                  <a:pt x="0" y="4597202"/>
                </a:lnTo>
                <a:lnTo>
                  <a:pt x="0" y="4605169"/>
                </a:lnTo>
                <a:lnTo>
                  <a:pt x="0" y="4612575"/>
                </a:lnTo>
                <a:lnTo>
                  <a:pt x="0" y="4620471"/>
                </a:lnTo>
                <a:lnTo>
                  <a:pt x="0" y="4623142"/>
                </a:lnTo>
                <a:lnTo>
                  <a:pt x="0" y="4638444"/>
                </a:lnTo>
                <a:lnTo>
                  <a:pt x="0" y="4646414"/>
                </a:lnTo>
                <a:lnTo>
                  <a:pt x="0" y="4664387"/>
                </a:lnTo>
                <a:lnTo>
                  <a:pt x="0" y="4723077"/>
                </a:lnTo>
                <a:lnTo>
                  <a:pt x="0" y="4741051"/>
                </a:lnTo>
                <a:lnTo>
                  <a:pt x="0" y="4749020"/>
                </a:lnTo>
                <a:lnTo>
                  <a:pt x="0" y="4761379"/>
                </a:lnTo>
                <a:lnTo>
                  <a:pt x="0" y="4764321"/>
                </a:lnTo>
                <a:lnTo>
                  <a:pt x="0" y="4766993"/>
                </a:lnTo>
                <a:lnTo>
                  <a:pt x="0" y="4782293"/>
                </a:lnTo>
                <a:lnTo>
                  <a:pt x="0" y="4787322"/>
                </a:lnTo>
                <a:lnTo>
                  <a:pt x="0" y="4790264"/>
                </a:lnTo>
                <a:lnTo>
                  <a:pt x="0" y="4802623"/>
                </a:lnTo>
                <a:lnTo>
                  <a:pt x="0" y="4808235"/>
                </a:lnTo>
                <a:lnTo>
                  <a:pt x="0" y="4828564"/>
                </a:lnTo>
                <a:lnTo>
                  <a:pt x="0" y="4831480"/>
                </a:lnTo>
                <a:lnTo>
                  <a:pt x="0" y="4849451"/>
                </a:lnTo>
                <a:lnTo>
                  <a:pt x="0" y="4857423"/>
                </a:lnTo>
                <a:lnTo>
                  <a:pt x="0" y="4869781"/>
                </a:lnTo>
                <a:lnTo>
                  <a:pt x="0" y="4872723"/>
                </a:lnTo>
                <a:lnTo>
                  <a:pt x="0" y="4875394"/>
                </a:lnTo>
                <a:lnTo>
                  <a:pt x="0" y="4890696"/>
                </a:lnTo>
                <a:lnTo>
                  <a:pt x="0" y="4898665"/>
                </a:lnTo>
                <a:lnTo>
                  <a:pt x="0" y="4911025"/>
                </a:lnTo>
                <a:lnTo>
                  <a:pt x="0" y="4916636"/>
                </a:lnTo>
                <a:lnTo>
                  <a:pt x="0" y="5021527"/>
                </a:lnTo>
                <a:lnTo>
                  <a:pt x="0" y="5039501"/>
                </a:lnTo>
                <a:lnTo>
                  <a:pt x="0" y="5047470"/>
                </a:lnTo>
                <a:lnTo>
                  <a:pt x="0" y="5062771"/>
                </a:lnTo>
                <a:lnTo>
                  <a:pt x="0" y="5065443"/>
                </a:lnTo>
                <a:lnTo>
                  <a:pt x="0" y="5080743"/>
                </a:lnTo>
                <a:lnTo>
                  <a:pt x="0" y="5088714"/>
                </a:lnTo>
                <a:lnTo>
                  <a:pt x="0" y="5106685"/>
                </a:lnTo>
                <a:lnTo>
                  <a:pt x="0" y="5129930"/>
                </a:lnTo>
                <a:lnTo>
                  <a:pt x="0" y="5147901"/>
                </a:lnTo>
                <a:lnTo>
                  <a:pt x="0" y="5155873"/>
                </a:lnTo>
                <a:lnTo>
                  <a:pt x="0" y="5171173"/>
                </a:lnTo>
                <a:lnTo>
                  <a:pt x="0" y="5173844"/>
                </a:lnTo>
                <a:lnTo>
                  <a:pt x="0" y="5189146"/>
                </a:lnTo>
                <a:lnTo>
                  <a:pt x="0" y="5197115"/>
                </a:lnTo>
                <a:lnTo>
                  <a:pt x="0" y="5208704"/>
                </a:lnTo>
                <a:lnTo>
                  <a:pt x="0" y="5215086"/>
                </a:lnTo>
                <a:lnTo>
                  <a:pt x="0" y="5226677"/>
                </a:lnTo>
                <a:lnTo>
                  <a:pt x="0" y="5234645"/>
                </a:lnTo>
                <a:lnTo>
                  <a:pt x="0" y="5249948"/>
                </a:lnTo>
                <a:lnTo>
                  <a:pt x="0" y="5252617"/>
                </a:lnTo>
                <a:lnTo>
                  <a:pt x="0" y="5267919"/>
                </a:lnTo>
                <a:lnTo>
                  <a:pt x="0" y="5275889"/>
                </a:lnTo>
                <a:lnTo>
                  <a:pt x="0" y="5293862"/>
                </a:lnTo>
                <a:lnTo>
                  <a:pt x="0" y="5317106"/>
                </a:lnTo>
                <a:lnTo>
                  <a:pt x="0" y="5335078"/>
                </a:lnTo>
                <a:lnTo>
                  <a:pt x="0" y="5343047"/>
                </a:lnTo>
                <a:lnTo>
                  <a:pt x="0" y="5358350"/>
                </a:lnTo>
                <a:lnTo>
                  <a:pt x="0" y="5361021"/>
                </a:lnTo>
                <a:lnTo>
                  <a:pt x="0" y="5376320"/>
                </a:lnTo>
                <a:lnTo>
                  <a:pt x="0" y="5384291"/>
                </a:lnTo>
                <a:lnTo>
                  <a:pt x="0" y="5402263"/>
                </a:lnTo>
                <a:lnTo>
                  <a:pt x="0" y="5507154"/>
                </a:lnTo>
                <a:lnTo>
                  <a:pt x="0" y="5512767"/>
                </a:lnTo>
                <a:lnTo>
                  <a:pt x="0" y="5525127"/>
                </a:lnTo>
                <a:lnTo>
                  <a:pt x="0" y="5533095"/>
                </a:lnTo>
                <a:lnTo>
                  <a:pt x="0" y="5548398"/>
                </a:lnTo>
                <a:lnTo>
                  <a:pt x="0" y="5551067"/>
                </a:lnTo>
                <a:lnTo>
                  <a:pt x="0" y="5554009"/>
                </a:lnTo>
                <a:lnTo>
                  <a:pt x="0" y="5566369"/>
                </a:lnTo>
                <a:lnTo>
                  <a:pt x="0" y="5574339"/>
                </a:lnTo>
                <a:lnTo>
                  <a:pt x="0" y="5592312"/>
                </a:lnTo>
                <a:lnTo>
                  <a:pt x="0" y="5595228"/>
                </a:lnTo>
                <a:lnTo>
                  <a:pt x="0" y="5615556"/>
                </a:lnTo>
                <a:lnTo>
                  <a:pt x="0" y="5621168"/>
                </a:lnTo>
                <a:lnTo>
                  <a:pt x="0" y="5633528"/>
                </a:lnTo>
                <a:lnTo>
                  <a:pt x="0" y="5636470"/>
                </a:lnTo>
                <a:lnTo>
                  <a:pt x="0" y="5641497"/>
                </a:lnTo>
                <a:lnTo>
                  <a:pt x="0" y="5656800"/>
                </a:lnTo>
                <a:lnTo>
                  <a:pt x="0" y="5659471"/>
                </a:lnTo>
                <a:lnTo>
                  <a:pt x="0" y="5662413"/>
                </a:lnTo>
                <a:lnTo>
                  <a:pt x="0" y="5674770"/>
                </a:lnTo>
                <a:lnTo>
                  <a:pt x="0" y="5681338"/>
                </a:lnTo>
                <a:lnTo>
                  <a:pt x="0" y="5682741"/>
                </a:lnTo>
                <a:lnTo>
                  <a:pt x="0" y="5693041"/>
                </a:lnTo>
                <a:lnTo>
                  <a:pt x="0" y="5700713"/>
                </a:lnTo>
                <a:lnTo>
                  <a:pt x="0" y="5777378"/>
                </a:lnTo>
                <a:lnTo>
                  <a:pt x="0" y="5803321"/>
                </a:lnTo>
                <a:lnTo>
                  <a:pt x="0" y="5811217"/>
                </a:lnTo>
                <a:lnTo>
                  <a:pt x="0" y="5818622"/>
                </a:lnTo>
                <a:lnTo>
                  <a:pt x="0" y="5844563"/>
                </a:lnTo>
                <a:lnTo>
                  <a:pt x="0" y="5852459"/>
                </a:lnTo>
                <a:lnTo>
                  <a:pt x="0" y="5885780"/>
                </a:lnTo>
                <a:lnTo>
                  <a:pt x="0" y="5893678"/>
                </a:lnTo>
                <a:lnTo>
                  <a:pt x="0" y="5919618"/>
                </a:lnTo>
                <a:lnTo>
                  <a:pt x="0" y="5927024"/>
                </a:lnTo>
                <a:lnTo>
                  <a:pt x="0" y="5934920"/>
                </a:lnTo>
                <a:lnTo>
                  <a:pt x="0" y="5960863"/>
                </a:lnTo>
                <a:lnTo>
                  <a:pt x="0" y="5979788"/>
                </a:lnTo>
                <a:lnTo>
                  <a:pt x="0" y="5991491"/>
                </a:lnTo>
                <a:lnTo>
                  <a:pt x="0" y="6037526"/>
                </a:lnTo>
                <a:lnTo>
                  <a:pt x="0" y="6063469"/>
                </a:lnTo>
                <a:lnTo>
                  <a:pt x="0" y="6075828"/>
                </a:lnTo>
                <a:lnTo>
                  <a:pt x="0" y="6078770"/>
                </a:lnTo>
                <a:lnTo>
                  <a:pt x="0" y="6101771"/>
                </a:lnTo>
                <a:lnTo>
                  <a:pt x="0" y="6104713"/>
                </a:lnTo>
                <a:lnTo>
                  <a:pt x="0" y="6117072"/>
                </a:lnTo>
                <a:lnTo>
                  <a:pt x="0" y="6143013"/>
                </a:lnTo>
                <a:lnTo>
                  <a:pt x="0" y="6145929"/>
                </a:lnTo>
                <a:lnTo>
                  <a:pt x="0" y="6171872"/>
                </a:lnTo>
                <a:lnTo>
                  <a:pt x="0" y="6184230"/>
                </a:lnTo>
                <a:lnTo>
                  <a:pt x="0" y="6187172"/>
                </a:lnTo>
                <a:lnTo>
                  <a:pt x="0" y="6213114"/>
                </a:lnTo>
                <a:lnTo>
                  <a:pt x="0" y="6225474"/>
                </a:lnTo>
                <a:lnTo>
                  <a:pt x="0" y="6335976"/>
                </a:lnTo>
                <a:lnTo>
                  <a:pt x="0" y="6361919"/>
                </a:lnTo>
                <a:lnTo>
                  <a:pt x="0" y="6377220"/>
                </a:lnTo>
                <a:lnTo>
                  <a:pt x="0" y="6403163"/>
                </a:lnTo>
                <a:lnTo>
                  <a:pt x="0" y="6444379"/>
                </a:lnTo>
                <a:lnTo>
                  <a:pt x="0" y="6470322"/>
                </a:lnTo>
                <a:lnTo>
                  <a:pt x="0" y="6485622"/>
                </a:lnTo>
                <a:lnTo>
                  <a:pt x="0" y="6511564"/>
                </a:lnTo>
                <a:lnTo>
                  <a:pt x="0" y="6523153"/>
                </a:lnTo>
                <a:lnTo>
                  <a:pt x="0" y="6549094"/>
                </a:lnTo>
                <a:lnTo>
                  <a:pt x="0" y="6564397"/>
                </a:lnTo>
                <a:lnTo>
                  <a:pt x="0" y="6590338"/>
                </a:lnTo>
                <a:lnTo>
                  <a:pt x="0" y="6631555"/>
                </a:lnTo>
                <a:lnTo>
                  <a:pt x="0" y="6657496"/>
                </a:lnTo>
                <a:lnTo>
                  <a:pt x="0" y="6672799"/>
                </a:lnTo>
                <a:lnTo>
                  <a:pt x="0" y="6698740"/>
                </a:lnTo>
                <a:lnTo>
                  <a:pt x="0" y="6821603"/>
                </a:lnTo>
                <a:lnTo>
                  <a:pt x="0" y="6847544"/>
                </a:lnTo>
                <a:lnTo>
                  <a:pt x="0" y="6862847"/>
                </a:lnTo>
                <a:lnTo>
                  <a:pt x="0" y="6888788"/>
                </a:lnTo>
                <a:lnTo>
                  <a:pt x="0" y="6930005"/>
                </a:lnTo>
                <a:lnTo>
                  <a:pt x="0" y="6955946"/>
                </a:lnTo>
                <a:lnTo>
                  <a:pt x="0" y="6959492"/>
                </a:lnTo>
                <a:lnTo>
                  <a:pt x="0" y="6971249"/>
                </a:lnTo>
                <a:lnTo>
                  <a:pt x="0" y="6995787"/>
                </a:lnTo>
                <a:lnTo>
                  <a:pt x="0" y="6997190"/>
                </a:lnTo>
                <a:lnTo>
                  <a:pt x="0" y="7000734"/>
                </a:lnTo>
                <a:lnTo>
                  <a:pt x="0" y="7007490"/>
                </a:lnTo>
                <a:lnTo>
                  <a:pt x="0" y="7041953"/>
                </a:lnTo>
                <a:lnTo>
                  <a:pt x="0" y="7067893"/>
                </a:lnTo>
                <a:lnTo>
                  <a:pt x="0" y="7083195"/>
                </a:lnTo>
                <a:lnTo>
                  <a:pt x="0" y="7109138"/>
                </a:lnTo>
                <a:lnTo>
                  <a:pt x="0" y="7257942"/>
                </a:lnTo>
                <a:lnTo>
                  <a:pt x="0" y="7294237"/>
                </a:lnTo>
                <a:lnTo>
                  <a:pt x="0" y="7299184"/>
                </a:lnTo>
                <a:lnTo>
                  <a:pt x="0" y="7305940"/>
                </a:lnTo>
                <a:lnTo>
                  <a:pt x="0" y="7340403"/>
                </a:lnTo>
                <a:lnTo>
                  <a:pt x="0" y="7366343"/>
                </a:lnTo>
                <a:lnTo>
                  <a:pt x="0" y="7381645"/>
                </a:lnTo>
                <a:lnTo>
                  <a:pt x="0" y="7407588"/>
                </a:lnTo>
                <a:lnTo>
                  <a:pt x="0" y="7484252"/>
                </a:lnTo>
                <a:lnTo>
                  <a:pt x="0" y="7510194"/>
                </a:lnTo>
                <a:lnTo>
                  <a:pt x="0" y="7525494"/>
                </a:lnTo>
                <a:lnTo>
                  <a:pt x="0" y="7551436"/>
                </a:lnTo>
                <a:lnTo>
                  <a:pt x="0" y="7592652"/>
                </a:lnTo>
                <a:lnTo>
                  <a:pt x="0" y="7618595"/>
                </a:lnTo>
                <a:lnTo>
                  <a:pt x="0" y="7633897"/>
                </a:lnTo>
                <a:lnTo>
                  <a:pt x="0" y="7659837"/>
                </a:lnTo>
                <a:lnTo>
                  <a:pt x="0" y="7782702"/>
                </a:lnTo>
                <a:lnTo>
                  <a:pt x="0" y="7808644"/>
                </a:lnTo>
                <a:lnTo>
                  <a:pt x="0" y="7823944"/>
                </a:lnTo>
                <a:lnTo>
                  <a:pt x="0" y="7849886"/>
                </a:lnTo>
                <a:lnTo>
                  <a:pt x="0" y="7891102"/>
                </a:lnTo>
                <a:lnTo>
                  <a:pt x="0" y="7917045"/>
                </a:lnTo>
                <a:lnTo>
                  <a:pt x="0" y="7932347"/>
                </a:lnTo>
                <a:lnTo>
                  <a:pt x="0" y="7958287"/>
                </a:lnTo>
                <a:lnTo>
                  <a:pt x="0" y="7969878"/>
                </a:lnTo>
                <a:lnTo>
                  <a:pt x="0" y="7995818"/>
                </a:lnTo>
                <a:lnTo>
                  <a:pt x="0" y="8011120"/>
                </a:lnTo>
                <a:lnTo>
                  <a:pt x="0" y="8037063"/>
                </a:lnTo>
                <a:lnTo>
                  <a:pt x="0" y="8078279"/>
                </a:lnTo>
                <a:lnTo>
                  <a:pt x="0" y="8104222"/>
                </a:lnTo>
                <a:lnTo>
                  <a:pt x="0" y="8119521"/>
                </a:lnTo>
                <a:lnTo>
                  <a:pt x="0" y="8145464"/>
                </a:lnTo>
                <a:lnTo>
                  <a:pt x="0" y="8255968"/>
                </a:lnTo>
                <a:lnTo>
                  <a:pt x="0" y="8268328"/>
                </a:lnTo>
                <a:lnTo>
                  <a:pt x="0" y="8294268"/>
                </a:lnTo>
                <a:lnTo>
                  <a:pt x="0" y="8297210"/>
                </a:lnTo>
                <a:lnTo>
                  <a:pt x="0" y="8309570"/>
                </a:lnTo>
                <a:lnTo>
                  <a:pt x="0" y="8335513"/>
                </a:lnTo>
                <a:lnTo>
                  <a:pt x="0" y="8338429"/>
                </a:lnTo>
                <a:lnTo>
                  <a:pt x="0" y="8364369"/>
                </a:lnTo>
                <a:lnTo>
                  <a:pt x="0" y="8376729"/>
                </a:lnTo>
                <a:lnTo>
                  <a:pt x="0" y="8379671"/>
                </a:lnTo>
                <a:lnTo>
                  <a:pt x="0" y="8402672"/>
                </a:lnTo>
                <a:lnTo>
                  <a:pt x="0" y="8405614"/>
                </a:lnTo>
                <a:lnTo>
                  <a:pt x="0" y="8417971"/>
                </a:lnTo>
                <a:lnTo>
                  <a:pt x="0" y="8443914"/>
                </a:lnTo>
                <a:lnTo>
                  <a:pt x="0" y="8520579"/>
                </a:lnTo>
                <a:lnTo>
                  <a:pt x="0" y="8546522"/>
                </a:lnTo>
                <a:lnTo>
                  <a:pt x="0" y="8554418"/>
                </a:lnTo>
                <a:lnTo>
                  <a:pt x="0" y="8561823"/>
                </a:lnTo>
                <a:lnTo>
                  <a:pt x="0" y="8587764"/>
                </a:lnTo>
                <a:lnTo>
                  <a:pt x="0" y="8595660"/>
                </a:lnTo>
                <a:lnTo>
                  <a:pt x="0" y="8628981"/>
                </a:lnTo>
                <a:lnTo>
                  <a:pt x="0" y="8636879"/>
                </a:lnTo>
                <a:lnTo>
                  <a:pt x="0" y="8662819"/>
                </a:lnTo>
                <a:lnTo>
                  <a:pt x="0" y="8670225"/>
                </a:lnTo>
                <a:lnTo>
                  <a:pt x="0" y="8678121"/>
                </a:lnTo>
                <a:lnTo>
                  <a:pt x="0" y="8704064"/>
                </a:lnTo>
                <a:lnTo>
                  <a:pt x="0" y="8780727"/>
                </a:lnTo>
                <a:lnTo>
                  <a:pt x="0" y="8806670"/>
                </a:lnTo>
                <a:lnTo>
                  <a:pt x="0" y="8819029"/>
                </a:lnTo>
                <a:lnTo>
                  <a:pt x="0" y="8821971"/>
                </a:lnTo>
                <a:lnTo>
                  <a:pt x="0" y="8844972"/>
                </a:lnTo>
                <a:lnTo>
                  <a:pt x="0" y="8847914"/>
                </a:lnTo>
                <a:lnTo>
                  <a:pt x="0" y="8860273"/>
                </a:lnTo>
                <a:lnTo>
                  <a:pt x="0" y="8886214"/>
                </a:lnTo>
                <a:lnTo>
                  <a:pt x="0" y="8889130"/>
                </a:lnTo>
                <a:lnTo>
                  <a:pt x="0" y="8915073"/>
                </a:lnTo>
                <a:lnTo>
                  <a:pt x="0" y="8927431"/>
                </a:lnTo>
                <a:lnTo>
                  <a:pt x="0" y="8930373"/>
                </a:lnTo>
                <a:lnTo>
                  <a:pt x="0" y="8956315"/>
                </a:lnTo>
                <a:lnTo>
                  <a:pt x="0" y="8968675"/>
                </a:lnTo>
                <a:lnTo>
                  <a:pt x="0" y="9079177"/>
                </a:lnTo>
                <a:lnTo>
                  <a:pt x="0" y="9105120"/>
                </a:lnTo>
                <a:lnTo>
                  <a:pt x="0" y="9120421"/>
                </a:lnTo>
                <a:lnTo>
                  <a:pt x="0" y="9146364"/>
                </a:lnTo>
                <a:lnTo>
                  <a:pt x="0" y="9164851"/>
                </a:lnTo>
                <a:close/>
              </a:path>
            </a:pathLst>
          </a:custGeom>
          <a:solidFill>
            <a:srgbClr val="FF005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6" name="Forma libre 38">
            <a:extLst>
              <a:ext uri="{FF2B5EF4-FFF2-40B4-BE49-F238E27FC236}">
                <a16:creationId xmlns:a16="http://schemas.microsoft.com/office/drawing/2014/main" id="{C8BFA1A2-B35F-F4A2-968E-F6E13560FEE1}"/>
              </a:ext>
            </a:extLst>
          </p:cNvPr>
          <p:cNvSpPr/>
          <p:nvPr/>
        </p:nvSpPr>
        <p:spPr>
          <a:xfrm rot="16200000" flipV="1">
            <a:off x="1557751" y="-537766"/>
            <a:ext cx="582039" cy="3741929"/>
          </a:xfrm>
          <a:custGeom>
            <a:avLst/>
            <a:gdLst>
              <a:gd name="connsiteX0" fmla="*/ 582039 w 582039"/>
              <a:gd name="connsiteY0" fmla="*/ 2949840 h 2949840"/>
              <a:gd name="connsiteX1" fmla="*/ 582039 w 582039"/>
              <a:gd name="connsiteY1" fmla="*/ 2929141 h 2949840"/>
              <a:gd name="connsiteX2" fmla="*/ 582039 w 582039"/>
              <a:gd name="connsiteY2" fmla="*/ 2903198 h 2949840"/>
              <a:gd name="connsiteX3" fmla="*/ 582039 w 582039"/>
              <a:gd name="connsiteY3" fmla="*/ 2887897 h 2949840"/>
              <a:gd name="connsiteX4" fmla="*/ 582039 w 582039"/>
              <a:gd name="connsiteY4" fmla="*/ 2861956 h 2949840"/>
              <a:gd name="connsiteX5" fmla="*/ 582039 w 582039"/>
              <a:gd name="connsiteY5" fmla="*/ 2820739 h 2949840"/>
              <a:gd name="connsiteX6" fmla="*/ 582039 w 582039"/>
              <a:gd name="connsiteY6" fmla="*/ 2779495 h 2949840"/>
              <a:gd name="connsiteX7" fmla="*/ 582039 w 582039"/>
              <a:gd name="connsiteY7" fmla="*/ 2641090 h 2949840"/>
              <a:gd name="connsiteX8" fmla="*/ 582039 w 582039"/>
              <a:gd name="connsiteY8" fmla="*/ 2615149 h 2949840"/>
              <a:gd name="connsiteX9" fmla="*/ 582039 w 582039"/>
              <a:gd name="connsiteY9" fmla="*/ 2599846 h 2949840"/>
              <a:gd name="connsiteX10" fmla="*/ 582039 w 582039"/>
              <a:gd name="connsiteY10" fmla="*/ 2573905 h 2949840"/>
              <a:gd name="connsiteX11" fmla="*/ 582039 w 582039"/>
              <a:gd name="connsiteY11" fmla="*/ 2532688 h 2949840"/>
              <a:gd name="connsiteX12" fmla="*/ 582039 w 582039"/>
              <a:gd name="connsiteY12" fmla="*/ 2506747 h 2949840"/>
              <a:gd name="connsiteX13" fmla="*/ 582039 w 582039"/>
              <a:gd name="connsiteY13" fmla="*/ 2491444 h 2949840"/>
              <a:gd name="connsiteX14" fmla="*/ 582039 w 582039"/>
              <a:gd name="connsiteY14" fmla="*/ 2465503 h 2949840"/>
              <a:gd name="connsiteX15" fmla="*/ 582039 w 582039"/>
              <a:gd name="connsiteY15" fmla="*/ 1996822 h 2949840"/>
              <a:gd name="connsiteX16" fmla="*/ 582039 w 582039"/>
              <a:gd name="connsiteY16" fmla="*/ 1970880 h 2949840"/>
              <a:gd name="connsiteX17" fmla="*/ 582039 w 582039"/>
              <a:gd name="connsiteY17" fmla="*/ 1955579 h 2949840"/>
              <a:gd name="connsiteX18" fmla="*/ 582039 w 582039"/>
              <a:gd name="connsiteY18" fmla="*/ 1929637 h 2949840"/>
              <a:gd name="connsiteX19" fmla="*/ 582039 w 582039"/>
              <a:gd name="connsiteY19" fmla="*/ 1888420 h 2949840"/>
              <a:gd name="connsiteX20" fmla="*/ 582039 w 582039"/>
              <a:gd name="connsiteY20" fmla="*/ 1869374 h 2949840"/>
              <a:gd name="connsiteX21" fmla="*/ 582039 w 582039"/>
              <a:gd name="connsiteY21" fmla="*/ 1862477 h 2949840"/>
              <a:gd name="connsiteX22" fmla="*/ 582039 w 582039"/>
              <a:gd name="connsiteY22" fmla="*/ 1847177 h 2949840"/>
              <a:gd name="connsiteX23" fmla="*/ 582039 w 582039"/>
              <a:gd name="connsiteY23" fmla="*/ 1828130 h 2949840"/>
              <a:gd name="connsiteX24" fmla="*/ 582039 w 582039"/>
              <a:gd name="connsiteY24" fmla="*/ 1821235 h 2949840"/>
              <a:gd name="connsiteX25" fmla="*/ 582039 w 582039"/>
              <a:gd name="connsiteY25" fmla="*/ 1786913 h 2949840"/>
              <a:gd name="connsiteX26" fmla="*/ 582039 w 582039"/>
              <a:gd name="connsiteY26" fmla="*/ 1760971 h 2949840"/>
              <a:gd name="connsiteX27" fmla="*/ 582039 w 582039"/>
              <a:gd name="connsiteY27" fmla="*/ 1745671 h 2949840"/>
              <a:gd name="connsiteX28" fmla="*/ 582039 w 582039"/>
              <a:gd name="connsiteY28" fmla="*/ 1719728 h 2949840"/>
              <a:gd name="connsiteX29" fmla="*/ 582038 w 582039"/>
              <a:gd name="connsiteY29" fmla="*/ 1446119 h 2949840"/>
              <a:gd name="connsiteX30" fmla="*/ 582038 w 582039"/>
              <a:gd name="connsiteY30" fmla="*/ 1420179 h 2949840"/>
              <a:gd name="connsiteX31" fmla="*/ 582038 w 582039"/>
              <a:gd name="connsiteY31" fmla="*/ 1404877 h 2949840"/>
              <a:gd name="connsiteX32" fmla="*/ 582038 w 582039"/>
              <a:gd name="connsiteY32" fmla="*/ 1378934 h 2949840"/>
              <a:gd name="connsiteX33" fmla="*/ 582038 w 582039"/>
              <a:gd name="connsiteY33" fmla="*/ 1344613 h 2949840"/>
              <a:gd name="connsiteX34" fmla="*/ 582038 w 582039"/>
              <a:gd name="connsiteY34" fmla="*/ 1337718 h 2949840"/>
              <a:gd name="connsiteX35" fmla="*/ 582038 w 582039"/>
              <a:gd name="connsiteY35" fmla="*/ 1318670 h 2949840"/>
              <a:gd name="connsiteX36" fmla="*/ 582038 w 582039"/>
              <a:gd name="connsiteY36" fmla="*/ 1303371 h 2949840"/>
              <a:gd name="connsiteX37" fmla="*/ 582038 w 582039"/>
              <a:gd name="connsiteY37" fmla="*/ 1296476 h 2949840"/>
              <a:gd name="connsiteX38" fmla="*/ 582038 w 582039"/>
              <a:gd name="connsiteY38" fmla="*/ 1277428 h 2949840"/>
              <a:gd name="connsiteX39" fmla="*/ 582038 w 582039"/>
              <a:gd name="connsiteY39" fmla="*/ 1236212 h 2949840"/>
              <a:gd name="connsiteX40" fmla="*/ 582038 w 582039"/>
              <a:gd name="connsiteY40" fmla="*/ 1210269 h 2949840"/>
              <a:gd name="connsiteX41" fmla="*/ 582038 w 582039"/>
              <a:gd name="connsiteY41" fmla="*/ 1194967 h 2949840"/>
              <a:gd name="connsiteX42" fmla="*/ 582038 w 582039"/>
              <a:gd name="connsiteY42" fmla="*/ 1169027 h 2949840"/>
              <a:gd name="connsiteX43" fmla="*/ 582038 w 582039"/>
              <a:gd name="connsiteY43" fmla="*/ 700345 h 2949840"/>
              <a:gd name="connsiteX44" fmla="*/ 582038 w 582039"/>
              <a:gd name="connsiteY44" fmla="*/ 674402 h 2949840"/>
              <a:gd name="connsiteX45" fmla="*/ 582038 w 582039"/>
              <a:gd name="connsiteY45" fmla="*/ 659103 h 2949840"/>
              <a:gd name="connsiteX46" fmla="*/ 582038 w 582039"/>
              <a:gd name="connsiteY46" fmla="*/ 633160 h 2949840"/>
              <a:gd name="connsiteX47" fmla="*/ 582038 w 582039"/>
              <a:gd name="connsiteY47" fmla="*/ 591944 h 2949840"/>
              <a:gd name="connsiteX48" fmla="*/ 582038 w 582039"/>
              <a:gd name="connsiteY48" fmla="*/ 566002 h 2949840"/>
              <a:gd name="connsiteX49" fmla="*/ 582038 w 582039"/>
              <a:gd name="connsiteY49" fmla="*/ 550699 h 2949840"/>
              <a:gd name="connsiteX50" fmla="*/ 582038 w 582039"/>
              <a:gd name="connsiteY50" fmla="*/ 524756 h 2949840"/>
              <a:gd name="connsiteX51" fmla="*/ 582038 w 582039"/>
              <a:gd name="connsiteY51" fmla="*/ 149643 h 2949840"/>
              <a:gd name="connsiteX52" fmla="*/ 582038 w 582039"/>
              <a:gd name="connsiteY52" fmla="*/ 123703 h 2949840"/>
              <a:gd name="connsiteX53" fmla="*/ 582038 w 582039"/>
              <a:gd name="connsiteY53" fmla="*/ 108401 h 2949840"/>
              <a:gd name="connsiteX54" fmla="*/ 582038 w 582039"/>
              <a:gd name="connsiteY54" fmla="*/ 82458 h 2949840"/>
              <a:gd name="connsiteX55" fmla="*/ 582038 w 582039"/>
              <a:gd name="connsiteY55" fmla="*/ 41242 h 2949840"/>
              <a:gd name="connsiteX56" fmla="*/ 582038 w 582039"/>
              <a:gd name="connsiteY56" fmla="*/ 0 h 2949840"/>
              <a:gd name="connsiteX57" fmla="*/ 0 w 582039"/>
              <a:gd name="connsiteY57" fmla="*/ 158641 h 2949840"/>
              <a:gd name="connsiteX58" fmla="*/ 0 w 582039"/>
              <a:gd name="connsiteY58" fmla="*/ 199883 h 2949840"/>
              <a:gd name="connsiteX59" fmla="*/ 0 w 582039"/>
              <a:gd name="connsiteY59" fmla="*/ 241102 h 2949840"/>
              <a:gd name="connsiteX60" fmla="*/ 0 w 582039"/>
              <a:gd name="connsiteY60" fmla="*/ 267042 h 2949840"/>
              <a:gd name="connsiteX61" fmla="*/ 0 w 582039"/>
              <a:gd name="connsiteY61" fmla="*/ 282344 h 2949840"/>
              <a:gd name="connsiteX62" fmla="*/ 0 w 582039"/>
              <a:gd name="connsiteY62" fmla="*/ 308287 h 2949840"/>
              <a:gd name="connsiteX63" fmla="*/ 0 w 582039"/>
              <a:gd name="connsiteY63" fmla="*/ 683401 h 2949840"/>
              <a:gd name="connsiteX64" fmla="*/ 0 w 582039"/>
              <a:gd name="connsiteY64" fmla="*/ 709343 h 2949840"/>
              <a:gd name="connsiteX65" fmla="*/ 0 w 582039"/>
              <a:gd name="connsiteY65" fmla="*/ 724643 h 2949840"/>
              <a:gd name="connsiteX66" fmla="*/ 0 w 582039"/>
              <a:gd name="connsiteY66" fmla="*/ 750585 h 2949840"/>
              <a:gd name="connsiteX67" fmla="*/ 0 w 582039"/>
              <a:gd name="connsiteY67" fmla="*/ 791801 h 2949840"/>
              <a:gd name="connsiteX68" fmla="*/ 0 w 582039"/>
              <a:gd name="connsiteY68" fmla="*/ 817744 h 2949840"/>
              <a:gd name="connsiteX69" fmla="*/ 0 w 582039"/>
              <a:gd name="connsiteY69" fmla="*/ 833046 h 2949840"/>
              <a:gd name="connsiteX70" fmla="*/ 0 w 582039"/>
              <a:gd name="connsiteY70" fmla="*/ 858986 h 2949840"/>
              <a:gd name="connsiteX71" fmla="*/ 0 w 582039"/>
              <a:gd name="connsiteY71" fmla="*/ 1169027 h 2949840"/>
              <a:gd name="connsiteX72" fmla="*/ 0 w 582039"/>
              <a:gd name="connsiteY72" fmla="*/ 1194967 h 2949840"/>
              <a:gd name="connsiteX73" fmla="*/ 0 w 582039"/>
              <a:gd name="connsiteY73" fmla="*/ 1210269 h 2949840"/>
              <a:gd name="connsiteX74" fmla="*/ 0 w 582039"/>
              <a:gd name="connsiteY74" fmla="*/ 1236212 h 2949840"/>
              <a:gd name="connsiteX75" fmla="*/ 0 w 582039"/>
              <a:gd name="connsiteY75" fmla="*/ 1277428 h 2949840"/>
              <a:gd name="connsiteX76" fmla="*/ 0 w 582039"/>
              <a:gd name="connsiteY76" fmla="*/ 1303371 h 2949840"/>
              <a:gd name="connsiteX77" fmla="*/ 0 w 582039"/>
              <a:gd name="connsiteY77" fmla="*/ 1318670 h 2949840"/>
              <a:gd name="connsiteX78" fmla="*/ 0 w 582039"/>
              <a:gd name="connsiteY78" fmla="*/ 1344613 h 2949840"/>
              <a:gd name="connsiteX79" fmla="*/ 0 w 582039"/>
              <a:gd name="connsiteY79" fmla="*/ 1455117 h 2949840"/>
              <a:gd name="connsiteX80" fmla="*/ 0 w 582039"/>
              <a:gd name="connsiteY80" fmla="*/ 1496359 h 2949840"/>
              <a:gd name="connsiteX81" fmla="*/ 0 w 582039"/>
              <a:gd name="connsiteY81" fmla="*/ 1537578 h 2949840"/>
              <a:gd name="connsiteX82" fmla="*/ 0 w 582039"/>
              <a:gd name="connsiteY82" fmla="*/ 1563518 h 2949840"/>
              <a:gd name="connsiteX83" fmla="*/ 0 w 582039"/>
              <a:gd name="connsiteY83" fmla="*/ 1578820 h 2949840"/>
              <a:gd name="connsiteX84" fmla="*/ 0 w 582039"/>
              <a:gd name="connsiteY84" fmla="*/ 1604763 h 2949840"/>
              <a:gd name="connsiteX85" fmla="*/ 0 w 582039"/>
              <a:gd name="connsiteY85" fmla="*/ 1719728 h 2949840"/>
              <a:gd name="connsiteX86" fmla="*/ 0 w 582039"/>
              <a:gd name="connsiteY86" fmla="*/ 1745671 h 2949840"/>
              <a:gd name="connsiteX87" fmla="*/ 0 w 582039"/>
              <a:gd name="connsiteY87" fmla="*/ 1760972 h 2949840"/>
              <a:gd name="connsiteX88" fmla="*/ 0 w 582039"/>
              <a:gd name="connsiteY88" fmla="*/ 1786913 h 2949840"/>
              <a:gd name="connsiteX89" fmla="*/ 0 w 582039"/>
              <a:gd name="connsiteY89" fmla="*/ 1828130 h 2949840"/>
              <a:gd name="connsiteX90" fmla="*/ 0 w 582039"/>
              <a:gd name="connsiteY90" fmla="*/ 1869374 h 2949840"/>
              <a:gd name="connsiteX91" fmla="*/ 0 w 582039"/>
              <a:gd name="connsiteY91" fmla="*/ 1979876 h 2949840"/>
              <a:gd name="connsiteX92" fmla="*/ 0 w 582039"/>
              <a:gd name="connsiteY92" fmla="*/ 2005819 h 2949840"/>
              <a:gd name="connsiteX93" fmla="*/ 0 w 582039"/>
              <a:gd name="connsiteY93" fmla="*/ 2021120 h 2949840"/>
              <a:gd name="connsiteX94" fmla="*/ 0 w 582039"/>
              <a:gd name="connsiteY94" fmla="*/ 2047063 h 2949840"/>
              <a:gd name="connsiteX95" fmla="*/ 0 w 582039"/>
              <a:gd name="connsiteY95" fmla="*/ 2088279 h 2949840"/>
              <a:gd name="connsiteX96" fmla="*/ 0 w 582039"/>
              <a:gd name="connsiteY96" fmla="*/ 2114222 h 2949840"/>
              <a:gd name="connsiteX97" fmla="*/ 0 w 582039"/>
              <a:gd name="connsiteY97" fmla="*/ 2129522 h 2949840"/>
              <a:gd name="connsiteX98" fmla="*/ 0 w 582039"/>
              <a:gd name="connsiteY98" fmla="*/ 2155464 h 2949840"/>
              <a:gd name="connsiteX99" fmla="*/ 0 w 582039"/>
              <a:gd name="connsiteY99" fmla="*/ 2465503 h 2949840"/>
              <a:gd name="connsiteX100" fmla="*/ 0 w 582039"/>
              <a:gd name="connsiteY100" fmla="*/ 2491444 h 2949840"/>
              <a:gd name="connsiteX101" fmla="*/ 0 w 582039"/>
              <a:gd name="connsiteY101" fmla="*/ 2506747 h 2949840"/>
              <a:gd name="connsiteX102" fmla="*/ 0 w 582039"/>
              <a:gd name="connsiteY102" fmla="*/ 2532688 h 2949840"/>
              <a:gd name="connsiteX103" fmla="*/ 0 w 582039"/>
              <a:gd name="connsiteY103" fmla="*/ 2573905 h 2949840"/>
              <a:gd name="connsiteX104" fmla="*/ 0 w 582039"/>
              <a:gd name="connsiteY104" fmla="*/ 2599846 h 2949840"/>
              <a:gd name="connsiteX105" fmla="*/ 0 w 582039"/>
              <a:gd name="connsiteY105" fmla="*/ 2615149 h 2949840"/>
              <a:gd name="connsiteX106" fmla="*/ 0 w 582039"/>
              <a:gd name="connsiteY106" fmla="*/ 2641090 h 2949840"/>
              <a:gd name="connsiteX107" fmla="*/ 0 w 582039"/>
              <a:gd name="connsiteY107" fmla="*/ 2938137 h 2949840"/>
              <a:gd name="connsiteX108" fmla="*/ 0 w 582039"/>
              <a:gd name="connsiteY108" fmla="*/ 2949840 h 294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2039" h="2949840">
                <a:moveTo>
                  <a:pt x="582039" y="2949840"/>
                </a:moveTo>
                <a:lnTo>
                  <a:pt x="582039" y="2929141"/>
                </a:lnTo>
                <a:lnTo>
                  <a:pt x="582039" y="2903198"/>
                </a:lnTo>
                <a:lnTo>
                  <a:pt x="582039" y="2887897"/>
                </a:lnTo>
                <a:lnTo>
                  <a:pt x="582039" y="2861956"/>
                </a:lnTo>
                <a:lnTo>
                  <a:pt x="582039" y="2820739"/>
                </a:lnTo>
                <a:lnTo>
                  <a:pt x="582039" y="2779495"/>
                </a:lnTo>
                <a:lnTo>
                  <a:pt x="582039" y="2641090"/>
                </a:lnTo>
                <a:lnTo>
                  <a:pt x="582039" y="2615149"/>
                </a:lnTo>
                <a:lnTo>
                  <a:pt x="582039" y="2599846"/>
                </a:lnTo>
                <a:lnTo>
                  <a:pt x="582039" y="2573905"/>
                </a:lnTo>
                <a:lnTo>
                  <a:pt x="582039" y="2532688"/>
                </a:lnTo>
                <a:lnTo>
                  <a:pt x="582039" y="2506747"/>
                </a:lnTo>
                <a:lnTo>
                  <a:pt x="582039" y="2491444"/>
                </a:lnTo>
                <a:lnTo>
                  <a:pt x="582039" y="2465503"/>
                </a:lnTo>
                <a:lnTo>
                  <a:pt x="582039" y="1996822"/>
                </a:lnTo>
                <a:lnTo>
                  <a:pt x="582039" y="1970880"/>
                </a:lnTo>
                <a:lnTo>
                  <a:pt x="582039" y="1955579"/>
                </a:lnTo>
                <a:lnTo>
                  <a:pt x="582039" y="1929637"/>
                </a:lnTo>
                <a:lnTo>
                  <a:pt x="582039" y="1888420"/>
                </a:lnTo>
                <a:lnTo>
                  <a:pt x="582039" y="1869374"/>
                </a:lnTo>
                <a:lnTo>
                  <a:pt x="582039" y="1862477"/>
                </a:lnTo>
                <a:lnTo>
                  <a:pt x="582039" y="1847177"/>
                </a:lnTo>
                <a:lnTo>
                  <a:pt x="582039" y="1828130"/>
                </a:lnTo>
                <a:lnTo>
                  <a:pt x="582039" y="1821235"/>
                </a:lnTo>
                <a:lnTo>
                  <a:pt x="582039" y="1786913"/>
                </a:lnTo>
                <a:lnTo>
                  <a:pt x="582039" y="1760971"/>
                </a:lnTo>
                <a:lnTo>
                  <a:pt x="582039" y="1745671"/>
                </a:lnTo>
                <a:lnTo>
                  <a:pt x="582039" y="1719728"/>
                </a:lnTo>
                <a:lnTo>
                  <a:pt x="582038" y="1446119"/>
                </a:lnTo>
                <a:lnTo>
                  <a:pt x="582038" y="1420179"/>
                </a:lnTo>
                <a:lnTo>
                  <a:pt x="582038" y="1404877"/>
                </a:lnTo>
                <a:lnTo>
                  <a:pt x="582038" y="1378934"/>
                </a:lnTo>
                <a:lnTo>
                  <a:pt x="582038" y="1344613"/>
                </a:lnTo>
                <a:lnTo>
                  <a:pt x="582038" y="1337718"/>
                </a:lnTo>
                <a:lnTo>
                  <a:pt x="582038" y="1318670"/>
                </a:lnTo>
                <a:lnTo>
                  <a:pt x="582038" y="1303371"/>
                </a:lnTo>
                <a:lnTo>
                  <a:pt x="582038" y="1296476"/>
                </a:lnTo>
                <a:lnTo>
                  <a:pt x="582038" y="1277428"/>
                </a:lnTo>
                <a:lnTo>
                  <a:pt x="582038" y="1236212"/>
                </a:lnTo>
                <a:lnTo>
                  <a:pt x="582038" y="1210269"/>
                </a:lnTo>
                <a:lnTo>
                  <a:pt x="582038" y="1194967"/>
                </a:lnTo>
                <a:lnTo>
                  <a:pt x="582038" y="1169027"/>
                </a:lnTo>
                <a:lnTo>
                  <a:pt x="582038" y="700345"/>
                </a:lnTo>
                <a:lnTo>
                  <a:pt x="582038" y="674402"/>
                </a:lnTo>
                <a:lnTo>
                  <a:pt x="582038" y="659103"/>
                </a:lnTo>
                <a:lnTo>
                  <a:pt x="582038" y="633160"/>
                </a:lnTo>
                <a:lnTo>
                  <a:pt x="582038" y="591944"/>
                </a:lnTo>
                <a:lnTo>
                  <a:pt x="582038" y="566002"/>
                </a:lnTo>
                <a:lnTo>
                  <a:pt x="582038" y="550699"/>
                </a:lnTo>
                <a:lnTo>
                  <a:pt x="582038" y="524756"/>
                </a:lnTo>
                <a:lnTo>
                  <a:pt x="582038" y="149643"/>
                </a:lnTo>
                <a:lnTo>
                  <a:pt x="582038" y="123703"/>
                </a:lnTo>
                <a:lnTo>
                  <a:pt x="582038" y="108401"/>
                </a:lnTo>
                <a:lnTo>
                  <a:pt x="582038" y="82458"/>
                </a:lnTo>
                <a:lnTo>
                  <a:pt x="582038" y="41242"/>
                </a:lnTo>
                <a:lnTo>
                  <a:pt x="582038" y="0"/>
                </a:lnTo>
                <a:lnTo>
                  <a:pt x="0" y="158641"/>
                </a:lnTo>
                <a:lnTo>
                  <a:pt x="0" y="199883"/>
                </a:lnTo>
                <a:lnTo>
                  <a:pt x="0" y="241102"/>
                </a:lnTo>
                <a:lnTo>
                  <a:pt x="0" y="267042"/>
                </a:lnTo>
                <a:lnTo>
                  <a:pt x="0" y="282344"/>
                </a:lnTo>
                <a:lnTo>
                  <a:pt x="0" y="308287"/>
                </a:lnTo>
                <a:lnTo>
                  <a:pt x="0" y="683401"/>
                </a:lnTo>
                <a:lnTo>
                  <a:pt x="0" y="709343"/>
                </a:lnTo>
                <a:lnTo>
                  <a:pt x="0" y="724643"/>
                </a:lnTo>
                <a:lnTo>
                  <a:pt x="0" y="750585"/>
                </a:lnTo>
                <a:lnTo>
                  <a:pt x="0" y="791801"/>
                </a:lnTo>
                <a:lnTo>
                  <a:pt x="0" y="817744"/>
                </a:lnTo>
                <a:lnTo>
                  <a:pt x="0" y="833046"/>
                </a:lnTo>
                <a:lnTo>
                  <a:pt x="0" y="858986"/>
                </a:lnTo>
                <a:lnTo>
                  <a:pt x="0" y="1169027"/>
                </a:lnTo>
                <a:lnTo>
                  <a:pt x="0" y="1194967"/>
                </a:lnTo>
                <a:lnTo>
                  <a:pt x="0" y="1210269"/>
                </a:lnTo>
                <a:lnTo>
                  <a:pt x="0" y="1236212"/>
                </a:lnTo>
                <a:lnTo>
                  <a:pt x="0" y="1277428"/>
                </a:lnTo>
                <a:lnTo>
                  <a:pt x="0" y="1303371"/>
                </a:lnTo>
                <a:lnTo>
                  <a:pt x="0" y="1318670"/>
                </a:lnTo>
                <a:lnTo>
                  <a:pt x="0" y="1344613"/>
                </a:lnTo>
                <a:lnTo>
                  <a:pt x="0" y="1455117"/>
                </a:lnTo>
                <a:lnTo>
                  <a:pt x="0" y="1496359"/>
                </a:lnTo>
                <a:lnTo>
                  <a:pt x="0" y="1537578"/>
                </a:lnTo>
                <a:lnTo>
                  <a:pt x="0" y="1563518"/>
                </a:lnTo>
                <a:lnTo>
                  <a:pt x="0" y="1578820"/>
                </a:lnTo>
                <a:lnTo>
                  <a:pt x="0" y="1604763"/>
                </a:lnTo>
                <a:lnTo>
                  <a:pt x="0" y="1719728"/>
                </a:lnTo>
                <a:lnTo>
                  <a:pt x="0" y="1745671"/>
                </a:lnTo>
                <a:lnTo>
                  <a:pt x="0" y="1760972"/>
                </a:lnTo>
                <a:lnTo>
                  <a:pt x="0" y="1786913"/>
                </a:lnTo>
                <a:lnTo>
                  <a:pt x="0" y="1828130"/>
                </a:lnTo>
                <a:lnTo>
                  <a:pt x="0" y="1869374"/>
                </a:lnTo>
                <a:lnTo>
                  <a:pt x="0" y="1979876"/>
                </a:lnTo>
                <a:lnTo>
                  <a:pt x="0" y="2005819"/>
                </a:lnTo>
                <a:lnTo>
                  <a:pt x="0" y="2021120"/>
                </a:lnTo>
                <a:lnTo>
                  <a:pt x="0" y="2047063"/>
                </a:lnTo>
                <a:lnTo>
                  <a:pt x="0" y="2088279"/>
                </a:lnTo>
                <a:lnTo>
                  <a:pt x="0" y="2114222"/>
                </a:lnTo>
                <a:lnTo>
                  <a:pt x="0" y="2129522"/>
                </a:lnTo>
                <a:lnTo>
                  <a:pt x="0" y="2155464"/>
                </a:lnTo>
                <a:lnTo>
                  <a:pt x="0" y="2465503"/>
                </a:lnTo>
                <a:lnTo>
                  <a:pt x="0" y="2491444"/>
                </a:lnTo>
                <a:lnTo>
                  <a:pt x="0" y="2506747"/>
                </a:lnTo>
                <a:lnTo>
                  <a:pt x="0" y="2532688"/>
                </a:lnTo>
                <a:lnTo>
                  <a:pt x="0" y="2573905"/>
                </a:lnTo>
                <a:lnTo>
                  <a:pt x="0" y="2599846"/>
                </a:lnTo>
                <a:lnTo>
                  <a:pt x="0" y="2615149"/>
                </a:lnTo>
                <a:lnTo>
                  <a:pt x="0" y="2641090"/>
                </a:lnTo>
                <a:lnTo>
                  <a:pt x="0" y="2938137"/>
                </a:lnTo>
                <a:lnTo>
                  <a:pt x="0" y="2949840"/>
                </a:lnTo>
                <a:close/>
              </a:path>
            </a:pathLst>
          </a:custGeom>
          <a:solidFill>
            <a:srgbClr val="26071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40" name="Forma libre 39">
            <a:extLst>
              <a:ext uri="{FF2B5EF4-FFF2-40B4-BE49-F238E27FC236}">
                <a16:creationId xmlns:a16="http://schemas.microsoft.com/office/drawing/2014/main" id="{D4A65AA6-2858-9938-B16E-CCE0C8C2137F}"/>
              </a:ext>
            </a:extLst>
          </p:cNvPr>
          <p:cNvSpPr/>
          <p:nvPr/>
        </p:nvSpPr>
        <p:spPr>
          <a:xfrm rot="16200000" flipV="1">
            <a:off x="1360215" y="134772"/>
            <a:ext cx="582039" cy="3704958"/>
          </a:xfrm>
          <a:custGeom>
            <a:avLst/>
            <a:gdLst>
              <a:gd name="connsiteX0" fmla="*/ 582039 w 582039"/>
              <a:gd name="connsiteY0" fmla="*/ 2949840 h 2949840"/>
              <a:gd name="connsiteX1" fmla="*/ 582039 w 582039"/>
              <a:gd name="connsiteY1" fmla="*/ 2929141 h 2949840"/>
              <a:gd name="connsiteX2" fmla="*/ 582039 w 582039"/>
              <a:gd name="connsiteY2" fmla="*/ 2903198 h 2949840"/>
              <a:gd name="connsiteX3" fmla="*/ 582039 w 582039"/>
              <a:gd name="connsiteY3" fmla="*/ 2887897 h 2949840"/>
              <a:gd name="connsiteX4" fmla="*/ 582039 w 582039"/>
              <a:gd name="connsiteY4" fmla="*/ 2861956 h 2949840"/>
              <a:gd name="connsiteX5" fmla="*/ 582039 w 582039"/>
              <a:gd name="connsiteY5" fmla="*/ 2820739 h 2949840"/>
              <a:gd name="connsiteX6" fmla="*/ 582039 w 582039"/>
              <a:gd name="connsiteY6" fmla="*/ 2779495 h 2949840"/>
              <a:gd name="connsiteX7" fmla="*/ 582039 w 582039"/>
              <a:gd name="connsiteY7" fmla="*/ 2641090 h 2949840"/>
              <a:gd name="connsiteX8" fmla="*/ 582039 w 582039"/>
              <a:gd name="connsiteY8" fmla="*/ 2615149 h 2949840"/>
              <a:gd name="connsiteX9" fmla="*/ 582039 w 582039"/>
              <a:gd name="connsiteY9" fmla="*/ 2599846 h 2949840"/>
              <a:gd name="connsiteX10" fmla="*/ 582039 w 582039"/>
              <a:gd name="connsiteY10" fmla="*/ 2573905 h 2949840"/>
              <a:gd name="connsiteX11" fmla="*/ 582039 w 582039"/>
              <a:gd name="connsiteY11" fmla="*/ 2532688 h 2949840"/>
              <a:gd name="connsiteX12" fmla="*/ 582039 w 582039"/>
              <a:gd name="connsiteY12" fmla="*/ 2506747 h 2949840"/>
              <a:gd name="connsiteX13" fmla="*/ 582039 w 582039"/>
              <a:gd name="connsiteY13" fmla="*/ 2491444 h 2949840"/>
              <a:gd name="connsiteX14" fmla="*/ 582039 w 582039"/>
              <a:gd name="connsiteY14" fmla="*/ 2465503 h 2949840"/>
              <a:gd name="connsiteX15" fmla="*/ 582039 w 582039"/>
              <a:gd name="connsiteY15" fmla="*/ 1996822 h 2949840"/>
              <a:gd name="connsiteX16" fmla="*/ 582039 w 582039"/>
              <a:gd name="connsiteY16" fmla="*/ 1970880 h 2949840"/>
              <a:gd name="connsiteX17" fmla="*/ 582039 w 582039"/>
              <a:gd name="connsiteY17" fmla="*/ 1955579 h 2949840"/>
              <a:gd name="connsiteX18" fmla="*/ 582039 w 582039"/>
              <a:gd name="connsiteY18" fmla="*/ 1929637 h 2949840"/>
              <a:gd name="connsiteX19" fmla="*/ 582039 w 582039"/>
              <a:gd name="connsiteY19" fmla="*/ 1888420 h 2949840"/>
              <a:gd name="connsiteX20" fmla="*/ 582039 w 582039"/>
              <a:gd name="connsiteY20" fmla="*/ 1869374 h 2949840"/>
              <a:gd name="connsiteX21" fmla="*/ 582039 w 582039"/>
              <a:gd name="connsiteY21" fmla="*/ 1862477 h 2949840"/>
              <a:gd name="connsiteX22" fmla="*/ 582039 w 582039"/>
              <a:gd name="connsiteY22" fmla="*/ 1847177 h 2949840"/>
              <a:gd name="connsiteX23" fmla="*/ 582039 w 582039"/>
              <a:gd name="connsiteY23" fmla="*/ 1828130 h 2949840"/>
              <a:gd name="connsiteX24" fmla="*/ 582039 w 582039"/>
              <a:gd name="connsiteY24" fmla="*/ 1821235 h 2949840"/>
              <a:gd name="connsiteX25" fmla="*/ 582039 w 582039"/>
              <a:gd name="connsiteY25" fmla="*/ 1786913 h 2949840"/>
              <a:gd name="connsiteX26" fmla="*/ 582039 w 582039"/>
              <a:gd name="connsiteY26" fmla="*/ 1760971 h 2949840"/>
              <a:gd name="connsiteX27" fmla="*/ 582039 w 582039"/>
              <a:gd name="connsiteY27" fmla="*/ 1745671 h 2949840"/>
              <a:gd name="connsiteX28" fmla="*/ 582039 w 582039"/>
              <a:gd name="connsiteY28" fmla="*/ 1719728 h 2949840"/>
              <a:gd name="connsiteX29" fmla="*/ 582038 w 582039"/>
              <a:gd name="connsiteY29" fmla="*/ 1446119 h 2949840"/>
              <a:gd name="connsiteX30" fmla="*/ 582038 w 582039"/>
              <a:gd name="connsiteY30" fmla="*/ 1420179 h 2949840"/>
              <a:gd name="connsiteX31" fmla="*/ 582038 w 582039"/>
              <a:gd name="connsiteY31" fmla="*/ 1404877 h 2949840"/>
              <a:gd name="connsiteX32" fmla="*/ 582038 w 582039"/>
              <a:gd name="connsiteY32" fmla="*/ 1378934 h 2949840"/>
              <a:gd name="connsiteX33" fmla="*/ 582038 w 582039"/>
              <a:gd name="connsiteY33" fmla="*/ 1344613 h 2949840"/>
              <a:gd name="connsiteX34" fmla="*/ 582038 w 582039"/>
              <a:gd name="connsiteY34" fmla="*/ 1337718 h 2949840"/>
              <a:gd name="connsiteX35" fmla="*/ 582038 w 582039"/>
              <a:gd name="connsiteY35" fmla="*/ 1318670 h 2949840"/>
              <a:gd name="connsiteX36" fmla="*/ 582038 w 582039"/>
              <a:gd name="connsiteY36" fmla="*/ 1303371 h 2949840"/>
              <a:gd name="connsiteX37" fmla="*/ 582038 w 582039"/>
              <a:gd name="connsiteY37" fmla="*/ 1296476 h 2949840"/>
              <a:gd name="connsiteX38" fmla="*/ 582038 w 582039"/>
              <a:gd name="connsiteY38" fmla="*/ 1277428 h 2949840"/>
              <a:gd name="connsiteX39" fmla="*/ 582038 w 582039"/>
              <a:gd name="connsiteY39" fmla="*/ 1236212 h 2949840"/>
              <a:gd name="connsiteX40" fmla="*/ 582038 w 582039"/>
              <a:gd name="connsiteY40" fmla="*/ 1210269 h 2949840"/>
              <a:gd name="connsiteX41" fmla="*/ 582038 w 582039"/>
              <a:gd name="connsiteY41" fmla="*/ 1194967 h 2949840"/>
              <a:gd name="connsiteX42" fmla="*/ 582038 w 582039"/>
              <a:gd name="connsiteY42" fmla="*/ 1169027 h 2949840"/>
              <a:gd name="connsiteX43" fmla="*/ 582038 w 582039"/>
              <a:gd name="connsiteY43" fmla="*/ 700345 h 2949840"/>
              <a:gd name="connsiteX44" fmla="*/ 582038 w 582039"/>
              <a:gd name="connsiteY44" fmla="*/ 674402 h 2949840"/>
              <a:gd name="connsiteX45" fmla="*/ 582038 w 582039"/>
              <a:gd name="connsiteY45" fmla="*/ 659103 h 2949840"/>
              <a:gd name="connsiteX46" fmla="*/ 582038 w 582039"/>
              <a:gd name="connsiteY46" fmla="*/ 633160 h 2949840"/>
              <a:gd name="connsiteX47" fmla="*/ 582038 w 582039"/>
              <a:gd name="connsiteY47" fmla="*/ 591944 h 2949840"/>
              <a:gd name="connsiteX48" fmla="*/ 582038 w 582039"/>
              <a:gd name="connsiteY48" fmla="*/ 566002 h 2949840"/>
              <a:gd name="connsiteX49" fmla="*/ 582038 w 582039"/>
              <a:gd name="connsiteY49" fmla="*/ 550699 h 2949840"/>
              <a:gd name="connsiteX50" fmla="*/ 582038 w 582039"/>
              <a:gd name="connsiteY50" fmla="*/ 524756 h 2949840"/>
              <a:gd name="connsiteX51" fmla="*/ 582038 w 582039"/>
              <a:gd name="connsiteY51" fmla="*/ 149643 h 2949840"/>
              <a:gd name="connsiteX52" fmla="*/ 582038 w 582039"/>
              <a:gd name="connsiteY52" fmla="*/ 123703 h 2949840"/>
              <a:gd name="connsiteX53" fmla="*/ 582038 w 582039"/>
              <a:gd name="connsiteY53" fmla="*/ 108401 h 2949840"/>
              <a:gd name="connsiteX54" fmla="*/ 582038 w 582039"/>
              <a:gd name="connsiteY54" fmla="*/ 82458 h 2949840"/>
              <a:gd name="connsiteX55" fmla="*/ 582038 w 582039"/>
              <a:gd name="connsiteY55" fmla="*/ 41242 h 2949840"/>
              <a:gd name="connsiteX56" fmla="*/ 582038 w 582039"/>
              <a:gd name="connsiteY56" fmla="*/ 0 h 2949840"/>
              <a:gd name="connsiteX57" fmla="*/ 0 w 582039"/>
              <a:gd name="connsiteY57" fmla="*/ 158641 h 2949840"/>
              <a:gd name="connsiteX58" fmla="*/ 0 w 582039"/>
              <a:gd name="connsiteY58" fmla="*/ 199883 h 2949840"/>
              <a:gd name="connsiteX59" fmla="*/ 0 w 582039"/>
              <a:gd name="connsiteY59" fmla="*/ 241102 h 2949840"/>
              <a:gd name="connsiteX60" fmla="*/ 0 w 582039"/>
              <a:gd name="connsiteY60" fmla="*/ 267042 h 2949840"/>
              <a:gd name="connsiteX61" fmla="*/ 0 w 582039"/>
              <a:gd name="connsiteY61" fmla="*/ 282344 h 2949840"/>
              <a:gd name="connsiteX62" fmla="*/ 0 w 582039"/>
              <a:gd name="connsiteY62" fmla="*/ 308287 h 2949840"/>
              <a:gd name="connsiteX63" fmla="*/ 0 w 582039"/>
              <a:gd name="connsiteY63" fmla="*/ 683401 h 2949840"/>
              <a:gd name="connsiteX64" fmla="*/ 0 w 582039"/>
              <a:gd name="connsiteY64" fmla="*/ 709343 h 2949840"/>
              <a:gd name="connsiteX65" fmla="*/ 0 w 582039"/>
              <a:gd name="connsiteY65" fmla="*/ 724643 h 2949840"/>
              <a:gd name="connsiteX66" fmla="*/ 0 w 582039"/>
              <a:gd name="connsiteY66" fmla="*/ 750585 h 2949840"/>
              <a:gd name="connsiteX67" fmla="*/ 0 w 582039"/>
              <a:gd name="connsiteY67" fmla="*/ 791801 h 2949840"/>
              <a:gd name="connsiteX68" fmla="*/ 0 w 582039"/>
              <a:gd name="connsiteY68" fmla="*/ 817744 h 2949840"/>
              <a:gd name="connsiteX69" fmla="*/ 0 w 582039"/>
              <a:gd name="connsiteY69" fmla="*/ 833046 h 2949840"/>
              <a:gd name="connsiteX70" fmla="*/ 0 w 582039"/>
              <a:gd name="connsiteY70" fmla="*/ 858986 h 2949840"/>
              <a:gd name="connsiteX71" fmla="*/ 0 w 582039"/>
              <a:gd name="connsiteY71" fmla="*/ 1169027 h 2949840"/>
              <a:gd name="connsiteX72" fmla="*/ 0 w 582039"/>
              <a:gd name="connsiteY72" fmla="*/ 1194967 h 2949840"/>
              <a:gd name="connsiteX73" fmla="*/ 0 w 582039"/>
              <a:gd name="connsiteY73" fmla="*/ 1210269 h 2949840"/>
              <a:gd name="connsiteX74" fmla="*/ 0 w 582039"/>
              <a:gd name="connsiteY74" fmla="*/ 1236212 h 2949840"/>
              <a:gd name="connsiteX75" fmla="*/ 0 w 582039"/>
              <a:gd name="connsiteY75" fmla="*/ 1277428 h 2949840"/>
              <a:gd name="connsiteX76" fmla="*/ 0 w 582039"/>
              <a:gd name="connsiteY76" fmla="*/ 1303371 h 2949840"/>
              <a:gd name="connsiteX77" fmla="*/ 0 w 582039"/>
              <a:gd name="connsiteY77" fmla="*/ 1318670 h 2949840"/>
              <a:gd name="connsiteX78" fmla="*/ 0 w 582039"/>
              <a:gd name="connsiteY78" fmla="*/ 1344613 h 2949840"/>
              <a:gd name="connsiteX79" fmla="*/ 0 w 582039"/>
              <a:gd name="connsiteY79" fmla="*/ 1455117 h 2949840"/>
              <a:gd name="connsiteX80" fmla="*/ 0 w 582039"/>
              <a:gd name="connsiteY80" fmla="*/ 1496359 h 2949840"/>
              <a:gd name="connsiteX81" fmla="*/ 0 w 582039"/>
              <a:gd name="connsiteY81" fmla="*/ 1537578 h 2949840"/>
              <a:gd name="connsiteX82" fmla="*/ 0 w 582039"/>
              <a:gd name="connsiteY82" fmla="*/ 1563518 h 2949840"/>
              <a:gd name="connsiteX83" fmla="*/ 0 w 582039"/>
              <a:gd name="connsiteY83" fmla="*/ 1578820 h 2949840"/>
              <a:gd name="connsiteX84" fmla="*/ 0 w 582039"/>
              <a:gd name="connsiteY84" fmla="*/ 1604763 h 2949840"/>
              <a:gd name="connsiteX85" fmla="*/ 0 w 582039"/>
              <a:gd name="connsiteY85" fmla="*/ 1719728 h 2949840"/>
              <a:gd name="connsiteX86" fmla="*/ 0 w 582039"/>
              <a:gd name="connsiteY86" fmla="*/ 1745671 h 2949840"/>
              <a:gd name="connsiteX87" fmla="*/ 0 w 582039"/>
              <a:gd name="connsiteY87" fmla="*/ 1760972 h 2949840"/>
              <a:gd name="connsiteX88" fmla="*/ 0 w 582039"/>
              <a:gd name="connsiteY88" fmla="*/ 1786913 h 2949840"/>
              <a:gd name="connsiteX89" fmla="*/ 0 w 582039"/>
              <a:gd name="connsiteY89" fmla="*/ 1828130 h 2949840"/>
              <a:gd name="connsiteX90" fmla="*/ 0 w 582039"/>
              <a:gd name="connsiteY90" fmla="*/ 1869374 h 2949840"/>
              <a:gd name="connsiteX91" fmla="*/ 0 w 582039"/>
              <a:gd name="connsiteY91" fmla="*/ 1979876 h 2949840"/>
              <a:gd name="connsiteX92" fmla="*/ 0 w 582039"/>
              <a:gd name="connsiteY92" fmla="*/ 2005819 h 2949840"/>
              <a:gd name="connsiteX93" fmla="*/ 0 w 582039"/>
              <a:gd name="connsiteY93" fmla="*/ 2021120 h 2949840"/>
              <a:gd name="connsiteX94" fmla="*/ 0 w 582039"/>
              <a:gd name="connsiteY94" fmla="*/ 2047063 h 2949840"/>
              <a:gd name="connsiteX95" fmla="*/ 0 w 582039"/>
              <a:gd name="connsiteY95" fmla="*/ 2088279 h 2949840"/>
              <a:gd name="connsiteX96" fmla="*/ 0 w 582039"/>
              <a:gd name="connsiteY96" fmla="*/ 2114222 h 2949840"/>
              <a:gd name="connsiteX97" fmla="*/ 0 w 582039"/>
              <a:gd name="connsiteY97" fmla="*/ 2129522 h 2949840"/>
              <a:gd name="connsiteX98" fmla="*/ 0 w 582039"/>
              <a:gd name="connsiteY98" fmla="*/ 2155464 h 2949840"/>
              <a:gd name="connsiteX99" fmla="*/ 0 w 582039"/>
              <a:gd name="connsiteY99" fmla="*/ 2465503 h 2949840"/>
              <a:gd name="connsiteX100" fmla="*/ 0 w 582039"/>
              <a:gd name="connsiteY100" fmla="*/ 2491444 h 2949840"/>
              <a:gd name="connsiteX101" fmla="*/ 0 w 582039"/>
              <a:gd name="connsiteY101" fmla="*/ 2506747 h 2949840"/>
              <a:gd name="connsiteX102" fmla="*/ 0 w 582039"/>
              <a:gd name="connsiteY102" fmla="*/ 2532688 h 2949840"/>
              <a:gd name="connsiteX103" fmla="*/ 0 w 582039"/>
              <a:gd name="connsiteY103" fmla="*/ 2573905 h 2949840"/>
              <a:gd name="connsiteX104" fmla="*/ 0 w 582039"/>
              <a:gd name="connsiteY104" fmla="*/ 2599846 h 2949840"/>
              <a:gd name="connsiteX105" fmla="*/ 0 w 582039"/>
              <a:gd name="connsiteY105" fmla="*/ 2615149 h 2949840"/>
              <a:gd name="connsiteX106" fmla="*/ 0 w 582039"/>
              <a:gd name="connsiteY106" fmla="*/ 2641090 h 2949840"/>
              <a:gd name="connsiteX107" fmla="*/ 0 w 582039"/>
              <a:gd name="connsiteY107" fmla="*/ 2938137 h 2949840"/>
              <a:gd name="connsiteX108" fmla="*/ 0 w 582039"/>
              <a:gd name="connsiteY108" fmla="*/ 2949840 h 294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2039" h="2949840">
                <a:moveTo>
                  <a:pt x="582039" y="2949840"/>
                </a:moveTo>
                <a:lnTo>
                  <a:pt x="582039" y="2929141"/>
                </a:lnTo>
                <a:lnTo>
                  <a:pt x="582039" y="2903198"/>
                </a:lnTo>
                <a:lnTo>
                  <a:pt x="582039" y="2887897"/>
                </a:lnTo>
                <a:lnTo>
                  <a:pt x="582039" y="2861956"/>
                </a:lnTo>
                <a:lnTo>
                  <a:pt x="582039" y="2820739"/>
                </a:lnTo>
                <a:lnTo>
                  <a:pt x="582039" y="2779495"/>
                </a:lnTo>
                <a:lnTo>
                  <a:pt x="582039" y="2641090"/>
                </a:lnTo>
                <a:lnTo>
                  <a:pt x="582039" y="2615149"/>
                </a:lnTo>
                <a:lnTo>
                  <a:pt x="582039" y="2599846"/>
                </a:lnTo>
                <a:lnTo>
                  <a:pt x="582039" y="2573905"/>
                </a:lnTo>
                <a:lnTo>
                  <a:pt x="582039" y="2532688"/>
                </a:lnTo>
                <a:lnTo>
                  <a:pt x="582039" y="2506747"/>
                </a:lnTo>
                <a:lnTo>
                  <a:pt x="582039" y="2491444"/>
                </a:lnTo>
                <a:lnTo>
                  <a:pt x="582039" y="2465503"/>
                </a:lnTo>
                <a:lnTo>
                  <a:pt x="582039" y="1996822"/>
                </a:lnTo>
                <a:lnTo>
                  <a:pt x="582039" y="1970880"/>
                </a:lnTo>
                <a:lnTo>
                  <a:pt x="582039" y="1955579"/>
                </a:lnTo>
                <a:lnTo>
                  <a:pt x="582039" y="1929637"/>
                </a:lnTo>
                <a:lnTo>
                  <a:pt x="582039" y="1888420"/>
                </a:lnTo>
                <a:lnTo>
                  <a:pt x="582039" y="1869374"/>
                </a:lnTo>
                <a:lnTo>
                  <a:pt x="582039" y="1862477"/>
                </a:lnTo>
                <a:lnTo>
                  <a:pt x="582039" y="1847177"/>
                </a:lnTo>
                <a:lnTo>
                  <a:pt x="582039" y="1828130"/>
                </a:lnTo>
                <a:lnTo>
                  <a:pt x="582039" y="1821235"/>
                </a:lnTo>
                <a:lnTo>
                  <a:pt x="582039" y="1786913"/>
                </a:lnTo>
                <a:lnTo>
                  <a:pt x="582039" y="1760971"/>
                </a:lnTo>
                <a:lnTo>
                  <a:pt x="582039" y="1745671"/>
                </a:lnTo>
                <a:lnTo>
                  <a:pt x="582039" y="1719728"/>
                </a:lnTo>
                <a:lnTo>
                  <a:pt x="582038" y="1446119"/>
                </a:lnTo>
                <a:lnTo>
                  <a:pt x="582038" y="1420179"/>
                </a:lnTo>
                <a:lnTo>
                  <a:pt x="582038" y="1404877"/>
                </a:lnTo>
                <a:lnTo>
                  <a:pt x="582038" y="1378934"/>
                </a:lnTo>
                <a:lnTo>
                  <a:pt x="582038" y="1344613"/>
                </a:lnTo>
                <a:lnTo>
                  <a:pt x="582038" y="1337718"/>
                </a:lnTo>
                <a:lnTo>
                  <a:pt x="582038" y="1318670"/>
                </a:lnTo>
                <a:lnTo>
                  <a:pt x="582038" y="1303371"/>
                </a:lnTo>
                <a:lnTo>
                  <a:pt x="582038" y="1296476"/>
                </a:lnTo>
                <a:lnTo>
                  <a:pt x="582038" y="1277428"/>
                </a:lnTo>
                <a:lnTo>
                  <a:pt x="582038" y="1236212"/>
                </a:lnTo>
                <a:lnTo>
                  <a:pt x="582038" y="1210269"/>
                </a:lnTo>
                <a:lnTo>
                  <a:pt x="582038" y="1194967"/>
                </a:lnTo>
                <a:lnTo>
                  <a:pt x="582038" y="1169027"/>
                </a:lnTo>
                <a:lnTo>
                  <a:pt x="582038" y="700345"/>
                </a:lnTo>
                <a:lnTo>
                  <a:pt x="582038" y="674402"/>
                </a:lnTo>
                <a:lnTo>
                  <a:pt x="582038" y="659103"/>
                </a:lnTo>
                <a:lnTo>
                  <a:pt x="582038" y="633160"/>
                </a:lnTo>
                <a:lnTo>
                  <a:pt x="582038" y="591944"/>
                </a:lnTo>
                <a:lnTo>
                  <a:pt x="582038" y="566002"/>
                </a:lnTo>
                <a:lnTo>
                  <a:pt x="582038" y="550699"/>
                </a:lnTo>
                <a:lnTo>
                  <a:pt x="582038" y="524756"/>
                </a:lnTo>
                <a:lnTo>
                  <a:pt x="582038" y="149643"/>
                </a:lnTo>
                <a:lnTo>
                  <a:pt x="582038" y="123703"/>
                </a:lnTo>
                <a:lnTo>
                  <a:pt x="582038" y="108401"/>
                </a:lnTo>
                <a:lnTo>
                  <a:pt x="582038" y="82458"/>
                </a:lnTo>
                <a:lnTo>
                  <a:pt x="582038" y="41242"/>
                </a:lnTo>
                <a:lnTo>
                  <a:pt x="582038" y="0"/>
                </a:lnTo>
                <a:lnTo>
                  <a:pt x="0" y="158641"/>
                </a:lnTo>
                <a:lnTo>
                  <a:pt x="0" y="199883"/>
                </a:lnTo>
                <a:lnTo>
                  <a:pt x="0" y="241102"/>
                </a:lnTo>
                <a:lnTo>
                  <a:pt x="0" y="267042"/>
                </a:lnTo>
                <a:lnTo>
                  <a:pt x="0" y="282344"/>
                </a:lnTo>
                <a:lnTo>
                  <a:pt x="0" y="308287"/>
                </a:lnTo>
                <a:lnTo>
                  <a:pt x="0" y="683401"/>
                </a:lnTo>
                <a:lnTo>
                  <a:pt x="0" y="709343"/>
                </a:lnTo>
                <a:lnTo>
                  <a:pt x="0" y="724643"/>
                </a:lnTo>
                <a:lnTo>
                  <a:pt x="0" y="750585"/>
                </a:lnTo>
                <a:lnTo>
                  <a:pt x="0" y="791801"/>
                </a:lnTo>
                <a:lnTo>
                  <a:pt x="0" y="817744"/>
                </a:lnTo>
                <a:lnTo>
                  <a:pt x="0" y="833046"/>
                </a:lnTo>
                <a:lnTo>
                  <a:pt x="0" y="858986"/>
                </a:lnTo>
                <a:lnTo>
                  <a:pt x="0" y="1169027"/>
                </a:lnTo>
                <a:lnTo>
                  <a:pt x="0" y="1194967"/>
                </a:lnTo>
                <a:lnTo>
                  <a:pt x="0" y="1210269"/>
                </a:lnTo>
                <a:lnTo>
                  <a:pt x="0" y="1236212"/>
                </a:lnTo>
                <a:lnTo>
                  <a:pt x="0" y="1277428"/>
                </a:lnTo>
                <a:lnTo>
                  <a:pt x="0" y="1303371"/>
                </a:lnTo>
                <a:lnTo>
                  <a:pt x="0" y="1318670"/>
                </a:lnTo>
                <a:lnTo>
                  <a:pt x="0" y="1344613"/>
                </a:lnTo>
                <a:lnTo>
                  <a:pt x="0" y="1455117"/>
                </a:lnTo>
                <a:lnTo>
                  <a:pt x="0" y="1496359"/>
                </a:lnTo>
                <a:lnTo>
                  <a:pt x="0" y="1537578"/>
                </a:lnTo>
                <a:lnTo>
                  <a:pt x="0" y="1563518"/>
                </a:lnTo>
                <a:lnTo>
                  <a:pt x="0" y="1578820"/>
                </a:lnTo>
                <a:lnTo>
                  <a:pt x="0" y="1604763"/>
                </a:lnTo>
                <a:lnTo>
                  <a:pt x="0" y="1719728"/>
                </a:lnTo>
                <a:lnTo>
                  <a:pt x="0" y="1745671"/>
                </a:lnTo>
                <a:lnTo>
                  <a:pt x="0" y="1760972"/>
                </a:lnTo>
                <a:lnTo>
                  <a:pt x="0" y="1786913"/>
                </a:lnTo>
                <a:lnTo>
                  <a:pt x="0" y="1828130"/>
                </a:lnTo>
                <a:lnTo>
                  <a:pt x="0" y="1869374"/>
                </a:lnTo>
                <a:lnTo>
                  <a:pt x="0" y="1979876"/>
                </a:lnTo>
                <a:lnTo>
                  <a:pt x="0" y="2005819"/>
                </a:lnTo>
                <a:lnTo>
                  <a:pt x="0" y="2021120"/>
                </a:lnTo>
                <a:lnTo>
                  <a:pt x="0" y="2047063"/>
                </a:lnTo>
                <a:lnTo>
                  <a:pt x="0" y="2088279"/>
                </a:lnTo>
                <a:lnTo>
                  <a:pt x="0" y="2114222"/>
                </a:lnTo>
                <a:lnTo>
                  <a:pt x="0" y="2129522"/>
                </a:lnTo>
                <a:lnTo>
                  <a:pt x="0" y="2155464"/>
                </a:lnTo>
                <a:lnTo>
                  <a:pt x="0" y="2465503"/>
                </a:lnTo>
                <a:lnTo>
                  <a:pt x="0" y="2491444"/>
                </a:lnTo>
                <a:lnTo>
                  <a:pt x="0" y="2506747"/>
                </a:lnTo>
                <a:lnTo>
                  <a:pt x="0" y="2532688"/>
                </a:lnTo>
                <a:lnTo>
                  <a:pt x="0" y="2573905"/>
                </a:lnTo>
                <a:lnTo>
                  <a:pt x="0" y="2599846"/>
                </a:lnTo>
                <a:lnTo>
                  <a:pt x="0" y="2615149"/>
                </a:lnTo>
                <a:lnTo>
                  <a:pt x="0" y="2641090"/>
                </a:lnTo>
                <a:lnTo>
                  <a:pt x="0" y="2938137"/>
                </a:lnTo>
                <a:lnTo>
                  <a:pt x="0" y="294984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41" name="Forma libre 40">
            <a:extLst>
              <a:ext uri="{FF2B5EF4-FFF2-40B4-BE49-F238E27FC236}">
                <a16:creationId xmlns:a16="http://schemas.microsoft.com/office/drawing/2014/main" id="{F5C62B23-BAA4-CB5B-52F9-A6D84F00213F}"/>
              </a:ext>
            </a:extLst>
          </p:cNvPr>
          <p:cNvSpPr/>
          <p:nvPr/>
        </p:nvSpPr>
        <p:spPr>
          <a:xfrm rot="16200000" flipV="1">
            <a:off x="8609080" y="-163537"/>
            <a:ext cx="502574" cy="5631811"/>
          </a:xfrm>
          <a:custGeom>
            <a:avLst/>
            <a:gdLst>
              <a:gd name="connsiteX0" fmla="*/ 502574 w 502574"/>
              <a:gd name="connsiteY0" fmla="*/ 5494829 h 5631811"/>
              <a:gd name="connsiteX1" fmla="*/ 502574 w 502574"/>
              <a:gd name="connsiteY1" fmla="*/ 5483294 h 5631811"/>
              <a:gd name="connsiteX2" fmla="*/ 502574 w 502574"/>
              <a:gd name="connsiteY2" fmla="*/ 5466848 h 5631811"/>
              <a:gd name="connsiteX3" fmla="*/ 502574 w 502574"/>
              <a:gd name="connsiteY3" fmla="*/ 5460894 h 5631811"/>
              <a:gd name="connsiteX4" fmla="*/ 502574 w 502574"/>
              <a:gd name="connsiteY4" fmla="*/ 5431258 h 5631811"/>
              <a:gd name="connsiteX5" fmla="*/ 502574 w 502574"/>
              <a:gd name="connsiteY5" fmla="*/ 5408858 h 5631811"/>
              <a:gd name="connsiteX6" fmla="*/ 502574 w 502574"/>
              <a:gd name="connsiteY6" fmla="*/ 5395647 h 5631811"/>
              <a:gd name="connsiteX7" fmla="*/ 502574 w 502574"/>
              <a:gd name="connsiteY7" fmla="*/ 5373246 h 5631811"/>
              <a:gd name="connsiteX8" fmla="*/ 502573 w 502574"/>
              <a:gd name="connsiteY8" fmla="*/ 5136994 h 5631811"/>
              <a:gd name="connsiteX9" fmla="*/ 502573 w 502574"/>
              <a:gd name="connsiteY9" fmla="*/ 5114595 h 5631811"/>
              <a:gd name="connsiteX10" fmla="*/ 502573 w 502574"/>
              <a:gd name="connsiteY10" fmla="*/ 5101383 h 5631811"/>
              <a:gd name="connsiteX11" fmla="*/ 502573 w 502574"/>
              <a:gd name="connsiteY11" fmla="*/ 5078982 h 5631811"/>
              <a:gd name="connsiteX12" fmla="*/ 502573 w 502574"/>
              <a:gd name="connsiteY12" fmla="*/ 5049347 h 5631811"/>
              <a:gd name="connsiteX13" fmla="*/ 502573 w 502574"/>
              <a:gd name="connsiteY13" fmla="*/ 5043393 h 5631811"/>
              <a:gd name="connsiteX14" fmla="*/ 502573 w 502574"/>
              <a:gd name="connsiteY14" fmla="*/ 5026946 h 5631811"/>
              <a:gd name="connsiteX15" fmla="*/ 502573 w 502574"/>
              <a:gd name="connsiteY15" fmla="*/ 5013735 h 5631811"/>
              <a:gd name="connsiteX16" fmla="*/ 502573 w 502574"/>
              <a:gd name="connsiteY16" fmla="*/ 5013008 h 5631811"/>
              <a:gd name="connsiteX17" fmla="*/ 502574 w 502574"/>
              <a:gd name="connsiteY17" fmla="*/ 5013008 h 5631811"/>
              <a:gd name="connsiteX18" fmla="*/ 502574 w 502574"/>
              <a:gd name="connsiteY18" fmla="*/ 4995135 h 5631811"/>
              <a:gd name="connsiteX19" fmla="*/ 502574 w 502574"/>
              <a:gd name="connsiteY19" fmla="*/ 4972734 h 5631811"/>
              <a:gd name="connsiteX20" fmla="*/ 502574 w 502574"/>
              <a:gd name="connsiteY20" fmla="*/ 4959522 h 5631811"/>
              <a:gd name="connsiteX21" fmla="*/ 502574 w 502574"/>
              <a:gd name="connsiteY21" fmla="*/ 4937123 h 5631811"/>
              <a:gd name="connsiteX22" fmla="*/ 502574 w 502574"/>
              <a:gd name="connsiteY22" fmla="*/ 4901533 h 5631811"/>
              <a:gd name="connsiteX23" fmla="*/ 502574 w 502574"/>
              <a:gd name="connsiteY23" fmla="*/ 4865921 h 5631811"/>
              <a:gd name="connsiteX24" fmla="*/ 502574 w 502574"/>
              <a:gd name="connsiteY24" fmla="*/ 4746412 h 5631811"/>
              <a:gd name="connsiteX25" fmla="*/ 502574 w 502574"/>
              <a:gd name="connsiteY25" fmla="*/ 4724013 h 5631811"/>
              <a:gd name="connsiteX26" fmla="*/ 502574 w 502574"/>
              <a:gd name="connsiteY26" fmla="*/ 4710799 h 5631811"/>
              <a:gd name="connsiteX27" fmla="*/ 502574 w 502574"/>
              <a:gd name="connsiteY27" fmla="*/ 4688400 h 5631811"/>
              <a:gd name="connsiteX28" fmla="*/ 502574 w 502574"/>
              <a:gd name="connsiteY28" fmla="*/ 4652811 h 5631811"/>
              <a:gd name="connsiteX29" fmla="*/ 502574 w 502574"/>
              <a:gd name="connsiteY29" fmla="*/ 4630412 h 5631811"/>
              <a:gd name="connsiteX30" fmla="*/ 502574 w 502574"/>
              <a:gd name="connsiteY30" fmla="*/ 4617198 h 5631811"/>
              <a:gd name="connsiteX31" fmla="*/ 502574 w 502574"/>
              <a:gd name="connsiteY31" fmla="*/ 4594799 h 5631811"/>
              <a:gd name="connsiteX32" fmla="*/ 502574 w 502574"/>
              <a:gd name="connsiteY32" fmla="*/ 4190108 h 5631811"/>
              <a:gd name="connsiteX33" fmla="*/ 502574 w 502574"/>
              <a:gd name="connsiteY33" fmla="*/ 4167708 h 5631811"/>
              <a:gd name="connsiteX34" fmla="*/ 502574 w 502574"/>
              <a:gd name="connsiteY34" fmla="*/ 4154496 h 5631811"/>
              <a:gd name="connsiteX35" fmla="*/ 502574 w 502574"/>
              <a:gd name="connsiteY35" fmla="*/ 4132096 h 5631811"/>
              <a:gd name="connsiteX36" fmla="*/ 502574 w 502574"/>
              <a:gd name="connsiteY36" fmla="*/ 4096506 h 5631811"/>
              <a:gd name="connsiteX37" fmla="*/ 502574 w 502574"/>
              <a:gd name="connsiteY37" fmla="*/ 4080061 h 5631811"/>
              <a:gd name="connsiteX38" fmla="*/ 502574 w 502574"/>
              <a:gd name="connsiteY38" fmla="*/ 4074105 h 5631811"/>
              <a:gd name="connsiteX39" fmla="*/ 502574 w 502574"/>
              <a:gd name="connsiteY39" fmla="*/ 4060894 h 5631811"/>
              <a:gd name="connsiteX40" fmla="*/ 502574 w 502574"/>
              <a:gd name="connsiteY40" fmla="*/ 4044448 h 5631811"/>
              <a:gd name="connsiteX41" fmla="*/ 502574 w 502574"/>
              <a:gd name="connsiteY41" fmla="*/ 4038494 h 5631811"/>
              <a:gd name="connsiteX42" fmla="*/ 502574 w 502574"/>
              <a:gd name="connsiteY42" fmla="*/ 4008858 h 5631811"/>
              <a:gd name="connsiteX43" fmla="*/ 502574 w 502574"/>
              <a:gd name="connsiteY43" fmla="*/ 3986458 h 5631811"/>
              <a:gd name="connsiteX44" fmla="*/ 502574 w 502574"/>
              <a:gd name="connsiteY44" fmla="*/ 3973247 h 5631811"/>
              <a:gd name="connsiteX45" fmla="*/ 502574 w 502574"/>
              <a:gd name="connsiteY45" fmla="*/ 3950846 h 5631811"/>
              <a:gd name="connsiteX46" fmla="*/ 502573 w 502574"/>
              <a:gd name="connsiteY46" fmla="*/ 3714593 h 5631811"/>
              <a:gd name="connsiteX47" fmla="*/ 502573 w 502574"/>
              <a:gd name="connsiteY47" fmla="*/ 3692195 h 5631811"/>
              <a:gd name="connsiteX48" fmla="*/ 502573 w 502574"/>
              <a:gd name="connsiteY48" fmla="*/ 3678982 h 5631811"/>
              <a:gd name="connsiteX49" fmla="*/ 502573 w 502574"/>
              <a:gd name="connsiteY49" fmla="*/ 3656581 h 5631811"/>
              <a:gd name="connsiteX50" fmla="*/ 502573 w 502574"/>
              <a:gd name="connsiteY50" fmla="*/ 3626946 h 5631811"/>
              <a:gd name="connsiteX51" fmla="*/ 502573 w 502574"/>
              <a:gd name="connsiteY51" fmla="*/ 3620993 h 5631811"/>
              <a:gd name="connsiteX52" fmla="*/ 502573 w 502574"/>
              <a:gd name="connsiteY52" fmla="*/ 3604546 h 5631811"/>
              <a:gd name="connsiteX53" fmla="*/ 502573 w 502574"/>
              <a:gd name="connsiteY53" fmla="*/ 3591335 h 5631811"/>
              <a:gd name="connsiteX54" fmla="*/ 502573 w 502574"/>
              <a:gd name="connsiteY54" fmla="*/ 3585382 h 5631811"/>
              <a:gd name="connsiteX55" fmla="*/ 502573 w 502574"/>
              <a:gd name="connsiteY55" fmla="*/ 3568934 h 5631811"/>
              <a:gd name="connsiteX56" fmla="*/ 502573 w 502574"/>
              <a:gd name="connsiteY56" fmla="*/ 3533346 h 5631811"/>
              <a:gd name="connsiteX57" fmla="*/ 502573 w 502574"/>
              <a:gd name="connsiteY57" fmla="*/ 3510945 h 5631811"/>
              <a:gd name="connsiteX58" fmla="*/ 502573 w 502574"/>
              <a:gd name="connsiteY58" fmla="*/ 3497732 h 5631811"/>
              <a:gd name="connsiteX59" fmla="*/ 502573 w 502574"/>
              <a:gd name="connsiteY59" fmla="*/ 3475333 h 5631811"/>
              <a:gd name="connsiteX60" fmla="*/ 502573 w 502574"/>
              <a:gd name="connsiteY60" fmla="*/ 3070642 h 5631811"/>
              <a:gd name="connsiteX61" fmla="*/ 502573 w 502574"/>
              <a:gd name="connsiteY61" fmla="*/ 3048242 h 5631811"/>
              <a:gd name="connsiteX62" fmla="*/ 502573 w 502574"/>
              <a:gd name="connsiteY62" fmla="*/ 3035032 h 5631811"/>
              <a:gd name="connsiteX63" fmla="*/ 502573 w 502574"/>
              <a:gd name="connsiteY63" fmla="*/ 3012630 h 5631811"/>
              <a:gd name="connsiteX64" fmla="*/ 502573 w 502574"/>
              <a:gd name="connsiteY64" fmla="*/ 2977042 h 5631811"/>
              <a:gd name="connsiteX65" fmla="*/ 502573 w 502574"/>
              <a:gd name="connsiteY65" fmla="*/ 2954642 h 5631811"/>
              <a:gd name="connsiteX66" fmla="*/ 502573 w 502574"/>
              <a:gd name="connsiteY66" fmla="*/ 2941428 h 5631811"/>
              <a:gd name="connsiteX67" fmla="*/ 502573 w 502574"/>
              <a:gd name="connsiteY67" fmla="*/ 2919028 h 5631811"/>
              <a:gd name="connsiteX68" fmla="*/ 502573 w 502574"/>
              <a:gd name="connsiteY68" fmla="*/ 2718542 h 5631811"/>
              <a:gd name="connsiteX69" fmla="*/ 502573 w 502574"/>
              <a:gd name="connsiteY69" fmla="*/ 2700668 h 5631811"/>
              <a:gd name="connsiteX70" fmla="*/ 502573 w 502574"/>
              <a:gd name="connsiteY70" fmla="*/ 2678268 h 5631811"/>
              <a:gd name="connsiteX71" fmla="*/ 502573 w 502574"/>
              <a:gd name="connsiteY71" fmla="*/ 2665056 h 5631811"/>
              <a:gd name="connsiteX72" fmla="*/ 502573 w 502574"/>
              <a:gd name="connsiteY72" fmla="*/ 2642656 h 5631811"/>
              <a:gd name="connsiteX73" fmla="*/ 502573 w 502574"/>
              <a:gd name="connsiteY73" fmla="*/ 2607066 h 5631811"/>
              <a:gd name="connsiteX74" fmla="*/ 502573 w 502574"/>
              <a:gd name="connsiteY74" fmla="*/ 2595130 h 5631811"/>
              <a:gd name="connsiteX75" fmla="*/ 502573 w 502574"/>
              <a:gd name="connsiteY75" fmla="*/ 2572730 h 5631811"/>
              <a:gd name="connsiteX76" fmla="*/ 502573 w 502574"/>
              <a:gd name="connsiteY76" fmla="*/ 2571454 h 5631811"/>
              <a:gd name="connsiteX77" fmla="*/ 502573 w 502574"/>
              <a:gd name="connsiteY77" fmla="*/ 2559518 h 5631811"/>
              <a:gd name="connsiteX78" fmla="*/ 502573 w 502574"/>
              <a:gd name="connsiteY78" fmla="*/ 2537118 h 5631811"/>
              <a:gd name="connsiteX79" fmla="*/ 502573 w 502574"/>
              <a:gd name="connsiteY79" fmla="*/ 2501528 h 5631811"/>
              <a:gd name="connsiteX80" fmla="*/ 502573 w 502574"/>
              <a:gd name="connsiteY80" fmla="*/ 2465918 h 5631811"/>
              <a:gd name="connsiteX81" fmla="*/ 502573 w 502574"/>
              <a:gd name="connsiteY81" fmla="*/ 2451946 h 5631811"/>
              <a:gd name="connsiteX82" fmla="*/ 502573 w 502574"/>
              <a:gd name="connsiteY82" fmla="*/ 2429546 h 5631811"/>
              <a:gd name="connsiteX83" fmla="*/ 502573 w 502574"/>
              <a:gd name="connsiteY83" fmla="*/ 2416332 h 5631811"/>
              <a:gd name="connsiteX84" fmla="*/ 502573 w 502574"/>
              <a:gd name="connsiteY84" fmla="*/ 2393934 h 5631811"/>
              <a:gd name="connsiteX85" fmla="*/ 502573 w 502574"/>
              <a:gd name="connsiteY85" fmla="*/ 2358344 h 5631811"/>
              <a:gd name="connsiteX86" fmla="*/ 502573 w 502574"/>
              <a:gd name="connsiteY86" fmla="*/ 2335944 h 5631811"/>
              <a:gd name="connsiteX87" fmla="*/ 502573 w 502574"/>
              <a:gd name="connsiteY87" fmla="*/ 2322732 h 5631811"/>
              <a:gd name="connsiteX88" fmla="*/ 502573 w 502574"/>
              <a:gd name="connsiteY88" fmla="*/ 2300332 h 5631811"/>
              <a:gd name="connsiteX89" fmla="*/ 502573 w 502574"/>
              <a:gd name="connsiteY89" fmla="*/ 1895642 h 5631811"/>
              <a:gd name="connsiteX90" fmla="*/ 502573 w 502574"/>
              <a:gd name="connsiteY90" fmla="*/ 1873242 h 5631811"/>
              <a:gd name="connsiteX91" fmla="*/ 502573 w 502574"/>
              <a:gd name="connsiteY91" fmla="*/ 1860030 h 5631811"/>
              <a:gd name="connsiteX92" fmla="*/ 502573 w 502574"/>
              <a:gd name="connsiteY92" fmla="*/ 1837630 h 5631811"/>
              <a:gd name="connsiteX93" fmla="*/ 502573 w 502574"/>
              <a:gd name="connsiteY93" fmla="*/ 1802040 h 5631811"/>
              <a:gd name="connsiteX94" fmla="*/ 502573 w 502574"/>
              <a:gd name="connsiteY94" fmla="*/ 1785594 h 5631811"/>
              <a:gd name="connsiteX95" fmla="*/ 502573 w 502574"/>
              <a:gd name="connsiteY95" fmla="*/ 1779640 h 5631811"/>
              <a:gd name="connsiteX96" fmla="*/ 502573 w 502574"/>
              <a:gd name="connsiteY96" fmla="*/ 1766428 h 5631811"/>
              <a:gd name="connsiteX97" fmla="*/ 502573 w 502574"/>
              <a:gd name="connsiteY97" fmla="*/ 1749982 h 5631811"/>
              <a:gd name="connsiteX98" fmla="*/ 502573 w 502574"/>
              <a:gd name="connsiteY98" fmla="*/ 1744028 h 5631811"/>
              <a:gd name="connsiteX99" fmla="*/ 502573 w 502574"/>
              <a:gd name="connsiteY99" fmla="*/ 1714392 h 5631811"/>
              <a:gd name="connsiteX100" fmla="*/ 502573 w 502574"/>
              <a:gd name="connsiteY100" fmla="*/ 1691992 h 5631811"/>
              <a:gd name="connsiteX101" fmla="*/ 502573 w 502574"/>
              <a:gd name="connsiteY101" fmla="*/ 1678782 h 5631811"/>
              <a:gd name="connsiteX102" fmla="*/ 502573 w 502574"/>
              <a:gd name="connsiteY102" fmla="*/ 1656380 h 5631811"/>
              <a:gd name="connsiteX103" fmla="*/ 502572 w 502574"/>
              <a:gd name="connsiteY103" fmla="*/ 1420128 h 5631811"/>
              <a:gd name="connsiteX104" fmla="*/ 502572 w 502574"/>
              <a:gd name="connsiteY104" fmla="*/ 1397730 h 5631811"/>
              <a:gd name="connsiteX105" fmla="*/ 502572 w 502574"/>
              <a:gd name="connsiteY105" fmla="*/ 1384516 h 5631811"/>
              <a:gd name="connsiteX106" fmla="*/ 502572 w 502574"/>
              <a:gd name="connsiteY106" fmla="*/ 1362116 h 5631811"/>
              <a:gd name="connsiteX107" fmla="*/ 502572 w 502574"/>
              <a:gd name="connsiteY107" fmla="*/ 1332480 h 5631811"/>
              <a:gd name="connsiteX108" fmla="*/ 502572 w 502574"/>
              <a:gd name="connsiteY108" fmla="*/ 1326526 h 5631811"/>
              <a:gd name="connsiteX109" fmla="*/ 502572 w 502574"/>
              <a:gd name="connsiteY109" fmla="*/ 1310080 h 5631811"/>
              <a:gd name="connsiteX110" fmla="*/ 502572 w 502574"/>
              <a:gd name="connsiteY110" fmla="*/ 1296870 h 5631811"/>
              <a:gd name="connsiteX111" fmla="*/ 502572 w 502574"/>
              <a:gd name="connsiteY111" fmla="*/ 1290916 h 5631811"/>
              <a:gd name="connsiteX112" fmla="*/ 502572 w 502574"/>
              <a:gd name="connsiteY112" fmla="*/ 1274468 h 5631811"/>
              <a:gd name="connsiteX113" fmla="*/ 502572 w 502574"/>
              <a:gd name="connsiteY113" fmla="*/ 1238880 h 5631811"/>
              <a:gd name="connsiteX114" fmla="*/ 502572 w 502574"/>
              <a:gd name="connsiteY114" fmla="*/ 1216478 h 5631811"/>
              <a:gd name="connsiteX115" fmla="*/ 502572 w 502574"/>
              <a:gd name="connsiteY115" fmla="*/ 1203266 h 5631811"/>
              <a:gd name="connsiteX116" fmla="*/ 502572 w 502574"/>
              <a:gd name="connsiteY116" fmla="*/ 1180868 h 5631811"/>
              <a:gd name="connsiteX117" fmla="*/ 502572 w 502574"/>
              <a:gd name="connsiteY117" fmla="*/ 776176 h 5631811"/>
              <a:gd name="connsiteX118" fmla="*/ 502572 w 502574"/>
              <a:gd name="connsiteY118" fmla="*/ 753774 h 5631811"/>
              <a:gd name="connsiteX119" fmla="*/ 502572 w 502574"/>
              <a:gd name="connsiteY119" fmla="*/ 740564 h 5631811"/>
              <a:gd name="connsiteX120" fmla="*/ 502572 w 502574"/>
              <a:gd name="connsiteY120" fmla="*/ 718164 h 5631811"/>
              <a:gd name="connsiteX121" fmla="*/ 502572 w 502574"/>
              <a:gd name="connsiteY121" fmla="*/ 682576 h 5631811"/>
              <a:gd name="connsiteX122" fmla="*/ 502572 w 502574"/>
              <a:gd name="connsiteY122" fmla="*/ 660176 h 5631811"/>
              <a:gd name="connsiteX123" fmla="*/ 502572 w 502574"/>
              <a:gd name="connsiteY123" fmla="*/ 646962 h 5631811"/>
              <a:gd name="connsiteX124" fmla="*/ 502572 w 502574"/>
              <a:gd name="connsiteY124" fmla="*/ 624560 h 5631811"/>
              <a:gd name="connsiteX125" fmla="*/ 502572 w 502574"/>
              <a:gd name="connsiteY125" fmla="*/ 300662 h 5631811"/>
              <a:gd name="connsiteX126" fmla="*/ 502572 w 502574"/>
              <a:gd name="connsiteY126" fmla="*/ 278264 h 5631811"/>
              <a:gd name="connsiteX127" fmla="*/ 502572 w 502574"/>
              <a:gd name="connsiteY127" fmla="*/ 265052 h 5631811"/>
              <a:gd name="connsiteX128" fmla="*/ 502572 w 502574"/>
              <a:gd name="connsiteY128" fmla="*/ 242650 h 5631811"/>
              <a:gd name="connsiteX129" fmla="*/ 502572 w 502574"/>
              <a:gd name="connsiteY129" fmla="*/ 207062 h 5631811"/>
              <a:gd name="connsiteX130" fmla="*/ 502572 w 502574"/>
              <a:gd name="connsiteY130" fmla="*/ 171450 h 5631811"/>
              <a:gd name="connsiteX131" fmla="*/ 502571 w 502574"/>
              <a:gd name="connsiteY131" fmla="*/ 171450 h 5631811"/>
              <a:gd name="connsiteX132" fmla="*/ 502571 w 502574"/>
              <a:gd name="connsiteY132" fmla="*/ 129212 h 5631811"/>
              <a:gd name="connsiteX133" fmla="*/ 502571 w 502574"/>
              <a:gd name="connsiteY133" fmla="*/ 106814 h 5631811"/>
              <a:gd name="connsiteX134" fmla="*/ 502571 w 502574"/>
              <a:gd name="connsiteY134" fmla="*/ 93602 h 5631811"/>
              <a:gd name="connsiteX135" fmla="*/ 502571 w 502574"/>
              <a:gd name="connsiteY135" fmla="*/ 71200 h 5631811"/>
              <a:gd name="connsiteX136" fmla="*/ 502571 w 502574"/>
              <a:gd name="connsiteY136" fmla="*/ 35612 h 5631811"/>
              <a:gd name="connsiteX137" fmla="*/ 502571 w 502574"/>
              <a:gd name="connsiteY137" fmla="*/ 0 h 5631811"/>
              <a:gd name="connsiteX138" fmla="*/ 0 w 502574"/>
              <a:gd name="connsiteY138" fmla="*/ 136982 h 5631811"/>
              <a:gd name="connsiteX139" fmla="*/ 0 w 502574"/>
              <a:gd name="connsiteY139" fmla="*/ 172594 h 5631811"/>
              <a:gd name="connsiteX140" fmla="*/ 0 w 502574"/>
              <a:gd name="connsiteY140" fmla="*/ 208184 h 5631811"/>
              <a:gd name="connsiteX141" fmla="*/ 0 w 502574"/>
              <a:gd name="connsiteY141" fmla="*/ 230582 h 5631811"/>
              <a:gd name="connsiteX142" fmla="*/ 0 w 502574"/>
              <a:gd name="connsiteY142" fmla="*/ 243796 h 5631811"/>
              <a:gd name="connsiteX143" fmla="*/ 0 w 502574"/>
              <a:gd name="connsiteY143" fmla="*/ 266196 h 5631811"/>
              <a:gd name="connsiteX144" fmla="*/ 0 w 502574"/>
              <a:gd name="connsiteY144" fmla="*/ 590096 h 5631811"/>
              <a:gd name="connsiteX145" fmla="*/ 0 w 502574"/>
              <a:gd name="connsiteY145" fmla="*/ 612496 h 5631811"/>
              <a:gd name="connsiteX146" fmla="*/ 0 w 502574"/>
              <a:gd name="connsiteY146" fmla="*/ 625706 h 5631811"/>
              <a:gd name="connsiteX147" fmla="*/ 0 w 502574"/>
              <a:gd name="connsiteY147" fmla="*/ 648106 h 5631811"/>
              <a:gd name="connsiteX148" fmla="*/ 0 w 502574"/>
              <a:gd name="connsiteY148" fmla="*/ 683696 h 5631811"/>
              <a:gd name="connsiteX149" fmla="*/ 0 w 502574"/>
              <a:gd name="connsiteY149" fmla="*/ 706096 h 5631811"/>
              <a:gd name="connsiteX150" fmla="*/ 0 w 502574"/>
              <a:gd name="connsiteY150" fmla="*/ 719308 h 5631811"/>
              <a:gd name="connsiteX151" fmla="*/ 0 w 502574"/>
              <a:gd name="connsiteY151" fmla="*/ 741708 h 5631811"/>
              <a:gd name="connsiteX152" fmla="*/ 0 w 502574"/>
              <a:gd name="connsiteY152" fmla="*/ 1009418 h 5631811"/>
              <a:gd name="connsiteX153" fmla="*/ 0 w 502574"/>
              <a:gd name="connsiteY153" fmla="*/ 1031816 h 5631811"/>
              <a:gd name="connsiteX154" fmla="*/ 0 w 502574"/>
              <a:gd name="connsiteY154" fmla="*/ 1045028 h 5631811"/>
              <a:gd name="connsiteX155" fmla="*/ 0 w 502574"/>
              <a:gd name="connsiteY155" fmla="*/ 1067430 h 5631811"/>
              <a:gd name="connsiteX156" fmla="*/ 0 w 502574"/>
              <a:gd name="connsiteY156" fmla="*/ 1103018 h 5631811"/>
              <a:gd name="connsiteX157" fmla="*/ 0 w 502574"/>
              <a:gd name="connsiteY157" fmla="*/ 1125420 h 5631811"/>
              <a:gd name="connsiteX158" fmla="*/ 0 w 502574"/>
              <a:gd name="connsiteY158" fmla="*/ 1138630 h 5631811"/>
              <a:gd name="connsiteX159" fmla="*/ 0 w 502574"/>
              <a:gd name="connsiteY159" fmla="*/ 1161030 h 5631811"/>
              <a:gd name="connsiteX160" fmla="*/ 0 w 502574"/>
              <a:gd name="connsiteY160" fmla="*/ 1256448 h 5631811"/>
              <a:gd name="connsiteX161" fmla="*/ 0 w 502574"/>
              <a:gd name="connsiteY161" fmla="*/ 1292058 h 5631811"/>
              <a:gd name="connsiteX162" fmla="*/ 0 w 502574"/>
              <a:gd name="connsiteY162" fmla="*/ 1327650 h 5631811"/>
              <a:gd name="connsiteX163" fmla="*/ 0 w 502574"/>
              <a:gd name="connsiteY163" fmla="*/ 1350048 h 5631811"/>
              <a:gd name="connsiteX164" fmla="*/ 0 w 502574"/>
              <a:gd name="connsiteY164" fmla="*/ 1363260 h 5631811"/>
              <a:gd name="connsiteX165" fmla="*/ 0 w 502574"/>
              <a:gd name="connsiteY165" fmla="*/ 1385662 h 5631811"/>
              <a:gd name="connsiteX166" fmla="*/ 0 w 502574"/>
              <a:gd name="connsiteY166" fmla="*/ 1484930 h 5631811"/>
              <a:gd name="connsiteX167" fmla="*/ 0 w 502574"/>
              <a:gd name="connsiteY167" fmla="*/ 1507332 h 5631811"/>
              <a:gd name="connsiteX168" fmla="*/ 0 w 502574"/>
              <a:gd name="connsiteY168" fmla="*/ 1520542 h 5631811"/>
              <a:gd name="connsiteX169" fmla="*/ 0 w 502574"/>
              <a:gd name="connsiteY169" fmla="*/ 1542942 h 5631811"/>
              <a:gd name="connsiteX170" fmla="*/ 0 w 502574"/>
              <a:gd name="connsiteY170" fmla="*/ 1578532 h 5631811"/>
              <a:gd name="connsiteX171" fmla="*/ 0 w 502574"/>
              <a:gd name="connsiteY171" fmla="*/ 1614144 h 5631811"/>
              <a:gd name="connsiteX172" fmla="*/ 0 w 502574"/>
              <a:gd name="connsiteY172" fmla="*/ 1709560 h 5631811"/>
              <a:gd name="connsiteX173" fmla="*/ 0 w 502574"/>
              <a:gd name="connsiteY173" fmla="*/ 1731960 h 5631811"/>
              <a:gd name="connsiteX174" fmla="*/ 0 w 502574"/>
              <a:gd name="connsiteY174" fmla="*/ 1745172 h 5631811"/>
              <a:gd name="connsiteX175" fmla="*/ 0 w 502574"/>
              <a:gd name="connsiteY175" fmla="*/ 1767574 h 5631811"/>
              <a:gd name="connsiteX176" fmla="*/ 0 w 502574"/>
              <a:gd name="connsiteY176" fmla="*/ 1803162 h 5631811"/>
              <a:gd name="connsiteX177" fmla="*/ 0 w 502574"/>
              <a:gd name="connsiteY177" fmla="*/ 1825562 h 5631811"/>
              <a:gd name="connsiteX178" fmla="*/ 0 w 502574"/>
              <a:gd name="connsiteY178" fmla="*/ 1838774 h 5631811"/>
              <a:gd name="connsiteX179" fmla="*/ 0 w 502574"/>
              <a:gd name="connsiteY179" fmla="*/ 1861174 h 5631811"/>
              <a:gd name="connsiteX180" fmla="*/ 0 w 502574"/>
              <a:gd name="connsiteY180" fmla="*/ 2128882 h 5631811"/>
              <a:gd name="connsiteX181" fmla="*/ 0 w 502574"/>
              <a:gd name="connsiteY181" fmla="*/ 2151282 h 5631811"/>
              <a:gd name="connsiteX182" fmla="*/ 0 w 502574"/>
              <a:gd name="connsiteY182" fmla="*/ 2164494 h 5631811"/>
              <a:gd name="connsiteX183" fmla="*/ 0 w 502574"/>
              <a:gd name="connsiteY183" fmla="*/ 2186894 h 5631811"/>
              <a:gd name="connsiteX184" fmla="*/ 0 w 502574"/>
              <a:gd name="connsiteY184" fmla="*/ 2222484 h 5631811"/>
              <a:gd name="connsiteX185" fmla="*/ 0 w 502574"/>
              <a:gd name="connsiteY185" fmla="*/ 2244882 h 5631811"/>
              <a:gd name="connsiteX186" fmla="*/ 0 w 502574"/>
              <a:gd name="connsiteY186" fmla="*/ 2258096 h 5631811"/>
              <a:gd name="connsiteX187" fmla="*/ 0 w 502574"/>
              <a:gd name="connsiteY187" fmla="*/ 2280496 h 5631811"/>
              <a:gd name="connsiteX188" fmla="*/ 0 w 502574"/>
              <a:gd name="connsiteY188" fmla="*/ 2536986 h 5631811"/>
              <a:gd name="connsiteX189" fmla="*/ 0 w 502574"/>
              <a:gd name="connsiteY189" fmla="*/ 2547092 h 5631811"/>
              <a:gd name="connsiteX190" fmla="*/ 1 w 502574"/>
              <a:gd name="connsiteY190" fmla="*/ 2547092 h 5631811"/>
              <a:gd name="connsiteX191" fmla="*/ 1 w 502574"/>
              <a:gd name="connsiteY191" fmla="*/ 2560664 h 5631811"/>
              <a:gd name="connsiteX192" fmla="*/ 1 w 502574"/>
              <a:gd name="connsiteY192" fmla="*/ 2708436 h 5631811"/>
              <a:gd name="connsiteX193" fmla="*/ 1 w 502574"/>
              <a:gd name="connsiteY193" fmla="*/ 2718542 h 5631811"/>
              <a:gd name="connsiteX194" fmla="*/ 1 w 502574"/>
              <a:gd name="connsiteY194" fmla="*/ 2884562 h 5631811"/>
              <a:gd name="connsiteX195" fmla="*/ 1 w 502574"/>
              <a:gd name="connsiteY195" fmla="*/ 2906962 h 5631811"/>
              <a:gd name="connsiteX196" fmla="*/ 1 w 502574"/>
              <a:gd name="connsiteY196" fmla="*/ 2920174 h 5631811"/>
              <a:gd name="connsiteX197" fmla="*/ 1 w 502574"/>
              <a:gd name="connsiteY197" fmla="*/ 2942574 h 5631811"/>
              <a:gd name="connsiteX198" fmla="*/ 1 w 502574"/>
              <a:gd name="connsiteY198" fmla="*/ 2978162 h 5631811"/>
              <a:gd name="connsiteX199" fmla="*/ 1 w 502574"/>
              <a:gd name="connsiteY199" fmla="*/ 3000562 h 5631811"/>
              <a:gd name="connsiteX200" fmla="*/ 1 w 502574"/>
              <a:gd name="connsiteY200" fmla="*/ 3013776 h 5631811"/>
              <a:gd name="connsiteX201" fmla="*/ 1 w 502574"/>
              <a:gd name="connsiteY201" fmla="*/ 3036174 h 5631811"/>
              <a:gd name="connsiteX202" fmla="*/ 1 w 502574"/>
              <a:gd name="connsiteY202" fmla="*/ 3303883 h 5631811"/>
              <a:gd name="connsiteX203" fmla="*/ 1 w 502574"/>
              <a:gd name="connsiteY203" fmla="*/ 3326282 h 5631811"/>
              <a:gd name="connsiteX204" fmla="*/ 1 w 502574"/>
              <a:gd name="connsiteY204" fmla="*/ 3339495 h 5631811"/>
              <a:gd name="connsiteX205" fmla="*/ 1 w 502574"/>
              <a:gd name="connsiteY205" fmla="*/ 3361896 h 5631811"/>
              <a:gd name="connsiteX206" fmla="*/ 1 w 502574"/>
              <a:gd name="connsiteY206" fmla="*/ 3397484 h 5631811"/>
              <a:gd name="connsiteX207" fmla="*/ 1 w 502574"/>
              <a:gd name="connsiteY207" fmla="*/ 3419885 h 5631811"/>
              <a:gd name="connsiteX208" fmla="*/ 1 w 502574"/>
              <a:gd name="connsiteY208" fmla="*/ 3433096 h 5631811"/>
              <a:gd name="connsiteX209" fmla="*/ 1 w 502574"/>
              <a:gd name="connsiteY209" fmla="*/ 3455496 h 5631811"/>
              <a:gd name="connsiteX210" fmla="*/ 1 w 502574"/>
              <a:gd name="connsiteY210" fmla="*/ 3550913 h 5631811"/>
              <a:gd name="connsiteX211" fmla="*/ 1 w 502574"/>
              <a:gd name="connsiteY211" fmla="*/ 3586524 h 5631811"/>
              <a:gd name="connsiteX212" fmla="*/ 1 w 502574"/>
              <a:gd name="connsiteY212" fmla="*/ 3622115 h 5631811"/>
              <a:gd name="connsiteX213" fmla="*/ 1 w 502574"/>
              <a:gd name="connsiteY213" fmla="*/ 3644514 h 5631811"/>
              <a:gd name="connsiteX214" fmla="*/ 1 w 502574"/>
              <a:gd name="connsiteY214" fmla="*/ 3657727 h 5631811"/>
              <a:gd name="connsiteX215" fmla="*/ 1 w 502574"/>
              <a:gd name="connsiteY215" fmla="*/ 3680127 h 5631811"/>
              <a:gd name="connsiteX216" fmla="*/ 1 w 502574"/>
              <a:gd name="connsiteY216" fmla="*/ 3779396 h 5631811"/>
              <a:gd name="connsiteX217" fmla="*/ 1 w 502574"/>
              <a:gd name="connsiteY217" fmla="*/ 3801797 h 5631811"/>
              <a:gd name="connsiteX218" fmla="*/ 1 w 502574"/>
              <a:gd name="connsiteY218" fmla="*/ 3815009 h 5631811"/>
              <a:gd name="connsiteX219" fmla="*/ 1 w 502574"/>
              <a:gd name="connsiteY219" fmla="*/ 3837408 h 5631811"/>
              <a:gd name="connsiteX220" fmla="*/ 1 w 502574"/>
              <a:gd name="connsiteY220" fmla="*/ 3853848 h 5631811"/>
              <a:gd name="connsiteX221" fmla="*/ 1 w 502574"/>
              <a:gd name="connsiteY221" fmla="*/ 3872998 h 5631811"/>
              <a:gd name="connsiteX222" fmla="*/ 1 w 502574"/>
              <a:gd name="connsiteY222" fmla="*/ 3889459 h 5631811"/>
              <a:gd name="connsiteX223" fmla="*/ 1 w 502574"/>
              <a:gd name="connsiteY223" fmla="*/ 3908611 h 5631811"/>
              <a:gd name="connsiteX224" fmla="*/ 1 w 502574"/>
              <a:gd name="connsiteY224" fmla="*/ 3925051 h 5631811"/>
              <a:gd name="connsiteX225" fmla="*/ 1 w 502574"/>
              <a:gd name="connsiteY225" fmla="*/ 3947449 h 5631811"/>
              <a:gd name="connsiteX226" fmla="*/ 1 w 502574"/>
              <a:gd name="connsiteY226" fmla="*/ 3960662 h 5631811"/>
              <a:gd name="connsiteX227" fmla="*/ 1 w 502574"/>
              <a:gd name="connsiteY227" fmla="*/ 3983063 h 5631811"/>
              <a:gd name="connsiteX228" fmla="*/ 1 w 502574"/>
              <a:gd name="connsiteY228" fmla="*/ 4004025 h 5631811"/>
              <a:gd name="connsiteX229" fmla="*/ 1 w 502574"/>
              <a:gd name="connsiteY229" fmla="*/ 4026426 h 5631811"/>
              <a:gd name="connsiteX230" fmla="*/ 1 w 502574"/>
              <a:gd name="connsiteY230" fmla="*/ 4039638 h 5631811"/>
              <a:gd name="connsiteX231" fmla="*/ 1 w 502574"/>
              <a:gd name="connsiteY231" fmla="*/ 4062039 h 5631811"/>
              <a:gd name="connsiteX232" fmla="*/ 1 w 502574"/>
              <a:gd name="connsiteY232" fmla="*/ 4097628 h 5631811"/>
              <a:gd name="connsiteX233" fmla="*/ 1 w 502574"/>
              <a:gd name="connsiteY233" fmla="*/ 4120029 h 5631811"/>
              <a:gd name="connsiteX234" fmla="*/ 1 w 502574"/>
              <a:gd name="connsiteY234" fmla="*/ 4133240 h 5631811"/>
              <a:gd name="connsiteX235" fmla="*/ 1 w 502574"/>
              <a:gd name="connsiteY235" fmla="*/ 4155640 h 5631811"/>
              <a:gd name="connsiteX236" fmla="*/ 1 w 502574"/>
              <a:gd name="connsiteY236" fmla="*/ 4306961 h 5631811"/>
              <a:gd name="connsiteX237" fmla="*/ 1 w 502574"/>
              <a:gd name="connsiteY237" fmla="*/ 4329362 h 5631811"/>
              <a:gd name="connsiteX238" fmla="*/ 1 w 502574"/>
              <a:gd name="connsiteY238" fmla="*/ 4342573 h 5631811"/>
              <a:gd name="connsiteX239" fmla="*/ 1 w 502574"/>
              <a:gd name="connsiteY239" fmla="*/ 4364973 h 5631811"/>
              <a:gd name="connsiteX240" fmla="*/ 1 w 502574"/>
              <a:gd name="connsiteY240" fmla="*/ 4400561 h 5631811"/>
              <a:gd name="connsiteX241" fmla="*/ 1 w 502574"/>
              <a:gd name="connsiteY241" fmla="*/ 4422962 h 5631811"/>
              <a:gd name="connsiteX242" fmla="*/ 1 w 502574"/>
              <a:gd name="connsiteY242" fmla="*/ 4423349 h 5631811"/>
              <a:gd name="connsiteX243" fmla="*/ 1 w 502574"/>
              <a:gd name="connsiteY243" fmla="*/ 4436175 h 5631811"/>
              <a:gd name="connsiteX244" fmla="*/ 1 w 502574"/>
              <a:gd name="connsiteY244" fmla="*/ 4445748 h 5631811"/>
              <a:gd name="connsiteX245" fmla="*/ 1 w 502574"/>
              <a:gd name="connsiteY245" fmla="*/ 4458573 h 5631811"/>
              <a:gd name="connsiteX246" fmla="*/ 1 w 502574"/>
              <a:gd name="connsiteY246" fmla="*/ 4458962 h 5631811"/>
              <a:gd name="connsiteX247" fmla="*/ 1 w 502574"/>
              <a:gd name="connsiteY247" fmla="*/ 4481361 h 5631811"/>
              <a:gd name="connsiteX248" fmla="*/ 1 w 502574"/>
              <a:gd name="connsiteY248" fmla="*/ 4516950 h 5631811"/>
              <a:gd name="connsiteX249" fmla="*/ 1 w 502574"/>
              <a:gd name="connsiteY249" fmla="*/ 4539349 h 5631811"/>
              <a:gd name="connsiteX250" fmla="*/ 1 w 502574"/>
              <a:gd name="connsiteY250" fmla="*/ 4552563 h 5631811"/>
              <a:gd name="connsiteX251" fmla="*/ 1 w 502574"/>
              <a:gd name="connsiteY251" fmla="*/ 4574962 h 5631811"/>
              <a:gd name="connsiteX252" fmla="*/ 1 w 502574"/>
              <a:gd name="connsiteY252" fmla="*/ 4726284 h 5631811"/>
              <a:gd name="connsiteX253" fmla="*/ 1 w 502574"/>
              <a:gd name="connsiteY253" fmla="*/ 4748682 h 5631811"/>
              <a:gd name="connsiteX254" fmla="*/ 1 w 502574"/>
              <a:gd name="connsiteY254" fmla="*/ 4761895 h 5631811"/>
              <a:gd name="connsiteX255" fmla="*/ 1 w 502574"/>
              <a:gd name="connsiteY255" fmla="*/ 4784296 h 5631811"/>
              <a:gd name="connsiteX256" fmla="*/ 1 w 502574"/>
              <a:gd name="connsiteY256" fmla="*/ 4819885 h 5631811"/>
              <a:gd name="connsiteX257" fmla="*/ 1 w 502574"/>
              <a:gd name="connsiteY257" fmla="*/ 4831453 h 5631811"/>
              <a:gd name="connsiteX258" fmla="*/ 1 w 502574"/>
              <a:gd name="connsiteY258" fmla="*/ 4841558 h 5631811"/>
              <a:gd name="connsiteX259" fmla="*/ 1 w 502574"/>
              <a:gd name="connsiteY259" fmla="*/ 4842285 h 5631811"/>
              <a:gd name="connsiteX260" fmla="*/ 1 w 502574"/>
              <a:gd name="connsiteY260" fmla="*/ 4855496 h 5631811"/>
              <a:gd name="connsiteX261" fmla="*/ 1 w 502574"/>
              <a:gd name="connsiteY261" fmla="*/ 4877897 h 5631811"/>
              <a:gd name="connsiteX262" fmla="*/ 1 w 502574"/>
              <a:gd name="connsiteY262" fmla="*/ 4973313 h 5631811"/>
              <a:gd name="connsiteX263" fmla="*/ 1 w 502574"/>
              <a:gd name="connsiteY263" fmla="*/ 5008924 h 5631811"/>
              <a:gd name="connsiteX264" fmla="*/ 1 w 502574"/>
              <a:gd name="connsiteY264" fmla="*/ 5044516 h 5631811"/>
              <a:gd name="connsiteX265" fmla="*/ 1 w 502574"/>
              <a:gd name="connsiteY265" fmla="*/ 5066914 h 5631811"/>
              <a:gd name="connsiteX266" fmla="*/ 1 w 502574"/>
              <a:gd name="connsiteY266" fmla="*/ 5080127 h 5631811"/>
              <a:gd name="connsiteX267" fmla="*/ 1 w 502574"/>
              <a:gd name="connsiteY267" fmla="*/ 5102528 h 5631811"/>
              <a:gd name="connsiteX268" fmla="*/ 1 w 502574"/>
              <a:gd name="connsiteY268" fmla="*/ 5201796 h 5631811"/>
              <a:gd name="connsiteX269" fmla="*/ 1 w 502574"/>
              <a:gd name="connsiteY269" fmla="*/ 5224197 h 5631811"/>
              <a:gd name="connsiteX270" fmla="*/ 1 w 502574"/>
              <a:gd name="connsiteY270" fmla="*/ 5237409 h 5631811"/>
              <a:gd name="connsiteX271" fmla="*/ 1 w 502574"/>
              <a:gd name="connsiteY271" fmla="*/ 5259808 h 5631811"/>
              <a:gd name="connsiteX272" fmla="*/ 1 w 502574"/>
              <a:gd name="connsiteY272" fmla="*/ 5295398 h 5631811"/>
              <a:gd name="connsiteX273" fmla="*/ 1 w 502574"/>
              <a:gd name="connsiteY273" fmla="*/ 5331011 h 5631811"/>
              <a:gd name="connsiteX274" fmla="*/ 1 w 502574"/>
              <a:gd name="connsiteY274" fmla="*/ 5426426 h 5631811"/>
              <a:gd name="connsiteX275" fmla="*/ 1 w 502574"/>
              <a:gd name="connsiteY275" fmla="*/ 5448826 h 5631811"/>
              <a:gd name="connsiteX276" fmla="*/ 1 w 502574"/>
              <a:gd name="connsiteY276" fmla="*/ 5460361 h 5631811"/>
              <a:gd name="connsiteX277" fmla="*/ 2 w 502574"/>
              <a:gd name="connsiteY277" fmla="*/ 5460361 h 5631811"/>
              <a:gd name="connsiteX278" fmla="*/ 2 w 502574"/>
              <a:gd name="connsiteY278" fmla="*/ 5466848 h 5631811"/>
              <a:gd name="connsiteX279" fmla="*/ 2 w 502574"/>
              <a:gd name="connsiteY279" fmla="*/ 5502461 h 5631811"/>
              <a:gd name="connsiteX280" fmla="*/ 2 w 502574"/>
              <a:gd name="connsiteY280" fmla="*/ 5597876 h 5631811"/>
              <a:gd name="connsiteX281" fmla="*/ 2 w 502574"/>
              <a:gd name="connsiteY281" fmla="*/ 5620276 h 5631811"/>
              <a:gd name="connsiteX282" fmla="*/ 2 w 502574"/>
              <a:gd name="connsiteY282" fmla="*/ 5631811 h 563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Lst>
            <a:rect l="l" t="t" r="r" b="b"/>
            <a:pathLst>
              <a:path w="502574" h="5631811">
                <a:moveTo>
                  <a:pt x="502574" y="5494829"/>
                </a:moveTo>
                <a:lnTo>
                  <a:pt x="502574" y="5483294"/>
                </a:lnTo>
                <a:lnTo>
                  <a:pt x="502574" y="5466848"/>
                </a:lnTo>
                <a:lnTo>
                  <a:pt x="502574" y="5460894"/>
                </a:lnTo>
                <a:lnTo>
                  <a:pt x="502574" y="5431258"/>
                </a:lnTo>
                <a:lnTo>
                  <a:pt x="502574" y="5408858"/>
                </a:lnTo>
                <a:lnTo>
                  <a:pt x="502574" y="5395647"/>
                </a:lnTo>
                <a:lnTo>
                  <a:pt x="502574" y="5373246"/>
                </a:lnTo>
                <a:lnTo>
                  <a:pt x="502573" y="5136994"/>
                </a:lnTo>
                <a:lnTo>
                  <a:pt x="502573" y="5114595"/>
                </a:lnTo>
                <a:lnTo>
                  <a:pt x="502573" y="5101383"/>
                </a:lnTo>
                <a:lnTo>
                  <a:pt x="502573" y="5078982"/>
                </a:lnTo>
                <a:lnTo>
                  <a:pt x="502573" y="5049347"/>
                </a:lnTo>
                <a:lnTo>
                  <a:pt x="502573" y="5043393"/>
                </a:lnTo>
                <a:lnTo>
                  <a:pt x="502573" y="5026946"/>
                </a:lnTo>
                <a:lnTo>
                  <a:pt x="502573" y="5013735"/>
                </a:lnTo>
                <a:lnTo>
                  <a:pt x="502573" y="5013008"/>
                </a:lnTo>
                <a:lnTo>
                  <a:pt x="502574" y="5013008"/>
                </a:lnTo>
                <a:lnTo>
                  <a:pt x="502574" y="4995135"/>
                </a:lnTo>
                <a:lnTo>
                  <a:pt x="502574" y="4972734"/>
                </a:lnTo>
                <a:lnTo>
                  <a:pt x="502574" y="4959522"/>
                </a:lnTo>
                <a:lnTo>
                  <a:pt x="502574" y="4937123"/>
                </a:lnTo>
                <a:lnTo>
                  <a:pt x="502574" y="4901533"/>
                </a:lnTo>
                <a:lnTo>
                  <a:pt x="502574" y="4865921"/>
                </a:lnTo>
                <a:lnTo>
                  <a:pt x="502574" y="4746412"/>
                </a:lnTo>
                <a:lnTo>
                  <a:pt x="502574" y="4724013"/>
                </a:lnTo>
                <a:lnTo>
                  <a:pt x="502574" y="4710799"/>
                </a:lnTo>
                <a:lnTo>
                  <a:pt x="502574" y="4688400"/>
                </a:lnTo>
                <a:lnTo>
                  <a:pt x="502574" y="4652811"/>
                </a:lnTo>
                <a:lnTo>
                  <a:pt x="502574" y="4630412"/>
                </a:lnTo>
                <a:lnTo>
                  <a:pt x="502574" y="4617198"/>
                </a:lnTo>
                <a:lnTo>
                  <a:pt x="502574" y="4594799"/>
                </a:lnTo>
                <a:lnTo>
                  <a:pt x="502574" y="4190108"/>
                </a:lnTo>
                <a:lnTo>
                  <a:pt x="502574" y="4167708"/>
                </a:lnTo>
                <a:lnTo>
                  <a:pt x="502574" y="4154496"/>
                </a:lnTo>
                <a:lnTo>
                  <a:pt x="502574" y="4132096"/>
                </a:lnTo>
                <a:lnTo>
                  <a:pt x="502574" y="4096506"/>
                </a:lnTo>
                <a:lnTo>
                  <a:pt x="502574" y="4080061"/>
                </a:lnTo>
                <a:lnTo>
                  <a:pt x="502574" y="4074105"/>
                </a:lnTo>
                <a:lnTo>
                  <a:pt x="502574" y="4060894"/>
                </a:lnTo>
                <a:lnTo>
                  <a:pt x="502574" y="4044448"/>
                </a:lnTo>
                <a:lnTo>
                  <a:pt x="502574" y="4038494"/>
                </a:lnTo>
                <a:lnTo>
                  <a:pt x="502574" y="4008858"/>
                </a:lnTo>
                <a:lnTo>
                  <a:pt x="502574" y="3986458"/>
                </a:lnTo>
                <a:lnTo>
                  <a:pt x="502574" y="3973247"/>
                </a:lnTo>
                <a:lnTo>
                  <a:pt x="502574" y="3950846"/>
                </a:lnTo>
                <a:lnTo>
                  <a:pt x="502573" y="3714593"/>
                </a:lnTo>
                <a:lnTo>
                  <a:pt x="502573" y="3692195"/>
                </a:lnTo>
                <a:lnTo>
                  <a:pt x="502573" y="3678982"/>
                </a:lnTo>
                <a:lnTo>
                  <a:pt x="502573" y="3656581"/>
                </a:lnTo>
                <a:lnTo>
                  <a:pt x="502573" y="3626946"/>
                </a:lnTo>
                <a:lnTo>
                  <a:pt x="502573" y="3620993"/>
                </a:lnTo>
                <a:lnTo>
                  <a:pt x="502573" y="3604546"/>
                </a:lnTo>
                <a:lnTo>
                  <a:pt x="502573" y="3591335"/>
                </a:lnTo>
                <a:lnTo>
                  <a:pt x="502573" y="3585382"/>
                </a:lnTo>
                <a:lnTo>
                  <a:pt x="502573" y="3568934"/>
                </a:lnTo>
                <a:lnTo>
                  <a:pt x="502573" y="3533346"/>
                </a:lnTo>
                <a:lnTo>
                  <a:pt x="502573" y="3510945"/>
                </a:lnTo>
                <a:lnTo>
                  <a:pt x="502573" y="3497732"/>
                </a:lnTo>
                <a:lnTo>
                  <a:pt x="502573" y="3475333"/>
                </a:lnTo>
                <a:lnTo>
                  <a:pt x="502573" y="3070642"/>
                </a:lnTo>
                <a:lnTo>
                  <a:pt x="502573" y="3048242"/>
                </a:lnTo>
                <a:lnTo>
                  <a:pt x="502573" y="3035032"/>
                </a:lnTo>
                <a:lnTo>
                  <a:pt x="502573" y="3012630"/>
                </a:lnTo>
                <a:lnTo>
                  <a:pt x="502573" y="2977042"/>
                </a:lnTo>
                <a:lnTo>
                  <a:pt x="502573" y="2954642"/>
                </a:lnTo>
                <a:lnTo>
                  <a:pt x="502573" y="2941428"/>
                </a:lnTo>
                <a:lnTo>
                  <a:pt x="502573" y="2919028"/>
                </a:lnTo>
                <a:lnTo>
                  <a:pt x="502573" y="2718542"/>
                </a:lnTo>
                <a:lnTo>
                  <a:pt x="502573" y="2700668"/>
                </a:lnTo>
                <a:lnTo>
                  <a:pt x="502573" y="2678268"/>
                </a:lnTo>
                <a:lnTo>
                  <a:pt x="502573" y="2665056"/>
                </a:lnTo>
                <a:lnTo>
                  <a:pt x="502573" y="2642656"/>
                </a:lnTo>
                <a:lnTo>
                  <a:pt x="502573" y="2607066"/>
                </a:lnTo>
                <a:lnTo>
                  <a:pt x="502573" y="2595130"/>
                </a:lnTo>
                <a:lnTo>
                  <a:pt x="502573" y="2572730"/>
                </a:lnTo>
                <a:lnTo>
                  <a:pt x="502573" y="2571454"/>
                </a:lnTo>
                <a:lnTo>
                  <a:pt x="502573" y="2559518"/>
                </a:lnTo>
                <a:lnTo>
                  <a:pt x="502573" y="2537118"/>
                </a:lnTo>
                <a:lnTo>
                  <a:pt x="502573" y="2501528"/>
                </a:lnTo>
                <a:lnTo>
                  <a:pt x="502573" y="2465918"/>
                </a:lnTo>
                <a:lnTo>
                  <a:pt x="502573" y="2451946"/>
                </a:lnTo>
                <a:lnTo>
                  <a:pt x="502573" y="2429546"/>
                </a:lnTo>
                <a:lnTo>
                  <a:pt x="502573" y="2416332"/>
                </a:lnTo>
                <a:lnTo>
                  <a:pt x="502573" y="2393934"/>
                </a:lnTo>
                <a:lnTo>
                  <a:pt x="502573" y="2358344"/>
                </a:lnTo>
                <a:lnTo>
                  <a:pt x="502573" y="2335944"/>
                </a:lnTo>
                <a:lnTo>
                  <a:pt x="502573" y="2322732"/>
                </a:lnTo>
                <a:lnTo>
                  <a:pt x="502573" y="2300332"/>
                </a:lnTo>
                <a:lnTo>
                  <a:pt x="502573" y="1895642"/>
                </a:lnTo>
                <a:lnTo>
                  <a:pt x="502573" y="1873242"/>
                </a:lnTo>
                <a:lnTo>
                  <a:pt x="502573" y="1860030"/>
                </a:lnTo>
                <a:lnTo>
                  <a:pt x="502573" y="1837630"/>
                </a:lnTo>
                <a:lnTo>
                  <a:pt x="502573" y="1802040"/>
                </a:lnTo>
                <a:lnTo>
                  <a:pt x="502573" y="1785594"/>
                </a:lnTo>
                <a:lnTo>
                  <a:pt x="502573" y="1779640"/>
                </a:lnTo>
                <a:lnTo>
                  <a:pt x="502573" y="1766428"/>
                </a:lnTo>
                <a:lnTo>
                  <a:pt x="502573" y="1749982"/>
                </a:lnTo>
                <a:lnTo>
                  <a:pt x="502573" y="1744028"/>
                </a:lnTo>
                <a:lnTo>
                  <a:pt x="502573" y="1714392"/>
                </a:lnTo>
                <a:lnTo>
                  <a:pt x="502573" y="1691992"/>
                </a:lnTo>
                <a:lnTo>
                  <a:pt x="502573" y="1678782"/>
                </a:lnTo>
                <a:lnTo>
                  <a:pt x="502573" y="1656380"/>
                </a:lnTo>
                <a:lnTo>
                  <a:pt x="502572" y="1420128"/>
                </a:lnTo>
                <a:lnTo>
                  <a:pt x="502572" y="1397730"/>
                </a:lnTo>
                <a:lnTo>
                  <a:pt x="502572" y="1384516"/>
                </a:lnTo>
                <a:lnTo>
                  <a:pt x="502572" y="1362116"/>
                </a:lnTo>
                <a:lnTo>
                  <a:pt x="502572" y="1332480"/>
                </a:lnTo>
                <a:lnTo>
                  <a:pt x="502572" y="1326526"/>
                </a:lnTo>
                <a:lnTo>
                  <a:pt x="502572" y="1310080"/>
                </a:lnTo>
                <a:lnTo>
                  <a:pt x="502572" y="1296870"/>
                </a:lnTo>
                <a:lnTo>
                  <a:pt x="502572" y="1290916"/>
                </a:lnTo>
                <a:lnTo>
                  <a:pt x="502572" y="1274468"/>
                </a:lnTo>
                <a:lnTo>
                  <a:pt x="502572" y="1238880"/>
                </a:lnTo>
                <a:lnTo>
                  <a:pt x="502572" y="1216478"/>
                </a:lnTo>
                <a:lnTo>
                  <a:pt x="502572" y="1203266"/>
                </a:lnTo>
                <a:lnTo>
                  <a:pt x="502572" y="1180868"/>
                </a:lnTo>
                <a:lnTo>
                  <a:pt x="502572" y="776176"/>
                </a:lnTo>
                <a:lnTo>
                  <a:pt x="502572" y="753774"/>
                </a:lnTo>
                <a:lnTo>
                  <a:pt x="502572" y="740564"/>
                </a:lnTo>
                <a:lnTo>
                  <a:pt x="502572" y="718164"/>
                </a:lnTo>
                <a:lnTo>
                  <a:pt x="502572" y="682576"/>
                </a:lnTo>
                <a:lnTo>
                  <a:pt x="502572" y="660176"/>
                </a:lnTo>
                <a:lnTo>
                  <a:pt x="502572" y="646962"/>
                </a:lnTo>
                <a:lnTo>
                  <a:pt x="502572" y="624560"/>
                </a:lnTo>
                <a:lnTo>
                  <a:pt x="502572" y="300662"/>
                </a:lnTo>
                <a:lnTo>
                  <a:pt x="502572" y="278264"/>
                </a:lnTo>
                <a:lnTo>
                  <a:pt x="502572" y="265052"/>
                </a:lnTo>
                <a:lnTo>
                  <a:pt x="502572" y="242650"/>
                </a:lnTo>
                <a:lnTo>
                  <a:pt x="502572" y="207062"/>
                </a:lnTo>
                <a:lnTo>
                  <a:pt x="502572" y="171450"/>
                </a:lnTo>
                <a:lnTo>
                  <a:pt x="502571" y="171450"/>
                </a:lnTo>
                <a:lnTo>
                  <a:pt x="502571" y="129212"/>
                </a:lnTo>
                <a:lnTo>
                  <a:pt x="502571" y="106814"/>
                </a:lnTo>
                <a:lnTo>
                  <a:pt x="502571" y="93602"/>
                </a:lnTo>
                <a:lnTo>
                  <a:pt x="502571" y="71200"/>
                </a:lnTo>
                <a:lnTo>
                  <a:pt x="502571" y="35612"/>
                </a:lnTo>
                <a:lnTo>
                  <a:pt x="502571" y="0"/>
                </a:lnTo>
                <a:lnTo>
                  <a:pt x="0" y="136982"/>
                </a:lnTo>
                <a:lnTo>
                  <a:pt x="0" y="172594"/>
                </a:lnTo>
                <a:lnTo>
                  <a:pt x="0" y="208184"/>
                </a:lnTo>
                <a:lnTo>
                  <a:pt x="0" y="230582"/>
                </a:lnTo>
                <a:lnTo>
                  <a:pt x="0" y="243796"/>
                </a:lnTo>
                <a:lnTo>
                  <a:pt x="0" y="266196"/>
                </a:lnTo>
                <a:lnTo>
                  <a:pt x="0" y="590096"/>
                </a:lnTo>
                <a:lnTo>
                  <a:pt x="0" y="612496"/>
                </a:lnTo>
                <a:lnTo>
                  <a:pt x="0" y="625706"/>
                </a:lnTo>
                <a:lnTo>
                  <a:pt x="0" y="648106"/>
                </a:lnTo>
                <a:lnTo>
                  <a:pt x="0" y="683696"/>
                </a:lnTo>
                <a:lnTo>
                  <a:pt x="0" y="706096"/>
                </a:lnTo>
                <a:lnTo>
                  <a:pt x="0" y="719308"/>
                </a:lnTo>
                <a:lnTo>
                  <a:pt x="0" y="741708"/>
                </a:lnTo>
                <a:lnTo>
                  <a:pt x="0" y="1009418"/>
                </a:lnTo>
                <a:lnTo>
                  <a:pt x="0" y="1031816"/>
                </a:lnTo>
                <a:lnTo>
                  <a:pt x="0" y="1045028"/>
                </a:lnTo>
                <a:lnTo>
                  <a:pt x="0" y="1067430"/>
                </a:lnTo>
                <a:lnTo>
                  <a:pt x="0" y="1103018"/>
                </a:lnTo>
                <a:lnTo>
                  <a:pt x="0" y="1125420"/>
                </a:lnTo>
                <a:lnTo>
                  <a:pt x="0" y="1138630"/>
                </a:lnTo>
                <a:lnTo>
                  <a:pt x="0" y="1161030"/>
                </a:lnTo>
                <a:lnTo>
                  <a:pt x="0" y="1256448"/>
                </a:lnTo>
                <a:lnTo>
                  <a:pt x="0" y="1292058"/>
                </a:lnTo>
                <a:lnTo>
                  <a:pt x="0" y="1327650"/>
                </a:lnTo>
                <a:lnTo>
                  <a:pt x="0" y="1350048"/>
                </a:lnTo>
                <a:lnTo>
                  <a:pt x="0" y="1363260"/>
                </a:lnTo>
                <a:lnTo>
                  <a:pt x="0" y="1385662"/>
                </a:lnTo>
                <a:lnTo>
                  <a:pt x="0" y="1484930"/>
                </a:lnTo>
                <a:lnTo>
                  <a:pt x="0" y="1507332"/>
                </a:lnTo>
                <a:lnTo>
                  <a:pt x="0" y="1520542"/>
                </a:lnTo>
                <a:lnTo>
                  <a:pt x="0" y="1542942"/>
                </a:lnTo>
                <a:lnTo>
                  <a:pt x="0" y="1578532"/>
                </a:lnTo>
                <a:lnTo>
                  <a:pt x="0" y="1614144"/>
                </a:lnTo>
                <a:lnTo>
                  <a:pt x="0" y="1709560"/>
                </a:lnTo>
                <a:lnTo>
                  <a:pt x="0" y="1731960"/>
                </a:lnTo>
                <a:lnTo>
                  <a:pt x="0" y="1745172"/>
                </a:lnTo>
                <a:lnTo>
                  <a:pt x="0" y="1767574"/>
                </a:lnTo>
                <a:lnTo>
                  <a:pt x="0" y="1803162"/>
                </a:lnTo>
                <a:lnTo>
                  <a:pt x="0" y="1825562"/>
                </a:lnTo>
                <a:lnTo>
                  <a:pt x="0" y="1838774"/>
                </a:lnTo>
                <a:lnTo>
                  <a:pt x="0" y="1861174"/>
                </a:lnTo>
                <a:lnTo>
                  <a:pt x="0" y="2128882"/>
                </a:lnTo>
                <a:lnTo>
                  <a:pt x="0" y="2151282"/>
                </a:lnTo>
                <a:lnTo>
                  <a:pt x="0" y="2164494"/>
                </a:lnTo>
                <a:lnTo>
                  <a:pt x="0" y="2186894"/>
                </a:lnTo>
                <a:lnTo>
                  <a:pt x="0" y="2222484"/>
                </a:lnTo>
                <a:lnTo>
                  <a:pt x="0" y="2244882"/>
                </a:lnTo>
                <a:lnTo>
                  <a:pt x="0" y="2258096"/>
                </a:lnTo>
                <a:lnTo>
                  <a:pt x="0" y="2280496"/>
                </a:lnTo>
                <a:lnTo>
                  <a:pt x="0" y="2536986"/>
                </a:lnTo>
                <a:lnTo>
                  <a:pt x="0" y="2547092"/>
                </a:lnTo>
                <a:lnTo>
                  <a:pt x="1" y="2547092"/>
                </a:lnTo>
                <a:lnTo>
                  <a:pt x="1" y="2560664"/>
                </a:lnTo>
                <a:lnTo>
                  <a:pt x="1" y="2708436"/>
                </a:lnTo>
                <a:lnTo>
                  <a:pt x="1" y="2718542"/>
                </a:lnTo>
                <a:lnTo>
                  <a:pt x="1" y="2884562"/>
                </a:lnTo>
                <a:lnTo>
                  <a:pt x="1" y="2906962"/>
                </a:lnTo>
                <a:lnTo>
                  <a:pt x="1" y="2920174"/>
                </a:lnTo>
                <a:lnTo>
                  <a:pt x="1" y="2942574"/>
                </a:lnTo>
                <a:lnTo>
                  <a:pt x="1" y="2978162"/>
                </a:lnTo>
                <a:lnTo>
                  <a:pt x="1" y="3000562"/>
                </a:lnTo>
                <a:lnTo>
                  <a:pt x="1" y="3013776"/>
                </a:lnTo>
                <a:lnTo>
                  <a:pt x="1" y="3036174"/>
                </a:lnTo>
                <a:lnTo>
                  <a:pt x="1" y="3303883"/>
                </a:lnTo>
                <a:lnTo>
                  <a:pt x="1" y="3326282"/>
                </a:lnTo>
                <a:lnTo>
                  <a:pt x="1" y="3339495"/>
                </a:lnTo>
                <a:lnTo>
                  <a:pt x="1" y="3361896"/>
                </a:lnTo>
                <a:lnTo>
                  <a:pt x="1" y="3397484"/>
                </a:lnTo>
                <a:lnTo>
                  <a:pt x="1" y="3419885"/>
                </a:lnTo>
                <a:lnTo>
                  <a:pt x="1" y="3433096"/>
                </a:lnTo>
                <a:lnTo>
                  <a:pt x="1" y="3455496"/>
                </a:lnTo>
                <a:lnTo>
                  <a:pt x="1" y="3550913"/>
                </a:lnTo>
                <a:lnTo>
                  <a:pt x="1" y="3586524"/>
                </a:lnTo>
                <a:lnTo>
                  <a:pt x="1" y="3622115"/>
                </a:lnTo>
                <a:lnTo>
                  <a:pt x="1" y="3644514"/>
                </a:lnTo>
                <a:lnTo>
                  <a:pt x="1" y="3657727"/>
                </a:lnTo>
                <a:lnTo>
                  <a:pt x="1" y="3680127"/>
                </a:lnTo>
                <a:lnTo>
                  <a:pt x="1" y="3779396"/>
                </a:lnTo>
                <a:lnTo>
                  <a:pt x="1" y="3801797"/>
                </a:lnTo>
                <a:lnTo>
                  <a:pt x="1" y="3815009"/>
                </a:lnTo>
                <a:lnTo>
                  <a:pt x="1" y="3837408"/>
                </a:lnTo>
                <a:lnTo>
                  <a:pt x="1" y="3853848"/>
                </a:lnTo>
                <a:lnTo>
                  <a:pt x="1" y="3872998"/>
                </a:lnTo>
                <a:lnTo>
                  <a:pt x="1" y="3889459"/>
                </a:lnTo>
                <a:lnTo>
                  <a:pt x="1" y="3908611"/>
                </a:lnTo>
                <a:lnTo>
                  <a:pt x="1" y="3925051"/>
                </a:lnTo>
                <a:lnTo>
                  <a:pt x="1" y="3947449"/>
                </a:lnTo>
                <a:lnTo>
                  <a:pt x="1" y="3960662"/>
                </a:lnTo>
                <a:lnTo>
                  <a:pt x="1" y="3983063"/>
                </a:lnTo>
                <a:lnTo>
                  <a:pt x="1" y="4004025"/>
                </a:lnTo>
                <a:lnTo>
                  <a:pt x="1" y="4026426"/>
                </a:lnTo>
                <a:lnTo>
                  <a:pt x="1" y="4039638"/>
                </a:lnTo>
                <a:lnTo>
                  <a:pt x="1" y="4062039"/>
                </a:lnTo>
                <a:lnTo>
                  <a:pt x="1" y="4097628"/>
                </a:lnTo>
                <a:lnTo>
                  <a:pt x="1" y="4120029"/>
                </a:lnTo>
                <a:lnTo>
                  <a:pt x="1" y="4133240"/>
                </a:lnTo>
                <a:lnTo>
                  <a:pt x="1" y="4155640"/>
                </a:lnTo>
                <a:lnTo>
                  <a:pt x="1" y="4306961"/>
                </a:lnTo>
                <a:lnTo>
                  <a:pt x="1" y="4329362"/>
                </a:lnTo>
                <a:lnTo>
                  <a:pt x="1" y="4342573"/>
                </a:lnTo>
                <a:lnTo>
                  <a:pt x="1" y="4364973"/>
                </a:lnTo>
                <a:lnTo>
                  <a:pt x="1" y="4400561"/>
                </a:lnTo>
                <a:lnTo>
                  <a:pt x="1" y="4422962"/>
                </a:lnTo>
                <a:lnTo>
                  <a:pt x="1" y="4423349"/>
                </a:lnTo>
                <a:lnTo>
                  <a:pt x="1" y="4436175"/>
                </a:lnTo>
                <a:lnTo>
                  <a:pt x="1" y="4445748"/>
                </a:lnTo>
                <a:lnTo>
                  <a:pt x="1" y="4458573"/>
                </a:lnTo>
                <a:lnTo>
                  <a:pt x="1" y="4458962"/>
                </a:lnTo>
                <a:lnTo>
                  <a:pt x="1" y="4481361"/>
                </a:lnTo>
                <a:lnTo>
                  <a:pt x="1" y="4516950"/>
                </a:lnTo>
                <a:lnTo>
                  <a:pt x="1" y="4539349"/>
                </a:lnTo>
                <a:lnTo>
                  <a:pt x="1" y="4552563"/>
                </a:lnTo>
                <a:lnTo>
                  <a:pt x="1" y="4574962"/>
                </a:lnTo>
                <a:lnTo>
                  <a:pt x="1" y="4726284"/>
                </a:lnTo>
                <a:lnTo>
                  <a:pt x="1" y="4748682"/>
                </a:lnTo>
                <a:lnTo>
                  <a:pt x="1" y="4761895"/>
                </a:lnTo>
                <a:lnTo>
                  <a:pt x="1" y="4784296"/>
                </a:lnTo>
                <a:lnTo>
                  <a:pt x="1" y="4819885"/>
                </a:lnTo>
                <a:lnTo>
                  <a:pt x="1" y="4831453"/>
                </a:lnTo>
                <a:lnTo>
                  <a:pt x="1" y="4841558"/>
                </a:lnTo>
                <a:lnTo>
                  <a:pt x="1" y="4842285"/>
                </a:lnTo>
                <a:lnTo>
                  <a:pt x="1" y="4855496"/>
                </a:lnTo>
                <a:lnTo>
                  <a:pt x="1" y="4877897"/>
                </a:lnTo>
                <a:lnTo>
                  <a:pt x="1" y="4973313"/>
                </a:lnTo>
                <a:lnTo>
                  <a:pt x="1" y="5008924"/>
                </a:lnTo>
                <a:lnTo>
                  <a:pt x="1" y="5044516"/>
                </a:lnTo>
                <a:lnTo>
                  <a:pt x="1" y="5066914"/>
                </a:lnTo>
                <a:lnTo>
                  <a:pt x="1" y="5080127"/>
                </a:lnTo>
                <a:lnTo>
                  <a:pt x="1" y="5102528"/>
                </a:lnTo>
                <a:lnTo>
                  <a:pt x="1" y="5201796"/>
                </a:lnTo>
                <a:lnTo>
                  <a:pt x="1" y="5224197"/>
                </a:lnTo>
                <a:lnTo>
                  <a:pt x="1" y="5237409"/>
                </a:lnTo>
                <a:lnTo>
                  <a:pt x="1" y="5259808"/>
                </a:lnTo>
                <a:lnTo>
                  <a:pt x="1" y="5295398"/>
                </a:lnTo>
                <a:lnTo>
                  <a:pt x="1" y="5331011"/>
                </a:lnTo>
                <a:lnTo>
                  <a:pt x="1" y="5426426"/>
                </a:lnTo>
                <a:lnTo>
                  <a:pt x="1" y="5448826"/>
                </a:lnTo>
                <a:lnTo>
                  <a:pt x="1" y="5460361"/>
                </a:lnTo>
                <a:lnTo>
                  <a:pt x="2" y="5460361"/>
                </a:lnTo>
                <a:lnTo>
                  <a:pt x="2" y="5466848"/>
                </a:lnTo>
                <a:lnTo>
                  <a:pt x="2" y="5502461"/>
                </a:lnTo>
                <a:lnTo>
                  <a:pt x="2" y="5597876"/>
                </a:lnTo>
                <a:lnTo>
                  <a:pt x="2" y="5620276"/>
                </a:lnTo>
                <a:lnTo>
                  <a:pt x="2" y="563181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7" name="Forma libre 41">
            <a:extLst>
              <a:ext uri="{FF2B5EF4-FFF2-40B4-BE49-F238E27FC236}">
                <a16:creationId xmlns:a16="http://schemas.microsoft.com/office/drawing/2014/main" id="{C6E787FF-3D4E-E6A3-D5AF-C9C240C5B2E9}"/>
              </a:ext>
            </a:extLst>
          </p:cNvPr>
          <p:cNvSpPr/>
          <p:nvPr/>
        </p:nvSpPr>
        <p:spPr>
          <a:xfrm rot="16200000" flipV="1">
            <a:off x="2685957" y="-479611"/>
            <a:ext cx="502573" cy="6263958"/>
          </a:xfrm>
          <a:custGeom>
            <a:avLst/>
            <a:gdLst>
              <a:gd name="connsiteX0" fmla="*/ 502573 w 502573"/>
              <a:gd name="connsiteY0" fmla="*/ 6263958 h 6263958"/>
              <a:gd name="connsiteX1" fmla="*/ 502573 w 502573"/>
              <a:gd name="connsiteY1" fmla="*/ 6246085 h 6263958"/>
              <a:gd name="connsiteX2" fmla="*/ 502573 w 502573"/>
              <a:gd name="connsiteY2" fmla="*/ 6223684 h 6263958"/>
              <a:gd name="connsiteX3" fmla="*/ 502573 w 502573"/>
              <a:gd name="connsiteY3" fmla="*/ 6210472 h 6263958"/>
              <a:gd name="connsiteX4" fmla="*/ 502573 w 502573"/>
              <a:gd name="connsiteY4" fmla="*/ 6188073 h 6263958"/>
              <a:gd name="connsiteX5" fmla="*/ 502573 w 502573"/>
              <a:gd name="connsiteY5" fmla="*/ 6152483 h 6263958"/>
              <a:gd name="connsiteX6" fmla="*/ 502573 w 502573"/>
              <a:gd name="connsiteY6" fmla="*/ 6116871 h 6263958"/>
              <a:gd name="connsiteX7" fmla="*/ 502573 w 502573"/>
              <a:gd name="connsiteY7" fmla="*/ 5997362 h 6263958"/>
              <a:gd name="connsiteX8" fmla="*/ 502573 w 502573"/>
              <a:gd name="connsiteY8" fmla="*/ 5974963 h 6263958"/>
              <a:gd name="connsiteX9" fmla="*/ 502573 w 502573"/>
              <a:gd name="connsiteY9" fmla="*/ 5961749 h 6263958"/>
              <a:gd name="connsiteX10" fmla="*/ 502573 w 502573"/>
              <a:gd name="connsiteY10" fmla="*/ 5939350 h 6263958"/>
              <a:gd name="connsiteX11" fmla="*/ 502573 w 502573"/>
              <a:gd name="connsiteY11" fmla="*/ 5903761 h 6263958"/>
              <a:gd name="connsiteX12" fmla="*/ 502573 w 502573"/>
              <a:gd name="connsiteY12" fmla="*/ 5881361 h 6263958"/>
              <a:gd name="connsiteX13" fmla="*/ 502573 w 502573"/>
              <a:gd name="connsiteY13" fmla="*/ 5868148 h 6263958"/>
              <a:gd name="connsiteX14" fmla="*/ 502573 w 502573"/>
              <a:gd name="connsiteY14" fmla="*/ 5845749 h 6263958"/>
              <a:gd name="connsiteX15" fmla="*/ 502573 w 502573"/>
              <a:gd name="connsiteY15" fmla="*/ 5441058 h 6263958"/>
              <a:gd name="connsiteX16" fmla="*/ 502573 w 502573"/>
              <a:gd name="connsiteY16" fmla="*/ 5418658 h 6263958"/>
              <a:gd name="connsiteX17" fmla="*/ 502573 w 502573"/>
              <a:gd name="connsiteY17" fmla="*/ 5405446 h 6263958"/>
              <a:gd name="connsiteX18" fmla="*/ 502573 w 502573"/>
              <a:gd name="connsiteY18" fmla="*/ 5383046 h 6263958"/>
              <a:gd name="connsiteX19" fmla="*/ 502573 w 502573"/>
              <a:gd name="connsiteY19" fmla="*/ 5347456 h 6263958"/>
              <a:gd name="connsiteX20" fmla="*/ 502573 w 502573"/>
              <a:gd name="connsiteY20" fmla="*/ 5331011 h 6263958"/>
              <a:gd name="connsiteX21" fmla="*/ 502573 w 502573"/>
              <a:gd name="connsiteY21" fmla="*/ 5325055 h 6263958"/>
              <a:gd name="connsiteX22" fmla="*/ 502573 w 502573"/>
              <a:gd name="connsiteY22" fmla="*/ 5311844 h 6263958"/>
              <a:gd name="connsiteX23" fmla="*/ 502573 w 502573"/>
              <a:gd name="connsiteY23" fmla="*/ 5295398 h 6263958"/>
              <a:gd name="connsiteX24" fmla="*/ 502573 w 502573"/>
              <a:gd name="connsiteY24" fmla="*/ 5289444 h 6263958"/>
              <a:gd name="connsiteX25" fmla="*/ 502573 w 502573"/>
              <a:gd name="connsiteY25" fmla="*/ 5259808 h 6263958"/>
              <a:gd name="connsiteX26" fmla="*/ 502573 w 502573"/>
              <a:gd name="connsiteY26" fmla="*/ 5237408 h 6263958"/>
              <a:gd name="connsiteX27" fmla="*/ 502573 w 502573"/>
              <a:gd name="connsiteY27" fmla="*/ 5224197 h 6263958"/>
              <a:gd name="connsiteX28" fmla="*/ 502573 w 502573"/>
              <a:gd name="connsiteY28" fmla="*/ 5201796 h 6263958"/>
              <a:gd name="connsiteX29" fmla="*/ 502572 w 502573"/>
              <a:gd name="connsiteY29" fmla="*/ 4965544 h 6263958"/>
              <a:gd name="connsiteX30" fmla="*/ 502572 w 502573"/>
              <a:gd name="connsiteY30" fmla="*/ 4943145 h 6263958"/>
              <a:gd name="connsiteX31" fmla="*/ 502572 w 502573"/>
              <a:gd name="connsiteY31" fmla="*/ 4929933 h 6263958"/>
              <a:gd name="connsiteX32" fmla="*/ 502572 w 502573"/>
              <a:gd name="connsiteY32" fmla="*/ 4907532 h 6263958"/>
              <a:gd name="connsiteX33" fmla="*/ 502572 w 502573"/>
              <a:gd name="connsiteY33" fmla="*/ 4877897 h 6263958"/>
              <a:gd name="connsiteX34" fmla="*/ 502572 w 502573"/>
              <a:gd name="connsiteY34" fmla="*/ 4871943 h 6263958"/>
              <a:gd name="connsiteX35" fmla="*/ 502572 w 502573"/>
              <a:gd name="connsiteY35" fmla="*/ 4855496 h 6263958"/>
              <a:gd name="connsiteX36" fmla="*/ 502572 w 502573"/>
              <a:gd name="connsiteY36" fmla="*/ 4842285 h 6263958"/>
              <a:gd name="connsiteX37" fmla="*/ 502572 w 502573"/>
              <a:gd name="connsiteY37" fmla="*/ 4841558 h 6263958"/>
              <a:gd name="connsiteX38" fmla="*/ 502573 w 502573"/>
              <a:gd name="connsiteY38" fmla="*/ 4841558 h 6263958"/>
              <a:gd name="connsiteX39" fmla="*/ 502573 w 502573"/>
              <a:gd name="connsiteY39" fmla="*/ 4823685 h 6263958"/>
              <a:gd name="connsiteX40" fmla="*/ 502573 w 502573"/>
              <a:gd name="connsiteY40" fmla="*/ 4801284 h 6263958"/>
              <a:gd name="connsiteX41" fmla="*/ 502573 w 502573"/>
              <a:gd name="connsiteY41" fmla="*/ 4788072 h 6263958"/>
              <a:gd name="connsiteX42" fmla="*/ 502573 w 502573"/>
              <a:gd name="connsiteY42" fmla="*/ 4765673 h 6263958"/>
              <a:gd name="connsiteX43" fmla="*/ 502573 w 502573"/>
              <a:gd name="connsiteY43" fmla="*/ 4730083 h 6263958"/>
              <a:gd name="connsiteX44" fmla="*/ 502573 w 502573"/>
              <a:gd name="connsiteY44" fmla="*/ 4694471 h 6263958"/>
              <a:gd name="connsiteX45" fmla="*/ 502573 w 502573"/>
              <a:gd name="connsiteY45" fmla="*/ 4574962 h 6263958"/>
              <a:gd name="connsiteX46" fmla="*/ 502573 w 502573"/>
              <a:gd name="connsiteY46" fmla="*/ 4552563 h 6263958"/>
              <a:gd name="connsiteX47" fmla="*/ 502573 w 502573"/>
              <a:gd name="connsiteY47" fmla="*/ 4539349 h 6263958"/>
              <a:gd name="connsiteX48" fmla="*/ 502573 w 502573"/>
              <a:gd name="connsiteY48" fmla="*/ 4516950 h 6263958"/>
              <a:gd name="connsiteX49" fmla="*/ 502573 w 502573"/>
              <a:gd name="connsiteY49" fmla="*/ 4481361 h 6263958"/>
              <a:gd name="connsiteX50" fmla="*/ 502573 w 502573"/>
              <a:gd name="connsiteY50" fmla="*/ 4458962 h 6263958"/>
              <a:gd name="connsiteX51" fmla="*/ 502573 w 502573"/>
              <a:gd name="connsiteY51" fmla="*/ 4445748 h 6263958"/>
              <a:gd name="connsiteX52" fmla="*/ 502573 w 502573"/>
              <a:gd name="connsiteY52" fmla="*/ 4423349 h 6263958"/>
              <a:gd name="connsiteX53" fmla="*/ 502573 w 502573"/>
              <a:gd name="connsiteY53" fmla="*/ 4018658 h 6263958"/>
              <a:gd name="connsiteX54" fmla="*/ 502573 w 502573"/>
              <a:gd name="connsiteY54" fmla="*/ 3996258 h 6263958"/>
              <a:gd name="connsiteX55" fmla="*/ 502573 w 502573"/>
              <a:gd name="connsiteY55" fmla="*/ 3983046 h 6263958"/>
              <a:gd name="connsiteX56" fmla="*/ 502573 w 502573"/>
              <a:gd name="connsiteY56" fmla="*/ 3960646 h 6263958"/>
              <a:gd name="connsiteX57" fmla="*/ 502573 w 502573"/>
              <a:gd name="connsiteY57" fmla="*/ 3925056 h 6263958"/>
              <a:gd name="connsiteX58" fmla="*/ 502573 w 502573"/>
              <a:gd name="connsiteY58" fmla="*/ 3908611 h 6263958"/>
              <a:gd name="connsiteX59" fmla="*/ 502573 w 502573"/>
              <a:gd name="connsiteY59" fmla="*/ 3902655 h 6263958"/>
              <a:gd name="connsiteX60" fmla="*/ 502573 w 502573"/>
              <a:gd name="connsiteY60" fmla="*/ 3889444 h 6263958"/>
              <a:gd name="connsiteX61" fmla="*/ 502573 w 502573"/>
              <a:gd name="connsiteY61" fmla="*/ 3872998 h 6263958"/>
              <a:gd name="connsiteX62" fmla="*/ 502573 w 502573"/>
              <a:gd name="connsiteY62" fmla="*/ 3867044 h 6263958"/>
              <a:gd name="connsiteX63" fmla="*/ 502573 w 502573"/>
              <a:gd name="connsiteY63" fmla="*/ 3837408 h 6263958"/>
              <a:gd name="connsiteX64" fmla="*/ 502573 w 502573"/>
              <a:gd name="connsiteY64" fmla="*/ 3815008 h 6263958"/>
              <a:gd name="connsiteX65" fmla="*/ 502573 w 502573"/>
              <a:gd name="connsiteY65" fmla="*/ 3801797 h 6263958"/>
              <a:gd name="connsiteX66" fmla="*/ 502573 w 502573"/>
              <a:gd name="connsiteY66" fmla="*/ 3779396 h 6263958"/>
              <a:gd name="connsiteX67" fmla="*/ 502572 w 502573"/>
              <a:gd name="connsiteY67" fmla="*/ 3543143 h 6263958"/>
              <a:gd name="connsiteX68" fmla="*/ 502572 w 502573"/>
              <a:gd name="connsiteY68" fmla="*/ 3520745 h 6263958"/>
              <a:gd name="connsiteX69" fmla="*/ 502572 w 502573"/>
              <a:gd name="connsiteY69" fmla="*/ 3507532 h 6263958"/>
              <a:gd name="connsiteX70" fmla="*/ 502572 w 502573"/>
              <a:gd name="connsiteY70" fmla="*/ 3485131 h 6263958"/>
              <a:gd name="connsiteX71" fmla="*/ 502572 w 502573"/>
              <a:gd name="connsiteY71" fmla="*/ 3455496 h 6263958"/>
              <a:gd name="connsiteX72" fmla="*/ 502572 w 502573"/>
              <a:gd name="connsiteY72" fmla="*/ 3449543 h 6263958"/>
              <a:gd name="connsiteX73" fmla="*/ 502572 w 502573"/>
              <a:gd name="connsiteY73" fmla="*/ 3433096 h 6263958"/>
              <a:gd name="connsiteX74" fmla="*/ 502572 w 502573"/>
              <a:gd name="connsiteY74" fmla="*/ 3419885 h 6263958"/>
              <a:gd name="connsiteX75" fmla="*/ 502572 w 502573"/>
              <a:gd name="connsiteY75" fmla="*/ 3413932 h 6263958"/>
              <a:gd name="connsiteX76" fmla="*/ 502572 w 502573"/>
              <a:gd name="connsiteY76" fmla="*/ 3397484 h 6263958"/>
              <a:gd name="connsiteX77" fmla="*/ 502572 w 502573"/>
              <a:gd name="connsiteY77" fmla="*/ 3361896 h 6263958"/>
              <a:gd name="connsiteX78" fmla="*/ 502572 w 502573"/>
              <a:gd name="connsiteY78" fmla="*/ 3339495 h 6263958"/>
              <a:gd name="connsiteX79" fmla="*/ 502572 w 502573"/>
              <a:gd name="connsiteY79" fmla="*/ 3326282 h 6263958"/>
              <a:gd name="connsiteX80" fmla="*/ 502572 w 502573"/>
              <a:gd name="connsiteY80" fmla="*/ 3303883 h 6263958"/>
              <a:gd name="connsiteX81" fmla="*/ 502572 w 502573"/>
              <a:gd name="connsiteY81" fmla="*/ 2899192 h 6263958"/>
              <a:gd name="connsiteX82" fmla="*/ 502572 w 502573"/>
              <a:gd name="connsiteY82" fmla="*/ 2876791 h 6263958"/>
              <a:gd name="connsiteX83" fmla="*/ 502572 w 502573"/>
              <a:gd name="connsiteY83" fmla="*/ 2863581 h 6263958"/>
              <a:gd name="connsiteX84" fmla="*/ 502572 w 502573"/>
              <a:gd name="connsiteY84" fmla="*/ 2841180 h 6263958"/>
              <a:gd name="connsiteX85" fmla="*/ 502572 w 502573"/>
              <a:gd name="connsiteY85" fmla="*/ 2805591 h 6263958"/>
              <a:gd name="connsiteX86" fmla="*/ 502572 w 502573"/>
              <a:gd name="connsiteY86" fmla="*/ 2783191 h 6263958"/>
              <a:gd name="connsiteX87" fmla="*/ 502572 w 502573"/>
              <a:gd name="connsiteY87" fmla="*/ 2769978 h 6263958"/>
              <a:gd name="connsiteX88" fmla="*/ 502572 w 502573"/>
              <a:gd name="connsiteY88" fmla="*/ 2747577 h 6263958"/>
              <a:gd name="connsiteX89" fmla="*/ 502572 w 502573"/>
              <a:gd name="connsiteY89" fmla="*/ 2547091 h 6263958"/>
              <a:gd name="connsiteX90" fmla="*/ 502572 w 502573"/>
              <a:gd name="connsiteY90" fmla="*/ 2529218 h 6263958"/>
              <a:gd name="connsiteX91" fmla="*/ 502572 w 502573"/>
              <a:gd name="connsiteY91" fmla="*/ 2506817 h 6263958"/>
              <a:gd name="connsiteX92" fmla="*/ 502572 w 502573"/>
              <a:gd name="connsiteY92" fmla="*/ 2493605 h 6263958"/>
              <a:gd name="connsiteX93" fmla="*/ 502572 w 502573"/>
              <a:gd name="connsiteY93" fmla="*/ 2471206 h 6263958"/>
              <a:gd name="connsiteX94" fmla="*/ 502572 w 502573"/>
              <a:gd name="connsiteY94" fmla="*/ 2435616 h 6263958"/>
              <a:gd name="connsiteX95" fmla="*/ 502572 w 502573"/>
              <a:gd name="connsiteY95" fmla="*/ 2423679 h 6263958"/>
              <a:gd name="connsiteX96" fmla="*/ 502572 w 502573"/>
              <a:gd name="connsiteY96" fmla="*/ 2401280 h 6263958"/>
              <a:gd name="connsiteX97" fmla="*/ 502572 w 502573"/>
              <a:gd name="connsiteY97" fmla="*/ 2400004 h 6263958"/>
              <a:gd name="connsiteX98" fmla="*/ 502572 w 502573"/>
              <a:gd name="connsiteY98" fmla="*/ 2388068 h 6263958"/>
              <a:gd name="connsiteX99" fmla="*/ 502572 w 502573"/>
              <a:gd name="connsiteY99" fmla="*/ 2365667 h 6263958"/>
              <a:gd name="connsiteX100" fmla="*/ 502572 w 502573"/>
              <a:gd name="connsiteY100" fmla="*/ 2330078 h 6263958"/>
              <a:gd name="connsiteX101" fmla="*/ 502572 w 502573"/>
              <a:gd name="connsiteY101" fmla="*/ 2294467 h 6263958"/>
              <a:gd name="connsiteX102" fmla="*/ 502572 w 502573"/>
              <a:gd name="connsiteY102" fmla="*/ 2280495 h 6263958"/>
              <a:gd name="connsiteX103" fmla="*/ 502572 w 502573"/>
              <a:gd name="connsiteY103" fmla="*/ 2258096 h 6263958"/>
              <a:gd name="connsiteX104" fmla="*/ 502572 w 502573"/>
              <a:gd name="connsiteY104" fmla="*/ 2244882 h 6263958"/>
              <a:gd name="connsiteX105" fmla="*/ 502572 w 502573"/>
              <a:gd name="connsiteY105" fmla="*/ 2222483 h 6263958"/>
              <a:gd name="connsiteX106" fmla="*/ 502572 w 502573"/>
              <a:gd name="connsiteY106" fmla="*/ 2186894 h 6263958"/>
              <a:gd name="connsiteX107" fmla="*/ 502572 w 502573"/>
              <a:gd name="connsiteY107" fmla="*/ 2164494 h 6263958"/>
              <a:gd name="connsiteX108" fmla="*/ 502572 w 502573"/>
              <a:gd name="connsiteY108" fmla="*/ 2151281 h 6263958"/>
              <a:gd name="connsiteX109" fmla="*/ 502572 w 502573"/>
              <a:gd name="connsiteY109" fmla="*/ 2128882 h 6263958"/>
              <a:gd name="connsiteX110" fmla="*/ 502572 w 502573"/>
              <a:gd name="connsiteY110" fmla="*/ 1724191 h 6263958"/>
              <a:gd name="connsiteX111" fmla="*/ 502572 w 502573"/>
              <a:gd name="connsiteY111" fmla="*/ 1701791 h 6263958"/>
              <a:gd name="connsiteX112" fmla="*/ 502572 w 502573"/>
              <a:gd name="connsiteY112" fmla="*/ 1688579 h 6263958"/>
              <a:gd name="connsiteX113" fmla="*/ 502572 w 502573"/>
              <a:gd name="connsiteY113" fmla="*/ 1666179 h 6263958"/>
              <a:gd name="connsiteX114" fmla="*/ 502572 w 502573"/>
              <a:gd name="connsiteY114" fmla="*/ 1630590 h 6263958"/>
              <a:gd name="connsiteX115" fmla="*/ 502572 w 502573"/>
              <a:gd name="connsiteY115" fmla="*/ 1614144 h 6263958"/>
              <a:gd name="connsiteX116" fmla="*/ 502572 w 502573"/>
              <a:gd name="connsiteY116" fmla="*/ 1608189 h 6263958"/>
              <a:gd name="connsiteX117" fmla="*/ 502572 w 502573"/>
              <a:gd name="connsiteY117" fmla="*/ 1594978 h 6263958"/>
              <a:gd name="connsiteX118" fmla="*/ 502572 w 502573"/>
              <a:gd name="connsiteY118" fmla="*/ 1578531 h 6263958"/>
              <a:gd name="connsiteX119" fmla="*/ 502572 w 502573"/>
              <a:gd name="connsiteY119" fmla="*/ 1572578 h 6263958"/>
              <a:gd name="connsiteX120" fmla="*/ 502572 w 502573"/>
              <a:gd name="connsiteY120" fmla="*/ 1542942 h 6263958"/>
              <a:gd name="connsiteX121" fmla="*/ 502572 w 502573"/>
              <a:gd name="connsiteY121" fmla="*/ 1520542 h 6263958"/>
              <a:gd name="connsiteX122" fmla="*/ 502572 w 502573"/>
              <a:gd name="connsiteY122" fmla="*/ 1507331 h 6263958"/>
              <a:gd name="connsiteX123" fmla="*/ 502572 w 502573"/>
              <a:gd name="connsiteY123" fmla="*/ 1484930 h 6263958"/>
              <a:gd name="connsiteX124" fmla="*/ 502571 w 502573"/>
              <a:gd name="connsiteY124" fmla="*/ 1248677 h 6263958"/>
              <a:gd name="connsiteX125" fmla="*/ 502571 w 502573"/>
              <a:gd name="connsiteY125" fmla="*/ 1226279 h 6263958"/>
              <a:gd name="connsiteX126" fmla="*/ 502571 w 502573"/>
              <a:gd name="connsiteY126" fmla="*/ 1213066 h 6263958"/>
              <a:gd name="connsiteX127" fmla="*/ 502571 w 502573"/>
              <a:gd name="connsiteY127" fmla="*/ 1190665 h 6263958"/>
              <a:gd name="connsiteX128" fmla="*/ 502571 w 502573"/>
              <a:gd name="connsiteY128" fmla="*/ 1161030 h 6263958"/>
              <a:gd name="connsiteX129" fmla="*/ 502571 w 502573"/>
              <a:gd name="connsiteY129" fmla="*/ 1155076 h 6263958"/>
              <a:gd name="connsiteX130" fmla="*/ 502571 w 502573"/>
              <a:gd name="connsiteY130" fmla="*/ 1138629 h 6263958"/>
              <a:gd name="connsiteX131" fmla="*/ 502571 w 502573"/>
              <a:gd name="connsiteY131" fmla="*/ 1125419 h 6263958"/>
              <a:gd name="connsiteX132" fmla="*/ 502571 w 502573"/>
              <a:gd name="connsiteY132" fmla="*/ 1119465 h 6263958"/>
              <a:gd name="connsiteX133" fmla="*/ 502571 w 502573"/>
              <a:gd name="connsiteY133" fmla="*/ 1103018 h 6263958"/>
              <a:gd name="connsiteX134" fmla="*/ 502571 w 502573"/>
              <a:gd name="connsiteY134" fmla="*/ 1067429 h 6263958"/>
              <a:gd name="connsiteX135" fmla="*/ 502571 w 502573"/>
              <a:gd name="connsiteY135" fmla="*/ 1045028 h 6263958"/>
              <a:gd name="connsiteX136" fmla="*/ 502571 w 502573"/>
              <a:gd name="connsiteY136" fmla="*/ 1031815 h 6263958"/>
              <a:gd name="connsiteX137" fmla="*/ 502571 w 502573"/>
              <a:gd name="connsiteY137" fmla="*/ 1009417 h 6263958"/>
              <a:gd name="connsiteX138" fmla="*/ 502571 w 502573"/>
              <a:gd name="connsiteY138" fmla="*/ 604725 h 6263958"/>
              <a:gd name="connsiteX139" fmla="*/ 502571 w 502573"/>
              <a:gd name="connsiteY139" fmla="*/ 582324 h 6263958"/>
              <a:gd name="connsiteX140" fmla="*/ 502571 w 502573"/>
              <a:gd name="connsiteY140" fmla="*/ 569114 h 6263958"/>
              <a:gd name="connsiteX141" fmla="*/ 502571 w 502573"/>
              <a:gd name="connsiteY141" fmla="*/ 546713 h 6263958"/>
              <a:gd name="connsiteX142" fmla="*/ 502571 w 502573"/>
              <a:gd name="connsiteY142" fmla="*/ 511125 h 6263958"/>
              <a:gd name="connsiteX143" fmla="*/ 502571 w 502573"/>
              <a:gd name="connsiteY143" fmla="*/ 488725 h 6263958"/>
              <a:gd name="connsiteX144" fmla="*/ 502571 w 502573"/>
              <a:gd name="connsiteY144" fmla="*/ 475511 h 6263958"/>
              <a:gd name="connsiteX145" fmla="*/ 502571 w 502573"/>
              <a:gd name="connsiteY145" fmla="*/ 453110 h 6263958"/>
              <a:gd name="connsiteX146" fmla="*/ 502571 w 502573"/>
              <a:gd name="connsiteY146" fmla="*/ 129212 h 6263958"/>
              <a:gd name="connsiteX147" fmla="*/ 502571 w 502573"/>
              <a:gd name="connsiteY147" fmla="*/ 106814 h 6263958"/>
              <a:gd name="connsiteX148" fmla="*/ 502571 w 502573"/>
              <a:gd name="connsiteY148" fmla="*/ 93601 h 6263958"/>
              <a:gd name="connsiteX149" fmla="*/ 502571 w 502573"/>
              <a:gd name="connsiteY149" fmla="*/ 71200 h 6263958"/>
              <a:gd name="connsiteX150" fmla="*/ 502571 w 502573"/>
              <a:gd name="connsiteY150" fmla="*/ 35611 h 6263958"/>
              <a:gd name="connsiteX151" fmla="*/ 502571 w 502573"/>
              <a:gd name="connsiteY151" fmla="*/ 0 h 6263958"/>
              <a:gd name="connsiteX152" fmla="*/ 0 w 502573"/>
              <a:gd name="connsiteY152" fmla="*/ 136982 h 6263958"/>
              <a:gd name="connsiteX153" fmla="*/ 0 w 502573"/>
              <a:gd name="connsiteY153" fmla="*/ 172593 h 6263958"/>
              <a:gd name="connsiteX154" fmla="*/ 0 w 502573"/>
              <a:gd name="connsiteY154" fmla="*/ 208184 h 6263958"/>
              <a:gd name="connsiteX155" fmla="*/ 0 w 502573"/>
              <a:gd name="connsiteY155" fmla="*/ 230582 h 6263958"/>
              <a:gd name="connsiteX156" fmla="*/ 0 w 502573"/>
              <a:gd name="connsiteY156" fmla="*/ 243795 h 6263958"/>
              <a:gd name="connsiteX157" fmla="*/ 0 w 502573"/>
              <a:gd name="connsiteY157" fmla="*/ 266196 h 6263958"/>
              <a:gd name="connsiteX158" fmla="*/ 0 w 502573"/>
              <a:gd name="connsiteY158" fmla="*/ 590095 h 6263958"/>
              <a:gd name="connsiteX159" fmla="*/ 0 w 502573"/>
              <a:gd name="connsiteY159" fmla="*/ 612495 h 6263958"/>
              <a:gd name="connsiteX160" fmla="*/ 0 w 502573"/>
              <a:gd name="connsiteY160" fmla="*/ 625706 h 6263958"/>
              <a:gd name="connsiteX161" fmla="*/ 0 w 502573"/>
              <a:gd name="connsiteY161" fmla="*/ 648106 h 6263958"/>
              <a:gd name="connsiteX162" fmla="*/ 0 w 502573"/>
              <a:gd name="connsiteY162" fmla="*/ 683695 h 6263958"/>
              <a:gd name="connsiteX163" fmla="*/ 0 w 502573"/>
              <a:gd name="connsiteY163" fmla="*/ 706096 h 6263958"/>
              <a:gd name="connsiteX164" fmla="*/ 0 w 502573"/>
              <a:gd name="connsiteY164" fmla="*/ 719308 h 6263958"/>
              <a:gd name="connsiteX165" fmla="*/ 0 w 502573"/>
              <a:gd name="connsiteY165" fmla="*/ 741707 h 6263958"/>
              <a:gd name="connsiteX166" fmla="*/ 0 w 502573"/>
              <a:gd name="connsiteY166" fmla="*/ 1009417 h 6263958"/>
              <a:gd name="connsiteX167" fmla="*/ 0 w 502573"/>
              <a:gd name="connsiteY167" fmla="*/ 1031815 h 6263958"/>
              <a:gd name="connsiteX168" fmla="*/ 0 w 502573"/>
              <a:gd name="connsiteY168" fmla="*/ 1045028 h 6263958"/>
              <a:gd name="connsiteX169" fmla="*/ 0 w 502573"/>
              <a:gd name="connsiteY169" fmla="*/ 1067429 h 6263958"/>
              <a:gd name="connsiteX170" fmla="*/ 0 w 502573"/>
              <a:gd name="connsiteY170" fmla="*/ 1103018 h 6263958"/>
              <a:gd name="connsiteX171" fmla="*/ 0 w 502573"/>
              <a:gd name="connsiteY171" fmla="*/ 1125419 h 6263958"/>
              <a:gd name="connsiteX172" fmla="*/ 0 w 502573"/>
              <a:gd name="connsiteY172" fmla="*/ 1138629 h 6263958"/>
              <a:gd name="connsiteX173" fmla="*/ 0 w 502573"/>
              <a:gd name="connsiteY173" fmla="*/ 1161030 h 6263958"/>
              <a:gd name="connsiteX174" fmla="*/ 0 w 502573"/>
              <a:gd name="connsiteY174" fmla="*/ 1256447 h 6263958"/>
              <a:gd name="connsiteX175" fmla="*/ 0 w 502573"/>
              <a:gd name="connsiteY175" fmla="*/ 1292058 h 6263958"/>
              <a:gd name="connsiteX176" fmla="*/ 0 w 502573"/>
              <a:gd name="connsiteY176" fmla="*/ 1327649 h 6263958"/>
              <a:gd name="connsiteX177" fmla="*/ 0 w 502573"/>
              <a:gd name="connsiteY177" fmla="*/ 1350047 h 6263958"/>
              <a:gd name="connsiteX178" fmla="*/ 0 w 502573"/>
              <a:gd name="connsiteY178" fmla="*/ 1363260 h 6263958"/>
              <a:gd name="connsiteX179" fmla="*/ 0 w 502573"/>
              <a:gd name="connsiteY179" fmla="*/ 1385661 h 6263958"/>
              <a:gd name="connsiteX180" fmla="*/ 0 w 502573"/>
              <a:gd name="connsiteY180" fmla="*/ 1484930 h 6263958"/>
              <a:gd name="connsiteX181" fmla="*/ 0 w 502573"/>
              <a:gd name="connsiteY181" fmla="*/ 1507331 h 6263958"/>
              <a:gd name="connsiteX182" fmla="*/ 0 w 502573"/>
              <a:gd name="connsiteY182" fmla="*/ 1520542 h 6263958"/>
              <a:gd name="connsiteX183" fmla="*/ 0 w 502573"/>
              <a:gd name="connsiteY183" fmla="*/ 1542942 h 6263958"/>
              <a:gd name="connsiteX184" fmla="*/ 0 w 502573"/>
              <a:gd name="connsiteY184" fmla="*/ 1578531 h 6263958"/>
              <a:gd name="connsiteX185" fmla="*/ 0 w 502573"/>
              <a:gd name="connsiteY185" fmla="*/ 1614144 h 6263958"/>
              <a:gd name="connsiteX186" fmla="*/ 0 w 502573"/>
              <a:gd name="connsiteY186" fmla="*/ 1709559 h 6263958"/>
              <a:gd name="connsiteX187" fmla="*/ 0 w 502573"/>
              <a:gd name="connsiteY187" fmla="*/ 1731960 h 6263958"/>
              <a:gd name="connsiteX188" fmla="*/ 0 w 502573"/>
              <a:gd name="connsiteY188" fmla="*/ 1745172 h 6263958"/>
              <a:gd name="connsiteX189" fmla="*/ 0 w 502573"/>
              <a:gd name="connsiteY189" fmla="*/ 1767573 h 6263958"/>
              <a:gd name="connsiteX190" fmla="*/ 0 w 502573"/>
              <a:gd name="connsiteY190" fmla="*/ 1803161 h 6263958"/>
              <a:gd name="connsiteX191" fmla="*/ 0 w 502573"/>
              <a:gd name="connsiteY191" fmla="*/ 1825562 h 6263958"/>
              <a:gd name="connsiteX192" fmla="*/ 0 w 502573"/>
              <a:gd name="connsiteY192" fmla="*/ 1838773 h 6263958"/>
              <a:gd name="connsiteX193" fmla="*/ 0 w 502573"/>
              <a:gd name="connsiteY193" fmla="*/ 1861173 h 6263958"/>
              <a:gd name="connsiteX194" fmla="*/ 0 w 502573"/>
              <a:gd name="connsiteY194" fmla="*/ 2128882 h 6263958"/>
              <a:gd name="connsiteX195" fmla="*/ 0 w 502573"/>
              <a:gd name="connsiteY195" fmla="*/ 2151281 h 6263958"/>
              <a:gd name="connsiteX196" fmla="*/ 0 w 502573"/>
              <a:gd name="connsiteY196" fmla="*/ 2164494 h 6263958"/>
              <a:gd name="connsiteX197" fmla="*/ 0 w 502573"/>
              <a:gd name="connsiteY197" fmla="*/ 2186894 h 6263958"/>
              <a:gd name="connsiteX198" fmla="*/ 0 w 502573"/>
              <a:gd name="connsiteY198" fmla="*/ 2222483 h 6263958"/>
              <a:gd name="connsiteX199" fmla="*/ 0 w 502573"/>
              <a:gd name="connsiteY199" fmla="*/ 2244882 h 6263958"/>
              <a:gd name="connsiteX200" fmla="*/ 0 w 502573"/>
              <a:gd name="connsiteY200" fmla="*/ 2258096 h 6263958"/>
              <a:gd name="connsiteX201" fmla="*/ 0 w 502573"/>
              <a:gd name="connsiteY201" fmla="*/ 2280495 h 6263958"/>
              <a:gd name="connsiteX202" fmla="*/ 0 w 502573"/>
              <a:gd name="connsiteY202" fmla="*/ 2536986 h 6263958"/>
              <a:gd name="connsiteX203" fmla="*/ 0 w 502573"/>
              <a:gd name="connsiteY203" fmla="*/ 2547091 h 6263958"/>
              <a:gd name="connsiteX204" fmla="*/ 1 w 502573"/>
              <a:gd name="connsiteY204" fmla="*/ 2547091 h 6263958"/>
              <a:gd name="connsiteX205" fmla="*/ 1 w 502573"/>
              <a:gd name="connsiteY205" fmla="*/ 2560663 h 6263958"/>
              <a:gd name="connsiteX206" fmla="*/ 1 w 502573"/>
              <a:gd name="connsiteY206" fmla="*/ 2884561 h 6263958"/>
              <a:gd name="connsiteX207" fmla="*/ 1 w 502573"/>
              <a:gd name="connsiteY207" fmla="*/ 2906961 h 6263958"/>
              <a:gd name="connsiteX208" fmla="*/ 1 w 502573"/>
              <a:gd name="connsiteY208" fmla="*/ 2920173 h 6263958"/>
              <a:gd name="connsiteX209" fmla="*/ 1 w 502573"/>
              <a:gd name="connsiteY209" fmla="*/ 2942573 h 6263958"/>
              <a:gd name="connsiteX210" fmla="*/ 1 w 502573"/>
              <a:gd name="connsiteY210" fmla="*/ 2978161 h 6263958"/>
              <a:gd name="connsiteX211" fmla="*/ 1 w 502573"/>
              <a:gd name="connsiteY211" fmla="*/ 3000562 h 6263958"/>
              <a:gd name="connsiteX212" fmla="*/ 1 w 502573"/>
              <a:gd name="connsiteY212" fmla="*/ 3013775 h 6263958"/>
              <a:gd name="connsiteX213" fmla="*/ 1 w 502573"/>
              <a:gd name="connsiteY213" fmla="*/ 3036173 h 6263958"/>
              <a:gd name="connsiteX214" fmla="*/ 1 w 502573"/>
              <a:gd name="connsiteY214" fmla="*/ 3303883 h 6263958"/>
              <a:gd name="connsiteX215" fmla="*/ 1 w 502573"/>
              <a:gd name="connsiteY215" fmla="*/ 3326282 h 6263958"/>
              <a:gd name="connsiteX216" fmla="*/ 1 w 502573"/>
              <a:gd name="connsiteY216" fmla="*/ 3339495 h 6263958"/>
              <a:gd name="connsiteX217" fmla="*/ 1 w 502573"/>
              <a:gd name="connsiteY217" fmla="*/ 3361896 h 6263958"/>
              <a:gd name="connsiteX218" fmla="*/ 1 w 502573"/>
              <a:gd name="connsiteY218" fmla="*/ 3397484 h 6263958"/>
              <a:gd name="connsiteX219" fmla="*/ 1 w 502573"/>
              <a:gd name="connsiteY219" fmla="*/ 3419885 h 6263958"/>
              <a:gd name="connsiteX220" fmla="*/ 1 w 502573"/>
              <a:gd name="connsiteY220" fmla="*/ 3433096 h 6263958"/>
              <a:gd name="connsiteX221" fmla="*/ 1 w 502573"/>
              <a:gd name="connsiteY221" fmla="*/ 3455496 h 6263958"/>
              <a:gd name="connsiteX222" fmla="*/ 1 w 502573"/>
              <a:gd name="connsiteY222" fmla="*/ 3550913 h 6263958"/>
              <a:gd name="connsiteX223" fmla="*/ 1 w 502573"/>
              <a:gd name="connsiteY223" fmla="*/ 3586524 h 6263958"/>
              <a:gd name="connsiteX224" fmla="*/ 1 w 502573"/>
              <a:gd name="connsiteY224" fmla="*/ 3622115 h 6263958"/>
              <a:gd name="connsiteX225" fmla="*/ 1 w 502573"/>
              <a:gd name="connsiteY225" fmla="*/ 3644514 h 6263958"/>
              <a:gd name="connsiteX226" fmla="*/ 1 w 502573"/>
              <a:gd name="connsiteY226" fmla="*/ 3657727 h 6263958"/>
              <a:gd name="connsiteX227" fmla="*/ 1 w 502573"/>
              <a:gd name="connsiteY227" fmla="*/ 3680127 h 6263958"/>
              <a:gd name="connsiteX228" fmla="*/ 1 w 502573"/>
              <a:gd name="connsiteY228" fmla="*/ 3779396 h 6263958"/>
              <a:gd name="connsiteX229" fmla="*/ 1 w 502573"/>
              <a:gd name="connsiteY229" fmla="*/ 3801797 h 6263958"/>
              <a:gd name="connsiteX230" fmla="*/ 1 w 502573"/>
              <a:gd name="connsiteY230" fmla="*/ 3815009 h 6263958"/>
              <a:gd name="connsiteX231" fmla="*/ 1 w 502573"/>
              <a:gd name="connsiteY231" fmla="*/ 3837408 h 6263958"/>
              <a:gd name="connsiteX232" fmla="*/ 1 w 502573"/>
              <a:gd name="connsiteY232" fmla="*/ 3853848 h 6263958"/>
              <a:gd name="connsiteX233" fmla="*/ 1 w 502573"/>
              <a:gd name="connsiteY233" fmla="*/ 3872998 h 6263958"/>
              <a:gd name="connsiteX234" fmla="*/ 1 w 502573"/>
              <a:gd name="connsiteY234" fmla="*/ 3889459 h 6263958"/>
              <a:gd name="connsiteX235" fmla="*/ 1 w 502573"/>
              <a:gd name="connsiteY235" fmla="*/ 3908611 h 6263958"/>
              <a:gd name="connsiteX236" fmla="*/ 1 w 502573"/>
              <a:gd name="connsiteY236" fmla="*/ 3925051 h 6263958"/>
              <a:gd name="connsiteX237" fmla="*/ 1 w 502573"/>
              <a:gd name="connsiteY237" fmla="*/ 3947449 h 6263958"/>
              <a:gd name="connsiteX238" fmla="*/ 1 w 502573"/>
              <a:gd name="connsiteY238" fmla="*/ 3960662 h 6263958"/>
              <a:gd name="connsiteX239" fmla="*/ 1 w 502573"/>
              <a:gd name="connsiteY239" fmla="*/ 3983063 h 6263958"/>
              <a:gd name="connsiteX240" fmla="*/ 1 w 502573"/>
              <a:gd name="connsiteY240" fmla="*/ 4004025 h 6263958"/>
              <a:gd name="connsiteX241" fmla="*/ 1 w 502573"/>
              <a:gd name="connsiteY241" fmla="*/ 4026426 h 6263958"/>
              <a:gd name="connsiteX242" fmla="*/ 1 w 502573"/>
              <a:gd name="connsiteY242" fmla="*/ 4039638 h 6263958"/>
              <a:gd name="connsiteX243" fmla="*/ 1 w 502573"/>
              <a:gd name="connsiteY243" fmla="*/ 4062039 h 6263958"/>
              <a:gd name="connsiteX244" fmla="*/ 1 w 502573"/>
              <a:gd name="connsiteY244" fmla="*/ 4097628 h 6263958"/>
              <a:gd name="connsiteX245" fmla="*/ 1 w 502573"/>
              <a:gd name="connsiteY245" fmla="*/ 4120029 h 6263958"/>
              <a:gd name="connsiteX246" fmla="*/ 1 w 502573"/>
              <a:gd name="connsiteY246" fmla="*/ 4133240 h 6263958"/>
              <a:gd name="connsiteX247" fmla="*/ 1 w 502573"/>
              <a:gd name="connsiteY247" fmla="*/ 4155640 h 6263958"/>
              <a:gd name="connsiteX248" fmla="*/ 1 w 502573"/>
              <a:gd name="connsiteY248" fmla="*/ 4306961 h 6263958"/>
              <a:gd name="connsiteX249" fmla="*/ 1 w 502573"/>
              <a:gd name="connsiteY249" fmla="*/ 4329362 h 6263958"/>
              <a:gd name="connsiteX250" fmla="*/ 1 w 502573"/>
              <a:gd name="connsiteY250" fmla="*/ 4342573 h 6263958"/>
              <a:gd name="connsiteX251" fmla="*/ 1 w 502573"/>
              <a:gd name="connsiteY251" fmla="*/ 4364973 h 6263958"/>
              <a:gd name="connsiteX252" fmla="*/ 1 w 502573"/>
              <a:gd name="connsiteY252" fmla="*/ 4400561 h 6263958"/>
              <a:gd name="connsiteX253" fmla="*/ 1 w 502573"/>
              <a:gd name="connsiteY253" fmla="*/ 4422962 h 6263958"/>
              <a:gd name="connsiteX254" fmla="*/ 1 w 502573"/>
              <a:gd name="connsiteY254" fmla="*/ 4423349 h 6263958"/>
              <a:gd name="connsiteX255" fmla="*/ 1 w 502573"/>
              <a:gd name="connsiteY255" fmla="*/ 4436175 h 6263958"/>
              <a:gd name="connsiteX256" fmla="*/ 1 w 502573"/>
              <a:gd name="connsiteY256" fmla="*/ 4445748 h 6263958"/>
              <a:gd name="connsiteX257" fmla="*/ 1 w 502573"/>
              <a:gd name="connsiteY257" fmla="*/ 4458573 h 6263958"/>
              <a:gd name="connsiteX258" fmla="*/ 1 w 502573"/>
              <a:gd name="connsiteY258" fmla="*/ 4458962 h 6263958"/>
              <a:gd name="connsiteX259" fmla="*/ 1 w 502573"/>
              <a:gd name="connsiteY259" fmla="*/ 4481361 h 6263958"/>
              <a:gd name="connsiteX260" fmla="*/ 1 w 502573"/>
              <a:gd name="connsiteY260" fmla="*/ 4516950 h 6263958"/>
              <a:gd name="connsiteX261" fmla="*/ 1 w 502573"/>
              <a:gd name="connsiteY261" fmla="*/ 4539349 h 6263958"/>
              <a:gd name="connsiteX262" fmla="*/ 1 w 502573"/>
              <a:gd name="connsiteY262" fmla="*/ 4552563 h 6263958"/>
              <a:gd name="connsiteX263" fmla="*/ 1 w 502573"/>
              <a:gd name="connsiteY263" fmla="*/ 4574962 h 6263958"/>
              <a:gd name="connsiteX264" fmla="*/ 1 w 502573"/>
              <a:gd name="connsiteY264" fmla="*/ 4726284 h 6263958"/>
              <a:gd name="connsiteX265" fmla="*/ 1 w 502573"/>
              <a:gd name="connsiteY265" fmla="*/ 4748682 h 6263958"/>
              <a:gd name="connsiteX266" fmla="*/ 1 w 502573"/>
              <a:gd name="connsiteY266" fmla="*/ 4761895 h 6263958"/>
              <a:gd name="connsiteX267" fmla="*/ 1 w 502573"/>
              <a:gd name="connsiteY267" fmla="*/ 4784296 h 6263958"/>
              <a:gd name="connsiteX268" fmla="*/ 1 w 502573"/>
              <a:gd name="connsiteY268" fmla="*/ 4819885 h 6263958"/>
              <a:gd name="connsiteX269" fmla="*/ 1 w 502573"/>
              <a:gd name="connsiteY269" fmla="*/ 4831453 h 6263958"/>
              <a:gd name="connsiteX270" fmla="*/ 1 w 502573"/>
              <a:gd name="connsiteY270" fmla="*/ 4841558 h 6263958"/>
              <a:gd name="connsiteX271" fmla="*/ 1 w 502573"/>
              <a:gd name="connsiteY271" fmla="*/ 4842285 h 6263958"/>
              <a:gd name="connsiteX272" fmla="*/ 1 w 502573"/>
              <a:gd name="connsiteY272" fmla="*/ 4855496 h 6263958"/>
              <a:gd name="connsiteX273" fmla="*/ 1 w 502573"/>
              <a:gd name="connsiteY273" fmla="*/ 4877897 h 6263958"/>
              <a:gd name="connsiteX274" fmla="*/ 1 w 502573"/>
              <a:gd name="connsiteY274" fmla="*/ 4973313 h 6263958"/>
              <a:gd name="connsiteX275" fmla="*/ 1 w 502573"/>
              <a:gd name="connsiteY275" fmla="*/ 5008924 h 6263958"/>
              <a:gd name="connsiteX276" fmla="*/ 1 w 502573"/>
              <a:gd name="connsiteY276" fmla="*/ 5044516 h 6263958"/>
              <a:gd name="connsiteX277" fmla="*/ 1 w 502573"/>
              <a:gd name="connsiteY277" fmla="*/ 5066914 h 6263958"/>
              <a:gd name="connsiteX278" fmla="*/ 1 w 502573"/>
              <a:gd name="connsiteY278" fmla="*/ 5080127 h 6263958"/>
              <a:gd name="connsiteX279" fmla="*/ 1 w 502573"/>
              <a:gd name="connsiteY279" fmla="*/ 5102528 h 6263958"/>
              <a:gd name="connsiteX280" fmla="*/ 1 w 502573"/>
              <a:gd name="connsiteY280" fmla="*/ 5201796 h 6263958"/>
              <a:gd name="connsiteX281" fmla="*/ 1 w 502573"/>
              <a:gd name="connsiteY281" fmla="*/ 5224197 h 6263958"/>
              <a:gd name="connsiteX282" fmla="*/ 1 w 502573"/>
              <a:gd name="connsiteY282" fmla="*/ 5237409 h 6263958"/>
              <a:gd name="connsiteX283" fmla="*/ 1 w 502573"/>
              <a:gd name="connsiteY283" fmla="*/ 5259808 h 6263958"/>
              <a:gd name="connsiteX284" fmla="*/ 1 w 502573"/>
              <a:gd name="connsiteY284" fmla="*/ 5295398 h 6263958"/>
              <a:gd name="connsiteX285" fmla="*/ 1 w 502573"/>
              <a:gd name="connsiteY285" fmla="*/ 5331011 h 6263958"/>
              <a:gd name="connsiteX286" fmla="*/ 1 w 502573"/>
              <a:gd name="connsiteY286" fmla="*/ 5426426 h 6263958"/>
              <a:gd name="connsiteX287" fmla="*/ 1 w 502573"/>
              <a:gd name="connsiteY287" fmla="*/ 5448826 h 6263958"/>
              <a:gd name="connsiteX288" fmla="*/ 1 w 502573"/>
              <a:gd name="connsiteY288" fmla="*/ 5462038 h 6263958"/>
              <a:gd name="connsiteX289" fmla="*/ 1 w 502573"/>
              <a:gd name="connsiteY289" fmla="*/ 5484439 h 6263958"/>
              <a:gd name="connsiteX290" fmla="*/ 1 w 502573"/>
              <a:gd name="connsiteY290" fmla="*/ 5520028 h 6263958"/>
              <a:gd name="connsiteX291" fmla="*/ 1 w 502573"/>
              <a:gd name="connsiteY291" fmla="*/ 5542429 h 6263958"/>
              <a:gd name="connsiteX292" fmla="*/ 1 w 502573"/>
              <a:gd name="connsiteY292" fmla="*/ 5555640 h 6263958"/>
              <a:gd name="connsiteX293" fmla="*/ 1 w 502573"/>
              <a:gd name="connsiteY293" fmla="*/ 5578040 h 6263958"/>
              <a:gd name="connsiteX294" fmla="*/ 1 w 502573"/>
              <a:gd name="connsiteY294" fmla="*/ 5845749 h 6263958"/>
              <a:gd name="connsiteX295" fmla="*/ 1 w 502573"/>
              <a:gd name="connsiteY295" fmla="*/ 5868148 h 6263958"/>
              <a:gd name="connsiteX296" fmla="*/ 1 w 502573"/>
              <a:gd name="connsiteY296" fmla="*/ 5881361 h 6263958"/>
              <a:gd name="connsiteX297" fmla="*/ 1 w 502573"/>
              <a:gd name="connsiteY297" fmla="*/ 5903761 h 6263958"/>
              <a:gd name="connsiteX298" fmla="*/ 1 w 502573"/>
              <a:gd name="connsiteY298" fmla="*/ 5939350 h 6263958"/>
              <a:gd name="connsiteX299" fmla="*/ 1 w 502573"/>
              <a:gd name="connsiteY299" fmla="*/ 5961749 h 6263958"/>
              <a:gd name="connsiteX300" fmla="*/ 1 w 502573"/>
              <a:gd name="connsiteY300" fmla="*/ 5974963 h 6263958"/>
              <a:gd name="connsiteX301" fmla="*/ 1 w 502573"/>
              <a:gd name="connsiteY301" fmla="*/ 5997362 h 6263958"/>
              <a:gd name="connsiteX302" fmla="*/ 1 w 502573"/>
              <a:gd name="connsiteY302" fmla="*/ 6253853 h 6263958"/>
              <a:gd name="connsiteX303" fmla="*/ 1 w 502573"/>
              <a:gd name="connsiteY303" fmla="*/ 6263958 h 6263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Lst>
            <a:rect l="l" t="t" r="r" b="b"/>
            <a:pathLst>
              <a:path w="502572" h="6263958">
                <a:moveTo>
                  <a:pt x="502573" y="6263958"/>
                </a:moveTo>
                <a:lnTo>
                  <a:pt x="502573" y="6246085"/>
                </a:lnTo>
                <a:lnTo>
                  <a:pt x="502573" y="6223684"/>
                </a:lnTo>
                <a:lnTo>
                  <a:pt x="502573" y="6210472"/>
                </a:lnTo>
                <a:lnTo>
                  <a:pt x="502573" y="6188073"/>
                </a:lnTo>
                <a:lnTo>
                  <a:pt x="502573" y="6152483"/>
                </a:lnTo>
                <a:lnTo>
                  <a:pt x="502573" y="6116871"/>
                </a:lnTo>
                <a:lnTo>
                  <a:pt x="502573" y="5997362"/>
                </a:lnTo>
                <a:lnTo>
                  <a:pt x="502573" y="5974963"/>
                </a:lnTo>
                <a:lnTo>
                  <a:pt x="502573" y="5961749"/>
                </a:lnTo>
                <a:lnTo>
                  <a:pt x="502573" y="5939350"/>
                </a:lnTo>
                <a:lnTo>
                  <a:pt x="502573" y="5903761"/>
                </a:lnTo>
                <a:lnTo>
                  <a:pt x="502573" y="5881361"/>
                </a:lnTo>
                <a:lnTo>
                  <a:pt x="502573" y="5868148"/>
                </a:lnTo>
                <a:lnTo>
                  <a:pt x="502573" y="5845749"/>
                </a:lnTo>
                <a:lnTo>
                  <a:pt x="502573" y="5441058"/>
                </a:lnTo>
                <a:lnTo>
                  <a:pt x="502573" y="5418658"/>
                </a:lnTo>
                <a:lnTo>
                  <a:pt x="502573" y="5405446"/>
                </a:lnTo>
                <a:lnTo>
                  <a:pt x="502573" y="5383046"/>
                </a:lnTo>
                <a:lnTo>
                  <a:pt x="502573" y="5347456"/>
                </a:lnTo>
                <a:lnTo>
                  <a:pt x="502573" y="5331011"/>
                </a:lnTo>
                <a:lnTo>
                  <a:pt x="502573" y="5325055"/>
                </a:lnTo>
                <a:lnTo>
                  <a:pt x="502573" y="5311844"/>
                </a:lnTo>
                <a:lnTo>
                  <a:pt x="502573" y="5295398"/>
                </a:lnTo>
                <a:lnTo>
                  <a:pt x="502573" y="5289444"/>
                </a:lnTo>
                <a:lnTo>
                  <a:pt x="502573" y="5259808"/>
                </a:lnTo>
                <a:lnTo>
                  <a:pt x="502573" y="5237408"/>
                </a:lnTo>
                <a:lnTo>
                  <a:pt x="502573" y="5224197"/>
                </a:lnTo>
                <a:lnTo>
                  <a:pt x="502573" y="5201796"/>
                </a:lnTo>
                <a:lnTo>
                  <a:pt x="502572" y="4965544"/>
                </a:lnTo>
                <a:lnTo>
                  <a:pt x="502572" y="4943145"/>
                </a:lnTo>
                <a:lnTo>
                  <a:pt x="502572" y="4929933"/>
                </a:lnTo>
                <a:lnTo>
                  <a:pt x="502572" y="4907532"/>
                </a:lnTo>
                <a:lnTo>
                  <a:pt x="502572" y="4877897"/>
                </a:lnTo>
                <a:lnTo>
                  <a:pt x="502572" y="4871943"/>
                </a:lnTo>
                <a:lnTo>
                  <a:pt x="502572" y="4855496"/>
                </a:lnTo>
                <a:lnTo>
                  <a:pt x="502572" y="4842285"/>
                </a:lnTo>
                <a:lnTo>
                  <a:pt x="502572" y="4841558"/>
                </a:lnTo>
                <a:lnTo>
                  <a:pt x="502573" y="4841558"/>
                </a:lnTo>
                <a:lnTo>
                  <a:pt x="502573" y="4823685"/>
                </a:lnTo>
                <a:lnTo>
                  <a:pt x="502573" y="4801284"/>
                </a:lnTo>
                <a:lnTo>
                  <a:pt x="502573" y="4788072"/>
                </a:lnTo>
                <a:lnTo>
                  <a:pt x="502573" y="4765673"/>
                </a:lnTo>
                <a:lnTo>
                  <a:pt x="502573" y="4730083"/>
                </a:lnTo>
                <a:lnTo>
                  <a:pt x="502573" y="4694471"/>
                </a:lnTo>
                <a:lnTo>
                  <a:pt x="502573" y="4574962"/>
                </a:lnTo>
                <a:lnTo>
                  <a:pt x="502573" y="4552563"/>
                </a:lnTo>
                <a:lnTo>
                  <a:pt x="502573" y="4539349"/>
                </a:lnTo>
                <a:lnTo>
                  <a:pt x="502573" y="4516950"/>
                </a:lnTo>
                <a:lnTo>
                  <a:pt x="502573" y="4481361"/>
                </a:lnTo>
                <a:lnTo>
                  <a:pt x="502573" y="4458962"/>
                </a:lnTo>
                <a:lnTo>
                  <a:pt x="502573" y="4445748"/>
                </a:lnTo>
                <a:lnTo>
                  <a:pt x="502573" y="4423349"/>
                </a:lnTo>
                <a:lnTo>
                  <a:pt x="502573" y="4018658"/>
                </a:lnTo>
                <a:lnTo>
                  <a:pt x="502573" y="3996258"/>
                </a:lnTo>
                <a:lnTo>
                  <a:pt x="502573" y="3983046"/>
                </a:lnTo>
                <a:lnTo>
                  <a:pt x="502573" y="3960646"/>
                </a:lnTo>
                <a:lnTo>
                  <a:pt x="502573" y="3925056"/>
                </a:lnTo>
                <a:lnTo>
                  <a:pt x="502573" y="3908611"/>
                </a:lnTo>
                <a:lnTo>
                  <a:pt x="502573" y="3902655"/>
                </a:lnTo>
                <a:lnTo>
                  <a:pt x="502573" y="3889444"/>
                </a:lnTo>
                <a:lnTo>
                  <a:pt x="502573" y="3872998"/>
                </a:lnTo>
                <a:lnTo>
                  <a:pt x="502573" y="3867044"/>
                </a:lnTo>
                <a:lnTo>
                  <a:pt x="502573" y="3837408"/>
                </a:lnTo>
                <a:lnTo>
                  <a:pt x="502573" y="3815008"/>
                </a:lnTo>
                <a:lnTo>
                  <a:pt x="502573" y="3801797"/>
                </a:lnTo>
                <a:lnTo>
                  <a:pt x="502573" y="3779396"/>
                </a:lnTo>
                <a:lnTo>
                  <a:pt x="502572" y="3543143"/>
                </a:lnTo>
                <a:lnTo>
                  <a:pt x="502572" y="3520745"/>
                </a:lnTo>
                <a:lnTo>
                  <a:pt x="502572" y="3507532"/>
                </a:lnTo>
                <a:lnTo>
                  <a:pt x="502572" y="3485131"/>
                </a:lnTo>
                <a:lnTo>
                  <a:pt x="502572" y="3455496"/>
                </a:lnTo>
                <a:lnTo>
                  <a:pt x="502572" y="3449543"/>
                </a:lnTo>
                <a:lnTo>
                  <a:pt x="502572" y="3433096"/>
                </a:lnTo>
                <a:lnTo>
                  <a:pt x="502572" y="3419885"/>
                </a:lnTo>
                <a:lnTo>
                  <a:pt x="502572" y="3413932"/>
                </a:lnTo>
                <a:lnTo>
                  <a:pt x="502572" y="3397484"/>
                </a:lnTo>
                <a:lnTo>
                  <a:pt x="502572" y="3361896"/>
                </a:lnTo>
                <a:lnTo>
                  <a:pt x="502572" y="3339495"/>
                </a:lnTo>
                <a:lnTo>
                  <a:pt x="502572" y="3326282"/>
                </a:lnTo>
                <a:lnTo>
                  <a:pt x="502572" y="3303883"/>
                </a:lnTo>
                <a:lnTo>
                  <a:pt x="502572" y="2899192"/>
                </a:lnTo>
                <a:lnTo>
                  <a:pt x="502572" y="2876791"/>
                </a:lnTo>
                <a:lnTo>
                  <a:pt x="502572" y="2863581"/>
                </a:lnTo>
                <a:lnTo>
                  <a:pt x="502572" y="2841180"/>
                </a:lnTo>
                <a:lnTo>
                  <a:pt x="502572" y="2805591"/>
                </a:lnTo>
                <a:lnTo>
                  <a:pt x="502572" y="2783191"/>
                </a:lnTo>
                <a:lnTo>
                  <a:pt x="502572" y="2769978"/>
                </a:lnTo>
                <a:lnTo>
                  <a:pt x="502572" y="2747577"/>
                </a:lnTo>
                <a:lnTo>
                  <a:pt x="502572" y="2547091"/>
                </a:lnTo>
                <a:lnTo>
                  <a:pt x="502572" y="2529218"/>
                </a:lnTo>
                <a:lnTo>
                  <a:pt x="502572" y="2506817"/>
                </a:lnTo>
                <a:lnTo>
                  <a:pt x="502572" y="2493605"/>
                </a:lnTo>
                <a:lnTo>
                  <a:pt x="502572" y="2471206"/>
                </a:lnTo>
                <a:lnTo>
                  <a:pt x="502572" y="2435616"/>
                </a:lnTo>
                <a:lnTo>
                  <a:pt x="502572" y="2423679"/>
                </a:lnTo>
                <a:lnTo>
                  <a:pt x="502572" y="2401280"/>
                </a:lnTo>
                <a:lnTo>
                  <a:pt x="502572" y="2400004"/>
                </a:lnTo>
                <a:lnTo>
                  <a:pt x="502572" y="2388068"/>
                </a:lnTo>
                <a:lnTo>
                  <a:pt x="502572" y="2365667"/>
                </a:lnTo>
                <a:lnTo>
                  <a:pt x="502572" y="2330078"/>
                </a:lnTo>
                <a:lnTo>
                  <a:pt x="502572" y="2294467"/>
                </a:lnTo>
                <a:lnTo>
                  <a:pt x="502572" y="2280495"/>
                </a:lnTo>
                <a:lnTo>
                  <a:pt x="502572" y="2258096"/>
                </a:lnTo>
                <a:lnTo>
                  <a:pt x="502572" y="2244882"/>
                </a:lnTo>
                <a:lnTo>
                  <a:pt x="502572" y="2222483"/>
                </a:lnTo>
                <a:lnTo>
                  <a:pt x="502572" y="2186894"/>
                </a:lnTo>
                <a:lnTo>
                  <a:pt x="502572" y="2164494"/>
                </a:lnTo>
                <a:lnTo>
                  <a:pt x="502572" y="2151281"/>
                </a:lnTo>
                <a:lnTo>
                  <a:pt x="502572" y="2128882"/>
                </a:lnTo>
                <a:lnTo>
                  <a:pt x="502572" y="1724191"/>
                </a:lnTo>
                <a:lnTo>
                  <a:pt x="502572" y="1701791"/>
                </a:lnTo>
                <a:lnTo>
                  <a:pt x="502572" y="1688579"/>
                </a:lnTo>
                <a:lnTo>
                  <a:pt x="502572" y="1666179"/>
                </a:lnTo>
                <a:lnTo>
                  <a:pt x="502572" y="1630590"/>
                </a:lnTo>
                <a:lnTo>
                  <a:pt x="502572" y="1614144"/>
                </a:lnTo>
                <a:lnTo>
                  <a:pt x="502572" y="1608189"/>
                </a:lnTo>
                <a:lnTo>
                  <a:pt x="502572" y="1594978"/>
                </a:lnTo>
                <a:lnTo>
                  <a:pt x="502572" y="1578531"/>
                </a:lnTo>
                <a:lnTo>
                  <a:pt x="502572" y="1572578"/>
                </a:lnTo>
                <a:lnTo>
                  <a:pt x="502572" y="1542942"/>
                </a:lnTo>
                <a:lnTo>
                  <a:pt x="502572" y="1520542"/>
                </a:lnTo>
                <a:lnTo>
                  <a:pt x="502572" y="1507331"/>
                </a:lnTo>
                <a:lnTo>
                  <a:pt x="502572" y="1484930"/>
                </a:lnTo>
                <a:lnTo>
                  <a:pt x="502571" y="1248677"/>
                </a:lnTo>
                <a:lnTo>
                  <a:pt x="502571" y="1226279"/>
                </a:lnTo>
                <a:lnTo>
                  <a:pt x="502571" y="1213066"/>
                </a:lnTo>
                <a:lnTo>
                  <a:pt x="502571" y="1190665"/>
                </a:lnTo>
                <a:lnTo>
                  <a:pt x="502571" y="1161030"/>
                </a:lnTo>
                <a:lnTo>
                  <a:pt x="502571" y="1155076"/>
                </a:lnTo>
                <a:lnTo>
                  <a:pt x="502571" y="1138629"/>
                </a:lnTo>
                <a:lnTo>
                  <a:pt x="502571" y="1125419"/>
                </a:lnTo>
                <a:lnTo>
                  <a:pt x="502571" y="1119465"/>
                </a:lnTo>
                <a:lnTo>
                  <a:pt x="502571" y="1103018"/>
                </a:lnTo>
                <a:lnTo>
                  <a:pt x="502571" y="1067429"/>
                </a:lnTo>
                <a:lnTo>
                  <a:pt x="502571" y="1045028"/>
                </a:lnTo>
                <a:lnTo>
                  <a:pt x="502571" y="1031815"/>
                </a:lnTo>
                <a:lnTo>
                  <a:pt x="502571" y="1009417"/>
                </a:lnTo>
                <a:lnTo>
                  <a:pt x="502571" y="604725"/>
                </a:lnTo>
                <a:lnTo>
                  <a:pt x="502571" y="582324"/>
                </a:lnTo>
                <a:lnTo>
                  <a:pt x="502571" y="569114"/>
                </a:lnTo>
                <a:lnTo>
                  <a:pt x="502571" y="546713"/>
                </a:lnTo>
                <a:lnTo>
                  <a:pt x="502571" y="511125"/>
                </a:lnTo>
                <a:lnTo>
                  <a:pt x="502571" y="488725"/>
                </a:lnTo>
                <a:lnTo>
                  <a:pt x="502571" y="475511"/>
                </a:lnTo>
                <a:lnTo>
                  <a:pt x="502571" y="453110"/>
                </a:lnTo>
                <a:lnTo>
                  <a:pt x="502571" y="129212"/>
                </a:lnTo>
                <a:lnTo>
                  <a:pt x="502571" y="106814"/>
                </a:lnTo>
                <a:lnTo>
                  <a:pt x="502571" y="93601"/>
                </a:lnTo>
                <a:lnTo>
                  <a:pt x="502571" y="71200"/>
                </a:lnTo>
                <a:lnTo>
                  <a:pt x="502571" y="35611"/>
                </a:lnTo>
                <a:lnTo>
                  <a:pt x="502571" y="0"/>
                </a:lnTo>
                <a:lnTo>
                  <a:pt x="0" y="136982"/>
                </a:lnTo>
                <a:lnTo>
                  <a:pt x="0" y="172593"/>
                </a:lnTo>
                <a:lnTo>
                  <a:pt x="0" y="208184"/>
                </a:lnTo>
                <a:lnTo>
                  <a:pt x="0" y="230582"/>
                </a:lnTo>
                <a:lnTo>
                  <a:pt x="0" y="243795"/>
                </a:lnTo>
                <a:lnTo>
                  <a:pt x="0" y="266196"/>
                </a:lnTo>
                <a:lnTo>
                  <a:pt x="0" y="590095"/>
                </a:lnTo>
                <a:lnTo>
                  <a:pt x="0" y="612495"/>
                </a:lnTo>
                <a:lnTo>
                  <a:pt x="0" y="625706"/>
                </a:lnTo>
                <a:lnTo>
                  <a:pt x="0" y="648106"/>
                </a:lnTo>
                <a:lnTo>
                  <a:pt x="0" y="683695"/>
                </a:lnTo>
                <a:lnTo>
                  <a:pt x="0" y="706096"/>
                </a:lnTo>
                <a:lnTo>
                  <a:pt x="0" y="719308"/>
                </a:lnTo>
                <a:lnTo>
                  <a:pt x="0" y="741707"/>
                </a:lnTo>
                <a:lnTo>
                  <a:pt x="0" y="1009417"/>
                </a:lnTo>
                <a:lnTo>
                  <a:pt x="0" y="1031815"/>
                </a:lnTo>
                <a:lnTo>
                  <a:pt x="0" y="1045028"/>
                </a:lnTo>
                <a:lnTo>
                  <a:pt x="0" y="1067429"/>
                </a:lnTo>
                <a:lnTo>
                  <a:pt x="0" y="1103018"/>
                </a:lnTo>
                <a:lnTo>
                  <a:pt x="0" y="1125419"/>
                </a:lnTo>
                <a:lnTo>
                  <a:pt x="0" y="1138629"/>
                </a:lnTo>
                <a:lnTo>
                  <a:pt x="0" y="1161030"/>
                </a:lnTo>
                <a:lnTo>
                  <a:pt x="0" y="1256447"/>
                </a:lnTo>
                <a:lnTo>
                  <a:pt x="0" y="1292058"/>
                </a:lnTo>
                <a:lnTo>
                  <a:pt x="0" y="1327649"/>
                </a:lnTo>
                <a:lnTo>
                  <a:pt x="0" y="1350047"/>
                </a:lnTo>
                <a:lnTo>
                  <a:pt x="0" y="1363260"/>
                </a:lnTo>
                <a:lnTo>
                  <a:pt x="0" y="1385661"/>
                </a:lnTo>
                <a:lnTo>
                  <a:pt x="0" y="1484930"/>
                </a:lnTo>
                <a:lnTo>
                  <a:pt x="0" y="1507331"/>
                </a:lnTo>
                <a:lnTo>
                  <a:pt x="0" y="1520542"/>
                </a:lnTo>
                <a:lnTo>
                  <a:pt x="0" y="1542942"/>
                </a:lnTo>
                <a:lnTo>
                  <a:pt x="0" y="1578531"/>
                </a:lnTo>
                <a:lnTo>
                  <a:pt x="0" y="1614144"/>
                </a:lnTo>
                <a:lnTo>
                  <a:pt x="0" y="1709559"/>
                </a:lnTo>
                <a:lnTo>
                  <a:pt x="0" y="1731960"/>
                </a:lnTo>
                <a:lnTo>
                  <a:pt x="0" y="1745172"/>
                </a:lnTo>
                <a:lnTo>
                  <a:pt x="0" y="1767573"/>
                </a:lnTo>
                <a:lnTo>
                  <a:pt x="0" y="1803161"/>
                </a:lnTo>
                <a:lnTo>
                  <a:pt x="0" y="1825562"/>
                </a:lnTo>
                <a:lnTo>
                  <a:pt x="0" y="1838773"/>
                </a:lnTo>
                <a:lnTo>
                  <a:pt x="0" y="1861173"/>
                </a:lnTo>
                <a:lnTo>
                  <a:pt x="0" y="2128882"/>
                </a:lnTo>
                <a:lnTo>
                  <a:pt x="0" y="2151281"/>
                </a:lnTo>
                <a:lnTo>
                  <a:pt x="0" y="2164494"/>
                </a:lnTo>
                <a:lnTo>
                  <a:pt x="0" y="2186894"/>
                </a:lnTo>
                <a:lnTo>
                  <a:pt x="0" y="2222483"/>
                </a:lnTo>
                <a:lnTo>
                  <a:pt x="0" y="2244882"/>
                </a:lnTo>
                <a:lnTo>
                  <a:pt x="0" y="2258096"/>
                </a:lnTo>
                <a:lnTo>
                  <a:pt x="0" y="2280495"/>
                </a:lnTo>
                <a:lnTo>
                  <a:pt x="0" y="2536986"/>
                </a:lnTo>
                <a:lnTo>
                  <a:pt x="0" y="2547091"/>
                </a:lnTo>
                <a:lnTo>
                  <a:pt x="1" y="2547091"/>
                </a:lnTo>
                <a:lnTo>
                  <a:pt x="1" y="2560663"/>
                </a:lnTo>
                <a:lnTo>
                  <a:pt x="1" y="2884561"/>
                </a:lnTo>
                <a:lnTo>
                  <a:pt x="1" y="2906961"/>
                </a:lnTo>
                <a:lnTo>
                  <a:pt x="1" y="2920173"/>
                </a:lnTo>
                <a:lnTo>
                  <a:pt x="1" y="2942573"/>
                </a:lnTo>
                <a:lnTo>
                  <a:pt x="1" y="2978161"/>
                </a:lnTo>
                <a:lnTo>
                  <a:pt x="1" y="3000562"/>
                </a:lnTo>
                <a:lnTo>
                  <a:pt x="1" y="3013775"/>
                </a:lnTo>
                <a:lnTo>
                  <a:pt x="1" y="3036173"/>
                </a:lnTo>
                <a:lnTo>
                  <a:pt x="1" y="3303883"/>
                </a:lnTo>
                <a:lnTo>
                  <a:pt x="1" y="3326282"/>
                </a:lnTo>
                <a:lnTo>
                  <a:pt x="1" y="3339495"/>
                </a:lnTo>
                <a:lnTo>
                  <a:pt x="1" y="3361896"/>
                </a:lnTo>
                <a:lnTo>
                  <a:pt x="1" y="3397484"/>
                </a:lnTo>
                <a:lnTo>
                  <a:pt x="1" y="3419885"/>
                </a:lnTo>
                <a:lnTo>
                  <a:pt x="1" y="3433096"/>
                </a:lnTo>
                <a:lnTo>
                  <a:pt x="1" y="3455496"/>
                </a:lnTo>
                <a:lnTo>
                  <a:pt x="1" y="3550913"/>
                </a:lnTo>
                <a:lnTo>
                  <a:pt x="1" y="3586524"/>
                </a:lnTo>
                <a:lnTo>
                  <a:pt x="1" y="3622115"/>
                </a:lnTo>
                <a:lnTo>
                  <a:pt x="1" y="3644514"/>
                </a:lnTo>
                <a:lnTo>
                  <a:pt x="1" y="3657727"/>
                </a:lnTo>
                <a:lnTo>
                  <a:pt x="1" y="3680127"/>
                </a:lnTo>
                <a:lnTo>
                  <a:pt x="1" y="3779396"/>
                </a:lnTo>
                <a:lnTo>
                  <a:pt x="1" y="3801797"/>
                </a:lnTo>
                <a:lnTo>
                  <a:pt x="1" y="3815009"/>
                </a:lnTo>
                <a:lnTo>
                  <a:pt x="1" y="3837408"/>
                </a:lnTo>
                <a:lnTo>
                  <a:pt x="1" y="3853848"/>
                </a:lnTo>
                <a:lnTo>
                  <a:pt x="1" y="3872998"/>
                </a:lnTo>
                <a:lnTo>
                  <a:pt x="1" y="3889459"/>
                </a:lnTo>
                <a:lnTo>
                  <a:pt x="1" y="3908611"/>
                </a:lnTo>
                <a:lnTo>
                  <a:pt x="1" y="3925051"/>
                </a:lnTo>
                <a:lnTo>
                  <a:pt x="1" y="3947449"/>
                </a:lnTo>
                <a:lnTo>
                  <a:pt x="1" y="3960662"/>
                </a:lnTo>
                <a:lnTo>
                  <a:pt x="1" y="3983063"/>
                </a:lnTo>
                <a:lnTo>
                  <a:pt x="1" y="4004025"/>
                </a:lnTo>
                <a:lnTo>
                  <a:pt x="1" y="4026426"/>
                </a:lnTo>
                <a:lnTo>
                  <a:pt x="1" y="4039638"/>
                </a:lnTo>
                <a:lnTo>
                  <a:pt x="1" y="4062039"/>
                </a:lnTo>
                <a:lnTo>
                  <a:pt x="1" y="4097628"/>
                </a:lnTo>
                <a:lnTo>
                  <a:pt x="1" y="4120029"/>
                </a:lnTo>
                <a:lnTo>
                  <a:pt x="1" y="4133240"/>
                </a:lnTo>
                <a:lnTo>
                  <a:pt x="1" y="4155640"/>
                </a:lnTo>
                <a:lnTo>
                  <a:pt x="1" y="4306961"/>
                </a:lnTo>
                <a:lnTo>
                  <a:pt x="1" y="4329362"/>
                </a:lnTo>
                <a:lnTo>
                  <a:pt x="1" y="4342573"/>
                </a:lnTo>
                <a:lnTo>
                  <a:pt x="1" y="4364973"/>
                </a:lnTo>
                <a:lnTo>
                  <a:pt x="1" y="4400561"/>
                </a:lnTo>
                <a:lnTo>
                  <a:pt x="1" y="4422962"/>
                </a:lnTo>
                <a:lnTo>
                  <a:pt x="1" y="4423349"/>
                </a:lnTo>
                <a:lnTo>
                  <a:pt x="1" y="4436175"/>
                </a:lnTo>
                <a:lnTo>
                  <a:pt x="1" y="4445748"/>
                </a:lnTo>
                <a:lnTo>
                  <a:pt x="1" y="4458573"/>
                </a:lnTo>
                <a:lnTo>
                  <a:pt x="1" y="4458962"/>
                </a:lnTo>
                <a:lnTo>
                  <a:pt x="1" y="4481361"/>
                </a:lnTo>
                <a:lnTo>
                  <a:pt x="1" y="4516950"/>
                </a:lnTo>
                <a:lnTo>
                  <a:pt x="1" y="4539349"/>
                </a:lnTo>
                <a:lnTo>
                  <a:pt x="1" y="4552563"/>
                </a:lnTo>
                <a:lnTo>
                  <a:pt x="1" y="4574962"/>
                </a:lnTo>
                <a:lnTo>
                  <a:pt x="1" y="4726284"/>
                </a:lnTo>
                <a:lnTo>
                  <a:pt x="1" y="4748682"/>
                </a:lnTo>
                <a:lnTo>
                  <a:pt x="1" y="4761895"/>
                </a:lnTo>
                <a:lnTo>
                  <a:pt x="1" y="4784296"/>
                </a:lnTo>
                <a:lnTo>
                  <a:pt x="1" y="4819885"/>
                </a:lnTo>
                <a:lnTo>
                  <a:pt x="1" y="4831453"/>
                </a:lnTo>
                <a:lnTo>
                  <a:pt x="1" y="4841558"/>
                </a:lnTo>
                <a:lnTo>
                  <a:pt x="1" y="4842285"/>
                </a:lnTo>
                <a:lnTo>
                  <a:pt x="1" y="4855496"/>
                </a:lnTo>
                <a:lnTo>
                  <a:pt x="1" y="4877897"/>
                </a:lnTo>
                <a:lnTo>
                  <a:pt x="1" y="4973313"/>
                </a:lnTo>
                <a:lnTo>
                  <a:pt x="1" y="5008924"/>
                </a:lnTo>
                <a:lnTo>
                  <a:pt x="1" y="5044516"/>
                </a:lnTo>
                <a:lnTo>
                  <a:pt x="1" y="5066914"/>
                </a:lnTo>
                <a:lnTo>
                  <a:pt x="1" y="5080127"/>
                </a:lnTo>
                <a:lnTo>
                  <a:pt x="1" y="5102528"/>
                </a:lnTo>
                <a:lnTo>
                  <a:pt x="1" y="5201796"/>
                </a:lnTo>
                <a:lnTo>
                  <a:pt x="1" y="5224197"/>
                </a:lnTo>
                <a:lnTo>
                  <a:pt x="1" y="5237409"/>
                </a:lnTo>
                <a:lnTo>
                  <a:pt x="1" y="5259808"/>
                </a:lnTo>
                <a:lnTo>
                  <a:pt x="1" y="5295398"/>
                </a:lnTo>
                <a:lnTo>
                  <a:pt x="1" y="5331011"/>
                </a:lnTo>
                <a:lnTo>
                  <a:pt x="1" y="5426426"/>
                </a:lnTo>
                <a:lnTo>
                  <a:pt x="1" y="5448826"/>
                </a:lnTo>
                <a:lnTo>
                  <a:pt x="1" y="5462038"/>
                </a:lnTo>
                <a:lnTo>
                  <a:pt x="1" y="5484439"/>
                </a:lnTo>
                <a:lnTo>
                  <a:pt x="1" y="5520028"/>
                </a:lnTo>
                <a:lnTo>
                  <a:pt x="1" y="5542429"/>
                </a:lnTo>
                <a:lnTo>
                  <a:pt x="1" y="5555640"/>
                </a:lnTo>
                <a:lnTo>
                  <a:pt x="1" y="5578040"/>
                </a:lnTo>
                <a:lnTo>
                  <a:pt x="1" y="5845749"/>
                </a:lnTo>
                <a:lnTo>
                  <a:pt x="1" y="5868148"/>
                </a:lnTo>
                <a:lnTo>
                  <a:pt x="1" y="5881361"/>
                </a:lnTo>
                <a:lnTo>
                  <a:pt x="1" y="5903761"/>
                </a:lnTo>
                <a:lnTo>
                  <a:pt x="1" y="5939350"/>
                </a:lnTo>
                <a:lnTo>
                  <a:pt x="1" y="5961749"/>
                </a:lnTo>
                <a:lnTo>
                  <a:pt x="1" y="5974963"/>
                </a:lnTo>
                <a:lnTo>
                  <a:pt x="1" y="5997362"/>
                </a:lnTo>
                <a:lnTo>
                  <a:pt x="1" y="6253853"/>
                </a:lnTo>
                <a:lnTo>
                  <a:pt x="1" y="626395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solidFill>
                <a:srgbClr val="4F062A"/>
              </a:solidFill>
            </a:endParaRPr>
          </a:p>
        </p:txBody>
      </p:sp>
      <p:sp>
        <p:nvSpPr>
          <p:cNvPr id="8" name="Rectangle 36">
            <a:extLst>
              <a:ext uri="{FF2B5EF4-FFF2-40B4-BE49-F238E27FC236}">
                <a16:creationId xmlns:a16="http://schemas.microsoft.com/office/drawing/2014/main" id="{18DD2677-1B09-8E02-EC4E-23405E6911F0}"/>
              </a:ext>
            </a:extLst>
          </p:cNvPr>
          <p:cNvSpPr>
            <a:spLocks noChangeArrowheads="1"/>
          </p:cNvSpPr>
          <p:nvPr/>
        </p:nvSpPr>
        <p:spPr bwMode="auto">
          <a:xfrm>
            <a:off x="312737" y="2503143"/>
            <a:ext cx="3708000" cy="298450"/>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4F062A"/>
                </a:solidFill>
              </a:rPr>
              <a:t>Actividades críticas</a:t>
            </a:r>
          </a:p>
        </p:txBody>
      </p:sp>
      <p:sp>
        <p:nvSpPr>
          <p:cNvPr id="44" name="Rectangle 37">
            <a:extLst>
              <a:ext uri="{FF2B5EF4-FFF2-40B4-BE49-F238E27FC236}">
                <a16:creationId xmlns:a16="http://schemas.microsoft.com/office/drawing/2014/main" id="{854C4C75-9856-5418-67B1-CE7045817D4A}"/>
              </a:ext>
            </a:extLst>
          </p:cNvPr>
          <p:cNvSpPr>
            <a:spLocks noChangeArrowheads="1"/>
          </p:cNvSpPr>
          <p:nvPr/>
        </p:nvSpPr>
        <p:spPr bwMode="auto">
          <a:xfrm>
            <a:off x="6240016" y="2503143"/>
            <a:ext cx="4389092" cy="298450"/>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4F062A"/>
                </a:solidFill>
              </a:rPr>
              <a:t>Resultados principales</a:t>
            </a:r>
          </a:p>
        </p:txBody>
      </p:sp>
      <p:sp>
        <p:nvSpPr>
          <p:cNvPr id="45" name="Rectangle 40">
            <a:extLst>
              <a:ext uri="{FF2B5EF4-FFF2-40B4-BE49-F238E27FC236}">
                <a16:creationId xmlns:a16="http://schemas.microsoft.com/office/drawing/2014/main" id="{B1A810E3-51D5-FB81-C070-4ADF82E195C1}"/>
              </a:ext>
            </a:extLst>
          </p:cNvPr>
          <p:cNvSpPr>
            <a:spLocks noChangeArrowheads="1"/>
          </p:cNvSpPr>
          <p:nvPr/>
        </p:nvSpPr>
        <p:spPr bwMode="auto">
          <a:xfrm>
            <a:off x="6240017" y="2928006"/>
            <a:ext cx="5200753" cy="963408"/>
          </a:xfrm>
          <a:prstGeom prst="rect">
            <a:avLst/>
          </a:prstGeom>
          <a:noFill/>
          <a:ln w="12700">
            <a:noFill/>
            <a:miter lim="800000"/>
          </a:ln>
          <a:effectLst/>
        </p:spPr>
        <p:txBody>
          <a:bodyPr lIns="92075" tIns="108000" rIns="92075" bIns="46038"/>
          <a:lstStyle/>
          <a:p>
            <a:pPr marL="177800" indent="-177800">
              <a:spcBef>
                <a:spcPts val="200"/>
              </a:spcBef>
              <a:spcAft>
                <a:spcPts val="200"/>
              </a:spcAft>
              <a:buFont typeface="Wingdings" panose="05000000000000000000" pitchFamily="2" charset="2"/>
              <a:buChar char="§"/>
              <a:tabLst>
                <a:tab pos="5715000" algn="l"/>
              </a:tabLst>
              <a:defRPr b="0" i="0"/>
            </a:pPr>
            <a:r>
              <a:rPr lang="es-MX" sz="1100">
                <a:cs typeface="Times New Roman" pitchFamily="18" charset="0"/>
              </a:rPr>
              <a:t>Planificación individual por frente</a:t>
            </a:r>
          </a:p>
          <a:p>
            <a:pPr marL="177800" indent="-177800">
              <a:spcBef>
                <a:spcPts val="200"/>
              </a:spcBef>
              <a:spcAft>
                <a:spcPts val="200"/>
              </a:spcAft>
              <a:buFont typeface="Wingdings" panose="05000000000000000000" pitchFamily="2" charset="2"/>
              <a:buChar char="§"/>
              <a:tabLst>
                <a:tab pos="5715000" algn="l"/>
              </a:tabLst>
              <a:defRPr b="0" i="0"/>
            </a:pPr>
            <a:r>
              <a:rPr lang="es-MX" sz="1100">
                <a:cs typeface="Times New Roman" pitchFamily="18" charset="0"/>
              </a:rPr>
              <a:t>Master plan (cronograma consolidado de todos los frentes con dependencias, línea base y camino crítico del proyecto</a:t>
            </a:r>
          </a:p>
          <a:p>
            <a:pPr marL="177800" indent="-177800">
              <a:spcBef>
                <a:spcPts val="200"/>
              </a:spcBef>
              <a:spcAft>
                <a:spcPts val="200"/>
              </a:spcAft>
              <a:buFont typeface="Wingdings" panose="05000000000000000000" pitchFamily="2" charset="2"/>
              <a:buChar char="§"/>
              <a:tabLst>
                <a:tab pos="5715000" algn="l"/>
              </a:tabLst>
              <a:defRPr b="0" i="0"/>
            </a:pPr>
            <a:r>
              <a:rPr lang="es-MX" sz="1100">
                <a:cs typeface="Times New Roman" pitchFamily="18" charset="0"/>
              </a:rPr>
              <a:t>Planes de Riesgos, recursos, presupuestos, comunicaciones y acuerdos</a:t>
            </a:r>
          </a:p>
          <a:p>
            <a:pPr marL="177800" indent="-177800">
              <a:spcBef>
                <a:spcPts val="200"/>
              </a:spcBef>
              <a:spcAft>
                <a:spcPts val="200"/>
              </a:spcAft>
              <a:buFont typeface="Wingdings" panose="05000000000000000000" pitchFamily="2" charset="2"/>
              <a:buChar char="§"/>
              <a:tabLst>
                <a:tab pos="5715000" algn="l"/>
              </a:tabLst>
              <a:defRPr b="0" i="0"/>
            </a:pPr>
            <a:r>
              <a:rPr lang="es-MX" sz="1100">
                <a:cs typeface="Times New Roman" pitchFamily="18" charset="0"/>
              </a:rPr>
              <a:t>Elaboración del </a:t>
            </a:r>
            <a:r>
              <a:rPr lang="es-MX" sz="1100" b="1">
                <a:cs typeface="Times New Roman" pitchFamily="18" charset="0"/>
              </a:rPr>
              <a:t>camino crítico </a:t>
            </a:r>
            <a:r>
              <a:rPr lang="es-MX" sz="1100">
                <a:cs typeface="Times New Roman" pitchFamily="18" charset="0"/>
              </a:rPr>
              <a:t>(</a:t>
            </a:r>
            <a:r>
              <a:rPr lang="es-MX" sz="1100" err="1">
                <a:cs typeface="Times New Roman" pitchFamily="18" charset="0"/>
              </a:rPr>
              <a:t>Critical</a:t>
            </a:r>
            <a:r>
              <a:rPr lang="es-MX" sz="1100">
                <a:cs typeface="Times New Roman" pitchFamily="18" charset="0"/>
              </a:rPr>
              <a:t> </a:t>
            </a:r>
            <a:r>
              <a:rPr lang="es-MX" sz="1100" err="1">
                <a:cs typeface="Times New Roman" pitchFamily="18" charset="0"/>
              </a:rPr>
              <a:t>Path</a:t>
            </a:r>
            <a:r>
              <a:rPr lang="es-MX" sz="1100">
                <a:cs typeface="Times New Roman" pitchFamily="18" charset="0"/>
              </a:rPr>
              <a:t>)</a:t>
            </a:r>
          </a:p>
          <a:p>
            <a:pPr marL="177800" indent="-177800">
              <a:spcBef>
                <a:spcPts val="200"/>
              </a:spcBef>
              <a:spcAft>
                <a:spcPts val="200"/>
              </a:spcAft>
              <a:buFont typeface="Wingdings" panose="05000000000000000000" pitchFamily="2" charset="2"/>
              <a:buChar char="§"/>
              <a:tabLst>
                <a:tab pos="5715000" algn="l"/>
              </a:tabLst>
              <a:defRPr b="0" i="0"/>
            </a:pPr>
            <a:endParaRPr lang="es-MX" sz="900">
              <a:cs typeface="Times New Roman" pitchFamily="18" charset="0"/>
            </a:endParaRPr>
          </a:p>
        </p:txBody>
      </p:sp>
      <p:sp>
        <p:nvSpPr>
          <p:cNvPr id="46" name="Rectangle 44">
            <a:extLst>
              <a:ext uri="{FF2B5EF4-FFF2-40B4-BE49-F238E27FC236}">
                <a16:creationId xmlns:a16="http://schemas.microsoft.com/office/drawing/2014/main" id="{F7B8519D-5E26-CBB8-4AE1-57E6BCF18DDF}"/>
              </a:ext>
            </a:extLst>
          </p:cNvPr>
          <p:cNvSpPr>
            <a:spLocks noChangeArrowheads="1"/>
          </p:cNvSpPr>
          <p:nvPr/>
        </p:nvSpPr>
        <p:spPr bwMode="auto">
          <a:xfrm>
            <a:off x="242888" y="2928006"/>
            <a:ext cx="4917008" cy="2917238"/>
          </a:xfrm>
          <a:prstGeom prst="rect">
            <a:avLst/>
          </a:prstGeom>
          <a:noFill/>
          <a:ln w="12700">
            <a:noFill/>
            <a:miter lim="800000"/>
          </a:ln>
          <a:effectLst/>
        </p:spPr>
        <p:txBody>
          <a:bodyPr lIns="92075" tIns="108000" rIns="92075" bIns="46038"/>
          <a:lstStyle/>
          <a:p>
            <a:pPr marL="177800" indent="-177800">
              <a:lnSpc>
                <a:spcPts val="1300"/>
              </a:lnSpc>
              <a:spcBef>
                <a:spcPts val="600"/>
              </a:spcBef>
              <a:buFont typeface="Wingdings" panose="05000000000000000000" pitchFamily="2" charset="2"/>
              <a:buChar char="§"/>
              <a:tabLst>
                <a:tab pos="5715000" algn="l"/>
              </a:tabLst>
              <a:defRPr b="0" i="0"/>
            </a:pPr>
            <a:r>
              <a:rPr lang="es-MX" sz="1100" b="1">
                <a:cs typeface="Times New Roman" pitchFamily="18" charset="0"/>
              </a:rPr>
              <a:t>Planificaciones detallada </a:t>
            </a:r>
            <a:r>
              <a:rPr lang="es-MX" sz="1100">
                <a:cs typeface="Times New Roman" pitchFamily="18" charset="0"/>
              </a:rPr>
              <a:t>e individual </a:t>
            </a:r>
            <a:r>
              <a:rPr lang="es-MX" sz="1100" b="1">
                <a:cs typeface="Times New Roman" pitchFamily="18" charset="0"/>
              </a:rPr>
              <a:t>por cada frente de trabajo  </a:t>
            </a:r>
            <a:r>
              <a:rPr lang="es-MX" sz="1100">
                <a:cs typeface="Times New Roman" pitchFamily="18" charset="0"/>
              </a:rPr>
              <a:t>considerando Actividades, hitos, recursos, responsabilidades, dependencias y línea base:</a:t>
            </a:r>
          </a:p>
          <a:p>
            <a:pPr marL="634695" lvl="1" indent="-177800">
              <a:lnSpc>
                <a:spcPts val="800"/>
              </a:lnSpc>
              <a:spcBef>
                <a:spcPts val="600"/>
              </a:spcBef>
              <a:buFont typeface="Wingdings" panose="05000000000000000000" pitchFamily="2" charset="2"/>
              <a:buChar char="§"/>
              <a:tabLst>
                <a:tab pos="5715000" algn="l"/>
              </a:tabLst>
              <a:defRPr b="0" i="0"/>
            </a:pPr>
            <a:r>
              <a:rPr lang="es-MX" sz="1100">
                <a:cs typeface="Times New Roman" pitchFamily="18" charset="0"/>
              </a:rPr>
              <a:t>Frente implementador funcional</a:t>
            </a:r>
          </a:p>
          <a:p>
            <a:pPr marL="634695" lvl="1" indent="-177800">
              <a:lnSpc>
                <a:spcPts val="800"/>
              </a:lnSpc>
              <a:spcBef>
                <a:spcPts val="600"/>
              </a:spcBef>
              <a:buFont typeface="Wingdings" panose="05000000000000000000" pitchFamily="2" charset="2"/>
              <a:buChar char="§"/>
              <a:tabLst>
                <a:tab pos="5715000" algn="l"/>
              </a:tabLst>
              <a:defRPr b="0" i="0"/>
            </a:pPr>
            <a:r>
              <a:rPr lang="es-MX" sz="1100">
                <a:cs typeface="Times New Roman" pitchFamily="18" charset="0"/>
              </a:rPr>
              <a:t>Frente de migración selectiva</a:t>
            </a:r>
          </a:p>
          <a:p>
            <a:pPr marL="634695" lvl="1" indent="-177800">
              <a:lnSpc>
                <a:spcPts val="800"/>
              </a:lnSpc>
              <a:spcBef>
                <a:spcPts val="600"/>
              </a:spcBef>
              <a:buFont typeface="Wingdings" panose="05000000000000000000" pitchFamily="2" charset="2"/>
              <a:buChar char="§"/>
              <a:tabLst>
                <a:tab pos="5715000" algn="l"/>
              </a:tabLst>
              <a:defRPr b="0" i="0"/>
            </a:pPr>
            <a:r>
              <a:rPr lang="es-MX" sz="1100">
                <a:cs typeface="Times New Roman" pitchFamily="18" charset="0"/>
              </a:rPr>
              <a:t>Frente de limpieza de datos</a:t>
            </a:r>
          </a:p>
          <a:p>
            <a:pPr marL="634695" lvl="1" indent="-177800">
              <a:lnSpc>
                <a:spcPts val="800"/>
              </a:lnSpc>
              <a:spcBef>
                <a:spcPts val="600"/>
              </a:spcBef>
              <a:buFont typeface="Wingdings" panose="05000000000000000000" pitchFamily="2" charset="2"/>
              <a:buChar char="§"/>
              <a:tabLst>
                <a:tab pos="5715000" algn="l"/>
              </a:tabLst>
              <a:defRPr b="0" i="0"/>
            </a:pPr>
            <a:r>
              <a:rPr lang="es-MX" sz="1100">
                <a:cs typeface="Times New Roman" pitchFamily="18" charset="0"/>
              </a:rPr>
              <a:t>Frente de remediación técnica e integraciones</a:t>
            </a:r>
          </a:p>
          <a:p>
            <a:pPr marL="634695" lvl="1" indent="-177800">
              <a:lnSpc>
                <a:spcPts val="800"/>
              </a:lnSpc>
              <a:spcBef>
                <a:spcPts val="600"/>
              </a:spcBef>
              <a:buFont typeface="Wingdings" panose="05000000000000000000" pitchFamily="2" charset="2"/>
              <a:buChar char="§"/>
              <a:tabLst>
                <a:tab pos="5715000" algn="l"/>
              </a:tabLst>
              <a:defRPr b="0" i="0"/>
            </a:pPr>
            <a:r>
              <a:rPr lang="es-MX" sz="1100">
                <a:cs typeface="Times New Roman" pitchFamily="18" charset="0"/>
              </a:rPr>
              <a:t>Frente de gestión del cambio</a:t>
            </a:r>
          </a:p>
          <a:p>
            <a:pPr marL="634695" lvl="1" indent="-177800">
              <a:lnSpc>
                <a:spcPts val="800"/>
              </a:lnSpc>
              <a:spcBef>
                <a:spcPts val="600"/>
              </a:spcBef>
              <a:buFont typeface="Wingdings" panose="05000000000000000000" pitchFamily="2" charset="2"/>
              <a:buChar char="§"/>
              <a:tabLst>
                <a:tab pos="5715000" algn="l"/>
              </a:tabLst>
              <a:defRPr b="0" i="0"/>
            </a:pPr>
            <a:r>
              <a:rPr lang="es-MX" sz="1100">
                <a:cs typeface="Times New Roman" pitchFamily="18" charset="0"/>
              </a:rPr>
              <a:t>Frente de pruebas</a:t>
            </a:r>
          </a:p>
          <a:p>
            <a:pPr marL="634695" lvl="1" indent="-177800">
              <a:lnSpc>
                <a:spcPts val="800"/>
              </a:lnSpc>
              <a:spcBef>
                <a:spcPts val="600"/>
              </a:spcBef>
              <a:buFont typeface="Wingdings" panose="05000000000000000000" pitchFamily="2" charset="2"/>
              <a:buChar char="§"/>
              <a:tabLst>
                <a:tab pos="5715000" algn="l"/>
              </a:tabLst>
              <a:defRPr b="0" i="0"/>
            </a:pPr>
            <a:r>
              <a:rPr lang="es-MX" sz="1100">
                <a:cs typeface="Times New Roman" pitchFamily="18" charset="0"/>
              </a:rPr>
              <a:t>Frente de </a:t>
            </a:r>
            <a:r>
              <a:rPr lang="es-MX" sz="1100" err="1">
                <a:cs typeface="Times New Roman" pitchFamily="18" charset="0"/>
              </a:rPr>
              <a:t>cut-over</a:t>
            </a:r>
            <a:endParaRPr lang="es-MX" sz="1100">
              <a:cs typeface="Times New Roman" pitchFamily="18" charset="0"/>
            </a:endParaRPr>
          </a:p>
          <a:p>
            <a:pPr marL="177800" indent="-177800">
              <a:lnSpc>
                <a:spcPts val="1300"/>
              </a:lnSpc>
              <a:spcBef>
                <a:spcPts val="600"/>
              </a:spcBef>
              <a:buFont typeface="Wingdings" panose="05000000000000000000" pitchFamily="2" charset="2"/>
              <a:buChar char="§"/>
              <a:tabLst>
                <a:tab pos="5715000" algn="l"/>
              </a:tabLst>
              <a:defRPr b="0" i="0"/>
            </a:pPr>
            <a:r>
              <a:rPr lang="es-MX" sz="1100">
                <a:cs typeface="Times New Roman" pitchFamily="18" charset="0"/>
              </a:rPr>
              <a:t>Revisión y </a:t>
            </a:r>
            <a:r>
              <a:rPr lang="es-MX" sz="1100" b="1">
                <a:cs typeface="Times New Roman" pitchFamily="18" charset="0"/>
              </a:rPr>
              <a:t>consolidación de los planes de trabajo de cada frente </a:t>
            </a:r>
            <a:r>
              <a:rPr lang="es-MX" sz="1100">
                <a:cs typeface="Times New Roman" pitchFamily="18" charset="0"/>
              </a:rPr>
              <a:t>para disponer de un único Plan</a:t>
            </a:r>
          </a:p>
          <a:p>
            <a:pPr marL="634695" lvl="1" indent="-177800">
              <a:lnSpc>
                <a:spcPts val="800"/>
              </a:lnSpc>
              <a:spcBef>
                <a:spcPts val="600"/>
              </a:spcBef>
              <a:buFont typeface="Wingdings" panose="05000000000000000000" pitchFamily="2" charset="2"/>
              <a:buChar char="§"/>
              <a:tabLst>
                <a:tab pos="5715000" algn="l"/>
              </a:tabLst>
              <a:defRPr b="0" i="0"/>
            </a:pPr>
            <a:r>
              <a:rPr lang="es-MX" sz="1100">
                <a:cs typeface="Times New Roman" pitchFamily="18" charset="0"/>
              </a:rPr>
              <a:t>Elaboración de matriz de riesgos inicial del proyecto</a:t>
            </a:r>
          </a:p>
          <a:p>
            <a:pPr marL="634695" lvl="1" indent="-177800">
              <a:lnSpc>
                <a:spcPts val="800"/>
              </a:lnSpc>
              <a:spcBef>
                <a:spcPts val="600"/>
              </a:spcBef>
              <a:buFont typeface="Wingdings" panose="05000000000000000000" pitchFamily="2" charset="2"/>
              <a:buChar char="§"/>
              <a:tabLst>
                <a:tab pos="5715000" algn="l"/>
              </a:tabLst>
              <a:defRPr b="0" i="0"/>
            </a:pPr>
            <a:r>
              <a:rPr lang="es-MX" sz="1100">
                <a:cs typeface="Times New Roman" pitchFamily="18" charset="0"/>
              </a:rPr>
              <a:t>Elaboración del plan de recursos consolidado</a:t>
            </a:r>
          </a:p>
          <a:p>
            <a:pPr marL="634695" lvl="1" indent="-177800">
              <a:lnSpc>
                <a:spcPts val="800"/>
              </a:lnSpc>
              <a:spcBef>
                <a:spcPts val="600"/>
              </a:spcBef>
              <a:buFont typeface="Wingdings" panose="05000000000000000000" pitchFamily="2" charset="2"/>
              <a:buChar char="§"/>
              <a:tabLst>
                <a:tab pos="5715000" algn="l"/>
              </a:tabLst>
              <a:defRPr b="0" i="0"/>
            </a:pPr>
            <a:r>
              <a:rPr lang="es-MX" sz="1100">
                <a:cs typeface="Times New Roman" pitchFamily="18" charset="0"/>
              </a:rPr>
              <a:t>Elaboración del costos/ </a:t>
            </a:r>
            <a:r>
              <a:rPr lang="es-MX" sz="1100" err="1">
                <a:cs typeface="Times New Roman" pitchFamily="18" charset="0"/>
              </a:rPr>
              <a:t>pptos</a:t>
            </a:r>
            <a:endParaRPr lang="es-MX" sz="1100">
              <a:cs typeface="Times New Roman" pitchFamily="18" charset="0"/>
            </a:endParaRPr>
          </a:p>
          <a:p>
            <a:pPr marL="634695" lvl="1" indent="-177800">
              <a:lnSpc>
                <a:spcPts val="800"/>
              </a:lnSpc>
              <a:spcBef>
                <a:spcPts val="600"/>
              </a:spcBef>
              <a:buFont typeface="Wingdings" panose="05000000000000000000" pitchFamily="2" charset="2"/>
              <a:buChar char="§"/>
              <a:tabLst>
                <a:tab pos="5715000" algn="l"/>
              </a:tabLst>
              <a:defRPr b="0" i="0"/>
            </a:pPr>
            <a:r>
              <a:rPr lang="es-MX" sz="1100">
                <a:cs typeface="Times New Roman" pitchFamily="18" charset="0"/>
              </a:rPr>
              <a:t>Elaboración del plan de comunicaciones</a:t>
            </a:r>
          </a:p>
          <a:p>
            <a:pPr marL="634695" lvl="1" indent="-177800">
              <a:lnSpc>
                <a:spcPts val="800"/>
              </a:lnSpc>
              <a:spcBef>
                <a:spcPts val="600"/>
              </a:spcBef>
              <a:buFont typeface="Wingdings" panose="05000000000000000000" pitchFamily="2" charset="2"/>
              <a:buChar char="§"/>
              <a:tabLst>
                <a:tab pos="5715000" algn="l"/>
              </a:tabLst>
              <a:defRPr b="0" i="0"/>
            </a:pPr>
            <a:r>
              <a:rPr lang="es-MX" sz="1100">
                <a:cs typeface="Times New Roman" pitchFamily="18" charset="0"/>
              </a:rPr>
              <a:t>Elaboración de matriz de acuerdos y pendientes</a:t>
            </a:r>
          </a:p>
          <a:p>
            <a:pPr marL="177800" indent="-177800">
              <a:lnSpc>
                <a:spcPts val="1100"/>
              </a:lnSpc>
              <a:spcBef>
                <a:spcPts val="600"/>
              </a:spcBef>
              <a:buFont typeface="Wingdings" panose="05000000000000000000" pitchFamily="2" charset="2"/>
              <a:buChar char="§"/>
              <a:tabLst>
                <a:tab pos="5715000" algn="l"/>
              </a:tabLst>
              <a:defRPr b="0" i="0"/>
            </a:pPr>
            <a:r>
              <a:rPr lang="es-MX" sz="1100">
                <a:cs typeface="Times New Roman" pitchFamily="18" charset="0"/>
              </a:rPr>
              <a:t>Elaboración del </a:t>
            </a:r>
            <a:r>
              <a:rPr lang="es-MX" sz="1100" b="1">
                <a:cs typeface="Times New Roman" pitchFamily="18" charset="0"/>
              </a:rPr>
              <a:t>camino crítico </a:t>
            </a:r>
            <a:r>
              <a:rPr lang="es-MX" sz="1100">
                <a:cs typeface="Times New Roman" pitchFamily="18" charset="0"/>
              </a:rPr>
              <a:t>(</a:t>
            </a:r>
            <a:r>
              <a:rPr lang="es-MX" sz="1100" err="1">
                <a:cs typeface="Times New Roman" pitchFamily="18" charset="0"/>
              </a:rPr>
              <a:t>Critical</a:t>
            </a:r>
            <a:r>
              <a:rPr lang="es-MX" sz="1100">
                <a:cs typeface="Times New Roman" pitchFamily="18" charset="0"/>
              </a:rPr>
              <a:t> </a:t>
            </a:r>
            <a:r>
              <a:rPr lang="es-MX" sz="1100" err="1">
                <a:cs typeface="Times New Roman" pitchFamily="18" charset="0"/>
              </a:rPr>
              <a:t>Path</a:t>
            </a:r>
            <a:r>
              <a:rPr lang="es-MX" sz="1100">
                <a:cs typeface="Times New Roman" pitchFamily="18" charset="0"/>
              </a:rPr>
              <a:t>)</a:t>
            </a:r>
          </a:p>
        </p:txBody>
      </p:sp>
      <p:sp>
        <p:nvSpPr>
          <p:cNvPr id="47" name="Rectangle 46">
            <a:extLst>
              <a:ext uri="{FF2B5EF4-FFF2-40B4-BE49-F238E27FC236}">
                <a16:creationId xmlns:a16="http://schemas.microsoft.com/office/drawing/2014/main" id="{1535D302-EC4C-61A8-4ACE-35D8A4893520}"/>
              </a:ext>
            </a:extLst>
          </p:cNvPr>
          <p:cNvSpPr>
            <a:spLocks noChangeArrowheads="1"/>
          </p:cNvSpPr>
          <p:nvPr/>
        </p:nvSpPr>
        <p:spPr bwMode="auto">
          <a:xfrm>
            <a:off x="3719735" y="1696231"/>
            <a:ext cx="8137303" cy="582040"/>
          </a:xfrm>
          <a:prstGeom prst="rect">
            <a:avLst/>
          </a:prstGeom>
          <a:noFill/>
          <a:ln w="12700">
            <a:noFill/>
            <a:miter lim="800000"/>
          </a:ln>
          <a:effectLst/>
        </p:spPr>
        <p:txBody>
          <a:bodyPr lIns="92075" tIns="108000" rIns="92075" bIns="46038" anchor="ctr"/>
          <a:lstStyle/>
          <a:p>
            <a:pPr>
              <a:lnSpc>
                <a:spcPct val="105000"/>
              </a:lnSpc>
              <a:spcBef>
                <a:spcPts val="300"/>
              </a:spcBef>
              <a:defRPr b="0" i="0"/>
            </a:pPr>
            <a:r>
              <a:rPr lang="es-MX" sz="1400" b="1">
                <a:solidFill>
                  <a:schemeClr val="bg1"/>
                </a:solidFill>
                <a:cs typeface="Times New Roman" pitchFamily="18" charset="0"/>
              </a:rPr>
              <a:t>Elaborar el plan detallado de cada frente de trabajo y el plan consolidado del proyecto</a:t>
            </a:r>
          </a:p>
        </p:txBody>
      </p:sp>
      <p:sp>
        <p:nvSpPr>
          <p:cNvPr id="50" name="Round Diagonal Corner Rectangle 3">
            <a:extLst>
              <a:ext uri="{FF2B5EF4-FFF2-40B4-BE49-F238E27FC236}">
                <a16:creationId xmlns:a16="http://schemas.microsoft.com/office/drawing/2014/main" id="{7E15B226-ACAC-ED64-7E40-34823397ED71}"/>
              </a:ext>
            </a:extLst>
          </p:cNvPr>
          <p:cNvSpPr/>
          <p:nvPr/>
        </p:nvSpPr>
        <p:spPr>
          <a:xfrm>
            <a:off x="692185" y="1053986"/>
            <a:ext cx="2883535" cy="558429"/>
          </a:xfrm>
          <a:prstGeom prst="rect">
            <a:avLst/>
          </a:prstGeom>
          <a:noFill/>
          <a:ln w="19050" cap="flat" cmpd="sng" algn="ctr">
            <a:noFill/>
            <a:prstDash val="solid"/>
          </a:ln>
          <a:effectLst/>
        </p:spPr>
        <p:txBody>
          <a:bodyPr rtlCol="0" anchor="ctr"/>
          <a:lstStyle/>
          <a:p>
            <a:pPr defTabSz="914400" fontAlgn="base">
              <a:spcBef>
                <a:spcPct val="0"/>
              </a:spcBef>
              <a:spcAft>
                <a:spcPct val="0"/>
              </a:spcAft>
              <a:defRPr b="0" i="0"/>
            </a:pPr>
            <a:r>
              <a:rPr lang="es-ES" sz="1600" b="1">
                <a:solidFill>
                  <a:schemeClr val="bg1"/>
                </a:solidFill>
              </a:rPr>
              <a:t>Master Plan</a:t>
            </a:r>
          </a:p>
        </p:txBody>
      </p:sp>
      <p:sp>
        <p:nvSpPr>
          <p:cNvPr id="51" name="Rectángulo 50">
            <a:extLst>
              <a:ext uri="{FF2B5EF4-FFF2-40B4-BE49-F238E27FC236}">
                <a16:creationId xmlns:a16="http://schemas.microsoft.com/office/drawing/2014/main" id="{6EBB7384-53FA-DEED-393D-0A274ED56F81}"/>
              </a:ext>
            </a:extLst>
          </p:cNvPr>
          <p:cNvSpPr/>
          <p:nvPr/>
        </p:nvSpPr>
        <p:spPr>
          <a:xfrm>
            <a:off x="181887" y="1148534"/>
            <a:ext cx="476412" cy="369332"/>
          </a:xfrm>
          <a:prstGeom prst="rect">
            <a:avLst/>
          </a:prstGeom>
        </p:spPr>
        <p:txBody>
          <a:bodyPr wrap="none">
            <a:spAutoFit/>
          </a:bodyPr>
          <a:lstStyle/>
          <a:p>
            <a:pPr algn="ctr" defTabSz="873125">
              <a:defRPr b="0" i="0"/>
            </a:pPr>
            <a:r>
              <a:rPr lang="es-ES" sz="1800">
                <a:solidFill>
                  <a:schemeClr val="bg1"/>
                </a:solidFill>
                <a:latin typeface="Soho Gothic Pro" panose="020B0503030504020204" pitchFamily="34" charset="0"/>
              </a:rPr>
              <a:t>1.3</a:t>
            </a:r>
            <a:endParaRPr lang="x-none" sz="1800">
              <a:solidFill>
                <a:schemeClr val="bg1"/>
              </a:solidFill>
              <a:latin typeface="Soho Gothic Pro" panose="020B0503030504020204" pitchFamily="34" charset="0"/>
            </a:endParaRPr>
          </a:p>
        </p:txBody>
      </p:sp>
      <p:sp>
        <p:nvSpPr>
          <p:cNvPr id="52" name="Rectangle 35">
            <a:extLst>
              <a:ext uri="{FF2B5EF4-FFF2-40B4-BE49-F238E27FC236}">
                <a16:creationId xmlns:a16="http://schemas.microsoft.com/office/drawing/2014/main" id="{2F929562-22E5-CBBA-37FD-8592121FDD02}"/>
              </a:ext>
            </a:extLst>
          </p:cNvPr>
          <p:cNvSpPr>
            <a:spLocks noChangeArrowheads="1"/>
          </p:cNvSpPr>
          <p:nvPr/>
        </p:nvSpPr>
        <p:spPr bwMode="auto">
          <a:xfrm>
            <a:off x="306392" y="1873492"/>
            <a:ext cx="1462087" cy="227518"/>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FFFFFF"/>
                </a:solidFill>
              </a:rPr>
              <a:t>Objetivos</a:t>
            </a:r>
            <a:endParaRPr lang="pt-PT" sz="1600" b="1">
              <a:solidFill>
                <a:schemeClr val="bg1"/>
              </a:solidFill>
              <a:latin typeface="Arial"/>
            </a:endParaRPr>
          </a:p>
        </p:txBody>
      </p:sp>
      <p:sp>
        <p:nvSpPr>
          <p:cNvPr id="53" name="Forma libre 52">
            <a:extLst>
              <a:ext uri="{FF2B5EF4-FFF2-40B4-BE49-F238E27FC236}">
                <a16:creationId xmlns:a16="http://schemas.microsoft.com/office/drawing/2014/main" id="{E5006BBF-0F8E-1400-2962-86C763E7C898}"/>
              </a:ext>
            </a:extLst>
          </p:cNvPr>
          <p:cNvSpPr/>
          <p:nvPr/>
        </p:nvSpPr>
        <p:spPr>
          <a:xfrm rot="16200000" flipV="1">
            <a:off x="8609080" y="2635421"/>
            <a:ext cx="502574" cy="5631811"/>
          </a:xfrm>
          <a:custGeom>
            <a:avLst/>
            <a:gdLst>
              <a:gd name="connsiteX0" fmla="*/ 502574 w 502574"/>
              <a:gd name="connsiteY0" fmla="*/ 5494829 h 5631811"/>
              <a:gd name="connsiteX1" fmla="*/ 502574 w 502574"/>
              <a:gd name="connsiteY1" fmla="*/ 5483294 h 5631811"/>
              <a:gd name="connsiteX2" fmla="*/ 502574 w 502574"/>
              <a:gd name="connsiteY2" fmla="*/ 5466848 h 5631811"/>
              <a:gd name="connsiteX3" fmla="*/ 502574 w 502574"/>
              <a:gd name="connsiteY3" fmla="*/ 5460894 h 5631811"/>
              <a:gd name="connsiteX4" fmla="*/ 502574 w 502574"/>
              <a:gd name="connsiteY4" fmla="*/ 5431258 h 5631811"/>
              <a:gd name="connsiteX5" fmla="*/ 502574 w 502574"/>
              <a:gd name="connsiteY5" fmla="*/ 5408858 h 5631811"/>
              <a:gd name="connsiteX6" fmla="*/ 502574 w 502574"/>
              <a:gd name="connsiteY6" fmla="*/ 5395647 h 5631811"/>
              <a:gd name="connsiteX7" fmla="*/ 502574 w 502574"/>
              <a:gd name="connsiteY7" fmla="*/ 5373246 h 5631811"/>
              <a:gd name="connsiteX8" fmla="*/ 502573 w 502574"/>
              <a:gd name="connsiteY8" fmla="*/ 5136994 h 5631811"/>
              <a:gd name="connsiteX9" fmla="*/ 502573 w 502574"/>
              <a:gd name="connsiteY9" fmla="*/ 5114595 h 5631811"/>
              <a:gd name="connsiteX10" fmla="*/ 502573 w 502574"/>
              <a:gd name="connsiteY10" fmla="*/ 5101383 h 5631811"/>
              <a:gd name="connsiteX11" fmla="*/ 502573 w 502574"/>
              <a:gd name="connsiteY11" fmla="*/ 5078982 h 5631811"/>
              <a:gd name="connsiteX12" fmla="*/ 502573 w 502574"/>
              <a:gd name="connsiteY12" fmla="*/ 5049347 h 5631811"/>
              <a:gd name="connsiteX13" fmla="*/ 502573 w 502574"/>
              <a:gd name="connsiteY13" fmla="*/ 5043393 h 5631811"/>
              <a:gd name="connsiteX14" fmla="*/ 502573 w 502574"/>
              <a:gd name="connsiteY14" fmla="*/ 5026946 h 5631811"/>
              <a:gd name="connsiteX15" fmla="*/ 502573 w 502574"/>
              <a:gd name="connsiteY15" fmla="*/ 5013735 h 5631811"/>
              <a:gd name="connsiteX16" fmla="*/ 502573 w 502574"/>
              <a:gd name="connsiteY16" fmla="*/ 5013008 h 5631811"/>
              <a:gd name="connsiteX17" fmla="*/ 502574 w 502574"/>
              <a:gd name="connsiteY17" fmla="*/ 5013008 h 5631811"/>
              <a:gd name="connsiteX18" fmla="*/ 502574 w 502574"/>
              <a:gd name="connsiteY18" fmla="*/ 4995135 h 5631811"/>
              <a:gd name="connsiteX19" fmla="*/ 502574 w 502574"/>
              <a:gd name="connsiteY19" fmla="*/ 4972734 h 5631811"/>
              <a:gd name="connsiteX20" fmla="*/ 502574 w 502574"/>
              <a:gd name="connsiteY20" fmla="*/ 4959522 h 5631811"/>
              <a:gd name="connsiteX21" fmla="*/ 502574 w 502574"/>
              <a:gd name="connsiteY21" fmla="*/ 4937123 h 5631811"/>
              <a:gd name="connsiteX22" fmla="*/ 502574 w 502574"/>
              <a:gd name="connsiteY22" fmla="*/ 4901533 h 5631811"/>
              <a:gd name="connsiteX23" fmla="*/ 502574 w 502574"/>
              <a:gd name="connsiteY23" fmla="*/ 4865921 h 5631811"/>
              <a:gd name="connsiteX24" fmla="*/ 502574 w 502574"/>
              <a:gd name="connsiteY24" fmla="*/ 4746412 h 5631811"/>
              <a:gd name="connsiteX25" fmla="*/ 502574 w 502574"/>
              <a:gd name="connsiteY25" fmla="*/ 4724013 h 5631811"/>
              <a:gd name="connsiteX26" fmla="*/ 502574 w 502574"/>
              <a:gd name="connsiteY26" fmla="*/ 4710799 h 5631811"/>
              <a:gd name="connsiteX27" fmla="*/ 502574 w 502574"/>
              <a:gd name="connsiteY27" fmla="*/ 4688400 h 5631811"/>
              <a:gd name="connsiteX28" fmla="*/ 502574 w 502574"/>
              <a:gd name="connsiteY28" fmla="*/ 4652811 h 5631811"/>
              <a:gd name="connsiteX29" fmla="*/ 502574 w 502574"/>
              <a:gd name="connsiteY29" fmla="*/ 4630412 h 5631811"/>
              <a:gd name="connsiteX30" fmla="*/ 502574 w 502574"/>
              <a:gd name="connsiteY30" fmla="*/ 4617198 h 5631811"/>
              <a:gd name="connsiteX31" fmla="*/ 502574 w 502574"/>
              <a:gd name="connsiteY31" fmla="*/ 4594799 h 5631811"/>
              <a:gd name="connsiteX32" fmla="*/ 502574 w 502574"/>
              <a:gd name="connsiteY32" fmla="*/ 4190108 h 5631811"/>
              <a:gd name="connsiteX33" fmla="*/ 502574 w 502574"/>
              <a:gd name="connsiteY33" fmla="*/ 4167708 h 5631811"/>
              <a:gd name="connsiteX34" fmla="*/ 502574 w 502574"/>
              <a:gd name="connsiteY34" fmla="*/ 4154496 h 5631811"/>
              <a:gd name="connsiteX35" fmla="*/ 502574 w 502574"/>
              <a:gd name="connsiteY35" fmla="*/ 4132096 h 5631811"/>
              <a:gd name="connsiteX36" fmla="*/ 502574 w 502574"/>
              <a:gd name="connsiteY36" fmla="*/ 4096506 h 5631811"/>
              <a:gd name="connsiteX37" fmla="*/ 502574 w 502574"/>
              <a:gd name="connsiteY37" fmla="*/ 4080061 h 5631811"/>
              <a:gd name="connsiteX38" fmla="*/ 502574 w 502574"/>
              <a:gd name="connsiteY38" fmla="*/ 4074105 h 5631811"/>
              <a:gd name="connsiteX39" fmla="*/ 502574 w 502574"/>
              <a:gd name="connsiteY39" fmla="*/ 4060894 h 5631811"/>
              <a:gd name="connsiteX40" fmla="*/ 502574 w 502574"/>
              <a:gd name="connsiteY40" fmla="*/ 4044448 h 5631811"/>
              <a:gd name="connsiteX41" fmla="*/ 502574 w 502574"/>
              <a:gd name="connsiteY41" fmla="*/ 4038494 h 5631811"/>
              <a:gd name="connsiteX42" fmla="*/ 502574 w 502574"/>
              <a:gd name="connsiteY42" fmla="*/ 4008858 h 5631811"/>
              <a:gd name="connsiteX43" fmla="*/ 502574 w 502574"/>
              <a:gd name="connsiteY43" fmla="*/ 3986458 h 5631811"/>
              <a:gd name="connsiteX44" fmla="*/ 502574 w 502574"/>
              <a:gd name="connsiteY44" fmla="*/ 3973247 h 5631811"/>
              <a:gd name="connsiteX45" fmla="*/ 502574 w 502574"/>
              <a:gd name="connsiteY45" fmla="*/ 3950846 h 5631811"/>
              <a:gd name="connsiteX46" fmla="*/ 502573 w 502574"/>
              <a:gd name="connsiteY46" fmla="*/ 3714593 h 5631811"/>
              <a:gd name="connsiteX47" fmla="*/ 502573 w 502574"/>
              <a:gd name="connsiteY47" fmla="*/ 3692195 h 5631811"/>
              <a:gd name="connsiteX48" fmla="*/ 502573 w 502574"/>
              <a:gd name="connsiteY48" fmla="*/ 3678982 h 5631811"/>
              <a:gd name="connsiteX49" fmla="*/ 502573 w 502574"/>
              <a:gd name="connsiteY49" fmla="*/ 3656581 h 5631811"/>
              <a:gd name="connsiteX50" fmla="*/ 502573 w 502574"/>
              <a:gd name="connsiteY50" fmla="*/ 3626946 h 5631811"/>
              <a:gd name="connsiteX51" fmla="*/ 502573 w 502574"/>
              <a:gd name="connsiteY51" fmla="*/ 3620993 h 5631811"/>
              <a:gd name="connsiteX52" fmla="*/ 502573 w 502574"/>
              <a:gd name="connsiteY52" fmla="*/ 3604546 h 5631811"/>
              <a:gd name="connsiteX53" fmla="*/ 502573 w 502574"/>
              <a:gd name="connsiteY53" fmla="*/ 3591335 h 5631811"/>
              <a:gd name="connsiteX54" fmla="*/ 502573 w 502574"/>
              <a:gd name="connsiteY54" fmla="*/ 3585382 h 5631811"/>
              <a:gd name="connsiteX55" fmla="*/ 502573 w 502574"/>
              <a:gd name="connsiteY55" fmla="*/ 3568934 h 5631811"/>
              <a:gd name="connsiteX56" fmla="*/ 502573 w 502574"/>
              <a:gd name="connsiteY56" fmla="*/ 3533346 h 5631811"/>
              <a:gd name="connsiteX57" fmla="*/ 502573 w 502574"/>
              <a:gd name="connsiteY57" fmla="*/ 3510945 h 5631811"/>
              <a:gd name="connsiteX58" fmla="*/ 502573 w 502574"/>
              <a:gd name="connsiteY58" fmla="*/ 3497732 h 5631811"/>
              <a:gd name="connsiteX59" fmla="*/ 502573 w 502574"/>
              <a:gd name="connsiteY59" fmla="*/ 3475333 h 5631811"/>
              <a:gd name="connsiteX60" fmla="*/ 502573 w 502574"/>
              <a:gd name="connsiteY60" fmla="*/ 3070642 h 5631811"/>
              <a:gd name="connsiteX61" fmla="*/ 502573 w 502574"/>
              <a:gd name="connsiteY61" fmla="*/ 3048242 h 5631811"/>
              <a:gd name="connsiteX62" fmla="*/ 502573 w 502574"/>
              <a:gd name="connsiteY62" fmla="*/ 3035032 h 5631811"/>
              <a:gd name="connsiteX63" fmla="*/ 502573 w 502574"/>
              <a:gd name="connsiteY63" fmla="*/ 3012630 h 5631811"/>
              <a:gd name="connsiteX64" fmla="*/ 502573 w 502574"/>
              <a:gd name="connsiteY64" fmla="*/ 2977042 h 5631811"/>
              <a:gd name="connsiteX65" fmla="*/ 502573 w 502574"/>
              <a:gd name="connsiteY65" fmla="*/ 2954642 h 5631811"/>
              <a:gd name="connsiteX66" fmla="*/ 502573 w 502574"/>
              <a:gd name="connsiteY66" fmla="*/ 2941428 h 5631811"/>
              <a:gd name="connsiteX67" fmla="*/ 502573 w 502574"/>
              <a:gd name="connsiteY67" fmla="*/ 2919028 h 5631811"/>
              <a:gd name="connsiteX68" fmla="*/ 502573 w 502574"/>
              <a:gd name="connsiteY68" fmla="*/ 2718542 h 5631811"/>
              <a:gd name="connsiteX69" fmla="*/ 502573 w 502574"/>
              <a:gd name="connsiteY69" fmla="*/ 2700668 h 5631811"/>
              <a:gd name="connsiteX70" fmla="*/ 502573 w 502574"/>
              <a:gd name="connsiteY70" fmla="*/ 2678268 h 5631811"/>
              <a:gd name="connsiteX71" fmla="*/ 502573 w 502574"/>
              <a:gd name="connsiteY71" fmla="*/ 2665056 h 5631811"/>
              <a:gd name="connsiteX72" fmla="*/ 502573 w 502574"/>
              <a:gd name="connsiteY72" fmla="*/ 2642656 h 5631811"/>
              <a:gd name="connsiteX73" fmla="*/ 502573 w 502574"/>
              <a:gd name="connsiteY73" fmla="*/ 2607066 h 5631811"/>
              <a:gd name="connsiteX74" fmla="*/ 502573 w 502574"/>
              <a:gd name="connsiteY74" fmla="*/ 2595130 h 5631811"/>
              <a:gd name="connsiteX75" fmla="*/ 502573 w 502574"/>
              <a:gd name="connsiteY75" fmla="*/ 2572730 h 5631811"/>
              <a:gd name="connsiteX76" fmla="*/ 502573 w 502574"/>
              <a:gd name="connsiteY76" fmla="*/ 2571454 h 5631811"/>
              <a:gd name="connsiteX77" fmla="*/ 502573 w 502574"/>
              <a:gd name="connsiteY77" fmla="*/ 2559518 h 5631811"/>
              <a:gd name="connsiteX78" fmla="*/ 502573 w 502574"/>
              <a:gd name="connsiteY78" fmla="*/ 2537118 h 5631811"/>
              <a:gd name="connsiteX79" fmla="*/ 502573 w 502574"/>
              <a:gd name="connsiteY79" fmla="*/ 2501528 h 5631811"/>
              <a:gd name="connsiteX80" fmla="*/ 502573 w 502574"/>
              <a:gd name="connsiteY80" fmla="*/ 2465918 h 5631811"/>
              <a:gd name="connsiteX81" fmla="*/ 502573 w 502574"/>
              <a:gd name="connsiteY81" fmla="*/ 2451946 h 5631811"/>
              <a:gd name="connsiteX82" fmla="*/ 502573 w 502574"/>
              <a:gd name="connsiteY82" fmla="*/ 2429546 h 5631811"/>
              <a:gd name="connsiteX83" fmla="*/ 502573 w 502574"/>
              <a:gd name="connsiteY83" fmla="*/ 2416332 h 5631811"/>
              <a:gd name="connsiteX84" fmla="*/ 502573 w 502574"/>
              <a:gd name="connsiteY84" fmla="*/ 2393934 h 5631811"/>
              <a:gd name="connsiteX85" fmla="*/ 502573 w 502574"/>
              <a:gd name="connsiteY85" fmla="*/ 2358344 h 5631811"/>
              <a:gd name="connsiteX86" fmla="*/ 502573 w 502574"/>
              <a:gd name="connsiteY86" fmla="*/ 2335944 h 5631811"/>
              <a:gd name="connsiteX87" fmla="*/ 502573 w 502574"/>
              <a:gd name="connsiteY87" fmla="*/ 2322732 h 5631811"/>
              <a:gd name="connsiteX88" fmla="*/ 502573 w 502574"/>
              <a:gd name="connsiteY88" fmla="*/ 2300332 h 5631811"/>
              <a:gd name="connsiteX89" fmla="*/ 502573 w 502574"/>
              <a:gd name="connsiteY89" fmla="*/ 1895642 h 5631811"/>
              <a:gd name="connsiteX90" fmla="*/ 502573 w 502574"/>
              <a:gd name="connsiteY90" fmla="*/ 1873242 h 5631811"/>
              <a:gd name="connsiteX91" fmla="*/ 502573 w 502574"/>
              <a:gd name="connsiteY91" fmla="*/ 1860030 h 5631811"/>
              <a:gd name="connsiteX92" fmla="*/ 502573 w 502574"/>
              <a:gd name="connsiteY92" fmla="*/ 1837630 h 5631811"/>
              <a:gd name="connsiteX93" fmla="*/ 502573 w 502574"/>
              <a:gd name="connsiteY93" fmla="*/ 1802040 h 5631811"/>
              <a:gd name="connsiteX94" fmla="*/ 502573 w 502574"/>
              <a:gd name="connsiteY94" fmla="*/ 1785594 h 5631811"/>
              <a:gd name="connsiteX95" fmla="*/ 502573 w 502574"/>
              <a:gd name="connsiteY95" fmla="*/ 1779640 h 5631811"/>
              <a:gd name="connsiteX96" fmla="*/ 502573 w 502574"/>
              <a:gd name="connsiteY96" fmla="*/ 1766428 h 5631811"/>
              <a:gd name="connsiteX97" fmla="*/ 502573 w 502574"/>
              <a:gd name="connsiteY97" fmla="*/ 1749982 h 5631811"/>
              <a:gd name="connsiteX98" fmla="*/ 502573 w 502574"/>
              <a:gd name="connsiteY98" fmla="*/ 1744028 h 5631811"/>
              <a:gd name="connsiteX99" fmla="*/ 502573 w 502574"/>
              <a:gd name="connsiteY99" fmla="*/ 1714392 h 5631811"/>
              <a:gd name="connsiteX100" fmla="*/ 502573 w 502574"/>
              <a:gd name="connsiteY100" fmla="*/ 1691992 h 5631811"/>
              <a:gd name="connsiteX101" fmla="*/ 502573 w 502574"/>
              <a:gd name="connsiteY101" fmla="*/ 1678782 h 5631811"/>
              <a:gd name="connsiteX102" fmla="*/ 502573 w 502574"/>
              <a:gd name="connsiteY102" fmla="*/ 1656380 h 5631811"/>
              <a:gd name="connsiteX103" fmla="*/ 502572 w 502574"/>
              <a:gd name="connsiteY103" fmla="*/ 1420128 h 5631811"/>
              <a:gd name="connsiteX104" fmla="*/ 502572 w 502574"/>
              <a:gd name="connsiteY104" fmla="*/ 1397730 h 5631811"/>
              <a:gd name="connsiteX105" fmla="*/ 502572 w 502574"/>
              <a:gd name="connsiteY105" fmla="*/ 1384516 h 5631811"/>
              <a:gd name="connsiteX106" fmla="*/ 502572 w 502574"/>
              <a:gd name="connsiteY106" fmla="*/ 1362116 h 5631811"/>
              <a:gd name="connsiteX107" fmla="*/ 502572 w 502574"/>
              <a:gd name="connsiteY107" fmla="*/ 1332480 h 5631811"/>
              <a:gd name="connsiteX108" fmla="*/ 502572 w 502574"/>
              <a:gd name="connsiteY108" fmla="*/ 1326526 h 5631811"/>
              <a:gd name="connsiteX109" fmla="*/ 502572 w 502574"/>
              <a:gd name="connsiteY109" fmla="*/ 1310080 h 5631811"/>
              <a:gd name="connsiteX110" fmla="*/ 502572 w 502574"/>
              <a:gd name="connsiteY110" fmla="*/ 1296870 h 5631811"/>
              <a:gd name="connsiteX111" fmla="*/ 502572 w 502574"/>
              <a:gd name="connsiteY111" fmla="*/ 1290916 h 5631811"/>
              <a:gd name="connsiteX112" fmla="*/ 502572 w 502574"/>
              <a:gd name="connsiteY112" fmla="*/ 1274468 h 5631811"/>
              <a:gd name="connsiteX113" fmla="*/ 502572 w 502574"/>
              <a:gd name="connsiteY113" fmla="*/ 1238880 h 5631811"/>
              <a:gd name="connsiteX114" fmla="*/ 502572 w 502574"/>
              <a:gd name="connsiteY114" fmla="*/ 1216478 h 5631811"/>
              <a:gd name="connsiteX115" fmla="*/ 502572 w 502574"/>
              <a:gd name="connsiteY115" fmla="*/ 1203266 h 5631811"/>
              <a:gd name="connsiteX116" fmla="*/ 502572 w 502574"/>
              <a:gd name="connsiteY116" fmla="*/ 1180868 h 5631811"/>
              <a:gd name="connsiteX117" fmla="*/ 502572 w 502574"/>
              <a:gd name="connsiteY117" fmla="*/ 776176 h 5631811"/>
              <a:gd name="connsiteX118" fmla="*/ 502572 w 502574"/>
              <a:gd name="connsiteY118" fmla="*/ 753774 h 5631811"/>
              <a:gd name="connsiteX119" fmla="*/ 502572 w 502574"/>
              <a:gd name="connsiteY119" fmla="*/ 740564 h 5631811"/>
              <a:gd name="connsiteX120" fmla="*/ 502572 w 502574"/>
              <a:gd name="connsiteY120" fmla="*/ 718164 h 5631811"/>
              <a:gd name="connsiteX121" fmla="*/ 502572 w 502574"/>
              <a:gd name="connsiteY121" fmla="*/ 682576 h 5631811"/>
              <a:gd name="connsiteX122" fmla="*/ 502572 w 502574"/>
              <a:gd name="connsiteY122" fmla="*/ 660176 h 5631811"/>
              <a:gd name="connsiteX123" fmla="*/ 502572 w 502574"/>
              <a:gd name="connsiteY123" fmla="*/ 646962 h 5631811"/>
              <a:gd name="connsiteX124" fmla="*/ 502572 w 502574"/>
              <a:gd name="connsiteY124" fmla="*/ 624560 h 5631811"/>
              <a:gd name="connsiteX125" fmla="*/ 502572 w 502574"/>
              <a:gd name="connsiteY125" fmla="*/ 300662 h 5631811"/>
              <a:gd name="connsiteX126" fmla="*/ 502572 w 502574"/>
              <a:gd name="connsiteY126" fmla="*/ 278264 h 5631811"/>
              <a:gd name="connsiteX127" fmla="*/ 502572 w 502574"/>
              <a:gd name="connsiteY127" fmla="*/ 265052 h 5631811"/>
              <a:gd name="connsiteX128" fmla="*/ 502572 w 502574"/>
              <a:gd name="connsiteY128" fmla="*/ 242650 h 5631811"/>
              <a:gd name="connsiteX129" fmla="*/ 502572 w 502574"/>
              <a:gd name="connsiteY129" fmla="*/ 207062 h 5631811"/>
              <a:gd name="connsiteX130" fmla="*/ 502572 w 502574"/>
              <a:gd name="connsiteY130" fmla="*/ 171450 h 5631811"/>
              <a:gd name="connsiteX131" fmla="*/ 502571 w 502574"/>
              <a:gd name="connsiteY131" fmla="*/ 171450 h 5631811"/>
              <a:gd name="connsiteX132" fmla="*/ 502571 w 502574"/>
              <a:gd name="connsiteY132" fmla="*/ 129212 h 5631811"/>
              <a:gd name="connsiteX133" fmla="*/ 502571 w 502574"/>
              <a:gd name="connsiteY133" fmla="*/ 106814 h 5631811"/>
              <a:gd name="connsiteX134" fmla="*/ 502571 w 502574"/>
              <a:gd name="connsiteY134" fmla="*/ 93602 h 5631811"/>
              <a:gd name="connsiteX135" fmla="*/ 502571 w 502574"/>
              <a:gd name="connsiteY135" fmla="*/ 71200 h 5631811"/>
              <a:gd name="connsiteX136" fmla="*/ 502571 w 502574"/>
              <a:gd name="connsiteY136" fmla="*/ 35612 h 5631811"/>
              <a:gd name="connsiteX137" fmla="*/ 502571 w 502574"/>
              <a:gd name="connsiteY137" fmla="*/ 0 h 5631811"/>
              <a:gd name="connsiteX138" fmla="*/ 0 w 502574"/>
              <a:gd name="connsiteY138" fmla="*/ 136982 h 5631811"/>
              <a:gd name="connsiteX139" fmla="*/ 0 w 502574"/>
              <a:gd name="connsiteY139" fmla="*/ 172594 h 5631811"/>
              <a:gd name="connsiteX140" fmla="*/ 0 w 502574"/>
              <a:gd name="connsiteY140" fmla="*/ 208184 h 5631811"/>
              <a:gd name="connsiteX141" fmla="*/ 0 w 502574"/>
              <a:gd name="connsiteY141" fmla="*/ 230582 h 5631811"/>
              <a:gd name="connsiteX142" fmla="*/ 0 w 502574"/>
              <a:gd name="connsiteY142" fmla="*/ 243796 h 5631811"/>
              <a:gd name="connsiteX143" fmla="*/ 0 w 502574"/>
              <a:gd name="connsiteY143" fmla="*/ 266196 h 5631811"/>
              <a:gd name="connsiteX144" fmla="*/ 0 w 502574"/>
              <a:gd name="connsiteY144" fmla="*/ 590096 h 5631811"/>
              <a:gd name="connsiteX145" fmla="*/ 0 w 502574"/>
              <a:gd name="connsiteY145" fmla="*/ 612496 h 5631811"/>
              <a:gd name="connsiteX146" fmla="*/ 0 w 502574"/>
              <a:gd name="connsiteY146" fmla="*/ 625706 h 5631811"/>
              <a:gd name="connsiteX147" fmla="*/ 0 w 502574"/>
              <a:gd name="connsiteY147" fmla="*/ 648106 h 5631811"/>
              <a:gd name="connsiteX148" fmla="*/ 0 w 502574"/>
              <a:gd name="connsiteY148" fmla="*/ 683696 h 5631811"/>
              <a:gd name="connsiteX149" fmla="*/ 0 w 502574"/>
              <a:gd name="connsiteY149" fmla="*/ 706096 h 5631811"/>
              <a:gd name="connsiteX150" fmla="*/ 0 w 502574"/>
              <a:gd name="connsiteY150" fmla="*/ 719308 h 5631811"/>
              <a:gd name="connsiteX151" fmla="*/ 0 w 502574"/>
              <a:gd name="connsiteY151" fmla="*/ 741708 h 5631811"/>
              <a:gd name="connsiteX152" fmla="*/ 0 w 502574"/>
              <a:gd name="connsiteY152" fmla="*/ 1009418 h 5631811"/>
              <a:gd name="connsiteX153" fmla="*/ 0 w 502574"/>
              <a:gd name="connsiteY153" fmla="*/ 1031816 h 5631811"/>
              <a:gd name="connsiteX154" fmla="*/ 0 w 502574"/>
              <a:gd name="connsiteY154" fmla="*/ 1045028 h 5631811"/>
              <a:gd name="connsiteX155" fmla="*/ 0 w 502574"/>
              <a:gd name="connsiteY155" fmla="*/ 1067430 h 5631811"/>
              <a:gd name="connsiteX156" fmla="*/ 0 w 502574"/>
              <a:gd name="connsiteY156" fmla="*/ 1103018 h 5631811"/>
              <a:gd name="connsiteX157" fmla="*/ 0 w 502574"/>
              <a:gd name="connsiteY157" fmla="*/ 1125420 h 5631811"/>
              <a:gd name="connsiteX158" fmla="*/ 0 w 502574"/>
              <a:gd name="connsiteY158" fmla="*/ 1138630 h 5631811"/>
              <a:gd name="connsiteX159" fmla="*/ 0 w 502574"/>
              <a:gd name="connsiteY159" fmla="*/ 1161030 h 5631811"/>
              <a:gd name="connsiteX160" fmla="*/ 0 w 502574"/>
              <a:gd name="connsiteY160" fmla="*/ 1256448 h 5631811"/>
              <a:gd name="connsiteX161" fmla="*/ 0 w 502574"/>
              <a:gd name="connsiteY161" fmla="*/ 1292058 h 5631811"/>
              <a:gd name="connsiteX162" fmla="*/ 0 w 502574"/>
              <a:gd name="connsiteY162" fmla="*/ 1327650 h 5631811"/>
              <a:gd name="connsiteX163" fmla="*/ 0 w 502574"/>
              <a:gd name="connsiteY163" fmla="*/ 1350048 h 5631811"/>
              <a:gd name="connsiteX164" fmla="*/ 0 w 502574"/>
              <a:gd name="connsiteY164" fmla="*/ 1363260 h 5631811"/>
              <a:gd name="connsiteX165" fmla="*/ 0 w 502574"/>
              <a:gd name="connsiteY165" fmla="*/ 1385662 h 5631811"/>
              <a:gd name="connsiteX166" fmla="*/ 0 w 502574"/>
              <a:gd name="connsiteY166" fmla="*/ 1484930 h 5631811"/>
              <a:gd name="connsiteX167" fmla="*/ 0 w 502574"/>
              <a:gd name="connsiteY167" fmla="*/ 1507332 h 5631811"/>
              <a:gd name="connsiteX168" fmla="*/ 0 w 502574"/>
              <a:gd name="connsiteY168" fmla="*/ 1520542 h 5631811"/>
              <a:gd name="connsiteX169" fmla="*/ 0 w 502574"/>
              <a:gd name="connsiteY169" fmla="*/ 1542942 h 5631811"/>
              <a:gd name="connsiteX170" fmla="*/ 0 w 502574"/>
              <a:gd name="connsiteY170" fmla="*/ 1578532 h 5631811"/>
              <a:gd name="connsiteX171" fmla="*/ 0 w 502574"/>
              <a:gd name="connsiteY171" fmla="*/ 1614144 h 5631811"/>
              <a:gd name="connsiteX172" fmla="*/ 0 w 502574"/>
              <a:gd name="connsiteY172" fmla="*/ 1709560 h 5631811"/>
              <a:gd name="connsiteX173" fmla="*/ 0 w 502574"/>
              <a:gd name="connsiteY173" fmla="*/ 1731960 h 5631811"/>
              <a:gd name="connsiteX174" fmla="*/ 0 w 502574"/>
              <a:gd name="connsiteY174" fmla="*/ 1745172 h 5631811"/>
              <a:gd name="connsiteX175" fmla="*/ 0 w 502574"/>
              <a:gd name="connsiteY175" fmla="*/ 1767574 h 5631811"/>
              <a:gd name="connsiteX176" fmla="*/ 0 w 502574"/>
              <a:gd name="connsiteY176" fmla="*/ 1803162 h 5631811"/>
              <a:gd name="connsiteX177" fmla="*/ 0 w 502574"/>
              <a:gd name="connsiteY177" fmla="*/ 1825562 h 5631811"/>
              <a:gd name="connsiteX178" fmla="*/ 0 w 502574"/>
              <a:gd name="connsiteY178" fmla="*/ 1838774 h 5631811"/>
              <a:gd name="connsiteX179" fmla="*/ 0 w 502574"/>
              <a:gd name="connsiteY179" fmla="*/ 1861174 h 5631811"/>
              <a:gd name="connsiteX180" fmla="*/ 0 w 502574"/>
              <a:gd name="connsiteY180" fmla="*/ 2128882 h 5631811"/>
              <a:gd name="connsiteX181" fmla="*/ 0 w 502574"/>
              <a:gd name="connsiteY181" fmla="*/ 2151282 h 5631811"/>
              <a:gd name="connsiteX182" fmla="*/ 0 w 502574"/>
              <a:gd name="connsiteY182" fmla="*/ 2164494 h 5631811"/>
              <a:gd name="connsiteX183" fmla="*/ 0 w 502574"/>
              <a:gd name="connsiteY183" fmla="*/ 2186894 h 5631811"/>
              <a:gd name="connsiteX184" fmla="*/ 0 w 502574"/>
              <a:gd name="connsiteY184" fmla="*/ 2222484 h 5631811"/>
              <a:gd name="connsiteX185" fmla="*/ 0 w 502574"/>
              <a:gd name="connsiteY185" fmla="*/ 2244882 h 5631811"/>
              <a:gd name="connsiteX186" fmla="*/ 0 w 502574"/>
              <a:gd name="connsiteY186" fmla="*/ 2258096 h 5631811"/>
              <a:gd name="connsiteX187" fmla="*/ 0 w 502574"/>
              <a:gd name="connsiteY187" fmla="*/ 2280496 h 5631811"/>
              <a:gd name="connsiteX188" fmla="*/ 0 w 502574"/>
              <a:gd name="connsiteY188" fmla="*/ 2536986 h 5631811"/>
              <a:gd name="connsiteX189" fmla="*/ 0 w 502574"/>
              <a:gd name="connsiteY189" fmla="*/ 2547092 h 5631811"/>
              <a:gd name="connsiteX190" fmla="*/ 1 w 502574"/>
              <a:gd name="connsiteY190" fmla="*/ 2547092 h 5631811"/>
              <a:gd name="connsiteX191" fmla="*/ 1 w 502574"/>
              <a:gd name="connsiteY191" fmla="*/ 2560664 h 5631811"/>
              <a:gd name="connsiteX192" fmla="*/ 1 w 502574"/>
              <a:gd name="connsiteY192" fmla="*/ 2708436 h 5631811"/>
              <a:gd name="connsiteX193" fmla="*/ 1 w 502574"/>
              <a:gd name="connsiteY193" fmla="*/ 2718542 h 5631811"/>
              <a:gd name="connsiteX194" fmla="*/ 1 w 502574"/>
              <a:gd name="connsiteY194" fmla="*/ 2884562 h 5631811"/>
              <a:gd name="connsiteX195" fmla="*/ 1 w 502574"/>
              <a:gd name="connsiteY195" fmla="*/ 2906962 h 5631811"/>
              <a:gd name="connsiteX196" fmla="*/ 1 w 502574"/>
              <a:gd name="connsiteY196" fmla="*/ 2920174 h 5631811"/>
              <a:gd name="connsiteX197" fmla="*/ 1 w 502574"/>
              <a:gd name="connsiteY197" fmla="*/ 2942574 h 5631811"/>
              <a:gd name="connsiteX198" fmla="*/ 1 w 502574"/>
              <a:gd name="connsiteY198" fmla="*/ 2978162 h 5631811"/>
              <a:gd name="connsiteX199" fmla="*/ 1 w 502574"/>
              <a:gd name="connsiteY199" fmla="*/ 3000562 h 5631811"/>
              <a:gd name="connsiteX200" fmla="*/ 1 w 502574"/>
              <a:gd name="connsiteY200" fmla="*/ 3013776 h 5631811"/>
              <a:gd name="connsiteX201" fmla="*/ 1 w 502574"/>
              <a:gd name="connsiteY201" fmla="*/ 3036174 h 5631811"/>
              <a:gd name="connsiteX202" fmla="*/ 1 w 502574"/>
              <a:gd name="connsiteY202" fmla="*/ 3303883 h 5631811"/>
              <a:gd name="connsiteX203" fmla="*/ 1 w 502574"/>
              <a:gd name="connsiteY203" fmla="*/ 3326282 h 5631811"/>
              <a:gd name="connsiteX204" fmla="*/ 1 w 502574"/>
              <a:gd name="connsiteY204" fmla="*/ 3339495 h 5631811"/>
              <a:gd name="connsiteX205" fmla="*/ 1 w 502574"/>
              <a:gd name="connsiteY205" fmla="*/ 3361896 h 5631811"/>
              <a:gd name="connsiteX206" fmla="*/ 1 w 502574"/>
              <a:gd name="connsiteY206" fmla="*/ 3397484 h 5631811"/>
              <a:gd name="connsiteX207" fmla="*/ 1 w 502574"/>
              <a:gd name="connsiteY207" fmla="*/ 3419885 h 5631811"/>
              <a:gd name="connsiteX208" fmla="*/ 1 w 502574"/>
              <a:gd name="connsiteY208" fmla="*/ 3433096 h 5631811"/>
              <a:gd name="connsiteX209" fmla="*/ 1 w 502574"/>
              <a:gd name="connsiteY209" fmla="*/ 3455496 h 5631811"/>
              <a:gd name="connsiteX210" fmla="*/ 1 w 502574"/>
              <a:gd name="connsiteY210" fmla="*/ 3550913 h 5631811"/>
              <a:gd name="connsiteX211" fmla="*/ 1 w 502574"/>
              <a:gd name="connsiteY211" fmla="*/ 3586524 h 5631811"/>
              <a:gd name="connsiteX212" fmla="*/ 1 w 502574"/>
              <a:gd name="connsiteY212" fmla="*/ 3622115 h 5631811"/>
              <a:gd name="connsiteX213" fmla="*/ 1 w 502574"/>
              <a:gd name="connsiteY213" fmla="*/ 3644514 h 5631811"/>
              <a:gd name="connsiteX214" fmla="*/ 1 w 502574"/>
              <a:gd name="connsiteY214" fmla="*/ 3657727 h 5631811"/>
              <a:gd name="connsiteX215" fmla="*/ 1 w 502574"/>
              <a:gd name="connsiteY215" fmla="*/ 3680127 h 5631811"/>
              <a:gd name="connsiteX216" fmla="*/ 1 w 502574"/>
              <a:gd name="connsiteY216" fmla="*/ 3779396 h 5631811"/>
              <a:gd name="connsiteX217" fmla="*/ 1 w 502574"/>
              <a:gd name="connsiteY217" fmla="*/ 3801797 h 5631811"/>
              <a:gd name="connsiteX218" fmla="*/ 1 w 502574"/>
              <a:gd name="connsiteY218" fmla="*/ 3815009 h 5631811"/>
              <a:gd name="connsiteX219" fmla="*/ 1 w 502574"/>
              <a:gd name="connsiteY219" fmla="*/ 3837408 h 5631811"/>
              <a:gd name="connsiteX220" fmla="*/ 1 w 502574"/>
              <a:gd name="connsiteY220" fmla="*/ 3853848 h 5631811"/>
              <a:gd name="connsiteX221" fmla="*/ 1 w 502574"/>
              <a:gd name="connsiteY221" fmla="*/ 3872998 h 5631811"/>
              <a:gd name="connsiteX222" fmla="*/ 1 w 502574"/>
              <a:gd name="connsiteY222" fmla="*/ 3889459 h 5631811"/>
              <a:gd name="connsiteX223" fmla="*/ 1 w 502574"/>
              <a:gd name="connsiteY223" fmla="*/ 3908611 h 5631811"/>
              <a:gd name="connsiteX224" fmla="*/ 1 w 502574"/>
              <a:gd name="connsiteY224" fmla="*/ 3925051 h 5631811"/>
              <a:gd name="connsiteX225" fmla="*/ 1 w 502574"/>
              <a:gd name="connsiteY225" fmla="*/ 3947449 h 5631811"/>
              <a:gd name="connsiteX226" fmla="*/ 1 w 502574"/>
              <a:gd name="connsiteY226" fmla="*/ 3960662 h 5631811"/>
              <a:gd name="connsiteX227" fmla="*/ 1 w 502574"/>
              <a:gd name="connsiteY227" fmla="*/ 3983063 h 5631811"/>
              <a:gd name="connsiteX228" fmla="*/ 1 w 502574"/>
              <a:gd name="connsiteY228" fmla="*/ 4004025 h 5631811"/>
              <a:gd name="connsiteX229" fmla="*/ 1 w 502574"/>
              <a:gd name="connsiteY229" fmla="*/ 4026426 h 5631811"/>
              <a:gd name="connsiteX230" fmla="*/ 1 w 502574"/>
              <a:gd name="connsiteY230" fmla="*/ 4039638 h 5631811"/>
              <a:gd name="connsiteX231" fmla="*/ 1 w 502574"/>
              <a:gd name="connsiteY231" fmla="*/ 4062039 h 5631811"/>
              <a:gd name="connsiteX232" fmla="*/ 1 w 502574"/>
              <a:gd name="connsiteY232" fmla="*/ 4097628 h 5631811"/>
              <a:gd name="connsiteX233" fmla="*/ 1 w 502574"/>
              <a:gd name="connsiteY233" fmla="*/ 4120029 h 5631811"/>
              <a:gd name="connsiteX234" fmla="*/ 1 w 502574"/>
              <a:gd name="connsiteY234" fmla="*/ 4133240 h 5631811"/>
              <a:gd name="connsiteX235" fmla="*/ 1 w 502574"/>
              <a:gd name="connsiteY235" fmla="*/ 4155640 h 5631811"/>
              <a:gd name="connsiteX236" fmla="*/ 1 w 502574"/>
              <a:gd name="connsiteY236" fmla="*/ 4306961 h 5631811"/>
              <a:gd name="connsiteX237" fmla="*/ 1 w 502574"/>
              <a:gd name="connsiteY237" fmla="*/ 4329362 h 5631811"/>
              <a:gd name="connsiteX238" fmla="*/ 1 w 502574"/>
              <a:gd name="connsiteY238" fmla="*/ 4342573 h 5631811"/>
              <a:gd name="connsiteX239" fmla="*/ 1 w 502574"/>
              <a:gd name="connsiteY239" fmla="*/ 4364973 h 5631811"/>
              <a:gd name="connsiteX240" fmla="*/ 1 w 502574"/>
              <a:gd name="connsiteY240" fmla="*/ 4400561 h 5631811"/>
              <a:gd name="connsiteX241" fmla="*/ 1 w 502574"/>
              <a:gd name="connsiteY241" fmla="*/ 4422962 h 5631811"/>
              <a:gd name="connsiteX242" fmla="*/ 1 w 502574"/>
              <a:gd name="connsiteY242" fmla="*/ 4423349 h 5631811"/>
              <a:gd name="connsiteX243" fmla="*/ 1 w 502574"/>
              <a:gd name="connsiteY243" fmla="*/ 4436175 h 5631811"/>
              <a:gd name="connsiteX244" fmla="*/ 1 w 502574"/>
              <a:gd name="connsiteY244" fmla="*/ 4445748 h 5631811"/>
              <a:gd name="connsiteX245" fmla="*/ 1 w 502574"/>
              <a:gd name="connsiteY245" fmla="*/ 4458573 h 5631811"/>
              <a:gd name="connsiteX246" fmla="*/ 1 w 502574"/>
              <a:gd name="connsiteY246" fmla="*/ 4458962 h 5631811"/>
              <a:gd name="connsiteX247" fmla="*/ 1 w 502574"/>
              <a:gd name="connsiteY247" fmla="*/ 4481361 h 5631811"/>
              <a:gd name="connsiteX248" fmla="*/ 1 w 502574"/>
              <a:gd name="connsiteY248" fmla="*/ 4516950 h 5631811"/>
              <a:gd name="connsiteX249" fmla="*/ 1 w 502574"/>
              <a:gd name="connsiteY249" fmla="*/ 4539349 h 5631811"/>
              <a:gd name="connsiteX250" fmla="*/ 1 w 502574"/>
              <a:gd name="connsiteY250" fmla="*/ 4552563 h 5631811"/>
              <a:gd name="connsiteX251" fmla="*/ 1 w 502574"/>
              <a:gd name="connsiteY251" fmla="*/ 4574962 h 5631811"/>
              <a:gd name="connsiteX252" fmla="*/ 1 w 502574"/>
              <a:gd name="connsiteY252" fmla="*/ 4726284 h 5631811"/>
              <a:gd name="connsiteX253" fmla="*/ 1 w 502574"/>
              <a:gd name="connsiteY253" fmla="*/ 4748682 h 5631811"/>
              <a:gd name="connsiteX254" fmla="*/ 1 w 502574"/>
              <a:gd name="connsiteY254" fmla="*/ 4761895 h 5631811"/>
              <a:gd name="connsiteX255" fmla="*/ 1 w 502574"/>
              <a:gd name="connsiteY255" fmla="*/ 4784296 h 5631811"/>
              <a:gd name="connsiteX256" fmla="*/ 1 w 502574"/>
              <a:gd name="connsiteY256" fmla="*/ 4819885 h 5631811"/>
              <a:gd name="connsiteX257" fmla="*/ 1 w 502574"/>
              <a:gd name="connsiteY257" fmla="*/ 4831453 h 5631811"/>
              <a:gd name="connsiteX258" fmla="*/ 1 w 502574"/>
              <a:gd name="connsiteY258" fmla="*/ 4841558 h 5631811"/>
              <a:gd name="connsiteX259" fmla="*/ 1 w 502574"/>
              <a:gd name="connsiteY259" fmla="*/ 4842285 h 5631811"/>
              <a:gd name="connsiteX260" fmla="*/ 1 w 502574"/>
              <a:gd name="connsiteY260" fmla="*/ 4855496 h 5631811"/>
              <a:gd name="connsiteX261" fmla="*/ 1 w 502574"/>
              <a:gd name="connsiteY261" fmla="*/ 4877897 h 5631811"/>
              <a:gd name="connsiteX262" fmla="*/ 1 w 502574"/>
              <a:gd name="connsiteY262" fmla="*/ 4973313 h 5631811"/>
              <a:gd name="connsiteX263" fmla="*/ 1 w 502574"/>
              <a:gd name="connsiteY263" fmla="*/ 5008924 h 5631811"/>
              <a:gd name="connsiteX264" fmla="*/ 1 w 502574"/>
              <a:gd name="connsiteY264" fmla="*/ 5044516 h 5631811"/>
              <a:gd name="connsiteX265" fmla="*/ 1 w 502574"/>
              <a:gd name="connsiteY265" fmla="*/ 5066914 h 5631811"/>
              <a:gd name="connsiteX266" fmla="*/ 1 w 502574"/>
              <a:gd name="connsiteY266" fmla="*/ 5080127 h 5631811"/>
              <a:gd name="connsiteX267" fmla="*/ 1 w 502574"/>
              <a:gd name="connsiteY267" fmla="*/ 5102528 h 5631811"/>
              <a:gd name="connsiteX268" fmla="*/ 1 w 502574"/>
              <a:gd name="connsiteY268" fmla="*/ 5201796 h 5631811"/>
              <a:gd name="connsiteX269" fmla="*/ 1 w 502574"/>
              <a:gd name="connsiteY269" fmla="*/ 5224197 h 5631811"/>
              <a:gd name="connsiteX270" fmla="*/ 1 w 502574"/>
              <a:gd name="connsiteY270" fmla="*/ 5237409 h 5631811"/>
              <a:gd name="connsiteX271" fmla="*/ 1 w 502574"/>
              <a:gd name="connsiteY271" fmla="*/ 5259808 h 5631811"/>
              <a:gd name="connsiteX272" fmla="*/ 1 w 502574"/>
              <a:gd name="connsiteY272" fmla="*/ 5295398 h 5631811"/>
              <a:gd name="connsiteX273" fmla="*/ 1 w 502574"/>
              <a:gd name="connsiteY273" fmla="*/ 5331011 h 5631811"/>
              <a:gd name="connsiteX274" fmla="*/ 1 w 502574"/>
              <a:gd name="connsiteY274" fmla="*/ 5426426 h 5631811"/>
              <a:gd name="connsiteX275" fmla="*/ 1 w 502574"/>
              <a:gd name="connsiteY275" fmla="*/ 5448826 h 5631811"/>
              <a:gd name="connsiteX276" fmla="*/ 1 w 502574"/>
              <a:gd name="connsiteY276" fmla="*/ 5460361 h 5631811"/>
              <a:gd name="connsiteX277" fmla="*/ 2 w 502574"/>
              <a:gd name="connsiteY277" fmla="*/ 5460361 h 5631811"/>
              <a:gd name="connsiteX278" fmla="*/ 2 w 502574"/>
              <a:gd name="connsiteY278" fmla="*/ 5466848 h 5631811"/>
              <a:gd name="connsiteX279" fmla="*/ 2 w 502574"/>
              <a:gd name="connsiteY279" fmla="*/ 5502461 h 5631811"/>
              <a:gd name="connsiteX280" fmla="*/ 2 w 502574"/>
              <a:gd name="connsiteY280" fmla="*/ 5597876 h 5631811"/>
              <a:gd name="connsiteX281" fmla="*/ 2 w 502574"/>
              <a:gd name="connsiteY281" fmla="*/ 5620276 h 5631811"/>
              <a:gd name="connsiteX282" fmla="*/ 2 w 502574"/>
              <a:gd name="connsiteY282" fmla="*/ 5631811 h 563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Lst>
            <a:rect l="l" t="t" r="r" b="b"/>
            <a:pathLst>
              <a:path w="502574" h="5631811">
                <a:moveTo>
                  <a:pt x="502574" y="5494829"/>
                </a:moveTo>
                <a:lnTo>
                  <a:pt x="502574" y="5483294"/>
                </a:lnTo>
                <a:lnTo>
                  <a:pt x="502574" y="5466848"/>
                </a:lnTo>
                <a:lnTo>
                  <a:pt x="502574" y="5460894"/>
                </a:lnTo>
                <a:lnTo>
                  <a:pt x="502574" y="5431258"/>
                </a:lnTo>
                <a:lnTo>
                  <a:pt x="502574" y="5408858"/>
                </a:lnTo>
                <a:lnTo>
                  <a:pt x="502574" y="5395647"/>
                </a:lnTo>
                <a:lnTo>
                  <a:pt x="502574" y="5373246"/>
                </a:lnTo>
                <a:lnTo>
                  <a:pt x="502573" y="5136994"/>
                </a:lnTo>
                <a:lnTo>
                  <a:pt x="502573" y="5114595"/>
                </a:lnTo>
                <a:lnTo>
                  <a:pt x="502573" y="5101383"/>
                </a:lnTo>
                <a:lnTo>
                  <a:pt x="502573" y="5078982"/>
                </a:lnTo>
                <a:lnTo>
                  <a:pt x="502573" y="5049347"/>
                </a:lnTo>
                <a:lnTo>
                  <a:pt x="502573" y="5043393"/>
                </a:lnTo>
                <a:lnTo>
                  <a:pt x="502573" y="5026946"/>
                </a:lnTo>
                <a:lnTo>
                  <a:pt x="502573" y="5013735"/>
                </a:lnTo>
                <a:lnTo>
                  <a:pt x="502573" y="5013008"/>
                </a:lnTo>
                <a:lnTo>
                  <a:pt x="502574" y="5013008"/>
                </a:lnTo>
                <a:lnTo>
                  <a:pt x="502574" y="4995135"/>
                </a:lnTo>
                <a:lnTo>
                  <a:pt x="502574" y="4972734"/>
                </a:lnTo>
                <a:lnTo>
                  <a:pt x="502574" y="4959522"/>
                </a:lnTo>
                <a:lnTo>
                  <a:pt x="502574" y="4937123"/>
                </a:lnTo>
                <a:lnTo>
                  <a:pt x="502574" y="4901533"/>
                </a:lnTo>
                <a:lnTo>
                  <a:pt x="502574" y="4865921"/>
                </a:lnTo>
                <a:lnTo>
                  <a:pt x="502574" y="4746412"/>
                </a:lnTo>
                <a:lnTo>
                  <a:pt x="502574" y="4724013"/>
                </a:lnTo>
                <a:lnTo>
                  <a:pt x="502574" y="4710799"/>
                </a:lnTo>
                <a:lnTo>
                  <a:pt x="502574" y="4688400"/>
                </a:lnTo>
                <a:lnTo>
                  <a:pt x="502574" y="4652811"/>
                </a:lnTo>
                <a:lnTo>
                  <a:pt x="502574" y="4630412"/>
                </a:lnTo>
                <a:lnTo>
                  <a:pt x="502574" y="4617198"/>
                </a:lnTo>
                <a:lnTo>
                  <a:pt x="502574" y="4594799"/>
                </a:lnTo>
                <a:lnTo>
                  <a:pt x="502574" y="4190108"/>
                </a:lnTo>
                <a:lnTo>
                  <a:pt x="502574" y="4167708"/>
                </a:lnTo>
                <a:lnTo>
                  <a:pt x="502574" y="4154496"/>
                </a:lnTo>
                <a:lnTo>
                  <a:pt x="502574" y="4132096"/>
                </a:lnTo>
                <a:lnTo>
                  <a:pt x="502574" y="4096506"/>
                </a:lnTo>
                <a:lnTo>
                  <a:pt x="502574" y="4080061"/>
                </a:lnTo>
                <a:lnTo>
                  <a:pt x="502574" y="4074105"/>
                </a:lnTo>
                <a:lnTo>
                  <a:pt x="502574" y="4060894"/>
                </a:lnTo>
                <a:lnTo>
                  <a:pt x="502574" y="4044448"/>
                </a:lnTo>
                <a:lnTo>
                  <a:pt x="502574" y="4038494"/>
                </a:lnTo>
                <a:lnTo>
                  <a:pt x="502574" y="4008858"/>
                </a:lnTo>
                <a:lnTo>
                  <a:pt x="502574" y="3986458"/>
                </a:lnTo>
                <a:lnTo>
                  <a:pt x="502574" y="3973247"/>
                </a:lnTo>
                <a:lnTo>
                  <a:pt x="502574" y="3950846"/>
                </a:lnTo>
                <a:lnTo>
                  <a:pt x="502573" y="3714593"/>
                </a:lnTo>
                <a:lnTo>
                  <a:pt x="502573" y="3692195"/>
                </a:lnTo>
                <a:lnTo>
                  <a:pt x="502573" y="3678982"/>
                </a:lnTo>
                <a:lnTo>
                  <a:pt x="502573" y="3656581"/>
                </a:lnTo>
                <a:lnTo>
                  <a:pt x="502573" y="3626946"/>
                </a:lnTo>
                <a:lnTo>
                  <a:pt x="502573" y="3620993"/>
                </a:lnTo>
                <a:lnTo>
                  <a:pt x="502573" y="3604546"/>
                </a:lnTo>
                <a:lnTo>
                  <a:pt x="502573" y="3591335"/>
                </a:lnTo>
                <a:lnTo>
                  <a:pt x="502573" y="3585382"/>
                </a:lnTo>
                <a:lnTo>
                  <a:pt x="502573" y="3568934"/>
                </a:lnTo>
                <a:lnTo>
                  <a:pt x="502573" y="3533346"/>
                </a:lnTo>
                <a:lnTo>
                  <a:pt x="502573" y="3510945"/>
                </a:lnTo>
                <a:lnTo>
                  <a:pt x="502573" y="3497732"/>
                </a:lnTo>
                <a:lnTo>
                  <a:pt x="502573" y="3475333"/>
                </a:lnTo>
                <a:lnTo>
                  <a:pt x="502573" y="3070642"/>
                </a:lnTo>
                <a:lnTo>
                  <a:pt x="502573" y="3048242"/>
                </a:lnTo>
                <a:lnTo>
                  <a:pt x="502573" y="3035032"/>
                </a:lnTo>
                <a:lnTo>
                  <a:pt x="502573" y="3012630"/>
                </a:lnTo>
                <a:lnTo>
                  <a:pt x="502573" y="2977042"/>
                </a:lnTo>
                <a:lnTo>
                  <a:pt x="502573" y="2954642"/>
                </a:lnTo>
                <a:lnTo>
                  <a:pt x="502573" y="2941428"/>
                </a:lnTo>
                <a:lnTo>
                  <a:pt x="502573" y="2919028"/>
                </a:lnTo>
                <a:lnTo>
                  <a:pt x="502573" y="2718542"/>
                </a:lnTo>
                <a:lnTo>
                  <a:pt x="502573" y="2700668"/>
                </a:lnTo>
                <a:lnTo>
                  <a:pt x="502573" y="2678268"/>
                </a:lnTo>
                <a:lnTo>
                  <a:pt x="502573" y="2665056"/>
                </a:lnTo>
                <a:lnTo>
                  <a:pt x="502573" y="2642656"/>
                </a:lnTo>
                <a:lnTo>
                  <a:pt x="502573" y="2607066"/>
                </a:lnTo>
                <a:lnTo>
                  <a:pt x="502573" y="2595130"/>
                </a:lnTo>
                <a:lnTo>
                  <a:pt x="502573" y="2572730"/>
                </a:lnTo>
                <a:lnTo>
                  <a:pt x="502573" y="2571454"/>
                </a:lnTo>
                <a:lnTo>
                  <a:pt x="502573" y="2559518"/>
                </a:lnTo>
                <a:lnTo>
                  <a:pt x="502573" y="2537118"/>
                </a:lnTo>
                <a:lnTo>
                  <a:pt x="502573" y="2501528"/>
                </a:lnTo>
                <a:lnTo>
                  <a:pt x="502573" y="2465918"/>
                </a:lnTo>
                <a:lnTo>
                  <a:pt x="502573" y="2451946"/>
                </a:lnTo>
                <a:lnTo>
                  <a:pt x="502573" y="2429546"/>
                </a:lnTo>
                <a:lnTo>
                  <a:pt x="502573" y="2416332"/>
                </a:lnTo>
                <a:lnTo>
                  <a:pt x="502573" y="2393934"/>
                </a:lnTo>
                <a:lnTo>
                  <a:pt x="502573" y="2358344"/>
                </a:lnTo>
                <a:lnTo>
                  <a:pt x="502573" y="2335944"/>
                </a:lnTo>
                <a:lnTo>
                  <a:pt x="502573" y="2322732"/>
                </a:lnTo>
                <a:lnTo>
                  <a:pt x="502573" y="2300332"/>
                </a:lnTo>
                <a:lnTo>
                  <a:pt x="502573" y="1895642"/>
                </a:lnTo>
                <a:lnTo>
                  <a:pt x="502573" y="1873242"/>
                </a:lnTo>
                <a:lnTo>
                  <a:pt x="502573" y="1860030"/>
                </a:lnTo>
                <a:lnTo>
                  <a:pt x="502573" y="1837630"/>
                </a:lnTo>
                <a:lnTo>
                  <a:pt x="502573" y="1802040"/>
                </a:lnTo>
                <a:lnTo>
                  <a:pt x="502573" y="1785594"/>
                </a:lnTo>
                <a:lnTo>
                  <a:pt x="502573" y="1779640"/>
                </a:lnTo>
                <a:lnTo>
                  <a:pt x="502573" y="1766428"/>
                </a:lnTo>
                <a:lnTo>
                  <a:pt x="502573" y="1749982"/>
                </a:lnTo>
                <a:lnTo>
                  <a:pt x="502573" y="1744028"/>
                </a:lnTo>
                <a:lnTo>
                  <a:pt x="502573" y="1714392"/>
                </a:lnTo>
                <a:lnTo>
                  <a:pt x="502573" y="1691992"/>
                </a:lnTo>
                <a:lnTo>
                  <a:pt x="502573" y="1678782"/>
                </a:lnTo>
                <a:lnTo>
                  <a:pt x="502573" y="1656380"/>
                </a:lnTo>
                <a:lnTo>
                  <a:pt x="502572" y="1420128"/>
                </a:lnTo>
                <a:lnTo>
                  <a:pt x="502572" y="1397730"/>
                </a:lnTo>
                <a:lnTo>
                  <a:pt x="502572" y="1384516"/>
                </a:lnTo>
                <a:lnTo>
                  <a:pt x="502572" y="1362116"/>
                </a:lnTo>
                <a:lnTo>
                  <a:pt x="502572" y="1332480"/>
                </a:lnTo>
                <a:lnTo>
                  <a:pt x="502572" y="1326526"/>
                </a:lnTo>
                <a:lnTo>
                  <a:pt x="502572" y="1310080"/>
                </a:lnTo>
                <a:lnTo>
                  <a:pt x="502572" y="1296870"/>
                </a:lnTo>
                <a:lnTo>
                  <a:pt x="502572" y="1290916"/>
                </a:lnTo>
                <a:lnTo>
                  <a:pt x="502572" y="1274468"/>
                </a:lnTo>
                <a:lnTo>
                  <a:pt x="502572" y="1238880"/>
                </a:lnTo>
                <a:lnTo>
                  <a:pt x="502572" y="1216478"/>
                </a:lnTo>
                <a:lnTo>
                  <a:pt x="502572" y="1203266"/>
                </a:lnTo>
                <a:lnTo>
                  <a:pt x="502572" y="1180868"/>
                </a:lnTo>
                <a:lnTo>
                  <a:pt x="502572" y="776176"/>
                </a:lnTo>
                <a:lnTo>
                  <a:pt x="502572" y="753774"/>
                </a:lnTo>
                <a:lnTo>
                  <a:pt x="502572" y="740564"/>
                </a:lnTo>
                <a:lnTo>
                  <a:pt x="502572" y="718164"/>
                </a:lnTo>
                <a:lnTo>
                  <a:pt x="502572" y="682576"/>
                </a:lnTo>
                <a:lnTo>
                  <a:pt x="502572" y="660176"/>
                </a:lnTo>
                <a:lnTo>
                  <a:pt x="502572" y="646962"/>
                </a:lnTo>
                <a:lnTo>
                  <a:pt x="502572" y="624560"/>
                </a:lnTo>
                <a:lnTo>
                  <a:pt x="502572" y="300662"/>
                </a:lnTo>
                <a:lnTo>
                  <a:pt x="502572" y="278264"/>
                </a:lnTo>
                <a:lnTo>
                  <a:pt x="502572" y="265052"/>
                </a:lnTo>
                <a:lnTo>
                  <a:pt x="502572" y="242650"/>
                </a:lnTo>
                <a:lnTo>
                  <a:pt x="502572" y="207062"/>
                </a:lnTo>
                <a:lnTo>
                  <a:pt x="502572" y="171450"/>
                </a:lnTo>
                <a:lnTo>
                  <a:pt x="502571" y="171450"/>
                </a:lnTo>
                <a:lnTo>
                  <a:pt x="502571" y="129212"/>
                </a:lnTo>
                <a:lnTo>
                  <a:pt x="502571" y="106814"/>
                </a:lnTo>
                <a:lnTo>
                  <a:pt x="502571" y="93602"/>
                </a:lnTo>
                <a:lnTo>
                  <a:pt x="502571" y="71200"/>
                </a:lnTo>
                <a:lnTo>
                  <a:pt x="502571" y="35612"/>
                </a:lnTo>
                <a:lnTo>
                  <a:pt x="502571" y="0"/>
                </a:lnTo>
                <a:lnTo>
                  <a:pt x="0" y="136982"/>
                </a:lnTo>
                <a:lnTo>
                  <a:pt x="0" y="172594"/>
                </a:lnTo>
                <a:lnTo>
                  <a:pt x="0" y="208184"/>
                </a:lnTo>
                <a:lnTo>
                  <a:pt x="0" y="230582"/>
                </a:lnTo>
                <a:lnTo>
                  <a:pt x="0" y="243796"/>
                </a:lnTo>
                <a:lnTo>
                  <a:pt x="0" y="266196"/>
                </a:lnTo>
                <a:lnTo>
                  <a:pt x="0" y="590096"/>
                </a:lnTo>
                <a:lnTo>
                  <a:pt x="0" y="612496"/>
                </a:lnTo>
                <a:lnTo>
                  <a:pt x="0" y="625706"/>
                </a:lnTo>
                <a:lnTo>
                  <a:pt x="0" y="648106"/>
                </a:lnTo>
                <a:lnTo>
                  <a:pt x="0" y="683696"/>
                </a:lnTo>
                <a:lnTo>
                  <a:pt x="0" y="706096"/>
                </a:lnTo>
                <a:lnTo>
                  <a:pt x="0" y="719308"/>
                </a:lnTo>
                <a:lnTo>
                  <a:pt x="0" y="741708"/>
                </a:lnTo>
                <a:lnTo>
                  <a:pt x="0" y="1009418"/>
                </a:lnTo>
                <a:lnTo>
                  <a:pt x="0" y="1031816"/>
                </a:lnTo>
                <a:lnTo>
                  <a:pt x="0" y="1045028"/>
                </a:lnTo>
                <a:lnTo>
                  <a:pt x="0" y="1067430"/>
                </a:lnTo>
                <a:lnTo>
                  <a:pt x="0" y="1103018"/>
                </a:lnTo>
                <a:lnTo>
                  <a:pt x="0" y="1125420"/>
                </a:lnTo>
                <a:lnTo>
                  <a:pt x="0" y="1138630"/>
                </a:lnTo>
                <a:lnTo>
                  <a:pt x="0" y="1161030"/>
                </a:lnTo>
                <a:lnTo>
                  <a:pt x="0" y="1256448"/>
                </a:lnTo>
                <a:lnTo>
                  <a:pt x="0" y="1292058"/>
                </a:lnTo>
                <a:lnTo>
                  <a:pt x="0" y="1327650"/>
                </a:lnTo>
                <a:lnTo>
                  <a:pt x="0" y="1350048"/>
                </a:lnTo>
                <a:lnTo>
                  <a:pt x="0" y="1363260"/>
                </a:lnTo>
                <a:lnTo>
                  <a:pt x="0" y="1385662"/>
                </a:lnTo>
                <a:lnTo>
                  <a:pt x="0" y="1484930"/>
                </a:lnTo>
                <a:lnTo>
                  <a:pt x="0" y="1507332"/>
                </a:lnTo>
                <a:lnTo>
                  <a:pt x="0" y="1520542"/>
                </a:lnTo>
                <a:lnTo>
                  <a:pt x="0" y="1542942"/>
                </a:lnTo>
                <a:lnTo>
                  <a:pt x="0" y="1578532"/>
                </a:lnTo>
                <a:lnTo>
                  <a:pt x="0" y="1614144"/>
                </a:lnTo>
                <a:lnTo>
                  <a:pt x="0" y="1709560"/>
                </a:lnTo>
                <a:lnTo>
                  <a:pt x="0" y="1731960"/>
                </a:lnTo>
                <a:lnTo>
                  <a:pt x="0" y="1745172"/>
                </a:lnTo>
                <a:lnTo>
                  <a:pt x="0" y="1767574"/>
                </a:lnTo>
                <a:lnTo>
                  <a:pt x="0" y="1803162"/>
                </a:lnTo>
                <a:lnTo>
                  <a:pt x="0" y="1825562"/>
                </a:lnTo>
                <a:lnTo>
                  <a:pt x="0" y="1838774"/>
                </a:lnTo>
                <a:lnTo>
                  <a:pt x="0" y="1861174"/>
                </a:lnTo>
                <a:lnTo>
                  <a:pt x="0" y="2128882"/>
                </a:lnTo>
                <a:lnTo>
                  <a:pt x="0" y="2151282"/>
                </a:lnTo>
                <a:lnTo>
                  <a:pt x="0" y="2164494"/>
                </a:lnTo>
                <a:lnTo>
                  <a:pt x="0" y="2186894"/>
                </a:lnTo>
                <a:lnTo>
                  <a:pt x="0" y="2222484"/>
                </a:lnTo>
                <a:lnTo>
                  <a:pt x="0" y="2244882"/>
                </a:lnTo>
                <a:lnTo>
                  <a:pt x="0" y="2258096"/>
                </a:lnTo>
                <a:lnTo>
                  <a:pt x="0" y="2280496"/>
                </a:lnTo>
                <a:lnTo>
                  <a:pt x="0" y="2536986"/>
                </a:lnTo>
                <a:lnTo>
                  <a:pt x="0" y="2547092"/>
                </a:lnTo>
                <a:lnTo>
                  <a:pt x="1" y="2547092"/>
                </a:lnTo>
                <a:lnTo>
                  <a:pt x="1" y="2560664"/>
                </a:lnTo>
                <a:lnTo>
                  <a:pt x="1" y="2708436"/>
                </a:lnTo>
                <a:lnTo>
                  <a:pt x="1" y="2718542"/>
                </a:lnTo>
                <a:lnTo>
                  <a:pt x="1" y="2884562"/>
                </a:lnTo>
                <a:lnTo>
                  <a:pt x="1" y="2906962"/>
                </a:lnTo>
                <a:lnTo>
                  <a:pt x="1" y="2920174"/>
                </a:lnTo>
                <a:lnTo>
                  <a:pt x="1" y="2942574"/>
                </a:lnTo>
                <a:lnTo>
                  <a:pt x="1" y="2978162"/>
                </a:lnTo>
                <a:lnTo>
                  <a:pt x="1" y="3000562"/>
                </a:lnTo>
                <a:lnTo>
                  <a:pt x="1" y="3013776"/>
                </a:lnTo>
                <a:lnTo>
                  <a:pt x="1" y="3036174"/>
                </a:lnTo>
                <a:lnTo>
                  <a:pt x="1" y="3303883"/>
                </a:lnTo>
                <a:lnTo>
                  <a:pt x="1" y="3326282"/>
                </a:lnTo>
                <a:lnTo>
                  <a:pt x="1" y="3339495"/>
                </a:lnTo>
                <a:lnTo>
                  <a:pt x="1" y="3361896"/>
                </a:lnTo>
                <a:lnTo>
                  <a:pt x="1" y="3397484"/>
                </a:lnTo>
                <a:lnTo>
                  <a:pt x="1" y="3419885"/>
                </a:lnTo>
                <a:lnTo>
                  <a:pt x="1" y="3433096"/>
                </a:lnTo>
                <a:lnTo>
                  <a:pt x="1" y="3455496"/>
                </a:lnTo>
                <a:lnTo>
                  <a:pt x="1" y="3550913"/>
                </a:lnTo>
                <a:lnTo>
                  <a:pt x="1" y="3586524"/>
                </a:lnTo>
                <a:lnTo>
                  <a:pt x="1" y="3622115"/>
                </a:lnTo>
                <a:lnTo>
                  <a:pt x="1" y="3644514"/>
                </a:lnTo>
                <a:lnTo>
                  <a:pt x="1" y="3657727"/>
                </a:lnTo>
                <a:lnTo>
                  <a:pt x="1" y="3680127"/>
                </a:lnTo>
                <a:lnTo>
                  <a:pt x="1" y="3779396"/>
                </a:lnTo>
                <a:lnTo>
                  <a:pt x="1" y="3801797"/>
                </a:lnTo>
                <a:lnTo>
                  <a:pt x="1" y="3815009"/>
                </a:lnTo>
                <a:lnTo>
                  <a:pt x="1" y="3837408"/>
                </a:lnTo>
                <a:lnTo>
                  <a:pt x="1" y="3853848"/>
                </a:lnTo>
                <a:lnTo>
                  <a:pt x="1" y="3872998"/>
                </a:lnTo>
                <a:lnTo>
                  <a:pt x="1" y="3889459"/>
                </a:lnTo>
                <a:lnTo>
                  <a:pt x="1" y="3908611"/>
                </a:lnTo>
                <a:lnTo>
                  <a:pt x="1" y="3925051"/>
                </a:lnTo>
                <a:lnTo>
                  <a:pt x="1" y="3947449"/>
                </a:lnTo>
                <a:lnTo>
                  <a:pt x="1" y="3960662"/>
                </a:lnTo>
                <a:lnTo>
                  <a:pt x="1" y="3983063"/>
                </a:lnTo>
                <a:lnTo>
                  <a:pt x="1" y="4004025"/>
                </a:lnTo>
                <a:lnTo>
                  <a:pt x="1" y="4026426"/>
                </a:lnTo>
                <a:lnTo>
                  <a:pt x="1" y="4039638"/>
                </a:lnTo>
                <a:lnTo>
                  <a:pt x="1" y="4062039"/>
                </a:lnTo>
                <a:lnTo>
                  <a:pt x="1" y="4097628"/>
                </a:lnTo>
                <a:lnTo>
                  <a:pt x="1" y="4120029"/>
                </a:lnTo>
                <a:lnTo>
                  <a:pt x="1" y="4133240"/>
                </a:lnTo>
                <a:lnTo>
                  <a:pt x="1" y="4155640"/>
                </a:lnTo>
                <a:lnTo>
                  <a:pt x="1" y="4306961"/>
                </a:lnTo>
                <a:lnTo>
                  <a:pt x="1" y="4329362"/>
                </a:lnTo>
                <a:lnTo>
                  <a:pt x="1" y="4342573"/>
                </a:lnTo>
                <a:lnTo>
                  <a:pt x="1" y="4364973"/>
                </a:lnTo>
                <a:lnTo>
                  <a:pt x="1" y="4400561"/>
                </a:lnTo>
                <a:lnTo>
                  <a:pt x="1" y="4422962"/>
                </a:lnTo>
                <a:lnTo>
                  <a:pt x="1" y="4423349"/>
                </a:lnTo>
                <a:lnTo>
                  <a:pt x="1" y="4436175"/>
                </a:lnTo>
                <a:lnTo>
                  <a:pt x="1" y="4445748"/>
                </a:lnTo>
                <a:lnTo>
                  <a:pt x="1" y="4458573"/>
                </a:lnTo>
                <a:lnTo>
                  <a:pt x="1" y="4458962"/>
                </a:lnTo>
                <a:lnTo>
                  <a:pt x="1" y="4481361"/>
                </a:lnTo>
                <a:lnTo>
                  <a:pt x="1" y="4516950"/>
                </a:lnTo>
                <a:lnTo>
                  <a:pt x="1" y="4539349"/>
                </a:lnTo>
                <a:lnTo>
                  <a:pt x="1" y="4552563"/>
                </a:lnTo>
                <a:lnTo>
                  <a:pt x="1" y="4574962"/>
                </a:lnTo>
                <a:lnTo>
                  <a:pt x="1" y="4726284"/>
                </a:lnTo>
                <a:lnTo>
                  <a:pt x="1" y="4748682"/>
                </a:lnTo>
                <a:lnTo>
                  <a:pt x="1" y="4761895"/>
                </a:lnTo>
                <a:lnTo>
                  <a:pt x="1" y="4784296"/>
                </a:lnTo>
                <a:lnTo>
                  <a:pt x="1" y="4819885"/>
                </a:lnTo>
                <a:lnTo>
                  <a:pt x="1" y="4831453"/>
                </a:lnTo>
                <a:lnTo>
                  <a:pt x="1" y="4841558"/>
                </a:lnTo>
                <a:lnTo>
                  <a:pt x="1" y="4842285"/>
                </a:lnTo>
                <a:lnTo>
                  <a:pt x="1" y="4855496"/>
                </a:lnTo>
                <a:lnTo>
                  <a:pt x="1" y="4877897"/>
                </a:lnTo>
                <a:lnTo>
                  <a:pt x="1" y="4973313"/>
                </a:lnTo>
                <a:lnTo>
                  <a:pt x="1" y="5008924"/>
                </a:lnTo>
                <a:lnTo>
                  <a:pt x="1" y="5044516"/>
                </a:lnTo>
                <a:lnTo>
                  <a:pt x="1" y="5066914"/>
                </a:lnTo>
                <a:lnTo>
                  <a:pt x="1" y="5080127"/>
                </a:lnTo>
                <a:lnTo>
                  <a:pt x="1" y="5102528"/>
                </a:lnTo>
                <a:lnTo>
                  <a:pt x="1" y="5201796"/>
                </a:lnTo>
                <a:lnTo>
                  <a:pt x="1" y="5224197"/>
                </a:lnTo>
                <a:lnTo>
                  <a:pt x="1" y="5237409"/>
                </a:lnTo>
                <a:lnTo>
                  <a:pt x="1" y="5259808"/>
                </a:lnTo>
                <a:lnTo>
                  <a:pt x="1" y="5295398"/>
                </a:lnTo>
                <a:lnTo>
                  <a:pt x="1" y="5331011"/>
                </a:lnTo>
                <a:lnTo>
                  <a:pt x="1" y="5426426"/>
                </a:lnTo>
                <a:lnTo>
                  <a:pt x="1" y="5448826"/>
                </a:lnTo>
                <a:lnTo>
                  <a:pt x="1" y="5460361"/>
                </a:lnTo>
                <a:lnTo>
                  <a:pt x="2" y="5460361"/>
                </a:lnTo>
                <a:lnTo>
                  <a:pt x="2" y="5466848"/>
                </a:lnTo>
                <a:lnTo>
                  <a:pt x="2" y="5502461"/>
                </a:lnTo>
                <a:lnTo>
                  <a:pt x="2" y="5597876"/>
                </a:lnTo>
                <a:lnTo>
                  <a:pt x="2" y="5620276"/>
                </a:lnTo>
                <a:lnTo>
                  <a:pt x="2" y="563181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54" name="Rectangle 37">
            <a:extLst>
              <a:ext uri="{FF2B5EF4-FFF2-40B4-BE49-F238E27FC236}">
                <a16:creationId xmlns:a16="http://schemas.microsoft.com/office/drawing/2014/main" id="{0B33FE4F-F706-7449-52C9-A9915331C155}"/>
              </a:ext>
            </a:extLst>
          </p:cNvPr>
          <p:cNvSpPr>
            <a:spLocks noChangeArrowheads="1"/>
          </p:cNvSpPr>
          <p:nvPr/>
        </p:nvSpPr>
        <p:spPr bwMode="auto">
          <a:xfrm>
            <a:off x="6240016" y="5302101"/>
            <a:ext cx="4389092" cy="298450"/>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4F062A"/>
                </a:solidFill>
              </a:rPr>
              <a:t>Aspectos metodológicos</a:t>
            </a:r>
          </a:p>
        </p:txBody>
      </p:sp>
      <p:sp>
        <p:nvSpPr>
          <p:cNvPr id="55" name="Rectangle 40">
            <a:extLst>
              <a:ext uri="{FF2B5EF4-FFF2-40B4-BE49-F238E27FC236}">
                <a16:creationId xmlns:a16="http://schemas.microsoft.com/office/drawing/2014/main" id="{298A7D98-BFF1-7C9C-0582-9151510C37D4}"/>
              </a:ext>
            </a:extLst>
          </p:cNvPr>
          <p:cNvSpPr>
            <a:spLocks noChangeArrowheads="1"/>
          </p:cNvSpPr>
          <p:nvPr/>
        </p:nvSpPr>
        <p:spPr bwMode="auto">
          <a:xfrm>
            <a:off x="6240017" y="5702580"/>
            <a:ext cx="5306106" cy="561388"/>
          </a:xfrm>
          <a:prstGeom prst="rect">
            <a:avLst/>
          </a:prstGeom>
          <a:noFill/>
          <a:ln w="12700">
            <a:noFill/>
            <a:miter lim="800000"/>
          </a:ln>
          <a:effectLst/>
        </p:spPr>
        <p:txBody>
          <a:bodyPr lIns="92075" tIns="108000" rIns="92075" bIns="46038"/>
          <a:lstStyle/>
          <a:p>
            <a:pPr marL="177800" indent="-177800">
              <a:spcBef>
                <a:spcPts val="200"/>
              </a:spcBef>
              <a:spcAft>
                <a:spcPts val="200"/>
              </a:spcAft>
              <a:buFont typeface="Wingdings" panose="05000000000000000000" pitchFamily="2" charset="2"/>
              <a:buChar char="§"/>
              <a:tabLst>
                <a:tab pos="5715000" algn="l"/>
              </a:tabLst>
              <a:defRPr b="0" i="0"/>
            </a:pPr>
            <a:r>
              <a:rPr lang="es-MX" sz="1100" b="1">
                <a:cs typeface="Times New Roman" pitchFamily="18" charset="0"/>
              </a:rPr>
              <a:t>Diseño del modelo de gobierno </a:t>
            </a:r>
            <a:r>
              <a:rPr lang="es-MX" sz="1100">
                <a:cs typeface="Times New Roman" pitchFamily="18" charset="0"/>
              </a:rPr>
              <a:t>(reuniones, comités,…) y establecimiento de los </a:t>
            </a:r>
            <a:r>
              <a:rPr lang="es-MX" sz="1100" b="1">
                <a:cs typeface="Times New Roman" pitchFamily="18" charset="0"/>
              </a:rPr>
              <a:t>mecanismos de funcionamiento de la estructura del proyecto.</a:t>
            </a:r>
          </a:p>
        </p:txBody>
      </p:sp>
      <p:pic>
        <p:nvPicPr>
          <p:cNvPr id="56" name="Imagen 55">
            <a:extLst>
              <a:ext uri="{FF2B5EF4-FFF2-40B4-BE49-F238E27FC236}">
                <a16:creationId xmlns:a16="http://schemas.microsoft.com/office/drawing/2014/main" id="{970D0915-FBAB-6704-11E8-DC1033C54BC2}"/>
              </a:ext>
            </a:extLst>
          </p:cNvPr>
          <p:cNvPicPr>
            <a:picLocks noChangeAspect="1"/>
          </p:cNvPicPr>
          <p:nvPr/>
        </p:nvPicPr>
        <p:blipFill>
          <a:blip r:embed="rId6">
            <a:lum bright="100000"/>
          </a:blip>
          <a:stretch>
            <a:fillRect/>
          </a:stretch>
        </p:blipFill>
        <p:spPr>
          <a:xfrm>
            <a:off x="1521500" y="1743534"/>
            <a:ext cx="488118" cy="472468"/>
          </a:xfrm>
          <a:prstGeom prst="rect">
            <a:avLst/>
          </a:prstGeom>
        </p:spPr>
      </p:pic>
      <p:pic>
        <p:nvPicPr>
          <p:cNvPr id="57" name="Imagen 56">
            <a:extLst>
              <a:ext uri="{FF2B5EF4-FFF2-40B4-BE49-F238E27FC236}">
                <a16:creationId xmlns:a16="http://schemas.microsoft.com/office/drawing/2014/main" id="{5529C1A7-726C-B533-3A6F-224ED6BE7BC1}"/>
              </a:ext>
            </a:extLst>
          </p:cNvPr>
          <p:cNvPicPr>
            <a:picLocks noChangeAspect="1"/>
          </p:cNvPicPr>
          <p:nvPr/>
        </p:nvPicPr>
        <p:blipFill>
          <a:blip r:embed="rId7"/>
          <a:stretch>
            <a:fillRect/>
          </a:stretch>
        </p:blipFill>
        <p:spPr>
          <a:xfrm>
            <a:off x="8906865" y="5222447"/>
            <a:ext cx="463597" cy="457759"/>
          </a:xfrm>
          <a:prstGeom prst="rect">
            <a:avLst/>
          </a:prstGeom>
        </p:spPr>
      </p:pic>
      <p:pic>
        <p:nvPicPr>
          <p:cNvPr id="58" name="Imagen 57">
            <a:extLst>
              <a:ext uri="{FF2B5EF4-FFF2-40B4-BE49-F238E27FC236}">
                <a16:creationId xmlns:a16="http://schemas.microsoft.com/office/drawing/2014/main" id="{C820A1B5-23A6-711D-719C-59C23188C967}"/>
              </a:ext>
            </a:extLst>
          </p:cNvPr>
          <p:cNvPicPr>
            <a:picLocks noChangeAspect="1"/>
          </p:cNvPicPr>
          <p:nvPr/>
        </p:nvPicPr>
        <p:blipFill>
          <a:blip r:embed="rId8"/>
          <a:stretch>
            <a:fillRect/>
          </a:stretch>
        </p:blipFill>
        <p:spPr>
          <a:xfrm>
            <a:off x="2485399" y="2457860"/>
            <a:ext cx="394971" cy="389016"/>
          </a:xfrm>
          <a:prstGeom prst="rect">
            <a:avLst/>
          </a:prstGeom>
        </p:spPr>
      </p:pic>
      <p:pic>
        <p:nvPicPr>
          <p:cNvPr id="59" name="Imagen 58">
            <a:extLst>
              <a:ext uri="{FF2B5EF4-FFF2-40B4-BE49-F238E27FC236}">
                <a16:creationId xmlns:a16="http://schemas.microsoft.com/office/drawing/2014/main" id="{FCDC939D-7D59-6D5C-7B35-C7C9031D599B}"/>
              </a:ext>
            </a:extLst>
          </p:cNvPr>
          <p:cNvPicPr>
            <a:picLocks noChangeAspect="1"/>
          </p:cNvPicPr>
          <p:nvPr/>
        </p:nvPicPr>
        <p:blipFill>
          <a:blip r:embed="rId9"/>
          <a:stretch>
            <a:fillRect/>
          </a:stretch>
        </p:blipFill>
        <p:spPr>
          <a:xfrm>
            <a:off x="8756369" y="2557774"/>
            <a:ext cx="448307" cy="221640"/>
          </a:xfrm>
          <a:prstGeom prst="rect">
            <a:avLst/>
          </a:prstGeom>
        </p:spPr>
      </p:pic>
      <p:pic>
        <p:nvPicPr>
          <p:cNvPr id="11" name="Imagen 10">
            <a:extLst>
              <a:ext uri="{FF2B5EF4-FFF2-40B4-BE49-F238E27FC236}">
                <a16:creationId xmlns:a16="http://schemas.microsoft.com/office/drawing/2014/main" id="{4904945C-6425-AFDA-32A0-1C7DED57E8EC}"/>
              </a:ext>
            </a:extLst>
          </p:cNvPr>
          <p:cNvPicPr>
            <a:picLocks noChangeAspect="1"/>
          </p:cNvPicPr>
          <p:nvPr/>
        </p:nvPicPr>
        <p:blipFill>
          <a:blip r:embed="rId10"/>
          <a:srcRect t="7513" b="-1"/>
          <a:stretch>
            <a:fillRect/>
          </a:stretch>
        </p:blipFill>
        <p:spPr>
          <a:xfrm>
            <a:off x="7543012" y="347868"/>
            <a:ext cx="4300054" cy="429308"/>
          </a:xfrm>
          <a:prstGeom prst="rect">
            <a:avLst/>
          </a:prstGeom>
        </p:spPr>
      </p:pic>
      <p:sp>
        <p:nvSpPr>
          <p:cNvPr id="12" name="Paralelogramo 11">
            <a:extLst>
              <a:ext uri="{FF2B5EF4-FFF2-40B4-BE49-F238E27FC236}">
                <a16:creationId xmlns:a16="http://schemas.microsoft.com/office/drawing/2014/main" id="{1EEE1F48-C74E-4990-1973-BD99910F1B12}"/>
              </a:ext>
            </a:extLst>
          </p:cNvPr>
          <p:cNvSpPr/>
          <p:nvPr/>
        </p:nvSpPr>
        <p:spPr>
          <a:xfrm>
            <a:off x="10133770" y="456398"/>
            <a:ext cx="1722870" cy="375409"/>
          </a:xfrm>
          <a:prstGeom prst="parallelogram">
            <a:avLst>
              <a:gd name="adj" fmla="val 0"/>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sz="1351">
              <a:solidFill>
                <a:srgbClr val="FFFFFF"/>
              </a:solidFill>
              <a:latin typeface="Soho Gothic Pro Light"/>
            </a:endParaRPr>
          </a:p>
        </p:txBody>
      </p:sp>
      <p:sp>
        <p:nvSpPr>
          <p:cNvPr id="2" name="Paralelogramo 1">
            <a:extLst>
              <a:ext uri="{FF2B5EF4-FFF2-40B4-BE49-F238E27FC236}">
                <a16:creationId xmlns:a16="http://schemas.microsoft.com/office/drawing/2014/main" id="{B364F2BE-3670-F637-AC35-B2841512A3B3}"/>
              </a:ext>
            </a:extLst>
          </p:cNvPr>
          <p:cNvSpPr/>
          <p:nvPr/>
        </p:nvSpPr>
        <p:spPr>
          <a:xfrm>
            <a:off x="7543012" y="456398"/>
            <a:ext cx="1722870" cy="375409"/>
          </a:xfrm>
          <a:prstGeom prst="parallelogram">
            <a:avLst>
              <a:gd name="adj" fmla="val 0"/>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sz="1351">
              <a:solidFill>
                <a:srgbClr val="FFFFFF"/>
              </a:solidFill>
              <a:latin typeface="Soho Gothic Pro Light"/>
            </a:endParaRPr>
          </a:p>
        </p:txBody>
      </p:sp>
      <p:pic>
        <p:nvPicPr>
          <p:cNvPr id="9" name="Imagen 8">
            <a:extLst>
              <a:ext uri="{FF2B5EF4-FFF2-40B4-BE49-F238E27FC236}">
                <a16:creationId xmlns:a16="http://schemas.microsoft.com/office/drawing/2014/main" id="{5A92507D-F245-399A-07B5-44E7416CD520}"/>
              </a:ext>
            </a:extLst>
          </p:cNvPr>
          <p:cNvPicPr>
            <a:picLocks noChangeAspect="1"/>
          </p:cNvPicPr>
          <p:nvPr/>
        </p:nvPicPr>
        <p:blipFill>
          <a:blip r:embed="rId11"/>
          <a:stretch>
            <a:fillRect/>
          </a:stretch>
        </p:blipFill>
        <p:spPr>
          <a:xfrm>
            <a:off x="6521260" y="4162426"/>
            <a:ext cx="1270708" cy="879722"/>
          </a:xfrm>
          <a:prstGeom prst="rect">
            <a:avLst/>
          </a:prstGeom>
          <a:solidFill>
            <a:schemeClr val="bg1"/>
          </a:solidFill>
          <a:ln>
            <a:noFill/>
          </a:ln>
          <a:effectLst>
            <a:outerShdw blurRad="50800" dist="38100" dir="2700000" algn="tl" rotWithShape="0">
              <a:prstClr val="black">
                <a:alpha val="40000"/>
              </a:prstClr>
            </a:outerShdw>
          </a:effectLst>
        </p:spPr>
      </p:pic>
      <p:pic>
        <p:nvPicPr>
          <p:cNvPr id="15" name="Imagen 14">
            <a:extLst>
              <a:ext uri="{FF2B5EF4-FFF2-40B4-BE49-F238E27FC236}">
                <a16:creationId xmlns:a16="http://schemas.microsoft.com/office/drawing/2014/main" id="{B8341F42-FB12-0BE1-0301-879FEEE180E9}"/>
              </a:ext>
            </a:extLst>
          </p:cNvPr>
          <p:cNvPicPr>
            <a:picLocks noChangeAspect="1"/>
          </p:cNvPicPr>
          <p:nvPr/>
        </p:nvPicPr>
        <p:blipFill>
          <a:blip r:embed="rId12"/>
          <a:stretch>
            <a:fillRect/>
          </a:stretch>
        </p:blipFill>
        <p:spPr>
          <a:xfrm>
            <a:off x="8038081" y="4162590"/>
            <a:ext cx="1594913" cy="897139"/>
          </a:xfrm>
          <a:prstGeom prst="rect">
            <a:avLst/>
          </a:prstGeom>
          <a:solidFill>
            <a:schemeClr val="bg1"/>
          </a:solidFill>
          <a:ln>
            <a:noFill/>
          </a:ln>
          <a:effectLst>
            <a:outerShdw blurRad="50800" dist="38100" dir="2700000" algn="tl" rotWithShape="0">
              <a:prstClr val="black">
                <a:alpha val="40000"/>
              </a:prstClr>
            </a:outerShdw>
          </a:effectLst>
        </p:spPr>
      </p:pic>
      <p:pic>
        <p:nvPicPr>
          <p:cNvPr id="16" name="Imagen 15">
            <a:extLst>
              <a:ext uri="{FF2B5EF4-FFF2-40B4-BE49-F238E27FC236}">
                <a16:creationId xmlns:a16="http://schemas.microsoft.com/office/drawing/2014/main" id="{948D729A-B821-13E4-D2EF-4A21F2535A2D}"/>
              </a:ext>
            </a:extLst>
          </p:cNvPr>
          <p:cNvPicPr>
            <a:picLocks noChangeAspect="1"/>
          </p:cNvPicPr>
          <p:nvPr/>
        </p:nvPicPr>
        <p:blipFill>
          <a:blip r:embed="rId13"/>
          <a:stretch>
            <a:fillRect/>
          </a:stretch>
        </p:blipFill>
        <p:spPr>
          <a:xfrm>
            <a:off x="9879107" y="4162426"/>
            <a:ext cx="1613136" cy="910707"/>
          </a:xfrm>
          <a:prstGeom prst="rect">
            <a:avLst/>
          </a:prstGeom>
          <a:ln>
            <a:solidFill>
              <a:schemeClr val="tx1"/>
            </a:solidFill>
          </a:ln>
        </p:spPr>
      </p:pic>
      <p:sp>
        <p:nvSpPr>
          <p:cNvPr id="10" name="Marcador de pie de página 2">
            <a:extLst>
              <a:ext uri="{FF2B5EF4-FFF2-40B4-BE49-F238E27FC236}">
                <a16:creationId xmlns:a16="http://schemas.microsoft.com/office/drawing/2014/main" id="{69E4F654-EA11-5FB9-2DD4-46F30B20B5E9}"/>
              </a:ext>
            </a:extLst>
          </p:cNvPr>
          <p:cNvSpPr>
            <a:spLocks noGrp="1"/>
          </p:cNvSpPr>
          <p:nvPr>
            <p:ph type="ftr" sz="quarter" idx="10"/>
          </p:nvPr>
        </p:nvSpPr>
        <p:spPr>
          <a:xfrm>
            <a:off x="335360" y="6401514"/>
            <a:ext cx="7250933" cy="123111"/>
          </a:xfrm>
        </p:spPr>
        <p:txBody>
          <a:bodyPr/>
          <a:lstStyle/>
          <a:p>
            <a:r>
              <a:rPr lang="fr-FR"/>
              <a:t>MINSAIT • SERVICIO DE PROGRAM MANAGEMENT OFFICE (PMO)</a:t>
            </a:r>
            <a:endParaRPr lang="es-ES"/>
          </a:p>
        </p:txBody>
      </p:sp>
    </p:spTree>
    <p:extLst>
      <p:ext uri="{BB962C8B-B14F-4D97-AF65-F5344CB8AC3E}">
        <p14:creationId xmlns:p14="http://schemas.microsoft.com/office/powerpoint/2010/main" val="1408311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A664310-63B0-FDEB-4C11-677DC374A0EA}"/>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D45E5587-FCAA-24F1-5E23-3C8D78E756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D45E5587-FCAA-24F1-5E23-3C8D78E756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892A9BF4-6CF6-6040-91DB-B4A51372E7ED}"/>
              </a:ext>
            </a:extLst>
          </p:cNvPr>
          <p:cNvSpPr>
            <a:spLocks noGrp="1"/>
          </p:cNvSpPr>
          <p:nvPr>
            <p:ph type="title"/>
          </p:nvPr>
        </p:nvSpPr>
        <p:spPr>
          <a:xfrm>
            <a:off x="335360" y="548680"/>
            <a:ext cx="11521678" cy="873124"/>
          </a:xfrm>
        </p:spPr>
        <p:txBody>
          <a:bodyPr vert="horz"/>
          <a:lstStyle/>
          <a:p>
            <a:r>
              <a:rPr lang="es-MX" sz="2000"/>
              <a:t>Fase 2 – Puesta en marcha y seguimiento</a:t>
            </a:r>
            <a:endParaRPr lang="es-ES" sz="2000">
              <a:latin typeface="+mn-lt"/>
            </a:endParaRPr>
          </a:p>
        </p:txBody>
      </p:sp>
      <p:sp>
        <p:nvSpPr>
          <p:cNvPr id="3" name="Marcador de texto 2">
            <a:extLst>
              <a:ext uri="{FF2B5EF4-FFF2-40B4-BE49-F238E27FC236}">
                <a16:creationId xmlns:a16="http://schemas.microsoft.com/office/drawing/2014/main" id="{663B1F85-1C88-B10A-F799-E058339C0832}"/>
              </a:ext>
            </a:extLst>
          </p:cNvPr>
          <p:cNvSpPr>
            <a:spLocks noGrp="1"/>
          </p:cNvSpPr>
          <p:nvPr>
            <p:ph type="body" sz="quarter" idx="16"/>
          </p:nvPr>
        </p:nvSpPr>
        <p:spPr>
          <a:xfrm>
            <a:off x="334963" y="323850"/>
            <a:ext cx="11522075" cy="159018"/>
          </a:xfrm>
        </p:spPr>
        <p:txBody>
          <a:bodyPr/>
          <a:lstStyle/>
          <a:p>
            <a:r>
              <a:rPr lang="es-ES"/>
              <a:t>02. </a:t>
            </a:r>
            <a:r>
              <a:rPr lang="es-MX"/>
              <a:t>Nuestro enfoque de trabajo PMO </a:t>
            </a:r>
            <a:endParaRPr lang="es-CO"/>
          </a:p>
        </p:txBody>
      </p:sp>
      <p:sp>
        <p:nvSpPr>
          <p:cNvPr id="4" name="Forma libre 37">
            <a:extLst>
              <a:ext uri="{FF2B5EF4-FFF2-40B4-BE49-F238E27FC236}">
                <a16:creationId xmlns:a16="http://schemas.microsoft.com/office/drawing/2014/main" id="{9F19D187-54CF-78EA-C18F-A65D63437BD6}"/>
              </a:ext>
            </a:extLst>
          </p:cNvPr>
          <p:cNvSpPr/>
          <p:nvPr/>
        </p:nvSpPr>
        <p:spPr>
          <a:xfrm rot="16200000" flipV="1">
            <a:off x="7382370" y="-2182425"/>
            <a:ext cx="582039" cy="8339352"/>
          </a:xfrm>
          <a:custGeom>
            <a:avLst/>
            <a:gdLst>
              <a:gd name="connsiteX0" fmla="*/ 582039 w 582039"/>
              <a:gd name="connsiteY0" fmla="*/ 9006210 h 9164851"/>
              <a:gd name="connsiteX1" fmla="*/ 582039 w 582039"/>
              <a:gd name="connsiteY1" fmla="*/ 8987721 h 9164851"/>
              <a:gd name="connsiteX2" fmla="*/ 582039 w 582039"/>
              <a:gd name="connsiteY2" fmla="*/ 8968675 h 9164851"/>
              <a:gd name="connsiteX3" fmla="*/ 582039 w 582039"/>
              <a:gd name="connsiteY3" fmla="*/ 8961778 h 9164851"/>
              <a:gd name="connsiteX4" fmla="*/ 582039 w 582039"/>
              <a:gd name="connsiteY4" fmla="*/ 8946478 h 9164851"/>
              <a:gd name="connsiteX5" fmla="*/ 582039 w 582039"/>
              <a:gd name="connsiteY5" fmla="*/ 8927431 h 9164851"/>
              <a:gd name="connsiteX6" fmla="*/ 582039 w 582039"/>
              <a:gd name="connsiteY6" fmla="*/ 8920536 h 9164851"/>
              <a:gd name="connsiteX7" fmla="*/ 582039 w 582039"/>
              <a:gd name="connsiteY7" fmla="*/ 8886214 h 9164851"/>
              <a:gd name="connsiteX8" fmla="*/ 582039 w 582039"/>
              <a:gd name="connsiteY8" fmla="*/ 8860272 h 9164851"/>
              <a:gd name="connsiteX9" fmla="*/ 582039 w 582039"/>
              <a:gd name="connsiteY9" fmla="*/ 8844972 h 9164851"/>
              <a:gd name="connsiteX10" fmla="*/ 582039 w 582039"/>
              <a:gd name="connsiteY10" fmla="*/ 8819029 h 9164851"/>
              <a:gd name="connsiteX11" fmla="*/ 582039 w 582039"/>
              <a:gd name="connsiteY11" fmla="*/ 8797673 h 9164851"/>
              <a:gd name="connsiteX12" fmla="*/ 582039 w 582039"/>
              <a:gd name="connsiteY12" fmla="*/ 8771731 h 9164851"/>
              <a:gd name="connsiteX13" fmla="*/ 582039 w 582039"/>
              <a:gd name="connsiteY13" fmla="*/ 8756430 h 9164851"/>
              <a:gd name="connsiteX14" fmla="*/ 582039 w 582039"/>
              <a:gd name="connsiteY14" fmla="*/ 8730488 h 9164851"/>
              <a:gd name="connsiteX15" fmla="*/ 582039 w 582039"/>
              <a:gd name="connsiteY15" fmla="*/ 8689271 h 9164851"/>
              <a:gd name="connsiteX16" fmla="*/ 582039 w 582039"/>
              <a:gd name="connsiteY16" fmla="*/ 8670225 h 9164851"/>
              <a:gd name="connsiteX17" fmla="*/ 582039 w 582039"/>
              <a:gd name="connsiteY17" fmla="*/ 8663328 h 9164851"/>
              <a:gd name="connsiteX18" fmla="*/ 582039 w 582039"/>
              <a:gd name="connsiteY18" fmla="*/ 8648028 h 9164851"/>
              <a:gd name="connsiteX19" fmla="*/ 582039 w 582039"/>
              <a:gd name="connsiteY19" fmla="*/ 8628981 h 9164851"/>
              <a:gd name="connsiteX20" fmla="*/ 582039 w 582039"/>
              <a:gd name="connsiteY20" fmla="*/ 8622086 h 9164851"/>
              <a:gd name="connsiteX21" fmla="*/ 582039 w 582039"/>
              <a:gd name="connsiteY21" fmla="*/ 8587764 h 9164851"/>
              <a:gd name="connsiteX22" fmla="*/ 582039 w 582039"/>
              <a:gd name="connsiteY22" fmla="*/ 8561822 h 9164851"/>
              <a:gd name="connsiteX23" fmla="*/ 582039 w 582039"/>
              <a:gd name="connsiteY23" fmla="*/ 8546522 h 9164851"/>
              <a:gd name="connsiteX24" fmla="*/ 582039 w 582039"/>
              <a:gd name="connsiteY24" fmla="*/ 8520579 h 9164851"/>
              <a:gd name="connsiteX25" fmla="*/ 582038 w 582039"/>
              <a:gd name="connsiteY25" fmla="*/ 8246970 h 9164851"/>
              <a:gd name="connsiteX26" fmla="*/ 582038 w 582039"/>
              <a:gd name="connsiteY26" fmla="*/ 8221030 h 9164851"/>
              <a:gd name="connsiteX27" fmla="*/ 582038 w 582039"/>
              <a:gd name="connsiteY27" fmla="*/ 8205728 h 9164851"/>
              <a:gd name="connsiteX28" fmla="*/ 582038 w 582039"/>
              <a:gd name="connsiteY28" fmla="*/ 8179785 h 9164851"/>
              <a:gd name="connsiteX29" fmla="*/ 582038 w 582039"/>
              <a:gd name="connsiteY29" fmla="*/ 8145464 h 9164851"/>
              <a:gd name="connsiteX30" fmla="*/ 582038 w 582039"/>
              <a:gd name="connsiteY30" fmla="*/ 8138569 h 9164851"/>
              <a:gd name="connsiteX31" fmla="*/ 582038 w 582039"/>
              <a:gd name="connsiteY31" fmla="*/ 8119521 h 9164851"/>
              <a:gd name="connsiteX32" fmla="*/ 582038 w 582039"/>
              <a:gd name="connsiteY32" fmla="*/ 8104222 h 9164851"/>
              <a:gd name="connsiteX33" fmla="*/ 582038 w 582039"/>
              <a:gd name="connsiteY33" fmla="*/ 8097327 h 9164851"/>
              <a:gd name="connsiteX34" fmla="*/ 582038 w 582039"/>
              <a:gd name="connsiteY34" fmla="*/ 8078279 h 9164851"/>
              <a:gd name="connsiteX35" fmla="*/ 582038 w 582039"/>
              <a:gd name="connsiteY35" fmla="*/ 8037063 h 9164851"/>
              <a:gd name="connsiteX36" fmla="*/ 582038 w 582039"/>
              <a:gd name="connsiteY36" fmla="*/ 8011120 h 9164851"/>
              <a:gd name="connsiteX37" fmla="*/ 582038 w 582039"/>
              <a:gd name="connsiteY37" fmla="*/ 7995818 h 9164851"/>
              <a:gd name="connsiteX38" fmla="*/ 582038 w 582039"/>
              <a:gd name="connsiteY38" fmla="*/ 7969878 h 9164851"/>
              <a:gd name="connsiteX39" fmla="*/ 582038 w 582039"/>
              <a:gd name="connsiteY39" fmla="*/ 7799646 h 9164851"/>
              <a:gd name="connsiteX40" fmla="*/ 582038 w 582039"/>
              <a:gd name="connsiteY40" fmla="*/ 7773703 h 9164851"/>
              <a:gd name="connsiteX41" fmla="*/ 582038 w 582039"/>
              <a:gd name="connsiteY41" fmla="*/ 7758404 h 9164851"/>
              <a:gd name="connsiteX42" fmla="*/ 582038 w 582039"/>
              <a:gd name="connsiteY42" fmla="*/ 7732461 h 9164851"/>
              <a:gd name="connsiteX43" fmla="*/ 582038 w 582039"/>
              <a:gd name="connsiteY43" fmla="*/ 7691245 h 9164851"/>
              <a:gd name="connsiteX44" fmla="*/ 582038 w 582039"/>
              <a:gd name="connsiteY44" fmla="*/ 7665303 h 9164851"/>
              <a:gd name="connsiteX45" fmla="*/ 582038 w 582039"/>
              <a:gd name="connsiteY45" fmla="*/ 7650000 h 9164851"/>
              <a:gd name="connsiteX46" fmla="*/ 582038 w 582039"/>
              <a:gd name="connsiteY46" fmla="*/ 7624057 h 9164851"/>
              <a:gd name="connsiteX47" fmla="*/ 582038 w 582039"/>
              <a:gd name="connsiteY47" fmla="*/ 7501196 h 9164851"/>
              <a:gd name="connsiteX48" fmla="*/ 582038 w 582039"/>
              <a:gd name="connsiteY48" fmla="*/ 7475253 h 9164851"/>
              <a:gd name="connsiteX49" fmla="*/ 582038 w 582039"/>
              <a:gd name="connsiteY49" fmla="*/ 7459954 h 9164851"/>
              <a:gd name="connsiteX50" fmla="*/ 582038 w 582039"/>
              <a:gd name="connsiteY50" fmla="*/ 7434011 h 9164851"/>
              <a:gd name="connsiteX51" fmla="*/ 582038 w 582039"/>
              <a:gd name="connsiteY51" fmla="*/ 7392795 h 9164851"/>
              <a:gd name="connsiteX52" fmla="*/ 582038 w 582039"/>
              <a:gd name="connsiteY52" fmla="*/ 7366853 h 9164851"/>
              <a:gd name="connsiteX53" fmla="*/ 582038 w 582039"/>
              <a:gd name="connsiteY53" fmla="*/ 7351550 h 9164851"/>
              <a:gd name="connsiteX54" fmla="*/ 582038 w 582039"/>
              <a:gd name="connsiteY54" fmla="*/ 7325607 h 9164851"/>
              <a:gd name="connsiteX55" fmla="*/ 582038 w 582039"/>
              <a:gd name="connsiteY55" fmla="*/ 7305940 h 9164851"/>
              <a:gd name="connsiteX56" fmla="*/ 582039 w 582039"/>
              <a:gd name="connsiteY56" fmla="*/ 7305940 h 9164851"/>
              <a:gd name="connsiteX57" fmla="*/ 582039 w 582039"/>
              <a:gd name="connsiteY57" fmla="*/ 7285241 h 9164851"/>
              <a:gd name="connsiteX58" fmla="*/ 582039 w 582039"/>
              <a:gd name="connsiteY58" fmla="*/ 7259298 h 9164851"/>
              <a:gd name="connsiteX59" fmla="*/ 582039 w 582039"/>
              <a:gd name="connsiteY59" fmla="*/ 7243997 h 9164851"/>
              <a:gd name="connsiteX60" fmla="*/ 582039 w 582039"/>
              <a:gd name="connsiteY60" fmla="*/ 7218056 h 9164851"/>
              <a:gd name="connsiteX61" fmla="*/ 582039 w 582039"/>
              <a:gd name="connsiteY61" fmla="*/ 7176839 h 9164851"/>
              <a:gd name="connsiteX62" fmla="*/ 582039 w 582039"/>
              <a:gd name="connsiteY62" fmla="*/ 7135595 h 9164851"/>
              <a:gd name="connsiteX63" fmla="*/ 582039 w 582039"/>
              <a:gd name="connsiteY63" fmla="*/ 7007490 h 9164851"/>
              <a:gd name="connsiteX64" fmla="*/ 582039 w 582039"/>
              <a:gd name="connsiteY64" fmla="*/ 6997190 h 9164851"/>
              <a:gd name="connsiteX65" fmla="*/ 582039 w 582039"/>
              <a:gd name="connsiteY65" fmla="*/ 6986791 h 9164851"/>
              <a:gd name="connsiteX66" fmla="*/ 582039 w 582039"/>
              <a:gd name="connsiteY66" fmla="*/ 6971249 h 9164851"/>
              <a:gd name="connsiteX67" fmla="*/ 582039 w 582039"/>
              <a:gd name="connsiteY67" fmla="*/ 6960848 h 9164851"/>
              <a:gd name="connsiteX68" fmla="*/ 582039 w 582039"/>
              <a:gd name="connsiteY68" fmla="*/ 6955946 h 9164851"/>
              <a:gd name="connsiteX69" fmla="*/ 582039 w 582039"/>
              <a:gd name="connsiteY69" fmla="*/ 6945547 h 9164851"/>
              <a:gd name="connsiteX70" fmla="*/ 582039 w 582039"/>
              <a:gd name="connsiteY70" fmla="*/ 6930005 h 9164851"/>
              <a:gd name="connsiteX71" fmla="*/ 582039 w 582039"/>
              <a:gd name="connsiteY71" fmla="*/ 6919606 h 9164851"/>
              <a:gd name="connsiteX72" fmla="*/ 582039 w 582039"/>
              <a:gd name="connsiteY72" fmla="*/ 6888788 h 9164851"/>
              <a:gd name="connsiteX73" fmla="*/ 582039 w 582039"/>
              <a:gd name="connsiteY73" fmla="*/ 6878389 h 9164851"/>
              <a:gd name="connsiteX74" fmla="*/ 582039 w 582039"/>
              <a:gd name="connsiteY74" fmla="*/ 6862847 h 9164851"/>
              <a:gd name="connsiteX75" fmla="*/ 582039 w 582039"/>
              <a:gd name="connsiteY75" fmla="*/ 6847544 h 9164851"/>
              <a:gd name="connsiteX76" fmla="*/ 582039 w 582039"/>
              <a:gd name="connsiteY76" fmla="*/ 6837145 h 9164851"/>
              <a:gd name="connsiteX77" fmla="*/ 582039 w 582039"/>
              <a:gd name="connsiteY77" fmla="*/ 6821603 h 9164851"/>
              <a:gd name="connsiteX78" fmla="*/ 582039 w 582039"/>
              <a:gd name="connsiteY78" fmla="*/ 6698740 h 9164851"/>
              <a:gd name="connsiteX79" fmla="*/ 582039 w 582039"/>
              <a:gd name="connsiteY79" fmla="*/ 6672799 h 9164851"/>
              <a:gd name="connsiteX80" fmla="*/ 582039 w 582039"/>
              <a:gd name="connsiteY80" fmla="*/ 6657496 h 9164851"/>
              <a:gd name="connsiteX81" fmla="*/ 582039 w 582039"/>
              <a:gd name="connsiteY81" fmla="*/ 6631555 h 9164851"/>
              <a:gd name="connsiteX82" fmla="*/ 582039 w 582039"/>
              <a:gd name="connsiteY82" fmla="*/ 6590338 h 9164851"/>
              <a:gd name="connsiteX83" fmla="*/ 582039 w 582039"/>
              <a:gd name="connsiteY83" fmla="*/ 6564397 h 9164851"/>
              <a:gd name="connsiteX84" fmla="*/ 582039 w 582039"/>
              <a:gd name="connsiteY84" fmla="*/ 6549094 h 9164851"/>
              <a:gd name="connsiteX85" fmla="*/ 582039 w 582039"/>
              <a:gd name="connsiteY85" fmla="*/ 6523153 h 9164851"/>
              <a:gd name="connsiteX86" fmla="*/ 582039 w 582039"/>
              <a:gd name="connsiteY86" fmla="*/ 6352922 h 9164851"/>
              <a:gd name="connsiteX87" fmla="*/ 582039 w 582039"/>
              <a:gd name="connsiteY87" fmla="*/ 6326980 h 9164851"/>
              <a:gd name="connsiteX88" fmla="*/ 582039 w 582039"/>
              <a:gd name="connsiteY88" fmla="*/ 6311679 h 9164851"/>
              <a:gd name="connsiteX89" fmla="*/ 582039 w 582039"/>
              <a:gd name="connsiteY89" fmla="*/ 6285737 h 9164851"/>
              <a:gd name="connsiteX90" fmla="*/ 582039 w 582039"/>
              <a:gd name="connsiteY90" fmla="*/ 6244520 h 9164851"/>
              <a:gd name="connsiteX91" fmla="*/ 582039 w 582039"/>
              <a:gd name="connsiteY91" fmla="*/ 6225474 h 9164851"/>
              <a:gd name="connsiteX92" fmla="*/ 582039 w 582039"/>
              <a:gd name="connsiteY92" fmla="*/ 6218577 h 9164851"/>
              <a:gd name="connsiteX93" fmla="*/ 582039 w 582039"/>
              <a:gd name="connsiteY93" fmla="*/ 6203277 h 9164851"/>
              <a:gd name="connsiteX94" fmla="*/ 582039 w 582039"/>
              <a:gd name="connsiteY94" fmla="*/ 6184230 h 9164851"/>
              <a:gd name="connsiteX95" fmla="*/ 582039 w 582039"/>
              <a:gd name="connsiteY95" fmla="*/ 6177335 h 9164851"/>
              <a:gd name="connsiteX96" fmla="*/ 582039 w 582039"/>
              <a:gd name="connsiteY96" fmla="*/ 6143013 h 9164851"/>
              <a:gd name="connsiteX97" fmla="*/ 582039 w 582039"/>
              <a:gd name="connsiteY97" fmla="*/ 6117071 h 9164851"/>
              <a:gd name="connsiteX98" fmla="*/ 582039 w 582039"/>
              <a:gd name="connsiteY98" fmla="*/ 6101771 h 9164851"/>
              <a:gd name="connsiteX99" fmla="*/ 582039 w 582039"/>
              <a:gd name="connsiteY99" fmla="*/ 6075828 h 9164851"/>
              <a:gd name="connsiteX100" fmla="*/ 582039 w 582039"/>
              <a:gd name="connsiteY100" fmla="*/ 6054472 h 9164851"/>
              <a:gd name="connsiteX101" fmla="*/ 582039 w 582039"/>
              <a:gd name="connsiteY101" fmla="*/ 6028530 h 9164851"/>
              <a:gd name="connsiteX102" fmla="*/ 582039 w 582039"/>
              <a:gd name="connsiteY102" fmla="*/ 6013229 h 9164851"/>
              <a:gd name="connsiteX103" fmla="*/ 582039 w 582039"/>
              <a:gd name="connsiteY103" fmla="*/ 5991491 h 9164851"/>
              <a:gd name="connsiteX104" fmla="*/ 582039 w 582039"/>
              <a:gd name="connsiteY104" fmla="*/ 5987287 h 9164851"/>
              <a:gd name="connsiteX105" fmla="*/ 582039 w 582039"/>
              <a:gd name="connsiteY105" fmla="*/ 5970792 h 9164851"/>
              <a:gd name="connsiteX106" fmla="*/ 582039 w 582039"/>
              <a:gd name="connsiteY106" fmla="*/ 5946070 h 9164851"/>
              <a:gd name="connsiteX107" fmla="*/ 582039 w 582039"/>
              <a:gd name="connsiteY107" fmla="*/ 5944849 h 9164851"/>
              <a:gd name="connsiteX108" fmla="*/ 582039 w 582039"/>
              <a:gd name="connsiteY108" fmla="*/ 5929548 h 9164851"/>
              <a:gd name="connsiteX109" fmla="*/ 582039 w 582039"/>
              <a:gd name="connsiteY109" fmla="*/ 5927024 h 9164851"/>
              <a:gd name="connsiteX110" fmla="*/ 582039 w 582039"/>
              <a:gd name="connsiteY110" fmla="*/ 5920127 h 9164851"/>
              <a:gd name="connsiteX111" fmla="*/ 582039 w 582039"/>
              <a:gd name="connsiteY111" fmla="*/ 5904827 h 9164851"/>
              <a:gd name="connsiteX112" fmla="*/ 582039 w 582039"/>
              <a:gd name="connsiteY112" fmla="*/ 5903607 h 9164851"/>
              <a:gd name="connsiteX113" fmla="*/ 582039 w 582039"/>
              <a:gd name="connsiteY113" fmla="*/ 5885780 h 9164851"/>
              <a:gd name="connsiteX114" fmla="*/ 582039 w 582039"/>
              <a:gd name="connsiteY114" fmla="*/ 5878885 h 9164851"/>
              <a:gd name="connsiteX115" fmla="*/ 582039 w 582039"/>
              <a:gd name="connsiteY115" fmla="*/ 5862390 h 9164851"/>
              <a:gd name="connsiteX116" fmla="*/ 582039 w 582039"/>
              <a:gd name="connsiteY116" fmla="*/ 5844563 h 9164851"/>
              <a:gd name="connsiteX117" fmla="*/ 582039 w 582039"/>
              <a:gd name="connsiteY117" fmla="*/ 5821146 h 9164851"/>
              <a:gd name="connsiteX118" fmla="*/ 582039 w 582039"/>
              <a:gd name="connsiteY118" fmla="*/ 5818621 h 9164851"/>
              <a:gd name="connsiteX119" fmla="*/ 582039 w 582039"/>
              <a:gd name="connsiteY119" fmla="*/ 5803321 h 9164851"/>
              <a:gd name="connsiteX120" fmla="*/ 582039 w 582039"/>
              <a:gd name="connsiteY120" fmla="*/ 5777378 h 9164851"/>
              <a:gd name="connsiteX121" fmla="*/ 582039 w 582039"/>
              <a:gd name="connsiteY121" fmla="*/ 5693041 h 9164851"/>
              <a:gd name="connsiteX122" fmla="*/ 582039 w 582039"/>
              <a:gd name="connsiteY122" fmla="*/ 5682741 h 9164851"/>
              <a:gd name="connsiteX123" fmla="*/ 582039 w 582039"/>
              <a:gd name="connsiteY123" fmla="*/ 5672342 h 9164851"/>
              <a:gd name="connsiteX124" fmla="*/ 582039 w 582039"/>
              <a:gd name="connsiteY124" fmla="*/ 5656800 h 9164851"/>
              <a:gd name="connsiteX125" fmla="*/ 582039 w 582039"/>
              <a:gd name="connsiteY125" fmla="*/ 5646399 h 9164851"/>
              <a:gd name="connsiteX126" fmla="*/ 582039 w 582039"/>
              <a:gd name="connsiteY126" fmla="*/ 5641497 h 9164851"/>
              <a:gd name="connsiteX127" fmla="*/ 582039 w 582039"/>
              <a:gd name="connsiteY127" fmla="*/ 5631098 h 9164851"/>
              <a:gd name="connsiteX128" fmla="*/ 582039 w 582039"/>
              <a:gd name="connsiteY128" fmla="*/ 5615556 h 9164851"/>
              <a:gd name="connsiteX129" fmla="*/ 582039 w 582039"/>
              <a:gd name="connsiteY129" fmla="*/ 5605157 h 9164851"/>
              <a:gd name="connsiteX130" fmla="*/ 582039 w 582039"/>
              <a:gd name="connsiteY130" fmla="*/ 5574339 h 9164851"/>
              <a:gd name="connsiteX131" fmla="*/ 582039 w 582039"/>
              <a:gd name="connsiteY131" fmla="*/ 5563940 h 9164851"/>
              <a:gd name="connsiteX132" fmla="*/ 582039 w 582039"/>
              <a:gd name="connsiteY132" fmla="*/ 5548398 h 9164851"/>
              <a:gd name="connsiteX133" fmla="*/ 582039 w 582039"/>
              <a:gd name="connsiteY133" fmla="*/ 5533095 h 9164851"/>
              <a:gd name="connsiteX134" fmla="*/ 582039 w 582039"/>
              <a:gd name="connsiteY134" fmla="*/ 5522696 h 9164851"/>
              <a:gd name="connsiteX135" fmla="*/ 582039 w 582039"/>
              <a:gd name="connsiteY135" fmla="*/ 5507154 h 9164851"/>
              <a:gd name="connsiteX136" fmla="*/ 582039 w 582039"/>
              <a:gd name="connsiteY136" fmla="*/ 5384291 h 9164851"/>
              <a:gd name="connsiteX137" fmla="*/ 582039 w 582039"/>
              <a:gd name="connsiteY137" fmla="*/ 5358350 h 9164851"/>
              <a:gd name="connsiteX138" fmla="*/ 582039 w 582039"/>
              <a:gd name="connsiteY138" fmla="*/ 5343047 h 9164851"/>
              <a:gd name="connsiteX139" fmla="*/ 582039 w 582039"/>
              <a:gd name="connsiteY139" fmla="*/ 5317106 h 9164851"/>
              <a:gd name="connsiteX140" fmla="*/ 582039 w 582039"/>
              <a:gd name="connsiteY140" fmla="*/ 5275889 h 9164851"/>
              <a:gd name="connsiteX141" fmla="*/ 582039 w 582039"/>
              <a:gd name="connsiteY141" fmla="*/ 5249948 h 9164851"/>
              <a:gd name="connsiteX142" fmla="*/ 582039 w 582039"/>
              <a:gd name="connsiteY142" fmla="*/ 5234645 h 9164851"/>
              <a:gd name="connsiteX143" fmla="*/ 582039 w 582039"/>
              <a:gd name="connsiteY143" fmla="*/ 5208704 h 9164851"/>
              <a:gd name="connsiteX144" fmla="*/ 582039 w 582039"/>
              <a:gd name="connsiteY144" fmla="*/ 5038473 h 9164851"/>
              <a:gd name="connsiteX145" fmla="*/ 582039 w 582039"/>
              <a:gd name="connsiteY145" fmla="*/ 5012531 h 9164851"/>
              <a:gd name="connsiteX146" fmla="*/ 582039 w 582039"/>
              <a:gd name="connsiteY146" fmla="*/ 4997230 h 9164851"/>
              <a:gd name="connsiteX147" fmla="*/ 582039 w 582039"/>
              <a:gd name="connsiteY147" fmla="*/ 4971288 h 9164851"/>
              <a:gd name="connsiteX148" fmla="*/ 582039 w 582039"/>
              <a:gd name="connsiteY148" fmla="*/ 4930071 h 9164851"/>
              <a:gd name="connsiteX149" fmla="*/ 582039 w 582039"/>
              <a:gd name="connsiteY149" fmla="*/ 4911025 h 9164851"/>
              <a:gd name="connsiteX150" fmla="*/ 582039 w 582039"/>
              <a:gd name="connsiteY150" fmla="*/ 4904128 h 9164851"/>
              <a:gd name="connsiteX151" fmla="*/ 582039 w 582039"/>
              <a:gd name="connsiteY151" fmla="*/ 4888828 h 9164851"/>
              <a:gd name="connsiteX152" fmla="*/ 582039 w 582039"/>
              <a:gd name="connsiteY152" fmla="*/ 4869781 h 9164851"/>
              <a:gd name="connsiteX153" fmla="*/ 582039 w 582039"/>
              <a:gd name="connsiteY153" fmla="*/ 4862886 h 9164851"/>
              <a:gd name="connsiteX154" fmla="*/ 582039 w 582039"/>
              <a:gd name="connsiteY154" fmla="*/ 4828564 h 9164851"/>
              <a:gd name="connsiteX155" fmla="*/ 582039 w 582039"/>
              <a:gd name="connsiteY155" fmla="*/ 4802622 h 9164851"/>
              <a:gd name="connsiteX156" fmla="*/ 582039 w 582039"/>
              <a:gd name="connsiteY156" fmla="*/ 4787322 h 9164851"/>
              <a:gd name="connsiteX157" fmla="*/ 582039 w 582039"/>
              <a:gd name="connsiteY157" fmla="*/ 4761379 h 9164851"/>
              <a:gd name="connsiteX158" fmla="*/ 582039 w 582039"/>
              <a:gd name="connsiteY158" fmla="*/ 4740023 h 9164851"/>
              <a:gd name="connsiteX159" fmla="*/ 582039 w 582039"/>
              <a:gd name="connsiteY159" fmla="*/ 4714081 h 9164851"/>
              <a:gd name="connsiteX160" fmla="*/ 582039 w 582039"/>
              <a:gd name="connsiteY160" fmla="*/ 4698780 h 9164851"/>
              <a:gd name="connsiteX161" fmla="*/ 582039 w 582039"/>
              <a:gd name="connsiteY161" fmla="*/ 4672838 h 9164851"/>
              <a:gd name="connsiteX162" fmla="*/ 582039 w 582039"/>
              <a:gd name="connsiteY162" fmla="*/ 4631621 h 9164851"/>
              <a:gd name="connsiteX163" fmla="*/ 582039 w 582039"/>
              <a:gd name="connsiteY163" fmla="*/ 4612575 h 9164851"/>
              <a:gd name="connsiteX164" fmla="*/ 582039 w 582039"/>
              <a:gd name="connsiteY164" fmla="*/ 4605678 h 9164851"/>
              <a:gd name="connsiteX165" fmla="*/ 582039 w 582039"/>
              <a:gd name="connsiteY165" fmla="*/ 4590378 h 9164851"/>
              <a:gd name="connsiteX166" fmla="*/ 582039 w 582039"/>
              <a:gd name="connsiteY166" fmla="*/ 4571331 h 9164851"/>
              <a:gd name="connsiteX167" fmla="*/ 582039 w 582039"/>
              <a:gd name="connsiteY167" fmla="*/ 4564436 h 9164851"/>
              <a:gd name="connsiteX168" fmla="*/ 582039 w 582039"/>
              <a:gd name="connsiteY168" fmla="*/ 4530114 h 9164851"/>
              <a:gd name="connsiteX169" fmla="*/ 582039 w 582039"/>
              <a:gd name="connsiteY169" fmla="*/ 4504172 h 9164851"/>
              <a:gd name="connsiteX170" fmla="*/ 582039 w 582039"/>
              <a:gd name="connsiteY170" fmla="*/ 4488872 h 9164851"/>
              <a:gd name="connsiteX171" fmla="*/ 582039 w 582039"/>
              <a:gd name="connsiteY171" fmla="*/ 4462929 h 9164851"/>
              <a:gd name="connsiteX172" fmla="*/ 582038 w 582039"/>
              <a:gd name="connsiteY172" fmla="*/ 4189320 h 9164851"/>
              <a:gd name="connsiteX173" fmla="*/ 582038 w 582039"/>
              <a:gd name="connsiteY173" fmla="*/ 4181353 h 9164851"/>
              <a:gd name="connsiteX174" fmla="*/ 582038 w 582039"/>
              <a:gd name="connsiteY174" fmla="*/ 4166051 h 9164851"/>
              <a:gd name="connsiteX175" fmla="*/ 582038 w 582039"/>
              <a:gd name="connsiteY175" fmla="*/ 4163380 h 9164851"/>
              <a:gd name="connsiteX176" fmla="*/ 582038 w 582039"/>
              <a:gd name="connsiteY176" fmla="*/ 4148078 h 9164851"/>
              <a:gd name="connsiteX177" fmla="*/ 582038 w 582039"/>
              <a:gd name="connsiteY177" fmla="*/ 4140108 h 9164851"/>
              <a:gd name="connsiteX178" fmla="*/ 582038 w 582039"/>
              <a:gd name="connsiteY178" fmla="*/ 4122135 h 9164851"/>
              <a:gd name="connsiteX179" fmla="*/ 582038 w 582039"/>
              <a:gd name="connsiteY179" fmla="*/ 4098892 h 9164851"/>
              <a:gd name="connsiteX180" fmla="*/ 582038 w 582039"/>
              <a:gd name="connsiteY180" fmla="*/ 4087814 h 9164851"/>
              <a:gd name="connsiteX181" fmla="*/ 582038 w 582039"/>
              <a:gd name="connsiteY181" fmla="*/ 4080919 h 9164851"/>
              <a:gd name="connsiteX182" fmla="*/ 582038 w 582039"/>
              <a:gd name="connsiteY182" fmla="*/ 4061871 h 9164851"/>
              <a:gd name="connsiteX183" fmla="*/ 582038 w 582039"/>
              <a:gd name="connsiteY183" fmla="*/ 4057650 h 9164851"/>
              <a:gd name="connsiteX184" fmla="*/ 582038 w 582039"/>
              <a:gd name="connsiteY184" fmla="*/ 4046572 h 9164851"/>
              <a:gd name="connsiteX185" fmla="*/ 582038 w 582039"/>
              <a:gd name="connsiteY185" fmla="*/ 4039677 h 9164851"/>
              <a:gd name="connsiteX186" fmla="*/ 582038 w 582039"/>
              <a:gd name="connsiteY186" fmla="*/ 4020629 h 9164851"/>
              <a:gd name="connsiteX187" fmla="*/ 582038 w 582039"/>
              <a:gd name="connsiteY187" fmla="*/ 3979413 h 9164851"/>
              <a:gd name="connsiteX188" fmla="*/ 582038 w 582039"/>
              <a:gd name="connsiteY188" fmla="*/ 3953470 h 9164851"/>
              <a:gd name="connsiteX189" fmla="*/ 582038 w 582039"/>
              <a:gd name="connsiteY189" fmla="*/ 3938168 h 9164851"/>
              <a:gd name="connsiteX190" fmla="*/ 582038 w 582039"/>
              <a:gd name="connsiteY190" fmla="*/ 3912228 h 9164851"/>
              <a:gd name="connsiteX191" fmla="*/ 582038 w 582039"/>
              <a:gd name="connsiteY191" fmla="*/ 3741996 h 9164851"/>
              <a:gd name="connsiteX192" fmla="*/ 582038 w 582039"/>
              <a:gd name="connsiteY192" fmla="*/ 3716053 h 9164851"/>
              <a:gd name="connsiteX193" fmla="*/ 582038 w 582039"/>
              <a:gd name="connsiteY193" fmla="*/ 3700754 h 9164851"/>
              <a:gd name="connsiteX194" fmla="*/ 582038 w 582039"/>
              <a:gd name="connsiteY194" fmla="*/ 3674811 h 9164851"/>
              <a:gd name="connsiteX195" fmla="*/ 582038 w 582039"/>
              <a:gd name="connsiteY195" fmla="*/ 3633595 h 9164851"/>
              <a:gd name="connsiteX196" fmla="*/ 582038 w 582039"/>
              <a:gd name="connsiteY196" fmla="*/ 3607653 h 9164851"/>
              <a:gd name="connsiteX197" fmla="*/ 582038 w 582039"/>
              <a:gd name="connsiteY197" fmla="*/ 3592350 h 9164851"/>
              <a:gd name="connsiteX198" fmla="*/ 582038 w 582039"/>
              <a:gd name="connsiteY198" fmla="*/ 3566407 h 9164851"/>
              <a:gd name="connsiteX199" fmla="*/ 582038 w 582039"/>
              <a:gd name="connsiteY199" fmla="*/ 3443546 h 9164851"/>
              <a:gd name="connsiteX200" fmla="*/ 582038 w 582039"/>
              <a:gd name="connsiteY200" fmla="*/ 3417603 h 9164851"/>
              <a:gd name="connsiteX201" fmla="*/ 582038 w 582039"/>
              <a:gd name="connsiteY201" fmla="*/ 3402304 h 9164851"/>
              <a:gd name="connsiteX202" fmla="*/ 582038 w 582039"/>
              <a:gd name="connsiteY202" fmla="*/ 3376361 h 9164851"/>
              <a:gd name="connsiteX203" fmla="*/ 582038 w 582039"/>
              <a:gd name="connsiteY203" fmla="*/ 3335145 h 9164851"/>
              <a:gd name="connsiteX204" fmla="*/ 582038 w 582039"/>
              <a:gd name="connsiteY204" fmla="*/ 3309203 h 9164851"/>
              <a:gd name="connsiteX205" fmla="*/ 582038 w 582039"/>
              <a:gd name="connsiteY205" fmla="*/ 3293900 h 9164851"/>
              <a:gd name="connsiteX206" fmla="*/ 582038 w 582039"/>
              <a:gd name="connsiteY206" fmla="*/ 3267957 h 9164851"/>
              <a:gd name="connsiteX207" fmla="*/ 582038 w 582039"/>
              <a:gd name="connsiteY207" fmla="*/ 3248290 h 9164851"/>
              <a:gd name="connsiteX208" fmla="*/ 582039 w 582039"/>
              <a:gd name="connsiteY208" fmla="*/ 3248290 h 9164851"/>
              <a:gd name="connsiteX209" fmla="*/ 582039 w 582039"/>
              <a:gd name="connsiteY209" fmla="*/ 3227591 h 9164851"/>
              <a:gd name="connsiteX210" fmla="*/ 582039 w 582039"/>
              <a:gd name="connsiteY210" fmla="*/ 3201648 h 9164851"/>
              <a:gd name="connsiteX211" fmla="*/ 582039 w 582039"/>
              <a:gd name="connsiteY211" fmla="*/ 3186347 h 9164851"/>
              <a:gd name="connsiteX212" fmla="*/ 582039 w 582039"/>
              <a:gd name="connsiteY212" fmla="*/ 3160406 h 9164851"/>
              <a:gd name="connsiteX213" fmla="*/ 582039 w 582039"/>
              <a:gd name="connsiteY213" fmla="*/ 3119189 h 9164851"/>
              <a:gd name="connsiteX214" fmla="*/ 582039 w 582039"/>
              <a:gd name="connsiteY214" fmla="*/ 3077945 h 9164851"/>
              <a:gd name="connsiteX215" fmla="*/ 582039 w 582039"/>
              <a:gd name="connsiteY215" fmla="*/ 2949840 h 9164851"/>
              <a:gd name="connsiteX216" fmla="*/ 582039 w 582039"/>
              <a:gd name="connsiteY216" fmla="*/ 2939540 h 9164851"/>
              <a:gd name="connsiteX217" fmla="*/ 582039 w 582039"/>
              <a:gd name="connsiteY217" fmla="*/ 2929141 h 9164851"/>
              <a:gd name="connsiteX218" fmla="*/ 582039 w 582039"/>
              <a:gd name="connsiteY218" fmla="*/ 2913599 h 9164851"/>
              <a:gd name="connsiteX219" fmla="*/ 582039 w 582039"/>
              <a:gd name="connsiteY219" fmla="*/ 2903198 h 9164851"/>
              <a:gd name="connsiteX220" fmla="*/ 582039 w 582039"/>
              <a:gd name="connsiteY220" fmla="*/ 2898296 h 9164851"/>
              <a:gd name="connsiteX221" fmla="*/ 582039 w 582039"/>
              <a:gd name="connsiteY221" fmla="*/ 2887897 h 9164851"/>
              <a:gd name="connsiteX222" fmla="*/ 582039 w 582039"/>
              <a:gd name="connsiteY222" fmla="*/ 2872355 h 9164851"/>
              <a:gd name="connsiteX223" fmla="*/ 582039 w 582039"/>
              <a:gd name="connsiteY223" fmla="*/ 2861956 h 9164851"/>
              <a:gd name="connsiteX224" fmla="*/ 582039 w 582039"/>
              <a:gd name="connsiteY224" fmla="*/ 2831138 h 9164851"/>
              <a:gd name="connsiteX225" fmla="*/ 582039 w 582039"/>
              <a:gd name="connsiteY225" fmla="*/ 2820739 h 9164851"/>
              <a:gd name="connsiteX226" fmla="*/ 582039 w 582039"/>
              <a:gd name="connsiteY226" fmla="*/ 2805197 h 9164851"/>
              <a:gd name="connsiteX227" fmla="*/ 582039 w 582039"/>
              <a:gd name="connsiteY227" fmla="*/ 2789894 h 9164851"/>
              <a:gd name="connsiteX228" fmla="*/ 582039 w 582039"/>
              <a:gd name="connsiteY228" fmla="*/ 2779495 h 9164851"/>
              <a:gd name="connsiteX229" fmla="*/ 582039 w 582039"/>
              <a:gd name="connsiteY229" fmla="*/ 2763953 h 9164851"/>
              <a:gd name="connsiteX230" fmla="*/ 582039 w 582039"/>
              <a:gd name="connsiteY230" fmla="*/ 2641090 h 9164851"/>
              <a:gd name="connsiteX231" fmla="*/ 582039 w 582039"/>
              <a:gd name="connsiteY231" fmla="*/ 2615149 h 9164851"/>
              <a:gd name="connsiteX232" fmla="*/ 582039 w 582039"/>
              <a:gd name="connsiteY232" fmla="*/ 2599846 h 9164851"/>
              <a:gd name="connsiteX233" fmla="*/ 582039 w 582039"/>
              <a:gd name="connsiteY233" fmla="*/ 2573905 h 9164851"/>
              <a:gd name="connsiteX234" fmla="*/ 582039 w 582039"/>
              <a:gd name="connsiteY234" fmla="*/ 2532688 h 9164851"/>
              <a:gd name="connsiteX235" fmla="*/ 582039 w 582039"/>
              <a:gd name="connsiteY235" fmla="*/ 2506747 h 9164851"/>
              <a:gd name="connsiteX236" fmla="*/ 582039 w 582039"/>
              <a:gd name="connsiteY236" fmla="*/ 2491444 h 9164851"/>
              <a:gd name="connsiteX237" fmla="*/ 582039 w 582039"/>
              <a:gd name="connsiteY237" fmla="*/ 2465503 h 9164851"/>
              <a:gd name="connsiteX238" fmla="*/ 582039 w 582039"/>
              <a:gd name="connsiteY238" fmla="*/ 2295272 h 9164851"/>
              <a:gd name="connsiteX239" fmla="*/ 582039 w 582039"/>
              <a:gd name="connsiteY239" fmla="*/ 2269330 h 9164851"/>
              <a:gd name="connsiteX240" fmla="*/ 582039 w 582039"/>
              <a:gd name="connsiteY240" fmla="*/ 2254029 h 9164851"/>
              <a:gd name="connsiteX241" fmla="*/ 582039 w 582039"/>
              <a:gd name="connsiteY241" fmla="*/ 2228087 h 9164851"/>
              <a:gd name="connsiteX242" fmla="*/ 582039 w 582039"/>
              <a:gd name="connsiteY242" fmla="*/ 2186870 h 9164851"/>
              <a:gd name="connsiteX243" fmla="*/ 582039 w 582039"/>
              <a:gd name="connsiteY243" fmla="*/ 2167824 h 9164851"/>
              <a:gd name="connsiteX244" fmla="*/ 582039 w 582039"/>
              <a:gd name="connsiteY244" fmla="*/ 2160927 h 9164851"/>
              <a:gd name="connsiteX245" fmla="*/ 582039 w 582039"/>
              <a:gd name="connsiteY245" fmla="*/ 2145627 h 9164851"/>
              <a:gd name="connsiteX246" fmla="*/ 582039 w 582039"/>
              <a:gd name="connsiteY246" fmla="*/ 2126580 h 9164851"/>
              <a:gd name="connsiteX247" fmla="*/ 582039 w 582039"/>
              <a:gd name="connsiteY247" fmla="*/ 2119685 h 9164851"/>
              <a:gd name="connsiteX248" fmla="*/ 582039 w 582039"/>
              <a:gd name="connsiteY248" fmla="*/ 2085363 h 9164851"/>
              <a:gd name="connsiteX249" fmla="*/ 582039 w 582039"/>
              <a:gd name="connsiteY249" fmla="*/ 2059421 h 9164851"/>
              <a:gd name="connsiteX250" fmla="*/ 582039 w 582039"/>
              <a:gd name="connsiteY250" fmla="*/ 2044121 h 9164851"/>
              <a:gd name="connsiteX251" fmla="*/ 582039 w 582039"/>
              <a:gd name="connsiteY251" fmla="*/ 2018178 h 9164851"/>
              <a:gd name="connsiteX252" fmla="*/ 582039 w 582039"/>
              <a:gd name="connsiteY252" fmla="*/ 1996822 h 9164851"/>
              <a:gd name="connsiteX253" fmla="*/ 582039 w 582039"/>
              <a:gd name="connsiteY253" fmla="*/ 1970880 h 9164851"/>
              <a:gd name="connsiteX254" fmla="*/ 582039 w 582039"/>
              <a:gd name="connsiteY254" fmla="*/ 1955579 h 9164851"/>
              <a:gd name="connsiteX255" fmla="*/ 582039 w 582039"/>
              <a:gd name="connsiteY255" fmla="*/ 1929637 h 9164851"/>
              <a:gd name="connsiteX256" fmla="*/ 582039 w 582039"/>
              <a:gd name="connsiteY256" fmla="*/ 1888420 h 9164851"/>
              <a:gd name="connsiteX257" fmla="*/ 582039 w 582039"/>
              <a:gd name="connsiteY257" fmla="*/ 1869374 h 9164851"/>
              <a:gd name="connsiteX258" fmla="*/ 582039 w 582039"/>
              <a:gd name="connsiteY258" fmla="*/ 1862477 h 9164851"/>
              <a:gd name="connsiteX259" fmla="*/ 582039 w 582039"/>
              <a:gd name="connsiteY259" fmla="*/ 1847177 h 9164851"/>
              <a:gd name="connsiteX260" fmla="*/ 582039 w 582039"/>
              <a:gd name="connsiteY260" fmla="*/ 1828130 h 9164851"/>
              <a:gd name="connsiteX261" fmla="*/ 582039 w 582039"/>
              <a:gd name="connsiteY261" fmla="*/ 1821235 h 9164851"/>
              <a:gd name="connsiteX262" fmla="*/ 582039 w 582039"/>
              <a:gd name="connsiteY262" fmla="*/ 1786913 h 9164851"/>
              <a:gd name="connsiteX263" fmla="*/ 582039 w 582039"/>
              <a:gd name="connsiteY263" fmla="*/ 1760971 h 9164851"/>
              <a:gd name="connsiteX264" fmla="*/ 582039 w 582039"/>
              <a:gd name="connsiteY264" fmla="*/ 1745671 h 9164851"/>
              <a:gd name="connsiteX265" fmla="*/ 582039 w 582039"/>
              <a:gd name="connsiteY265" fmla="*/ 1719728 h 9164851"/>
              <a:gd name="connsiteX266" fmla="*/ 582038 w 582039"/>
              <a:gd name="connsiteY266" fmla="*/ 1446119 h 9164851"/>
              <a:gd name="connsiteX267" fmla="*/ 582038 w 582039"/>
              <a:gd name="connsiteY267" fmla="*/ 1420179 h 9164851"/>
              <a:gd name="connsiteX268" fmla="*/ 582038 w 582039"/>
              <a:gd name="connsiteY268" fmla="*/ 1404877 h 9164851"/>
              <a:gd name="connsiteX269" fmla="*/ 582038 w 582039"/>
              <a:gd name="connsiteY269" fmla="*/ 1378934 h 9164851"/>
              <a:gd name="connsiteX270" fmla="*/ 582038 w 582039"/>
              <a:gd name="connsiteY270" fmla="*/ 1344613 h 9164851"/>
              <a:gd name="connsiteX271" fmla="*/ 582038 w 582039"/>
              <a:gd name="connsiteY271" fmla="*/ 1337718 h 9164851"/>
              <a:gd name="connsiteX272" fmla="*/ 582038 w 582039"/>
              <a:gd name="connsiteY272" fmla="*/ 1318670 h 9164851"/>
              <a:gd name="connsiteX273" fmla="*/ 582038 w 582039"/>
              <a:gd name="connsiteY273" fmla="*/ 1303371 h 9164851"/>
              <a:gd name="connsiteX274" fmla="*/ 582038 w 582039"/>
              <a:gd name="connsiteY274" fmla="*/ 1296476 h 9164851"/>
              <a:gd name="connsiteX275" fmla="*/ 582038 w 582039"/>
              <a:gd name="connsiteY275" fmla="*/ 1277428 h 9164851"/>
              <a:gd name="connsiteX276" fmla="*/ 582038 w 582039"/>
              <a:gd name="connsiteY276" fmla="*/ 1236212 h 9164851"/>
              <a:gd name="connsiteX277" fmla="*/ 582038 w 582039"/>
              <a:gd name="connsiteY277" fmla="*/ 1210269 h 9164851"/>
              <a:gd name="connsiteX278" fmla="*/ 582038 w 582039"/>
              <a:gd name="connsiteY278" fmla="*/ 1194967 h 9164851"/>
              <a:gd name="connsiteX279" fmla="*/ 582038 w 582039"/>
              <a:gd name="connsiteY279" fmla="*/ 1169027 h 9164851"/>
              <a:gd name="connsiteX280" fmla="*/ 582038 w 582039"/>
              <a:gd name="connsiteY280" fmla="*/ 998795 h 9164851"/>
              <a:gd name="connsiteX281" fmla="*/ 582038 w 582039"/>
              <a:gd name="connsiteY281" fmla="*/ 972852 h 9164851"/>
              <a:gd name="connsiteX282" fmla="*/ 582038 w 582039"/>
              <a:gd name="connsiteY282" fmla="*/ 957553 h 9164851"/>
              <a:gd name="connsiteX283" fmla="*/ 582038 w 582039"/>
              <a:gd name="connsiteY283" fmla="*/ 931610 h 9164851"/>
              <a:gd name="connsiteX284" fmla="*/ 582038 w 582039"/>
              <a:gd name="connsiteY284" fmla="*/ 890394 h 9164851"/>
              <a:gd name="connsiteX285" fmla="*/ 582038 w 582039"/>
              <a:gd name="connsiteY285" fmla="*/ 864452 h 9164851"/>
              <a:gd name="connsiteX286" fmla="*/ 582038 w 582039"/>
              <a:gd name="connsiteY286" fmla="*/ 849149 h 9164851"/>
              <a:gd name="connsiteX287" fmla="*/ 582038 w 582039"/>
              <a:gd name="connsiteY287" fmla="*/ 823206 h 9164851"/>
              <a:gd name="connsiteX288" fmla="*/ 582038 w 582039"/>
              <a:gd name="connsiteY288" fmla="*/ 700345 h 9164851"/>
              <a:gd name="connsiteX289" fmla="*/ 582038 w 582039"/>
              <a:gd name="connsiteY289" fmla="*/ 674402 h 9164851"/>
              <a:gd name="connsiteX290" fmla="*/ 582038 w 582039"/>
              <a:gd name="connsiteY290" fmla="*/ 659103 h 9164851"/>
              <a:gd name="connsiteX291" fmla="*/ 582038 w 582039"/>
              <a:gd name="connsiteY291" fmla="*/ 633160 h 9164851"/>
              <a:gd name="connsiteX292" fmla="*/ 582038 w 582039"/>
              <a:gd name="connsiteY292" fmla="*/ 591944 h 9164851"/>
              <a:gd name="connsiteX293" fmla="*/ 582038 w 582039"/>
              <a:gd name="connsiteY293" fmla="*/ 566002 h 9164851"/>
              <a:gd name="connsiteX294" fmla="*/ 582038 w 582039"/>
              <a:gd name="connsiteY294" fmla="*/ 550699 h 9164851"/>
              <a:gd name="connsiteX295" fmla="*/ 582038 w 582039"/>
              <a:gd name="connsiteY295" fmla="*/ 524756 h 9164851"/>
              <a:gd name="connsiteX296" fmla="*/ 582038 w 582039"/>
              <a:gd name="connsiteY296" fmla="*/ 448093 h 9164851"/>
              <a:gd name="connsiteX297" fmla="*/ 582038 w 582039"/>
              <a:gd name="connsiteY297" fmla="*/ 422153 h 9164851"/>
              <a:gd name="connsiteX298" fmla="*/ 582038 w 582039"/>
              <a:gd name="connsiteY298" fmla="*/ 406851 h 9164851"/>
              <a:gd name="connsiteX299" fmla="*/ 582038 w 582039"/>
              <a:gd name="connsiteY299" fmla="*/ 380908 h 9164851"/>
              <a:gd name="connsiteX300" fmla="*/ 582038 w 582039"/>
              <a:gd name="connsiteY300" fmla="*/ 339692 h 9164851"/>
              <a:gd name="connsiteX301" fmla="*/ 582038 w 582039"/>
              <a:gd name="connsiteY301" fmla="*/ 298450 h 9164851"/>
              <a:gd name="connsiteX302" fmla="*/ 582038 w 582039"/>
              <a:gd name="connsiteY302" fmla="*/ 149643 h 9164851"/>
              <a:gd name="connsiteX303" fmla="*/ 582038 w 582039"/>
              <a:gd name="connsiteY303" fmla="*/ 123703 h 9164851"/>
              <a:gd name="connsiteX304" fmla="*/ 582038 w 582039"/>
              <a:gd name="connsiteY304" fmla="*/ 108401 h 9164851"/>
              <a:gd name="connsiteX305" fmla="*/ 582038 w 582039"/>
              <a:gd name="connsiteY305" fmla="*/ 82458 h 9164851"/>
              <a:gd name="connsiteX306" fmla="*/ 582038 w 582039"/>
              <a:gd name="connsiteY306" fmla="*/ 41242 h 9164851"/>
              <a:gd name="connsiteX307" fmla="*/ 582038 w 582039"/>
              <a:gd name="connsiteY307" fmla="*/ 0 h 9164851"/>
              <a:gd name="connsiteX308" fmla="*/ 0 w 582039"/>
              <a:gd name="connsiteY308" fmla="*/ 158641 h 9164851"/>
              <a:gd name="connsiteX309" fmla="*/ 0 w 582039"/>
              <a:gd name="connsiteY309" fmla="*/ 199883 h 9164851"/>
              <a:gd name="connsiteX310" fmla="*/ 0 w 582039"/>
              <a:gd name="connsiteY310" fmla="*/ 241102 h 9164851"/>
              <a:gd name="connsiteX311" fmla="*/ 0 w 582039"/>
              <a:gd name="connsiteY311" fmla="*/ 267042 h 9164851"/>
              <a:gd name="connsiteX312" fmla="*/ 0 w 582039"/>
              <a:gd name="connsiteY312" fmla="*/ 282344 h 9164851"/>
              <a:gd name="connsiteX313" fmla="*/ 0 w 582039"/>
              <a:gd name="connsiteY313" fmla="*/ 308287 h 9164851"/>
              <a:gd name="connsiteX314" fmla="*/ 0 w 582039"/>
              <a:gd name="connsiteY314" fmla="*/ 457091 h 9164851"/>
              <a:gd name="connsiteX315" fmla="*/ 0 w 582039"/>
              <a:gd name="connsiteY315" fmla="*/ 498333 h 9164851"/>
              <a:gd name="connsiteX316" fmla="*/ 0 w 582039"/>
              <a:gd name="connsiteY316" fmla="*/ 539552 h 9164851"/>
              <a:gd name="connsiteX317" fmla="*/ 0 w 582039"/>
              <a:gd name="connsiteY317" fmla="*/ 565492 h 9164851"/>
              <a:gd name="connsiteX318" fmla="*/ 0 w 582039"/>
              <a:gd name="connsiteY318" fmla="*/ 580794 h 9164851"/>
              <a:gd name="connsiteX319" fmla="*/ 0 w 582039"/>
              <a:gd name="connsiteY319" fmla="*/ 606737 h 9164851"/>
              <a:gd name="connsiteX320" fmla="*/ 0 w 582039"/>
              <a:gd name="connsiteY320" fmla="*/ 683401 h 9164851"/>
              <a:gd name="connsiteX321" fmla="*/ 0 w 582039"/>
              <a:gd name="connsiteY321" fmla="*/ 709343 h 9164851"/>
              <a:gd name="connsiteX322" fmla="*/ 0 w 582039"/>
              <a:gd name="connsiteY322" fmla="*/ 724643 h 9164851"/>
              <a:gd name="connsiteX323" fmla="*/ 0 w 582039"/>
              <a:gd name="connsiteY323" fmla="*/ 750585 h 9164851"/>
              <a:gd name="connsiteX324" fmla="*/ 0 w 582039"/>
              <a:gd name="connsiteY324" fmla="*/ 791801 h 9164851"/>
              <a:gd name="connsiteX325" fmla="*/ 0 w 582039"/>
              <a:gd name="connsiteY325" fmla="*/ 817744 h 9164851"/>
              <a:gd name="connsiteX326" fmla="*/ 0 w 582039"/>
              <a:gd name="connsiteY326" fmla="*/ 833046 h 9164851"/>
              <a:gd name="connsiteX327" fmla="*/ 0 w 582039"/>
              <a:gd name="connsiteY327" fmla="*/ 858986 h 9164851"/>
              <a:gd name="connsiteX328" fmla="*/ 0 w 582039"/>
              <a:gd name="connsiteY328" fmla="*/ 981851 h 9164851"/>
              <a:gd name="connsiteX329" fmla="*/ 0 w 582039"/>
              <a:gd name="connsiteY329" fmla="*/ 1007793 h 9164851"/>
              <a:gd name="connsiteX330" fmla="*/ 0 w 582039"/>
              <a:gd name="connsiteY330" fmla="*/ 1023093 h 9164851"/>
              <a:gd name="connsiteX331" fmla="*/ 0 w 582039"/>
              <a:gd name="connsiteY331" fmla="*/ 1049035 h 9164851"/>
              <a:gd name="connsiteX332" fmla="*/ 0 w 582039"/>
              <a:gd name="connsiteY332" fmla="*/ 1090251 h 9164851"/>
              <a:gd name="connsiteX333" fmla="*/ 0 w 582039"/>
              <a:gd name="connsiteY333" fmla="*/ 1116194 h 9164851"/>
              <a:gd name="connsiteX334" fmla="*/ 0 w 582039"/>
              <a:gd name="connsiteY334" fmla="*/ 1131496 h 9164851"/>
              <a:gd name="connsiteX335" fmla="*/ 0 w 582039"/>
              <a:gd name="connsiteY335" fmla="*/ 1157436 h 9164851"/>
              <a:gd name="connsiteX336" fmla="*/ 0 w 582039"/>
              <a:gd name="connsiteY336" fmla="*/ 1169027 h 9164851"/>
              <a:gd name="connsiteX337" fmla="*/ 0 w 582039"/>
              <a:gd name="connsiteY337" fmla="*/ 1194967 h 9164851"/>
              <a:gd name="connsiteX338" fmla="*/ 0 w 582039"/>
              <a:gd name="connsiteY338" fmla="*/ 1210269 h 9164851"/>
              <a:gd name="connsiteX339" fmla="*/ 0 w 582039"/>
              <a:gd name="connsiteY339" fmla="*/ 1236212 h 9164851"/>
              <a:gd name="connsiteX340" fmla="*/ 0 w 582039"/>
              <a:gd name="connsiteY340" fmla="*/ 1277428 h 9164851"/>
              <a:gd name="connsiteX341" fmla="*/ 0 w 582039"/>
              <a:gd name="connsiteY341" fmla="*/ 1303371 h 9164851"/>
              <a:gd name="connsiteX342" fmla="*/ 0 w 582039"/>
              <a:gd name="connsiteY342" fmla="*/ 1318670 h 9164851"/>
              <a:gd name="connsiteX343" fmla="*/ 0 w 582039"/>
              <a:gd name="connsiteY343" fmla="*/ 1344613 h 9164851"/>
              <a:gd name="connsiteX344" fmla="*/ 0 w 582039"/>
              <a:gd name="connsiteY344" fmla="*/ 1455117 h 9164851"/>
              <a:gd name="connsiteX345" fmla="*/ 0 w 582039"/>
              <a:gd name="connsiteY345" fmla="*/ 1467477 h 9164851"/>
              <a:gd name="connsiteX346" fmla="*/ 0 w 582039"/>
              <a:gd name="connsiteY346" fmla="*/ 1493417 h 9164851"/>
              <a:gd name="connsiteX347" fmla="*/ 0 w 582039"/>
              <a:gd name="connsiteY347" fmla="*/ 1496359 h 9164851"/>
              <a:gd name="connsiteX348" fmla="*/ 0 w 582039"/>
              <a:gd name="connsiteY348" fmla="*/ 1508719 h 9164851"/>
              <a:gd name="connsiteX349" fmla="*/ 0 w 582039"/>
              <a:gd name="connsiteY349" fmla="*/ 1534662 h 9164851"/>
              <a:gd name="connsiteX350" fmla="*/ 0 w 582039"/>
              <a:gd name="connsiteY350" fmla="*/ 1537578 h 9164851"/>
              <a:gd name="connsiteX351" fmla="*/ 0 w 582039"/>
              <a:gd name="connsiteY351" fmla="*/ 1563518 h 9164851"/>
              <a:gd name="connsiteX352" fmla="*/ 0 w 582039"/>
              <a:gd name="connsiteY352" fmla="*/ 1575878 h 9164851"/>
              <a:gd name="connsiteX353" fmla="*/ 0 w 582039"/>
              <a:gd name="connsiteY353" fmla="*/ 1578820 h 9164851"/>
              <a:gd name="connsiteX354" fmla="*/ 0 w 582039"/>
              <a:gd name="connsiteY354" fmla="*/ 1601821 h 9164851"/>
              <a:gd name="connsiteX355" fmla="*/ 0 w 582039"/>
              <a:gd name="connsiteY355" fmla="*/ 1604763 h 9164851"/>
              <a:gd name="connsiteX356" fmla="*/ 0 w 582039"/>
              <a:gd name="connsiteY356" fmla="*/ 1617120 h 9164851"/>
              <a:gd name="connsiteX357" fmla="*/ 0 w 582039"/>
              <a:gd name="connsiteY357" fmla="*/ 1643063 h 9164851"/>
              <a:gd name="connsiteX358" fmla="*/ 0 w 582039"/>
              <a:gd name="connsiteY358" fmla="*/ 1719728 h 9164851"/>
              <a:gd name="connsiteX359" fmla="*/ 0 w 582039"/>
              <a:gd name="connsiteY359" fmla="*/ 1745671 h 9164851"/>
              <a:gd name="connsiteX360" fmla="*/ 0 w 582039"/>
              <a:gd name="connsiteY360" fmla="*/ 1753567 h 9164851"/>
              <a:gd name="connsiteX361" fmla="*/ 0 w 582039"/>
              <a:gd name="connsiteY361" fmla="*/ 1760972 h 9164851"/>
              <a:gd name="connsiteX362" fmla="*/ 0 w 582039"/>
              <a:gd name="connsiteY362" fmla="*/ 1786913 h 9164851"/>
              <a:gd name="connsiteX363" fmla="*/ 0 w 582039"/>
              <a:gd name="connsiteY363" fmla="*/ 1794809 h 9164851"/>
              <a:gd name="connsiteX364" fmla="*/ 0 w 582039"/>
              <a:gd name="connsiteY364" fmla="*/ 1828130 h 9164851"/>
              <a:gd name="connsiteX365" fmla="*/ 0 w 582039"/>
              <a:gd name="connsiteY365" fmla="*/ 1836028 h 9164851"/>
              <a:gd name="connsiteX366" fmla="*/ 0 w 582039"/>
              <a:gd name="connsiteY366" fmla="*/ 1861968 h 9164851"/>
              <a:gd name="connsiteX367" fmla="*/ 0 w 582039"/>
              <a:gd name="connsiteY367" fmla="*/ 1869374 h 9164851"/>
              <a:gd name="connsiteX368" fmla="*/ 0 w 582039"/>
              <a:gd name="connsiteY368" fmla="*/ 1877270 h 9164851"/>
              <a:gd name="connsiteX369" fmla="*/ 0 w 582039"/>
              <a:gd name="connsiteY369" fmla="*/ 1903213 h 9164851"/>
              <a:gd name="connsiteX370" fmla="*/ 0 w 582039"/>
              <a:gd name="connsiteY370" fmla="*/ 1979876 h 9164851"/>
              <a:gd name="connsiteX371" fmla="*/ 0 w 582039"/>
              <a:gd name="connsiteY371" fmla="*/ 2005819 h 9164851"/>
              <a:gd name="connsiteX372" fmla="*/ 0 w 582039"/>
              <a:gd name="connsiteY372" fmla="*/ 2018178 h 9164851"/>
              <a:gd name="connsiteX373" fmla="*/ 0 w 582039"/>
              <a:gd name="connsiteY373" fmla="*/ 2021120 h 9164851"/>
              <a:gd name="connsiteX374" fmla="*/ 0 w 582039"/>
              <a:gd name="connsiteY374" fmla="*/ 2044121 h 9164851"/>
              <a:gd name="connsiteX375" fmla="*/ 0 w 582039"/>
              <a:gd name="connsiteY375" fmla="*/ 2047063 h 9164851"/>
              <a:gd name="connsiteX376" fmla="*/ 0 w 582039"/>
              <a:gd name="connsiteY376" fmla="*/ 2059422 h 9164851"/>
              <a:gd name="connsiteX377" fmla="*/ 0 w 582039"/>
              <a:gd name="connsiteY377" fmla="*/ 2085363 h 9164851"/>
              <a:gd name="connsiteX378" fmla="*/ 0 w 582039"/>
              <a:gd name="connsiteY378" fmla="*/ 2088279 h 9164851"/>
              <a:gd name="connsiteX379" fmla="*/ 0 w 582039"/>
              <a:gd name="connsiteY379" fmla="*/ 2114222 h 9164851"/>
              <a:gd name="connsiteX380" fmla="*/ 0 w 582039"/>
              <a:gd name="connsiteY380" fmla="*/ 2126580 h 9164851"/>
              <a:gd name="connsiteX381" fmla="*/ 0 w 582039"/>
              <a:gd name="connsiteY381" fmla="*/ 2129522 h 9164851"/>
              <a:gd name="connsiteX382" fmla="*/ 0 w 582039"/>
              <a:gd name="connsiteY382" fmla="*/ 2155464 h 9164851"/>
              <a:gd name="connsiteX383" fmla="*/ 0 w 582039"/>
              <a:gd name="connsiteY383" fmla="*/ 2167824 h 9164851"/>
              <a:gd name="connsiteX384" fmla="*/ 0 w 582039"/>
              <a:gd name="connsiteY384" fmla="*/ 2278326 h 9164851"/>
              <a:gd name="connsiteX385" fmla="*/ 0 w 582039"/>
              <a:gd name="connsiteY385" fmla="*/ 2304269 h 9164851"/>
              <a:gd name="connsiteX386" fmla="*/ 0 w 582039"/>
              <a:gd name="connsiteY386" fmla="*/ 2319570 h 9164851"/>
              <a:gd name="connsiteX387" fmla="*/ 0 w 582039"/>
              <a:gd name="connsiteY387" fmla="*/ 2345513 h 9164851"/>
              <a:gd name="connsiteX388" fmla="*/ 0 w 582039"/>
              <a:gd name="connsiteY388" fmla="*/ 2386729 h 9164851"/>
              <a:gd name="connsiteX389" fmla="*/ 0 w 582039"/>
              <a:gd name="connsiteY389" fmla="*/ 2412672 h 9164851"/>
              <a:gd name="connsiteX390" fmla="*/ 0 w 582039"/>
              <a:gd name="connsiteY390" fmla="*/ 2427972 h 9164851"/>
              <a:gd name="connsiteX391" fmla="*/ 0 w 582039"/>
              <a:gd name="connsiteY391" fmla="*/ 2453914 h 9164851"/>
              <a:gd name="connsiteX392" fmla="*/ 0 w 582039"/>
              <a:gd name="connsiteY392" fmla="*/ 2465503 h 9164851"/>
              <a:gd name="connsiteX393" fmla="*/ 0 w 582039"/>
              <a:gd name="connsiteY393" fmla="*/ 2491444 h 9164851"/>
              <a:gd name="connsiteX394" fmla="*/ 0 w 582039"/>
              <a:gd name="connsiteY394" fmla="*/ 2506747 h 9164851"/>
              <a:gd name="connsiteX395" fmla="*/ 0 w 582039"/>
              <a:gd name="connsiteY395" fmla="*/ 2532688 h 9164851"/>
              <a:gd name="connsiteX396" fmla="*/ 0 w 582039"/>
              <a:gd name="connsiteY396" fmla="*/ 2573905 h 9164851"/>
              <a:gd name="connsiteX397" fmla="*/ 0 w 582039"/>
              <a:gd name="connsiteY397" fmla="*/ 2599846 h 9164851"/>
              <a:gd name="connsiteX398" fmla="*/ 0 w 582039"/>
              <a:gd name="connsiteY398" fmla="*/ 2615149 h 9164851"/>
              <a:gd name="connsiteX399" fmla="*/ 0 w 582039"/>
              <a:gd name="connsiteY399" fmla="*/ 2641090 h 9164851"/>
              <a:gd name="connsiteX400" fmla="*/ 0 w 582039"/>
              <a:gd name="connsiteY400" fmla="*/ 2763953 h 9164851"/>
              <a:gd name="connsiteX401" fmla="*/ 0 w 582039"/>
              <a:gd name="connsiteY401" fmla="*/ 2789894 h 9164851"/>
              <a:gd name="connsiteX402" fmla="*/ 0 w 582039"/>
              <a:gd name="connsiteY402" fmla="*/ 2805197 h 9164851"/>
              <a:gd name="connsiteX403" fmla="*/ 0 w 582039"/>
              <a:gd name="connsiteY403" fmla="*/ 2831138 h 9164851"/>
              <a:gd name="connsiteX404" fmla="*/ 0 w 582039"/>
              <a:gd name="connsiteY404" fmla="*/ 2872355 h 9164851"/>
              <a:gd name="connsiteX405" fmla="*/ 0 w 582039"/>
              <a:gd name="connsiteY405" fmla="*/ 2898296 h 9164851"/>
              <a:gd name="connsiteX406" fmla="*/ 0 w 582039"/>
              <a:gd name="connsiteY406" fmla="*/ 2901842 h 9164851"/>
              <a:gd name="connsiteX407" fmla="*/ 0 w 582039"/>
              <a:gd name="connsiteY407" fmla="*/ 2913599 h 9164851"/>
              <a:gd name="connsiteX408" fmla="*/ 0 w 582039"/>
              <a:gd name="connsiteY408" fmla="*/ 2938137 h 9164851"/>
              <a:gd name="connsiteX409" fmla="*/ 0 w 582039"/>
              <a:gd name="connsiteY409" fmla="*/ 2939540 h 9164851"/>
              <a:gd name="connsiteX410" fmla="*/ 0 w 582039"/>
              <a:gd name="connsiteY410" fmla="*/ 2943084 h 9164851"/>
              <a:gd name="connsiteX411" fmla="*/ 0 w 582039"/>
              <a:gd name="connsiteY411" fmla="*/ 2949840 h 9164851"/>
              <a:gd name="connsiteX412" fmla="*/ 0 w 582039"/>
              <a:gd name="connsiteY412" fmla="*/ 2984303 h 9164851"/>
              <a:gd name="connsiteX413" fmla="*/ 0 w 582039"/>
              <a:gd name="connsiteY413" fmla="*/ 3010243 h 9164851"/>
              <a:gd name="connsiteX414" fmla="*/ 0 w 582039"/>
              <a:gd name="connsiteY414" fmla="*/ 3025545 h 9164851"/>
              <a:gd name="connsiteX415" fmla="*/ 0 w 582039"/>
              <a:gd name="connsiteY415" fmla="*/ 3051488 h 9164851"/>
              <a:gd name="connsiteX416" fmla="*/ 0 w 582039"/>
              <a:gd name="connsiteY416" fmla="*/ 3200292 h 9164851"/>
              <a:gd name="connsiteX417" fmla="*/ 0 w 582039"/>
              <a:gd name="connsiteY417" fmla="*/ 3236587 h 9164851"/>
              <a:gd name="connsiteX418" fmla="*/ 0 w 582039"/>
              <a:gd name="connsiteY418" fmla="*/ 3241534 h 9164851"/>
              <a:gd name="connsiteX419" fmla="*/ 0 w 582039"/>
              <a:gd name="connsiteY419" fmla="*/ 3248290 h 9164851"/>
              <a:gd name="connsiteX420" fmla="*/ 0 w 582039"/>
              <a:gd name="connsiteY420" fmla="*/ 3282753 h 9164851"/>
              <a:gd name="connsiteX421" fmla="*/ 0 w 582039"/>
              <a:gd name="connsiteY421" fmla="*/ 3308693 h 9164851"/>
              <a:gd name="connsiteX422" fmla="*/ 0 w 582039"/>
              <a:gd name="connsiteY422" fmla="*/ 3323995 h 9164851"/>
              <a:gd name="connsiteX423" fmla="*/ 0 w 582039"/>
              <a:gd name="connsiteY423" fmla="*/ 3349938 h 9164851"/>
              <a:gd name="connsiteX424" fmla="*/ 0 w 582039"/>
              <a:gd name="connsiteY424" fmla="*/ 3426602 h 9164851"/>
              <a:gd name="connsiteX425" fmla="*/ 0 w 582039"/>
              <a:gd name="connsiteY425" fmla="*/ 3452544 h 9164851"/>
              <a:gd name="connsiteX426" fmla="*/ 0 w 582039"/>
              <a:gd name="connsiteY426" fmla="*/ 3467844 h 9164851"/>
              <a:gd name="connsiteX427" fmla="*/ 0 w 582039"/>
              <a:gd name="connsiteY427" fmla="*/ 3493786 h 9164851"/>
              <a:gd name="connsiteX428" fmla="*/ 0 w 582039"/>
              <a:gd name="connsiteY428" fmla="*/ 3535002 h 9164851"/>
              <a:gd name="connsiteX429" fmla="*/ 0 w 582039"/>
              <a:gd name="connsiteY429" fmla="*/ 3560945 h 9164851"/>
              <a:gd name="connsiteX430" fmla="*/ 0 w 582039"/>
              <a:gd name="connsiteY430" fmla="*/ 3576247 h 9164851"/>
              <a:gd name="connsiteX431" fmla="*/ 0 w 582039"/>
              <a:gd name="connsiteY431" fmla="*/ 3602187 h 9164851"/>
              <a:gd name="connsiteX432" fmla="*/ 0 w 582039"/>
              <a:gd name="connsiteY432" fmla="*/ 3725052 h 9164851"/>
              <a:gd name="connsiteX433" fmla="*/ 0 w 582039"/>
              <a:gd name="connsiteY433" fmla="*/ 3750994 h 9164851"/>
              <a:gd name="connsiteX434" fmla="*/ 0 w 582039"/>
              <a:gd name="connsiteY434" fmla="*/ 3766294 h 9164851"/>
              <a:gd name="connsiteX435" fmla="*/ 0 w 582039"/>
              <a:gd name="connsiteY435" fmla="*/ 3792236 h 9164851"/>
              <a:gd name="connsiteX436" fmla="*/ 0 w 582039"/>
              <a:gd name="connsiteY436" fmla="*/ 3833452 h 9164851"/>
              <a:gd name="connsiteX437" fmla="*/ 0 w 582039"/>
              <a:gd name="connsiteY437" fmla="*/ 3859395 h 9164851"/>
              <a:gd name="connsiteX438" fmla="*/ 0 w 582039"/>
              <a:gd name="connsiteY438" fmla="*/ 3874697 h 9164851"/>
              <a:gd name="connsiteX439" fmla="*/ 0 w 582039"/>
              <a:gd name="connsiteY439" fmla="*/ 3900637 h 9164851"/>
              <a:gd name="connsiteX440" fmla="*/ 0 w 582039"/>
              <a:gd name="connsiteY440" fmla="*/ 3912228 h 9164851"/>
              <a:gd name="connsiteX441" fmla="*/ 0 w 582039"/>
              <a:gd name="connsiteY441" fmla="*/ 3938168 h 9164851"/>
              <a:gd name="connsiteX442" fmla="*/ 0 w 582039"/>
              <a:gd name="connsiteY442" fmla="*/ 3953470 h 9164851"/>
              <a:gd name="connsiteX443" fmla="*/ 0 w 582039"/>
              <a:gd name="connsiteY443" fmla="*/ 3979413 h 9164851"/>
              <a:gd name="connsiteX444" fmla="*/ 0 w 582039"/>
              <a:gd name="connsiteY444" fmla="*/ 4020629 h 9164851"/>
              <a:gd name="connsiteX445" fmla="*/ 0 w 582039"/>
              <a:gd name="connsiteY445" fmla="*/ 4046572 h 9164851"/>
              <a:gd name="connsiteX446" fmla="*/ 0 w 582039"/>
              <a:gd name="connsiteY446" fmla="*/ 4061871 h 9164851"/>
              <a:gd name="connsiteX447" fmla="*/ 0 w 582039"/>
              <a:gd name="connsiteY447" fmla="*/ 4087814 h 9164851"/>
              <a:gd name="connsiteX448" fmla="*/ 0 w 582039"/>
              <a:gd name="connsiteY448" fmla="*/ 4198318 h 9164851"/>
              <a:gd name="connsiteX449" fmla="*/ 0 w 582039"/>
              <a:gd name="connsiteY449" fmla="*/ 4210678 h 9164851"/>
              <a:gd name="connsiteX450" fmla="*/ 0 w 582039"/>
              <a:gd name="connsiteY450" fmla="*/ 4216291 h 9164851"/>
              <a:gd name="connsiteX451" fmla="*/ 0 w 582039"/>
              <a:gd name="connsiteY451" fmla="*/ 4236618 h 9164851"/>
              <a:gd name="connsiteX452" fmla="*/ 0 w 582039"/>
              <a:gd name="connsiteY452" fmla="*/ 4239560 h 9164851"/>
              <a:gd name="connsiteX453" fmla="*/ 0 w 582039"/>
              <a:gd name="connsiteY453" fmla="*/ 4251920 h 9164851"/>
              <a:gd name="connsiteX454" fmla="*/ 0 w 582039"/>
              <a:gd name="connsiteY454" fmla="*/ 4257533 h 9164851"/>
              <a:gd name="connsiteX455" fmla="*/ 0 w 582039"/>
              <a:gd name="connsiteY455" fmla="*/ 4277863 h 9164851"/>
              <a:gd name="connsiteX456" fmla="*/ 0 w 582039"/>
              <a:gd name="connsiteY456" fmla="*/ 4280779 h 9164851"/>
              <a:gd name="connsiteX457" fmla="*/ 0 w 582039"/>
              <a:gd name="connsiteY457" fmla="*/ 4298752 h 9164851"/>
              <a:gd name="connsiteX458" fmla="*/ 0 w 582039"/>
              <a:gd name="connsiteY458" fmla="*/ 4306719 h 9164851"/>
              <a:gd name="connsiteX459" fmla="*/ 0 w 582039"/>
              <a:gd name="connsiteY459" fmla="*/ 4319079 h 9164851"/>
              <a:gd name="connsiteX460" fmla="*/ 0 w 582039"/>
              <a:gd name="connsiteY460" fmla="*/ 4322021 h 9164851"/>
              <a:gd name="connsiteX461" fmla="*/ 0 w 582039"/>
              <a:gd name="connsiteY461" fmla="*/ 4324692 h 9164851"/>
              <a:gd name="connsiteX462" fmla="*/ 0 w 582039"/>
              <a:gd name="connsiteY462" fmla="*/ 4339994 h 9164851"/>
              <a:gd name="connsiteX463" fmla="*/ 0 w 582039"/>
              <a:gd name="connsiteY463" fmla="*/ 4345022 h 9164851"/>
              <a:gd name="connsiteX464" fmla="*/ 0 w 582039"/>
              <a:gd name="connsiteY464" fmla="*/ 4347964 h 9164851"/>
              <a:gd name="connsiteX465" fmla="*/ 0 w 582039"/>
              <a:gd name="connsiteY465" fmla="*/ 4360321 h 9164851"/>
              <a:gd name="connsiteX466" fmla="*/ 0 w 582039"/>
              <a:gd name="connsiteY466" fmla="*/ 4365937 h 9164851"/>
              <a:gd name="connsiteX467" fmla="*/ 0 w 582039"/>
              <a:gd name="connsiteY467" fmla="*/ 4386264 h 9164851"/>
              <a:gd name="connsiteX468" fmla="*/ 0 w 582039"/>
              <a:gd name="connsiteY468" fmla="*/ 4462929 h 9164851"/>
              <a:gd name="connsiteX469" fmla="*/ 0 w 582039"/>
              <a:gd name="connsiteY469" fmla="*/ 4488872 h 9164851"/>
              <a:gd name="connsiteX470" fmla="*/ 0 w 582039"/>
              <a:gd name="connsiteY470" fmla="*/ 4496768 h 9164851"/>
              <a:gd name="connsiteX471" fmla="*/ 0 w 582039"/>
              <a:gd name="connsiteY471" fmla="*/ 4504173 h 9164851"/>
              <a:gd name="connsiteX472" fmla="*/ 0 w 582039"/>
              <a:gd name="connsiteY472" fmla="*/ 4514741 h 9164851"/>
              <a:gd name="connsiteX473" fmla="*/ 0 w 582039"/>
              <a:gd name="connsiteY473" fmla="*/ 4530114 h 9164851"/>
              <a:gd name="connsiteX474" fmla="*/ 0 w 582039"/>
              <a:gd name="connsiteY474" fmla="*/ 4538010 h 9164851"/>
              <a:gd name="connsiteX475" fmla="*/ 0 w 582039"/>
              <a:gd name="connsiteY475" fmla="*/ 4555983 h 9164851"/>
              <a:gd name="connsiteX476" fmla="*/ 0 w 582039"/>
              <a:gd name="connsiteY476" fmla="*/ 4571331 h 9164851"/>
              <a:gd name="connsiteX477" fmla="*/ 0 w 582039"/>
              <a:gd name="connsiteY477" fmla="*/ 4579229 h 9164851"/>
              <a:gd name="connsiteX478" fmla="*/ 0 w 582039"/>
              <a:gd name="connsiteY478" fmla="*/ 4597202 h 9164851"/>
              <a:gd name="connsiteX479" fmla="*/ 0 w 582039"/>
              <a:gd name="connsiteY479" fmla="*/ 4605169 h 9164851"/>
              <a:gd name="connsiteX480" fmla="*/ 0 w 582039"/>
              <a:gd name="connsiteY480" fmla="*/ 4612575 h 9164851"/>
              <a:gd name="connsiteX481" fmla="*/ 0 w 582039"/>
              <a:gd name="connsiteY481" fmla="*/ 4620471 h 9164851"/>
              <a:gd name="connsiteX482" fmla="*/ 0 w 582039"/>
              <a:gd name="connsiteY482" fmla="*/ 4623142 h 9164851"/>
              <a:gd name="connsiteX483" fmla="*/ 0 w 582039"/>
              <a:gd name="connsiteY483" fmla="*/ 4638444 h 9164851"/>
              <a:gd name="connsiteX484" fmla="*/ 0 w 582039"/>
              <a:gd name="connsiteY484" fmla="*/ 4646414 h 9164851"/>
              <a:gd name="connsiteX485" fmla="*/ 0 w 582039"/>
              <a:gd name="connsiteY485" fmla="*/ 4664387 h 9164851"/>
              <a:gd name="connsiteX486" fmla="*/ 0 w 582039"/>
              <a:gd name="connsiteY486" fmla="*/ 4723077 h 9164851"/>
              <a:gd name="connsiteX487" fmla="*/ 0 w 582039"/>
              <a:gd name="connsiteY487" fmla="*/ 4741051 h 9164851"/>
              <a:gd name="connsiteX488" fmla="*/ 0 w 582039"/>
              <a:gd name="connsiteY488" fmla="*/ 4749020 h 9164851"/>
              <a:gd name="connsiteX489" fmla="*/ 0 w 582039"/>
              <a:gd name="connsiteY489" fmla="*/ 4761379 h 9164851"/>
              <a:gd name="connsiteX490" fmla="*/ 0 w 582039"/>
              <a:gd name="connsiteY490" fmla="*/ 4764321 h 9164851"/>
              <a:gd name="connsiteX491" fmla="*/ 0 w 582039"/>
              <a:gd name="connsiteY491" fmla="*/ 4766993 h 9164851"/>
              <a:gd name="connsiteX492" fmla="*/ 0 w 582039"/>
              <a:gd name="connsiteY492" fmla="*/ 4782293 h 9164851"/>
              <a:gd name="connsiteX493" fmla="*/ 0 w 582039"/>
              <a:gd name="connsiteY493" fmla="*/ 4787322 h 9164851"/>
              <a:gd name="connsiteX494" fmla="*/ 0 w 582039"/>
              <a:gd name="connsiteY494" fmla="*/ 4790264 h 9164851"/>
              <a:gd name="connsiteX495" fmla="*/ 0 w 582039"/>
              <a:gd name="connsiteY495" fmla="*/ 4802623 h 9164851"/>
              <a:gd name="connsiteX496" fmla="*/ 0 w 582039"/>
              <a:gd name="connsiteY496" fmla="*/ 4808235 h 9164851"/>
              <a:gd name="connsiteX497" fmla="*/ 0 w 582039"/>
              <a:gd name="connsiteY497" fmla="*/ 4828564 h 9164851"/>
              <a:gd name="connsiteX498" fmla="*/ 0 w 582039"/>
              <a:gd name="connsiteY498" fmla="*/ 4831480 h 9164851"/>
              <a:gd name="connsiteX499" fmla="*/ 0 w 582039"/>
              <a:gd name="connsiteY499" fmla="*/ 4849451 h 9164851"/>
              <a:gd name="connsiteX500" fmla="*/ 0 w 582039"/>
              <a:gd name="connsiteY500" fmla="*/ 4857423 h 9164851"/>
              <a:gd name="connsiteX501" fmla="*/ 0 w 582039"/>
              <a:gd name="connsiteY501" fmla="*/ 4869781 h 9164851"/>
              <a:gd name="connsiteX502" fmla="*/ 0 w 582039"/>
              <a:gd name="connsiteY502" fmla="*/ 4872723 h 9164851"/>
              <a:gd name="connsiteX503" fmla="*/ 0 w 582039"/>
              <a:gd name="connsiteY503" fmla="*/ 4875394 h 9164851"/>
              <a:gd name="connsiteX504" fmla="*/ 0 w 582039"/>
              <a:gd name="connsiteY504" fmla="*/ 4890696 h 9164851"/>
              <a:gd name="connsiteX505" fmla="*/ 0 w 582039"/>
              <a:gd name="connsiteY505" fmla="*/ 4898665 h 9164851"/>
              <a:gd name="connsiteX506" fmla="*/ 0 w 582039"/>
              <a:gd name="connsiteY506" fmla="*/ 4911025 h 9164851"/>
              <a:gd name="connsiteX507" fmla="*/ 0 w 582039"/>
              <a:gd name="connsiteY507" fmla="*/ 4916636 h 9164851"/>
              <a:gd name="connsiteX508" fmla="*/ 0 w 582039"/>
              <a:gd name="connsiteY508" fmla="*/ 5021527 h 9164851"/>
              <a:gd name="connsiteX509" fmla="*/ 0 w 582039"/>
              <a:gd name="connsiteY509" fmla="*/ 5039501 h 9164851"/>
              <a:gd name="connsiteX510" fmla="*/ 0 w 582039"/>
              <a:gd name="connsiteY510" fmla="*/ 5047470 h 9164851"/>
              <a:gd name="connsiteX511" fmla="*/ 0 w 582039"/>
              <a:gd name="connsiteY511" fmla="*/ 5062771 h 9164851"/>
              <a:gd name="connsiteX512" fmla="*/ 0 w 582039"/>
              <a:gd name="connsiteY512" fmla="*/ 5065443 h 9164851"/>
              <a:gd name="connsiteX513" fmla="*/ 0 w 582039"/>
              <a:gd name="connsiteY513" fmla="*/ 5080743 h 9164851"/>
              <a:gd name="connsiteX514" fmla="*/ 0 w 582039"/>
              <a:gd name="connsiteY514" fmla="*/ 5088714 h 9164851"/>
              <a:gd name="connsiteX515" fmla="*/ 0 w 582039"/>
              <a:gd name="connsiteY515" fmla="*/ 5106685 h 9164851"/>
              <a:gd name="connsiteX516" fmla="*/ 0 w 582039"/>
              <a:gd name="connsiteY516" fmla="*/ 5129930 h 9164851"/>
              <a:gd name="connsiteX517" fmla="*/ 0 w 582039"/>
              <a:gd name="connsiteY517" fmla="*/ 5147901 h 9164851"/>
              <a:gd name="connsiteX518" fmla="*/ 0 w 582039"/>
              <a:gd name="connsiteY518" fmla="*/ 5155873 h 9164851"/>
              <a:gd name="connsiteX519" fmla="*/ 0 w 582039"/>
              <a:gd name="connsiteY519" fmla="*/ 5171173 h 9164851"/>
              <a:gd name="connsiteX520" fmla="*/ 0 w 582039"/>
              <a:gd name="connsiteY520" fmla="*/ 5173844 h 9164851"/>
              <a:gd name="connsiteX521" fmla="*/ 0 w 582039"/>
              <a:gd name="connsiteY521" fmla="*/ 5189146 h 9164851"/>
              <a:gd name="connsiteX522" fmla="*/ 0 w 582039"/>
              <a:gd name="connsiteY522" fmla="*/ 5197115 h 9164851"/>
              <a:gd name="connsiteX523" fmla="*/ 0 w 582039"/>
              <a:gd name="connsiteY523" fmla="*/ 5208704 h 9164851"/>
              <a:gd name="connsiteX524" fmla="*/ 0 w 582039"/>
              <a:gd name="connsiteY524" fmla="*/ 5215086 h 9164851"/>
              <a:gd name="connsiteX525" fmla="*/ 0 w 582039"/>
              <a:gd name="connsiteY525" fmla="*/ 5226677 h 9164851"/>
              <a:gd name="connsiteX526" fmla="*/ 0 w 582039"/>
              <a:gd name="connsiteY526" fmla="*/ 5234645 h 9164851"/>
              <a:gd name="connsiteX527" fmla="*/ 0 w 582039"/>
              <a:gd name="connsiteY527" fmla="*/ 5249948 h 9164851"/>
              <a:gd name="connsiteX528" fmla="*/ 0 w 582039"/>
              <a:gd name="connsiteY528" fmla="*/ 5252617 h 9164851"/>
              <a:gd name="connsiteX529" fmla="*/ 0 w 582039"/>
              <a:gd name="connsiteY529" fmla="*/ 5267919 h 9164851"/>
              <a:gd name="connsiteX530" fmla="*/ 0 w 582039"/>
              <a:gd name="connsiteY530" fmla="*/ 5275889 h 9164851"/>
              <a:gd name="connsiteX531" fmla="*/ 0 w 582039"/>
              <a:gd name="connsiteY531" fmla="*/ 5293862 h 9164851"/>
              <a:gd name="connsiteX532" fmla="*/ 0 w 582039"/>
              <a:gd name="connsiteY532" fmla="*/ 5317106 h 9164851"/>
              <a:gd name="connsiteX533" fmla="*/ 0 w 582039"/>
              <a:gd name="connsiteY533" fmla="*/ 5335078 h 9164851"/>
              <a:gd name="connsiteX534" fmla="*/ 0 w 582039"/>
              <a:gd name="connsiteY534" fmla="*/ 5343047 h 9164851"/>
              <a:gd name="connsiteX535" fmla="*/ 0 w 582039"/>
              <a:gd name="connsiteY535" fmla="*/ 5358350 h 9164851"/>
              <a:gd name="connsiteX536" fmla="*/ 0 w 582039"/>
              <a:gd name="connsiteY536" fmla="*/ 5361021 h 9164851"/>
              <a:gd name="connsiteX537" fmla="*/ 0 w 582039"/>
              <a:gd name="connsiteY537" fmla="*/ 5376320 h 9164851"/>
              <a:gd name="connsiteX538" fmla="*/ 0 w 582039"/>
              <a:gd name="connsiteY538" fmla="*/ 5384291 h 9164851"/>
              <a:gd name="connsiteX539" fmla="*/ 0 w 582039"/>
              <a:gd name="connsiteY539" fmla="*/ 5402263 h 9164851"/>
              <a:gd name="connsiteX540" fmla="*/ 0 w 582039"/>
              <a:gd name="connsiteY540" fmla="*/ 5507154 h 9164851"/>
              <a:gd name="connsiteX541" fmla="*/ 0 w 582039"/>
              <a:gd name="connsiteY541" fmla="*/ 5512767 h 9164851"/>
              <a:gd name="connsiteX542" fmla="*/ 0 w 582039"/>
              <a:gd name="connsiteY542" fmla="*/ 5525127 h 9164851"/>
              <a:gd name="connsiteX543" fmla="*/ 0 w 582039"/>
              <a:gd name="connsiteY543" fmla="*/ 5533095 h 9164851"/>
              <a:gd name="connsiteX544" fmla="*/ 0 w 582039"/>
              <a:gd name="connsiteY544" fmla="*/ 5548398 h 9164851"/>
              <a:gd name="connsiteX545" fmla="*/ 0 w 582039"/>
              <a:gd name="connsiteY545" fmla="*/ 5551067 h 9164851"/>
              <a:gd name="connsiteX546" fmla="*/ 0 w 582039"/>
              <a:gd name="connsiteY546" fmla="*/ 5554009 h 9164851"/>
              <a:gd name="connsiteX547" fmla="*/ 0 w 582039"/>
              <a:gd name="connsiteY547" fmla="*/ 5566369 h 9164851"/>
              <a:gd name="connsiteX548" fmla="*/ 0 w 582039"/>
              <a:gd name="connsiteY548" fmla="*/ 5574339 h 9164851"/>
              <a:gd name="connsiteX549" fmla="*/ 0 w 582039"/>
              <a:gd name="connsiteY549" fmla="*/ 5592312 h 9164851"/>
              <a:gd name="connsiteX550" fmla="*/ 0 w 582039"/>
              <a:gd name="connsiteY550" fmla="*/ 5595228 h 9164851"/>
              <a:gd name="connsiteX551" fmla="*/ 0 w 582039"/>
              <a:gd name="connsiteY551" fmla="*/ 5615556 h 9164851"/>
              <a:gd name="connsiteX552" fmla="*/ 0 w 582039"/>
              <a:gd name="connsiteY552" fmla="*/ 5621168 h 9164851"/>
              <a:gd name="connsiteX553" fmla="*/ 0 w 582039"/>
              <a:gd name="connsiteY553" fmla="*/ 5633528 h 9164851"/>
              <a:gd name="connsiteX554" fmla="*/ 0 w 582039"/>
              <a:gd name="connsiteY554" fmla="*/ 5636470 h 9164851"/>
              <a:gd name="connsiteX555" fmla="*/ 0 w 582039"/>
              <a:gd name="connsiteY555" fmla="*/ 5641497 h 9164851"/>
              <a:gd name="connsiteX556" fmla="*/ 0 w 582039"/>
              <a:gd name="connsiteY556" fmla="*/ 5656800 h 9164851"/>
              <a:gd name="connsiteX557" fmla="*/ 0 w 582039"/>
              <a:gd name="connsiteY557" fmla="*/ 5659471 h 9164851"/>
              <a:gd name="connsiteX558" fmla="*/ 0 w 582039"/>
              <a:gd name="connsiteY558" fmla="*/ 5662413 h 9164851"/>
              <a:gd name="connsiteX559" fmla="*/ 0 w 582039"/>
              <a:gd name="connsiteY559" fmla="*/ 5674770 h 9164851"/>
              <a:gd name="connsiteX560" fmla="*/ 0 w 582039"/>
              <a:gd name="connsiteY560" fmla="*/ 5681338 h 9164851"/>
              <a:gd name="connsiteX561" fmla="*/ 0 w 582039"/>
              <a:gd name="connsiteY561" fmla="*/ 5682741 h 9164851"/>
              <a:gd name="connsiteX562" fmla="*/ 0 w 582039"/>
              <a:gd name="connsiteY562" fmla="*/ 5693041 h 9164851"/>
              <a:gd name="connsiteX563" fmla="*/ 0 w 582039"/>
              <a:gd name="connsiteY563" fmla="*/ 5700713 h 9164851"/>
              <a:gd name="connsiteX564" fmla="*/ 0 w 582039"/>
              <a:gd name="connsiteY564" fmla="*/ 5777378 h 9164851"/>
              <a:gd name="connsiteX565" fmla="*/ 0 w 582039"/>
              <a:gd name="connsiteY565" fmla="*/ 5803321 h 9164851"/>
              <a:gd name="connsiteX566" fmla="*/ 0 w 582039"/>
              <a:gd name="connsiteY566" fmla="*/ 5811217 h 9164851"/>
              <a:gd name="connsiteX567" fmla="*/ 0 w 582039"/>
              <a:gd name="connsiteY567" fmla="*/ 5818622 h 9164851"/>
              <a:gd name="connsiteX568" fmla="*/ 0 w 582039"/>
              <a:gd name="connsiteY568" fmla="*/ 5844563 h 9164851"/>
              <a:gd name="connsiteX569" fmla="*/ 0 w 582039"/>
              <a:gd name="connsiteY569" fmla="*/ 5852459 h 9164851"/>
              <a:gd name="connsiteX570" fmla="*/ 0 w 582039"/>
              <a:gd name="connsiteY570" fmla="*/ 5885780 h 9164851"/>
              <a:gd name="connsiteX571" fmla="*/ 0 w 582039"/>
              <a:gd name="connsiteY571" fmla="*/ 5893678 h 9164851"/>
              <a:gd name="connsiteX572" fmla="*/ 0 w 582039"/>
              <a:gd name="connsiteY572" fmla="*/ 5919618 h 9164851"/>
              <a:gd name="connsiteX573" fmla="*/ 0 w 582039"/>
              <a:gd name="connsiteY573" fmla="*/ 5927024 h 9164851"/>
              <a:gd name="connsiteX574" fmla="*/ 0 w 582039"/>
              <a:gd name="connsiteY574" fmla="*/ 5934920 h 9164851"/>
              <a:gd name="connsiteX575" fmla="*/ 0 w 582039"/>
              <a:gd name="connsiteY575" fmla="*/ 5960863 h 9164851"/>
              <a:gd name="connsiteX576" fmla="*/ 0 w 582039"/>
              <a:gd name="connsiteY576" fmla="*/ 5979788 h 9164851"/>
              <a:gd name="connsiteX577" fmla="*/ 0 w 582039"/>
              <a:gd name="connsiteY577" fmla="*/ 5991491 h 9164851"/>
              <a:gd name="connsiteX578" fmla="*/ 0 w 582039"/>
              <a:gd name="connsiteY578" fmla="*/ 6037526 h 9164851"/>
              <a:gd name="connsiteX579" fmla="*/ 0 w 582039"/>
              <a:gd name="connsiteY579" fmla="*/ 6063469 h 9164851"/>
              <a:gd name="connsiteX580" fmla="*/ 0 w 582039"/>
              <a:gd name="connsiteY580" fmla="*/ 6075828 h 9164851"/>
              <a:gd name="connsiteX581" fmla="*/ 0 w 582039"/>
              <a:gd name="connsiteY581" fmla="*/ 6078770 h 9164851"/>
              <a:gd name="connsiteX582" fmla="*/ 0 w 582039"/>
              <a:gd name="connsiteY582" fmla="*/ 6101771 h 9164851"/>
              <a:gd name="connsiteX583" fmla="*/ 0 w 582039"/>
              <a:gd name="connsiteY583" fmla="*/ 6104713 h 9164851"/>
              <a:gd name="connsiteX584" fmla="*/ 0 w 582039"/>
              <a:gd name="connsiteY584" fmla="*/ 6117072 h 9164851"/>
              <a:gd name="connsiteX585" fmla="*/ 0 w 582039"/>
              <a:gd name="connsiteY585" fmla="*/ 6143013 h 9164851"/>
              <a:gd name="connsiteX586" fmla="*/ 0 w 582039"/>
              <a:gd name="connsiteY586" fmla="*/ 6145929 h 9164851"/>
              <a:gd name="connsiteX587" fmla="*/ 0 w 582039"/>
              <a:gd name="connsiteY587" fmla="*/ 6171872 h 9164851"/>
              <a:gd name="connsiteX588" fmla="*/ 0 w 582039"/>
              <a:gd name="connsiteY588" fmla="*/ 6184230 h 9164851"/>
              <a:gd name="connsiteX589" fmla="*/ 0 w 582039"/>
              <a:gd name="connsiteY589" fmla="*/ 6187172 h 9164851"/>
              <a:gd name="connsiteX590" fmla="*/ 0 w 582039"/>
              <a:gd name="connsiteY590" fmla="*/ 6213114 h 9164851"/>
              <a:gd name="connsiteX591" fmla="*/ 0 w 582039"/>
              <a:gd name="connsiteY591" fmla="*/ 6225474 h 9164851"/>
              <a:gd name="connsiteX592" fmla="*/ 0 w 582039"/>
              <a:gd name="connsiteY592" fmla="*/ 6335976 h 9164851"/>
              <a:gd name="connsiteX593" fmla="*/ 0 w 582039"/>
              <a:gd name="connsiteY593" fmla="*/ 6361919 h 9164851"/>
              <a:gd name="connsiteX594" fmla="*/ 0 w 582039"/>
              <a:gd name="connsiteY594" fmla="*/ 6377220 h 9164851"/>
              <a:gd name="connsiteX595" fmla="*/ 0 w 582039"/>
              <a:gd name="connsiteY595" fmla="*/ 6403163 h 9164851"/>
              <a:gd name="connsiteX596" fmla="*/ 0 w 582039"/>
              <a:gd name="connsiteY596" fmla="*/ 6444379 h 9164851"/>
              <a:gd name="connsiteX597" fmla="*/ 0 w 582039"/>
              <a:gd name="connsiteY597" fmla="*/ 6470322 h 9164851"/>
              <a:gd name="connsiteX598" fmla="*/ 0 w 582039"/>
              <a:gd name="connsiteY598" fmla="*/ 6485622 h 9164851"/>
              <a:gd name="connsiteX599" fmla="*/ 0 w 582039"/>
              <a:gd name="connsiteY599" fmla="*/ 6511564 h 9164851"/>
              <a:gd name="connsiteX600" fmla="*/ 0 w 582039"/>
              <a:gd name="connsiteY600" fmla="*/ 6523153 h 9164851"/>
              <a:gd name="connsiteX601" fmla="*/ 0 w 582039"/>
              <a:gd name="connsiteY601" fmla="*/ 6549094 h 9164851"/>
              <a:gd name="connsiteX602" fmla="*/ 0 w 582039"/>
              <a:gd name="connsiteY602" fmla="*/ 6564397 h 9164851"/>
              <a:gd name="connsiteX603" fmla="*/ 0 w 582039"/>
              <a:gd name="connsiteY603" fmla="*/ 6590338 h 9164851"/>
              <a:gd name="connsiteX604" fmla="*/ 0 w 582039"/>
              <a:gd name="connsiteY604" fmla="*/ 6631555 h 9164851"/>
              <a:gd name="connsiteX605" fmla="*/ 0 w 582039"/>
              <a:gd name="connsiteY605" fmla="*/ 6657496 h 9164851"/>
              <a:gd name="connsiteX606" fmla="*/ 0 w 582039"/>
              <a:gd name="connsiteY606" fmla="*/ 6672799 h 9164851"/>
              <a:gd name="connsiteX607" fmla="*/ 0 w 582039"/>
              <a:gd name="connsiteY607" fmla="*/ 6698740 h 9164851"/>
              <a:gd name="connsiteX608" fmla="*/ 0 w 582039"/>
              <a:gd name="connsiteY608" fmla="*/ 6821603 h 9164851"/>
              <a:gd name="connsiteX609" fmla="*/ 0 w 582039"/>
              <a:gd name="connsiteY609" fmla="*/ 6847544 h 9164851"/>
              <a:gd name="connsiteX610" fmla="*/ 0 w 582039"/>
              <a:gd name="connsiteY610" fmla="*/ 6862847 h 9164851"/>
              <a:gd name="connsiteX611" fmla="*/ 0 w 582039"/>
              <a:gd name="connsiteY611" fmla="*/ 6888788 h 9164851"/>
              <a:gd name="connsiteX612" fmla="*/ 0 w 582039"/>
              <a:gd name="connsiteY612" fmla="*/ 6930005 h 9164851"/>
              <a:gd name="connsiteX613" fmla="*/ 0 w 582039"/>
              <a:gd name="connsiteY613" fmla="*/ 6955946 h 9164851"/>
              <a:gd name="connsiteX614" fmla="*/ 0 w 582039"/>
              <a:gd name="connsiteY614" fmla="*/ 6959492 h 9164851"/>
              <a:gd name="connsiteX615" fmla="*/ 0 w 582039"/>
              <a:gd name="connsiteY615" fmla="*/ 6971249 h 9164851"/>
              <a:gd name="connsiteX616" fmla="*/ 0 w 582039"/>
              <a:gd name="connsiteY616" fmla="*/ 6995787 h 9164851"/>
              <a:gd name="connsiteX617" fmla="*/ 0 w 582039"/>
              <a:gd name="connsiteY617" fmla="*/ 6997190 h 9164851"/>
              <a:gd name="connsiteX618" fmla="*/ 0 w 582039"/>
              <a:gd name="connsiteY618" fmla="*/ 7000734 h 9164851"/>
              <a:gd name="connsiteX619" fmla="*/ 0 w 582039"/>
              <a:gd name="connsiteY619" fmla="*/ 7007490 h 9164851"/>
              <a:gd name="connsiteX620" fmla="*/ 0 w 582039"/>
              <a:gd name="connsiteY620" fmla="*/ 7041953 h 9164851"/>
              <a:gd name="connsiteX621" fmla="*/ 0 w 582039"/>
              <a:gd name="connsiteY621" fmla="*/ 7067893 h 9164851"/>
              <a:gd name="connsiteX622" fmla="*/ 0 w 582039"/>
              <a:gd name="connsiteY622" fmla="*/ 7083195 h 9164851"/>
              <a:gd name="connsiteX623" fmla="*/ 0 w 582039"/>
              <a:gd name="connsiteY623" fmla="*/ 7109138 h 9164851"/>
              <a:gd name="connsiteX624" fmla="*/ 0 w 582039"/>
              <a:gd name="connsiteY624" fmla="*/ 7257942 h 9164851"/>
              <a:gd name="connsiteX625" fmla="*/ 0 w 582039"/>
              <a:gd name="connsiteY625" fmla="*/ 7294237 h 9164851"/>
              <a:gd name="connsiteX626" fmla="*/ 0 w 582039"/>
              <a:gd name="connsiteY626" fmla="*/ 7299184 h 9164851"/>
              <a:gd name="connsiteX627" fmla="*/ 0 w 582039"/>
              <a:gd name="connsiteY627" fmla="*/ 7305940 h 9164851"/>
              <a:gd name="connsiteX628" fmla="*/ 0 w 582039"/>
              <a:gd name="connsiteY628" fmla="*/ 7340403 h 9164851"/>
              <a:gd name="connsiteX629" fmla="*/ 0 w 582039"/>
              <a:gd name="connsiteY629" fmla="*/ 7366343 h 9164851"/>
              <a:gd name="connsiteX630" fmla="*/ 0 w 582039"/>
              <a:gd name="connsiteY630" fmla="*/ 7381645 h 9164851"/>
              <a:gd name="connsiteX631" fmla="*/ 0 w 582039"/>
              <a:gd name="connsiteY631" fmla="*/ 7407588 h 9164851"/>
              <a:gd name="connsiteX632" fmla="*/ 0 w 582039"/>
              <a:gd name="connsiteY632" fmla="*/ 7484252 h 9164851"/>
              <a:gd name="connsiteX633" fmla="*/ 0 w 582039"/>
              <a:gd name="connsiteY633" fmla="*/ 7510194 h 9164851"/>
              <a:gd name="connsiteX634" fmla="*/ 0 w 582039"/>
              <a:gd name="connsiteY634" fmla="*/ 7525494 h 9164851"/>
              <a:gd name="connsiteX635" fmla="*/ 0 w 582039"/>
              <a:gd name="connsiteY635" fmla="*/ 7551436 h 9164851"/>
              <a:gd name="connsiteX636" fmla="*/ 0 w 582039"/>
              <a:gd name="connsiteY636" fmla="*/ 7592652 h 9164851"/>
              <a:gd name="connsiteX637" fmla="*/ 0 w 582039"/>
              <a:gd name="connsiteY637" fmla="*/ 7618595 h 9164851"/>
              <a:gd name="connsiteX638" fmla="*/ 0 w 582039"/>
              <a:gd name="connsiteY638" fmla="*/ 7633897 h 9164851"/>
              <a:gd name="connsiteX639" fmla="*/ 0 w 582039"/>
              <a:gd name="connsiteY639" fmla="*/ 7659837 h 9164851"/>
              <a:gd name="connsiteX640" fmla="*/ 0 w 582039"/>
              <a:gd name="connsiteY640" fmla="*/ 7782702 h 9164851"/>
              <a:gd name="connsiteX641" fmla="*/ 0 w 582039"/>
              <a:gd name="connsiteY641" fmla="*/ 7808644 h 9164851"/>
              <a:gd name="connsiteX642" fmla="*/ 0 w 582039"/>
              <a:gd name="connsiteY642" fmla="*/ 7823944 h 9164851"/>
              <a:gd name="connsiteX643" fmla="*/ 0 w 582039"/>
              <a:gd name="connsiteY643" fmla="*/ 7849886 h 9164851"/>
              <a:gd name="connsiteX644" fmla="*/ 0 w 582039"/>
              <a:gd name="connsiteY644" fmla="*/ 7891102 h 9164851"/>
              <a:gd name="connsiteX645" fmla="*/ 0 w 582039"/>
              <a:gd name="connsiteY645" fmla="*/ 7917045 h 9164851"/>
              <a:gd name="connsiteX646" fmla="*/ 0 w 582039"/>
              <a:gd name="connsiteY646" fmla="*/ 7932347 h 9164851"/>
              <a:gd name="connsiteX647" fmla="*/ 0 w 582039"/>
              <a:gd name="connsiteY647" fmla="*/ 7958287 h 9164851"/>
              <a:gd name="connsiteX648" fmla="*/ 0 w 582039"/>
              <a:gd name="connsiteY648" fmla="*/ 7969878 h 9164851"/>
              <a:gd name="connsiteX649" fmla="*/ 0 w 582039"/>
              <a:gd name="connsiteY649" fmla="*/ 7995818 h 9164851"/>
              <a:gd name="connsiteX650" fmla="*/ 0 w 582039"/>
              <a:gd name="connsiteY650" fmla="*/ 8011120 h 9164851"/>
              <a:gd name="connsiteX651" fmla="*/ 0 w 582039"/>
              <a:gd name="connsiteY651" fmla="*/ 8037063 h 9164851"/>
              <a:gd name="connsiteX652" fmla="*/ 0 w 582039"/>
              <a:gd name="connsiteY652" fmla="*/ 8078279 h 9164851"/>
              <a:gd name="connsiteX653" fmla="*/ 0 w 582039"/>
              <a:gd name="connsiteY653" fmla="*/ 8104222 h 9164851"/>
              <a:gd name="connsiteX654" fmla="*/ 0 w 582039"/>
              <a:gd name="connsiteY654" fmla="*/ 8119521 h 9164851"/>
              <a:gd name="connsiteX655" fmla="*/ 0 w 582039"/>
              <a:gd name="connsiteY655" fmla="*/ 8145464 h 9164851"/>
              <a:gd name="connsiteX656" fmla="*/ 0 w 582039"/>
              <a:gd name="connsiteY656" fmla="*/ 8255968 h 9164851"/>
              <a:gd name="connsiteX657" fmla="*/ 0 w 582039"/>
              <a:gd name="connsiteY657" fmla="*/ 8268328 h 9164851"/>
              <a:gd name="connsiteX658" fmla="*/ 0 w 582039"/>
              <a:gd name="connsiteY658" fmla="*/ 8294268 h 9164851"/>
              <a:gd name="connsiteX659" fmla="*/ 0 w 582039"/>
              <a:gd name="connsiteY659" fmla="*/ 8297210 h 9164851"/>
              <a:gd name="connsiteX660" fmla="*/ 0 w 582039"/>
              <a:gd name="connsiteY660" fmla="*/ 8309570 h 9164851"/>
              <a:gd name="connsiteX661" fmla="*/ 0 w 582039"/>
              <a:gd name="connsiteY661" fmla="*/ 8335513 h 9164851"/>
              <a:gd name="connsiteX662" fmla="*/ 0 w 582039"/>
              <a:gd name="connsiteY662" fmla="*/ 8338429 h 9164851"/>
              <a:gd name="connsiteX663" fmla="*/ 0 w 582039"/>
              <a:gd name="connsiteY663" fmla="*/ 8364369 h 9164851"/>
              <a:gd name="connsiteX664" fmla="*/ 0 w 582039"/>
              <a:gd name="connsiteY664" fmla="*/ 8376729 h 9164851"/>
              <a:gd name="connsiteX665" fmla="*/ 0 w 582039"/>
              <a:gd name="connsiteY665" fmla="*/ 8379671 h 9164851"/>
              <a:gd name="connsiteX666" fmla="*/ 0 w 582039"/>
              <a:gd name="connsiteY666" fmla="*/ 8402672 h 9164851"/>
              <a:gd name="connsiteX667" fmla="*/ 0 w 582039"/>
              <a:gd name="connsiteY667" fmla="*/ 8405614 h 9164851"/>
              <a:gd name="connsiteX668" fmla="*/ 0 w 582039"/>
              <a:gd name="connsiteY668" fmla="*/ 8417971 h 9164851"/>
              <a:gd name="connsiteX669" fmla="*/ 0 w 582039"/>
              <a:gd name="connsiteY669" fmla="*/ 8443914 h 9164851"/>
              <a:gd name="connsiteX670" fmla="*/ 0 w 582039"/>
              <a:gd name="connsiteY670" fmla="*/ 8520579 h 9164851"/>
              <a:gd name="connsiteX671" fmla="*/ 0 w 582039"/>
              <a:gd name="connsiteY671" fmla="*/ 8546522 h 9164851"/>
              <a:gd name="connsiteX672" fmla="*/ 0 w 582039"/>
              <a:gd name="connsiteY672" fmla="*/ 8554418 h 9164851"/>
              <a:gd name="connsiteX673" fmla="*/ 0 w 582039"/>
              <a:gd name="connsiteY673" fmla="*/ 8561823 h 9164851"/>
              <a:gd name="connsiteX674" fmla="*/ 0 w 582039"/>
              <a:gd name="connsiteY674" fmla="*/ 8587764 h 9164851"/>
              <a:gd name="connsiteX675" fmla="*/ 0 w 582039"/>
              <a:gd name="connsiteY675" fmla="*/ 8595660 h 9164851"/>
              <a:gd name="connsiteX676" fmla="*/ 0 w 582039"/>
              <a:gd name="connsiteY676" fmla="*/ 8628981 h 9164851"/>
              <a:gd name="connsiteX677" fmla="*/ 0 w 582039"/>
              <a:gd name="connsiteY677" fmla="*/ 8636879 h 9164851"/>
              <a:gd name="connsiteX678" fmla="*/ 0 w 582039"/>
              <a:gd name="connsiteY678" fmla="*/ 8662819 h 9164851"/>
              <a:gd name="connsiteX679" fmla="*/ 0 w 582039"/>
              <a:gd name="connsiteY679" fmla="*/ 8670225 h 9164851"/>
              <a:gd name="connsiteX680" fmla="*/ 0 w 582039"/>
              <a:gd name="connsiteY680" fmla="*/ 8678121 h 9164851"/>
              <a:gd name="connsiteX681" fmla="*/ 0 w 582039"/>
              <a:gd name="connsiteY681" fmla="*/ 8704064 h 9164851"/>
              <a:gd name="connsiteX682" fmla="*/ 0 w 582039"/>
              <a:gd name="connsiteY682" fmla="*/ 8780727 h 9164851"/>
              <a:gd name="connsiteX683" fmla="*/ 0 w 582039"/>
              <a:gd name="connsiteY683" fmla="*/ 8806670 h 9164851"/>
              <a:gd name="connsiteX684" fmla="*/ 0 w 582039"/>
              <a:gd name="connsiteY684" fmla="*/ 8819029 h 9164851"/>
              <a:gd name="connsiteX685" fmla="*/ 0 w 582039"/>
              <a:gd name="connsiteY685" fmla="*/ 8821971 h 9164851"/>
              <a:gd name="connsiteX686" fmla="*/ 0 w 582039"/>
              <a:gd name="connsiteY686" fmla="*/ 8844972 h 9164851"/>
              <a:gd name="connsiteX687" fmla="*/ 0 w 582039"/>
              <a:gd name="connsiteY687" fmla="*/ 8847914 h 9164851"/>
              <a:gd name="connsiteX688" fmla="*/ 0 w 582039"/>
              <a:gd name="connsiteY688" fmla="*/ 8860273 h 9164851"/>
              <a:gd name="connsiteX689" fmla="*/ 0 w 582039"/>
              <a:gd name="connsiteY689" fmla="*/ 8886214 h 9164851"/>
              <a:gd name="connsiteX690" fmla="*/ 0 w 582039"/>
              <a:gd name="connsiteY690" fmla="*/ 8889130 h 9164851"/>
              <a:gd name="connsiteX691" fmla="*/ 0 w 582039"/>
              <a:gd name="connsiteY691" fmla="*/ 8915073 h 9164851"/>
              <a:gd name="connsiteX692" fmla="*/ 0 w 582039"/>
              <a:gd name="connsiteY692" fmla="*/ 8927431 h 9164851"/>
              <a:gd name="connsiteX693" fmla="*/ 0 w 582039"/>
              <a:gd name="connsiteY693" fmla="*/ 8930373 h 9164851"/>
              <a:gd name="connsiteX694" fmla="*/ 0 w 582039"/>
              <a:gd name="connsiteY694" fmla="*/ 8956315 h 9164851"/>
              <a:gd name="connsiteX695" fmla="*/ 0 w 582039"/>
              <a:gd name="connsiteY695" fmla="*/ 8968675 h 9164851"/>
              <a:gd name="connsiteX696" fmla="*/ 0 w 582039"/>
              <a:gd name="connsiteY696" fmla="*/ 9079177 h 9164851"/>
              <a:gd name="connsiteX697" fmla="*/ 0 w 582039"/>
              <a:gd name="connsiteY697" fmla="*/ 9105120 h 9164851"/>
              <a:gd name="connsiteX698" fmla="*/ 0 w 582039"/>
              <a:gd name="connsiteY698" fmla="*/ 9120421 h 9164851"/>
              <a:gd name="connsiteX699" fmla="*/ 0 w 582039"/>
              <a:gd name="connsiteY699" fmla="*/ 9146364 h 9164851"/>
              <a:gd name="connsiteX700" fmla="*/ 0 w 582039"/>
              <a:gd name="connsiteY700" fmla="*/ 9164851 h 9164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Lst>
            <a:rect l="l" t="t" r="r" b="b"/>
            <a:pathLst>
              <a:path w="582039" h="9164851">
                <a:moveTo>
                  <a:pt x="582039" y="9006210"/>
                </a:moveTo>
                <a:lnTo>
                  <a:pt x="582039" y="8987721"/>
                </a:lnTo>
                <a:lnTo>
                  <a:pt x="582039" y="8968675"/>
                </a:lnTo>
                <a:lnTo>
                  <a:pt x="582039" y="8961778"/>
                </a:lnTo>
                <a:lnTo>
                  <a:pt x="582039" y="8946478"/>
                </a:lnTo>
                <a:lnTo>
                  <a:pt x="582039" y="8927431"/>
                </a:lnTo>
                <a:lnTo>
                  <a:pt x="582039" y="8920536"/>
                </a:lnTo>
                <a:lnTo>
                  <a:pt x="582039" y="8886214"/>
                </a:lnTo>
                <a:lnTo>
                  <a:pt x="582039" y="8860272"/>
                </a:lnTo>
                <a:lnTo>
                  <a:pt x="582039" y="8844972"/>
                </a:lnTo>
                <a:lnTo>
                  <a:pt x="582039" y="8819029"/>
                </a:lnTo>
                <a:lnTo>
                  <a:pt x="582039" y="8797673"/>
                </a:lnTo>
                <a:lnTo>
                  <a:pt x="582039" y="8771731"/>
                </a:lnTo>
                <a:lnTo>
                  <a:pt x="582039" y="8756430"/>
                </a:lnTo>
                <a:lnTo>
                  <a:pt x="582039" y="8730488"/>
                </a:lnTo>
                <a:lnTo>
                  <a:pt x="582039" y="8689271"/>
                </a:lnTo>
                <a:lnTo>
                  <a:pt x="582039" y="8670225"/>
                </a:lnTo>
                <a:lnTo>
                  <a:pt x="582039" y="8663328"/>
                </a:lnTo>
                <a:lnTo>
                  <a:pt x="582039" y="8648028"/>
                </a:lnTo>
                <a:lnTo>
                  <a:pt x="582039" y="8628981"/>
                </a:lnTo>
                <a:lnTo>
                  <a:pt x="582039" y="8622086"/>
                </a:lnTo>
                <a:lnTo>
                  <a:pt x="582039" y="8587764"/>
                </a:lnTo>
                <a:lnTo>
                  <a:pt x="582039" y="8561822"/>
                </a:lnTo>
                <a:lnTo>
                  <a:pt x="582039" y="8546522"/>
                </a:lnTo>
                <a:lnTo>
                  <a:pt x="582039" y="8520579"/>
                </a:lnTo>
                <a:lnTo>
                  <a:pt x="582038" y="8246970"/>
                </a:lnTo>
                <a:lnTo>
                  <a:pt x="582038" y="8221030"/>
                </a:lnTo>
                <a:lnTo>
                  <a:pt x="582038" y="8205728"/>
                </a:lnTo>
                <a:lnTo>
                  <a:pt x="582038" y="8179785"/>
                </a:lnTo>
                <a:lnTo>
                  <a:pt x="582038" y="8145464"/>
                </a:lnTo>
                <a:lnTo>
                  <a:pt x="582038" y="8138569"/>
                </a:lnTo>
                <a:lnTo>
                  <a:pt x="582038" y="8119521"/>
                </a:lnTo>
                <a:lnTo>
                  <a:pt x="582038" y="8104222"/>
                </a:lnTo>
                <a:lnTo>
                  <a:pt x="582038" y="8097327"/>
                </a:lnTo>
                <a:lnTo>
                  <a:pt x="582038" y="8078279"/>
                </a:lnTo>
                <a:lnTo>
                  <a:pt x="582038" y="8037063"/>
                </a:lnTo>
                <a:lnTo>
                  <a:pt x="582038" y="8011120"/>
                </a:lnTo>
                <a:lnTo>
                  <a:pt x="582038" y="7995818"/>
                </a:lnTo>
                <a:lnTo>
                  <a:pt x="582038" y="7969878"/>
                </a:lnTo>
                <a:lnTo>
                  <a:pt x="582038" y="7799646"/>
                </a:lnTo>
                <a:lnTo>
                  <a:pt x="582038" y="7773703"/>
                </a:lnTo>
                <a:lnTo>
                  <a:pt x="582038" y="7758404"/>
                </a:lnTo>
                <a:lnTo>
                  <a:pt x="582038" y="7732461"/>
                </a:lnTo>
                <a:lnTo>
                  <a:pt x="582038" y="7691245"/>
                </a:lnTo>
                <a:lnTo>
                  <a:pt x="582038" y="7665303"/>
                </a:lnTo>
                <a:lnTo>
                  <a:pt x="582038" y="7650000"/>
                </a:lnTo>
                <a:lnTo>
                  <a:pt x="582038" y="7624057"/>
                </a:lnTo>
                <a:lnTo>
                  <a:pt x="582038" y="7501196"/>
                </a:lnTo>
                <a:lnTo>
                  <a:pt x="582038" y="7475253"/>
                </a:lnTo>
                <a:lnTo>
                  <a:pt x="582038" y="7459954"/>
                </a:lnTo>
                <a:lnTo>
                  <a:pt x="582038" y="7434011"/>
                </a:lnTo>
                <a:lnTo>
                  <a:pt x="582038" y="7392795"/>
                </a:lnTo>
                <a:lnTo>
                  <a:pt x="582038" y="7366853"/>
                </a:lnTo>
                <a:lnTo>
                  <a:pt x="582038" y="7351550"/>
                </a:lnTo>
                <a:lnTo>
                  <a:pt x="582038" y="7325607"/>
                </a:lnTo>
                <a:lnTo>
                  <a:pt x="582038" y="7305940"/>
                </a:lnTo>
                <a:lnTo>
                  <a:pt x="582039" y="7305940"/>
                </a:lnTo>
                <a:lnTo>
                  <a:pt x="582039" y="7285241"/>
                </a:lnTo>
                <a:lnTo>
                  <a:pt x="582039" y="7259298"/>
                </a:lnTo>
                <a:lnTo>
                  <a:pt x="582039" y="7243997"/>
                </a:lnTo>
                <a:lnTo>
                  <a:pt x="582039" y="7218056"/>
                </a:lnTo>
                <a:lnTo>
                  <a:pt x="582039" y="7176839"/>
                </a:lnTo>
                <a:lnTo>
                  <a:pt x="582039" y="7135595"/>
                </a:lnTo>
                <a:lnTo>
                  <a:pt x="582039" y="7007490"/>
                </a:lnTo>
                <a:lnTo>
                  <a:pt x="582039" y="6997190"/>
                </a:lnTo>
                <a:lnTo>
                  <a:pt x="582039" y="6986791"/>
                </a:lnTo>
                <a:lnTo>
                  <a:pt x="582039" y="6971249"/>
                </a:lnTo>
                <a:lnTo>
                  <a:pt x="582039" y="6960848"/>
                </a:lnTo>
                <a:lnTo>
                  <a:pt x="582039" y="6955946"/>
                </a:lnTo>
                <a:lnTo>
                  <a:pt x="582039" y="6945547"/>
                </a:lnTo>
                <a:lnTo>
                  <a:pt x="582039" y="6930005"/>
                </a:lnTo>
                <a:lnTo>
                  <a:pt x="582039" y="6919606"/>
                </a:lnTo>
                <a:lnTo>
                  <a:pt x="582039" y="6888788"/>
                </a:lnTo>
                <a:lnTo>
                  <a:pt x="582039" y="6878389"/>
                </a:lnTo>
                <a:lnTo>
                  <a:pt x="582039" y="6862847"/>
                </a:lnTo>
                <a:lnTo>
                  <a:pt x="582039" y="6847544"/>
                </a:lnTo>
                <a:lnTo>
                  <a:pt x="582039" y="6837145"/>
                </a:lnTo>
                <a:lnTo>
                  <a:pt x="582039" y="6821603"/>
                </a:lnTo>
                <a:lnTo>
                  <a:pt x="582039" y="6698740"/>
                </a:lnTo>
                <a:lnTo>
                  <a:pt x="582039" y="6672799"/>
                </a:lnTo>
                <a:lnTo>
                  <a:pt x="582039" y="6657496"/>
                </a:lnTo>
                <a:lnTo>
                  <a:pt x="582039" y="6631555"/>
                </a:lnTo>
                <a:lnTo>
                  <a:pt x="582039" y="6590338"/>
                </a:lnTo>
                <a:lnTo>
                  <a:pt x="582039" y="6564397"/>
                </a:lnTo>
                <a:lnTo>
                  <a:pt x="582039" y="6549094"/>
                </a:lnTo>
                <a:lnTo>
                  <a:pt x="582039" y="6523153"/>
                </a:lnTo>
                <a:lnTo>
                  <a:pt x="582039" y="6352922"/>
                </a:lnTo>
                <a:lnTo>
                  <a:pt x="582039" y="6326980"/>
                </a:lnTo>
                <a:lnTo>
                  <a:pt x="582039" y="6311679"/>
                </a:lnTo>
                <a:lnTo>
                  <a:pt x="582039" y="6285737"/>
                </a:lnTo>
                <a:lnTo>
                  <a:pt x="582039" y="6244520"/>
                </a:lnTo>
                <a:lnTo>
                  <a:pt x="582039" y="6225474"/>
                </a:lnTo>
                <a:lnTo>
                  <a:pt x="582039" y="6218577"/>
                </a:lnTo>
                <a:lnTo>
                  <a:pt x="582039" y="6203277"/>
                </a:lnTo>
                <a:lnTo>
                  <a:pt x="582039" y="6184230"/>
                </a:lnTo>
                <a:lnTo>
                  <a:pt x="582039" y="6177335"/>
                </a:lnTo>
                <a:lnTo>
                  <a:pt x="582039" y="6143013"/>
                </a:lnTo>
                <a:lnTo>
                  <a:pt x="582039" y="6117071"/>
                </a:lnTo>
                <a:lnTo>
                  <a:pt x="582039" y="6101771"/>
                </a:lnTo>
                <a:lnTo>
                  <a:pt x="582039" y="6075828"/>
                </a:lnTo>
                <a:lnTo>
                  <a:pt x="582039" y="6054472"/>
                </a:lnTo>
                <a:lnTo>
                  <a:pt x="582039" y="6028530"/>
                </a:lnTo>
                <a:lnTo>
                  <a:pt x="582039" y="6013229"/>
                </a:lnTo>
                <a:lnTo>
                  <a:pt x="582039" y="5991491"/>
                </a:lnTo>
                <a:lnTo>
                  <a:pt x="582039" y="5987287"/>
                </a:lnTo>
                <a:lnTo>
                  <a:pt x="582039" y="5970792"/>
                </a:lnTo>
                <a:lnTo>
                  <a:pt x="582039" y="5946070"/>
                </a:lnTo>
                <a:lnTo>
                  <a:pt x="582039" y="5944849"/>
                </a:lnTo>
                <a:lnTo>
                  <a:pt x="582039" y="5929548"/>
                </a:lnTo>
                <a:lnTo>
                  <a:pt x="582039" y="5927024"/>
                </a:lnTo>
                <a:lnTo>
                  <a:pt x="582039" y="5920127"/>
                </a:lnTo>
                <a:lnTo>
                  <a:pt x="582039" y="5904827"/>
                </a:lnTo>
                <a:lnTo>
                  <a:pt x="582039" y="5903607"/>
                </a:lnTo>
                <a:lnTo>
                  <a:pt x="582039" y="5885780"/>
                </a:lnTo>
                <a:lnTo>
                  <a:pt x="582039" y="5878885"/>
                </a:lnTo>
                <a:lnTo>
                  <a:pt x="582039" y="5862390"/>
                </a:lnTo>
                <a:lnTo>
                  <a:pt x="582039" y="5844563"/>
                </a:lnTo>
                <a:lnTo>
                  <a:pt x="582039" y="5821146"/>
                </a:lnTo>
                <a:lnTo>
                  <a:pt x="582039" y="5818621"/>
                </a:lnTo>
                <a:lnTo>
                  <a:pt x="582039" y="5803321"/>
                </a:lnTo>
                <a:lnTo>
                  <a:pt x="582039" y="5777378"/>
                </a:lnTo>
                <a:lnTo>
                  <a:pt x="582039" y="5693041"/>
                </a:lnTo>
                <a:lnTo>
                  <a:pt x="582039" y="5682741"/>
                </a:lnTo>
                <a:lnTo>
                  <a:pt x="582039" y="5672342"/>
                </a:lnTo>
                <a:lnTo>
                  <a:pt x="582039" y="5656800"/>
                </a:lnTo>
                <a:lnTo>
                  <a:pt x="582039" y="5646399"/>
                </a:lnTo>
                <a:lnTo>
                  <a:pt x="582039" y="5641497"/>
                </a:lnTo>
                <a:lnTo>
                  <a:pt x="582039" y="5631098"/>
                </a:lnTo>
                <a:lnTo>
                  <a:pt x="582039" y="5615556"/>
                </a:lnTo>
                <a:lnTo>
                  <a:pt x="582039" y="5605157"/>
                </a:lnTo>
                <a:lnTo>
                  <a:pt x="582039" y="5574339"/>
                </a:lnTo>
                <a:lnTo>
                  <a:pt x="582039" y="5563940"/>
                </a:lnTo>
                <a:lnTo>
                  <a:pt x="582039" y="5548398"/>
                </a:lnTo>
                <a:lnTo>
                  <a:pt x="582039" y="5533095"/>
                </a:lnTo>
                <a:lnTo>
                  <a:pt x="582039" y="5522696"/>
                </a:lnTo>
                <a:lnTo>
                  <a:pt x="582039" y="5507154"/>
                </a:lnTo>
                <a:lnTo>
                  <a:pt x="582039" y="5384291"/>
                </a:lnTo>
                <a:lnTo>
                  <a:pt x="582039" y="5358350"/>
                </a:lnTo>
                <a:lnTo>
                  <a:pt x="582039" y="5343047"/>
                </a:lnTo>
                <a:lnTo>
                  <a:pt x="582039" y="5317106"/>
                </a:lnTo>
                <a:lnTo>
                  <a:pt x="582039" y="5275889"/>
                </a:lnTo>
                <a:lnTo>
                  <a:pt x="582039" y="5249948"/>
                </a:lnTo>
                <a:lnTo>
                  <a:pt x="582039" y="5234645"/>
                </a:lnTo>
                <a:lnTo>
                  <a:pt x="582039" y="5208704"/>
                </a:lnTo>
                <a:lnTo>
                  <a:pt x="582039" y="5038473"/>
                </a:lnTo>
                <a:lnTo>
                  <a:pt x="582039" y="5012531"/>
                </a:lnTo>
                <a:lnTo>
                  <a:pt x="582039" y="4997230"/>
                </a:lnTo>
                <a:lnTo>
                  <a:pt x="582039" y="4971288"/>
                </a:lnTo>
                <a:lnTo>
                  <a:pt x="582039" y="4930071"/>
                </a:lnTo>
                <a:lnTo>
                  <a:pt x="582039" y="4911025"/>
                </a:lnTo>
                <a:lnTo>
                  <a:pt x="582039" y="4904128"/>
                </a:lnTo>
                <a:lnTo>
                  <a:pt x="582039" y="4888828"/>
                </a:lnTo>
                <a:lnTo>
                  <a:pt x="582039" y="4869781"/>
                </a:lnTo>
                <a:lnTo>
                  <a:pt x="582039" y="4862886"/>
                </a:lnTo>
                <a:lnTo>
                  <a:pt x="582039" y="4828564"/>
                </a:lnTo>
                <a:lnTo>
                  <a:pt x="582039" y="4802622"/>
                </a:lnTo>
                <a:lnTo>
                  <a:pt x="582039" y="4787322"/>
                </a:lnTo>
                <a:lnTo>
                  <a:pt x="582039" y="4761379"/>
                </a:lnTo>
                <a:lnTo>
                  <a:pt x="582039" y="4740023"/>
                </a:lnTo>
                <a:lnTo>
                  <a:pt x="582039" y="4714081"/>
                </a:lnTo>
                <a:lnTo>
                  <a:pt x="582039" y="4698780"/>
                </a:lnTo>
                <a:lnTo>
                  <a:pt x="582039" y="4672838"/>
                </a:lnTo>
                <a:lnTo>
                  <a:pt x="582039" y="4631621"/>
                </a:lnTo>
                <a:lnTo>
                  <a:pt x="582039" y="4612575"/>
                </a:lnTo>
                <a:lnTo>
                  <a:pt x="582039" y="4605678"/>
                </a:lnTo>
                <a:lnTo>
                  <a:pt x="582039" y="4590378"/>
                </a:lnTo>
                <a:lnTo>
                  <a:pt x="582039" y="4571331"/>
                </a:lnTo>
                <a:lnTo>
                  <a:pt x="582039" y="4564436"/>
                </a:lnTo>
                <a:lnTo>
                  <a:pt x="582039" y="4530114"/>
                </a:lnTo>
                <a:lnTo>
                  <a:pt x="582039" y="4504172"/>
                </a:lnTo>
                <a:lnTo>
                  <a:pt x="582039" y="4488872"/>
                </a:lnTo>
                <a:lnTo>
                  <a:pt x="582039" y="4462929"/>
                </a:lnTo>
                <a:lnTo>
                  <a:pt x="582038" y="4189320"/>
                </a:lnTo>
                <a:lnTo>
                  <a:pt x="582038" y="4181353"/>
                </a:lnTo>
                <a:lnTo>
                  <a:pt x="582038" y="4166051"/>
                </a:lnTo>
                <a:lnTo>
                  <a:pt x="582038" y="4163380"/>
                </a:lnTo>
                <a:lnTo>
                  <a:pt x="582038" y="4148078"/>
                </a:lnTo>
                <a:lnTo>
                  <a:pt x="582038" y="4140108"/>
                </a:lnTo>
                <a:lnTo>
                  <a:pt x="582038" y="4122135"/>
                </a:lnTo>
                <a:lnTo>
                  <a:pt x="582038" y="4098892"/>
                </a:lnTo>
                <a:lnTo>
                  <a:pt x="582038" y="4087814"/>
                </a:lnTo>
                <a:lnTo>
                  <a:pt x="582038" y="4080919"/>
                </a:lnTo>
                <a:lnTo>
                  <a:pt x="582038" y="4061871"/>
                </a:lnTo>
                <a:lnTo>
                  <a:pt x="582038" y="4057650"/>
                </a:lnTo>
                <a:lnTo>
                  <a:pt x="582038" y="4046572"/>
                </a:lnTo>
                <a:lnTo>
                  <a:pt x="582038" y="4039677"/>
                </a:lnTo>
                <a:lnTo>
                  <a:pt x="582038" y="4020629"/>
                </a:lnTo>
                <a:lnTo>
                  <a:pt x="582038" y="3979413"/>
                </a:lnTo>
                <a:lnTo>
                  <a:pt x="582038" y="3953470"/>
                </a:lnTo>
                <a:lnTo>
                  <a:pt x="582038" y="3938168"/>
                </a:lnTo>
                <a:lnTo>
                  <a:pt x="582038" y="3912228"/>
                </a:lnTo>
                <a:lnTo>
                  <a:pt x="582038" y="3741996"/>
                </a:lnTo>
                <a:lnTo>
                  <a:pt x="582038" y="3716053"/>
                </a:lnTo>
                <a:lnTo>
                  <a:pt x="582038" y="3700754"/>
                </a:lnTo>
                <a:lnTo>
                  <a:pt x="582038" y="3674811"/>
                </a:lnTo>
                <a:lnTo>
                  <a:pt x="582038" y="3633595"/>
                </a:lnTo>
                <a:lnTo>
                  <a:pt x="582038" y="3607653"/>
                </a:lnTo>
                <a:lnTo>
                  <a:pt x="582038" y="3592350"/>
                </a:lnTo>
                <a:lnTo>
                  <a:pt x="582038" y="3566407"/>
                </a:lnTo>
                <a:lnTo>
                  <a:pt x="582038" y="3443546"/>
                </a:lnTo>
                <a:lnTo>
                  <a:pt x="582038" y="3417603"/>
                </a:lnTo>
                <a:lnTo>
                  <a:pt x="582038" y="3402304"/>
                </a:lnTo>
                <a:lnTo>
                  <a:pt x="582038" y="3376361"/>
                </a:lnTo>
                <a:lnTo>
                  <a:pt x="582038" y="3335145"/>
                </a:lnTo>
                <a:lnTo>
                  <a:pt x="582038" y="3309203"/>
                </a:lnTo>
                <a:lnTo>
                  <a:pt x="582038" y="3293900"/>
                </a:lnTo>
                <a:lnTo>
                  <a:pt x="582038" y="3267957"/>
                </a:lnTo>
                <a:lnTo>
                  <a:pt x="582038" y="3248290"/>
                </a:lnTo>
                <a:lnTo>
                  <a:pt x="582039" y="3248290"/>
                </a:lnTo>
                <a:lnTo>
                  <a:pt x="582039" y="3227591"/>
                </a:lnTo>
                <a:lnTo>
                  <a:pt x="582039" y="3201648"/>
                </a:lnTo>
                <a:lnTo>
                  <a:pt x="582039" y="3186347"/>
                </a:lnTo>
                <a:lnTo>
                  <a:pt x="582039" y="3160406"/>
                </a:lnTo>
                <a:lnTo>
                  <a:pt x="582039" y="3119189"/>
                </a:lnTo>
                <a:lnTo>
                  <a:pt x="582039" y="3077945"/>
                </a:lnTo>
                <a:lnTo>
                  <a:pt x="582039" y="2949840"/>
                </a:lnTo>
                <a:lnTo>
                  <a:pt x="582039" y="2939540"/>
                </a:lnTo>
                <a:lnTo>
                  <a:pt x="582039" y="2929141"/>
                </a:lnTo>
                <a:lnTo>
                  <a:pt x="582039" y="2913599"/>
                </a:lnTo>
                <a:lnTo>
                  <a:pt x="582039" y="2903198"/>
                </a:lnTo>
                <a:lnTo>
                  <a:pt x="582039" y="2898296"/>
                </a:lnTo>
                <a:lnTo>
                  <a:pt x="582039" y="2887897"/>
                </a:lnTo>
                <a:lnTo>
                  <a:pt x="582039" y="2872355"/>
                </a:lnTo>
                <a:lnTo>
                  <a:pt x="582039" y="2861956"/>
                </a:lnTo>
                <a:lnTo>
                  <a:pt x="582039" y="2831138"/>
                </a:lnTo>
                <a:lnTo>
                  <a:pt x="582039" y="2820739"/>
                </a:lnTo>
                <a:lnTo>
                  <a:pt x="582039" y="2805197"/>
                </a:lnTo>
                <a:lnTo>
                  <a:pt x="582039" y="2789894"/>
                </a:lnTo>
                <a:lnTo>
                  <a:pt x="582039" y="2779495"/>
                </a:lnTo>
                <a:lnTo>
                  <a:pt x="582039" y="2763953"/>
                </a:lnTo>
                <a:lnTo>
                  <a:pt x="582039" y="2641090"/>
                </a:lnTo>
                <a:lnTo>
                  <a:pt x="582039" y="2615149"/>
                </a:lnTo>
                <a:lnTo>
                  <a:pt x="582039" y="2599846"/>
                </a:lnTo>
                <a:lnTo>
                  <a:pt x="582039" y="2573905"/>
                </a:lnTo>
                <a:lnTo>
                  <a:pt x="582039" y="2532688"/>
                </a:lnTo>
                <a:lnTo>
                  <a:pt x="582039" y="2506747"/>
                </a:lnTo>
                <a:lnTo>
                  <a:pt x="582039" y="2491444"/>
                </a:lnTo>
                <a:lnTo>
                  <a:pt x="582039" y="2465503"/>
                </a:lnTo>
                <a:lnTo>
                  <a:pt x="582039" y="2295272"/>
                </a:lnTo>
                <a:lnTo>
                  <a:pt x="582039" y="2269330"/>
                </a:lnTo>
                <a:lnTo>
                  <a:pt x="582039" y="2254029"/>
                </a:lnTo>
                <a:lnTo>
                  <a:pt x="582039" y="2228087"/>
                </a:lnTo>
                <a:lnTo>
                  <a:pt x="582039" y="2186870"/>
                </a:lnTo>
                <a:lnTo>
                  <a:pt x="582039" y="2167824"/>
                </a:lnTo>
                <a:lnTo>
                  <a:pt x="582039" y="2160927"/>
                </a:lnTo>
                <a:lnTo>
                  <a:pt x="582039" y="2145627"/>
                </a:lnTo>
                <a:lnTo>
                  <a:pt x="582039" y="2126580"/>
                </a:lnTo>
                <a:lnTo>
                  <a:pt x="582039" y="2119685"/>
                </a:lnTo>
                <a:lnTo>
                  <a:pt x="582039" y="2085363"/>
                </a:lnTo>
                <a:lnTo>
                  <a:pt x="582039" y="2059421"/>
                </a:lnTo>
                <a:lnTo>
                  <a:pt x="582039" y="2044121"/>
                </a:lnTo>
                <a:lnTo>
                  <a:pt x="582039" y="2018178"/>
                </a:lnTo>
                <a:lnTo>
                  <a:pt x="582039" y="1996822"/>
                </a:lnTo>
                <a:lnTo>
                  <a:pt x="582039" y="1970880"/>
                </a:lnTo>
                <a:lnTo>
                  <a:pt x="582039" y="1955579"/>
                </a:lnTo>
                <a:lnTo>
                  <a:pt x="582039" y="1929637"/>
                </a:lnTo>
                <a:lnTo>
                  <a:pt x="582039" y="1888420"/>
                </a:lnTo>
                <a:lnTo>
                  <a:pt x="582039" y="1869374"/>
                </a:lnTo>
                <a:lnTo>
                  <a:pt x="582039" y="1862477"/>
                </a:lnTo>
                <a:lnTo>
                  <a:pt x="582039" y="1847177"/>
                </a:lnTo>
                <a:lnTo>
                  <a:pt x="582039" y="1828130"/>
                </a:lnTo>
                <a:lnTo>
                  <a:pt x="582039" y="1821235"/>
                </a:lnTo>
                <a:lnTo>
                  <a:pt x="582039" y="1786913"/>
                </a:lnTo>
                <a:lnTo>
                  <a:pt x="582039" y="1760971"/>
                </a:lnTo>
                <a:lnTo>
                  <a:pt x="582039" y="1745671"/>
                </a:lnTo>
                <a:lnTo>
                  <a:pt x="582039" y="1719728"/>
                </a:lnTo>
                <a:lnTo>
                  <a:pt x="582038" y="1446119"/>
                </a:lnTo>
                <a:lnTo>
                  <a:pt x="582038" y="1420179"/>
                </a:lnTo>
                <a:lnTo>
                  <a:pt x="582038" y="1404877"/>
                </a:lnTo>
                <a:lnTo>
                  <a:pt x="582038" y="1378934"/>
                </a:lnTo>
                <a:lnTo>
                  <a:pt x="582038" y="1344613"/>
                </a:lnTo>
                <a:lnTo>
                  <a:pt x="582038" y="1337718"/>
                </a:lnTo>
                <a:lnTo>
                  <a:pt x="582038" y="1318670"/>
                </a:lnTo>
                <a:lnTo>
                  <a:pt x="582038" y="1303371"/>
                </a:lnTo>
                <a:lnTo>
                  <a:pt x="582038" y="1296476"/>
                </a:lnTo>
                <a:lnTo>
                  <a:pt x="582038" y="1277428"/>
                </a:lnTo>
                <a:lnTo>
                  <a:pt x="582038" y="1236212"/>
                </a:lnTo>
                <a:lnTo>
                  <a:pt x="582038" y="1210269"/>
                </a:lnTo>
                <a:lnTo>
                  <a:pt x="582038" y="1194967"/>
                </a:lnTo>
                <a:lnTo>
                  <a:pt x="582038" y="1169027"/>
                </a:lnTo>
                <a:lnTo>
                  <a:pt x="582038" y="998795"/>
                </a:lnTo>
                <a:lnTo>
                  <a:pt x="582038" y="972852"/>
                </a:lnTo>
                <a:lnTo>
                  <a:pt x="582038" y="957553"/>
                </a:lnTo>
                <a:lnTo>
                  <a:pt x="582038" y="931610"/>
                </a:lnTo>
                <a:lnTo>
                  <a:pt x="582038" y="890394"/>
                </a:lnTo>
                <a:lnTo>
                  <a:pt x="582038" y="864452"/>
                </a:lnTo>
                <a:lnTo>
                  <a:pt x="582038" y="849149"/>
                </a:lnTo>
                <a:lnTo>
                  <a:pt x="582038" y="823206"/>
                </a:lnTo>
                <a:lnTo>
                  <a:pt x="582038" y="700345"/>
                </a:lnTo>
                <a:lnTo>
                  <a:pt x="582038" y="674402"/>
                </a:lnTo>
                <a:lnTo>
                  <a:pt x="582038" y="659103"/>
                </a:lnTo>
                <a:lnTo>
                  <a:pt x="582038" y="633160"/>
                </a:lnTo>
                <a:lnTo>
                  <a:pt x="582038" y="591944"/>
                </a:lnTo>
                <a:lnTo>
                  <a:pt x="582038" y="566002"/>
                </a:lnTo>
                <a:lnTo>
                  <a:pt x="582038" y="550699"/>
                </a:lnTo>
                <a:lnTo>
                  <a:pt x="582038" y="524756"/>
                </a:lnTo>
                <a:lnTo>
                  <a:pt x="582038" y="448093"/>
                </a:lnTo>
                <a:lnTo>
                  <a:pt x="582038" y="422153"/>
                </a:lnTo>
                <a:lnTo>
                  <a:pt x="582038" y="406851"/>
                </a:lnTo>
                <a:lnTo>
                  <a:pt x="582038" y="380908"/>
                </a:lnTo>
                <a:lnTo>
                  <a:pt x="582038" y="339692"/>
                </a:lnTo>
                <a:lnTo>
                  <a:pt x="582038" y="298450"/>
                </a:lnTo>
                <a:lnTo>
                  <a:pt x="582038" y="149643"/>
                </a:lnTo>
                <a:lnTo>
                  <a:pt x="582038" y="123703"/>
                </a:lnTo>
                <a:lnTo>
                  <a:pt x="582038" y="108401"/>
                </a:lnTo>
                <a:lnTo>
                  <a:pt x="582038" y="82458"/>
                </a:lnTo>
                <a:lnTo>
                  <a:pt x="582038" y="41242"/>
                </a:lnTo>
                <a:lnTo>
                  <a:pt x="582038" y="0"/>
                </a:lnTo>
                <a:lnTo>
                  <a:pt x="0" y="158641"/>
                </a:lnTo>
                <a:lnTo>
                  <a:pt x="0" y="199883"/>
                </a:lnTo>
                <a:lnTo>
                  <a:pt x="0" y="241102"/>
                </a:lnTo>
                <a:lnTo>
                  <a:pt x="0" y="267042"/>
                </a:lnTo>
                <a:lnTo>
                  <a:pt x="0" y="282344"/>
                </a:lnTo>
                <a:lnTo>
                  <a:pt x="0" y="308287"/>
                </a:lnTo>
                <a:lnTo>
                  <a:pt x="0" y="457091"/>
                </a:lnTo>
                <a:lnTo>
                  <a:pt x="0" y="498333"/>
                </a:lnTo>
                <a:lnTo>
                  <a:pt x="0" y="539552"/>
                </a:lnTo>
                <a:lnTo>
                  <a:pt x="0" y="565492"/>
                </a:lnTo>
                <a:lnTo>
                  <a:pt x="0" y="580794"/>
                </a:lnTo>
                <a:lnTo>
                  <a:pt x="0" y="606737"/>
                </a:lnTo>
                <a:lnTo>
                  <a:pt x="0" y="683401"/>
                </a:lnTo>
                <a:lnTo>
                  <a:pt x="0" y="709343"/>
                </a:lnTo>
                <a:lnTo>
                  <a:pt x="0" y="724643"/>
                </a:lnTo>
                <a:lnTo>
                  <a:pt x="0" y="750585"/>
                </a:lnTo>
                <a:lnTo>
                  <a:pt x="0" y="791801"/>
                </a:lnTo>
                <a:lnTo>
                  <a:pt x="0" y="817744"/>
                </a:lnTo>
                <a:lnTo>
                  <a:pt x="0" y="833046"/>
                </a:lnTo>
                <a:lnTo>
                  <a:pt x="0" y="858986"/>
                </a:lnTo>
                <a:lnTo>
                  <a:pt x="0" y="981851"/>
                </a:lnTo>
                <a:lnTo>
                  <a:pt x="0" y="1007793"/>
                </a:lnTo>
                <a:lnTo>
                  <a:pt x="0" y="1023093"/>
                </a:lnTo>
                <a:lnTo>
                  <a:pt x="0" y="1049035"/>
                </a:lnTo>
                <a:lnTo>
                  <a:pt x="0" y="1090251"/>
                </a:lnTo>
                <a:lnTo>
                  <a:pt x="0" y="1116194"/>
                </a:lnTo>
                <a:lnTo>
                  <a:pt x="0" y="1131496"/>
                </a:lnTo>
                <a:lnTo>
                  <a:pt x="0" y="1157436"/>
                </a:lnTo>
                <a:lnTo>
                  <a:pt x="0" y="1169027"/>
                </a:lnTo>
                <a:lnTo>
                  <a:pt x="0" y="1194967"/>
                </a:lnTo>
                <a:lnTo>
                  <a:pt x="0" y="1210269"/>
                </a:lnTo>
                <a:lnTo>
                  <a:pt x="0" y="1236212"/>
                </a:lnTo>
                <a:lnTo>
                  <a:pt x="0" y="1277428"/>
                </a:lnTo>
                <a:lnTo>
                  <a:pt x="0" y="1303371"/>
                </a:lnTo>
                <a:lnTo>
                  <a:pt x="0" y="1318670"/>
                </a:lnTo>
                <a:lnTo>
                  <a:pt x="0" y="1344613"/>
                </a:lnTo>
                <a:lnTo>
                  <a:pt x="0" y="1455117"/>
                </a:lnTo>
                <a:lnTo>
                  <a:pt x="0" y="1467477"/>
                </a:lnTo>
                <a:lnTo>
                  <a:pt x="0" y="1493417"/>
                </a:lnTo>
                <a:lnTo>
                  <a:pt x="0" y="1496359"/>
                </a:lnTo>
                <a:lnTo>
                  <a:pt x="0" y="1508719"/>
                </a:lnTo>
                <a:lnTo>
                  <a:pt x="0" y="1534662"/>
                </a:lnTo>
                <a:lnTo>
                  <a:pt x="0" y="1537578"/>
                </a:lnTo>
                <a:lnTo>
                  <a:pt x="0" y="1563518"/>
                </a:lnTo>
                <a:lnTo>
                  <a:pt x="0" y="1575878"/>
                </a:lnTo>
                <a:lnTo>
                  <a:pt x="0" y="1578820"/>
                </a:lnTo>
                <a:lnTo>
                  <a:pt x="0" y="1601821"/>
                </a:lnTo>
                <a:lnTo>
                  <a:pt x="0" y="1604763"/>
                </a:lnTo>
                <a:lnTo>
                  <a:pt x="0" y="1617120"/>
                </a:lnTo>
                <a:lnTo>
                  <a:pt x="0" y="1643063"/>
                </a:lnTo>
                <a:lnTo>
                  <a:pt x="0" y="1719728"/>
                </a:lnTo>
                <a:lnTo>
                  <a:pt x="0" y="1745671"/>
                </a:lnTo>
                <a:lnTo>
                  <a:pt x="0" y="1753567"/>
                </a:lnTo>
                <a:lnTo>
                  <a:pt x="0" y="1760972"/>
                </a:lnTo>
                <a:lnTo>
                  <a:pt x="0" y="1786913"/>
                </a:lnTo>
                <a:lnTo>
                  <a:pt x="0" y="1794809"/>
                </a:lnTo>
                <a:lnTo>
                  <a:pt x="0" y="1828130"/>
                </a:lnTo>
                <a:lnTo>
                  <a:pt x="0" y="1836028"/>
                </a:lnTo>
                <a:lnTo>
                  <a:pt x="0" y="1861968"/>
                </a:lnTo>
                <a:lnTo>
                  <a:pt x="0" y="1869374"/>
                </a:lnTo>
                <a:lnTo>
                  <a:pt x="0" y="1877270"/>
                </a:lnTo>
                <a:lnTo>
                  <a:pt x="0" y="1903213"/>
                </a:lnTo>
                <a:lnTo>
                  <a:pt x="0" y="1979876"/>
                </a:lnTo>
                <a:lnTo>
                  <a:pt x="0" y="2005819"/>
                </a:lnTo>
                <a:lnTo>
                  <a:pt x="0" y="2018178"/>
                </a:lnTo>
                <a:lnTo>
                  <a:pt x="0" y="2021120"/>
                </a:lnTo>
                <a:lnTo>
                  <a:pt x="0" y="2044121"/>
                </a:lnTo>
                <a:lnTo>
                  <a:pt x="0" y="2047063"/>
                </a:lnTo>
                <a:lnTo>
                  <a:pt x="0" y="2059422"/>
                </a:lnTo>
                <a:lnTo>
                  <a:pt x="0" y="2085363"/>
                </a:lnTo>
                <a:lnTo>
                  <a:pt x="0" y="2088279"/>
                </a:lnTo>
                <a:lnTo>
                  <a:pt x="0" y="2114222"/>
                </a:lnTo>
                <a:lnTo>
                  <a:pt x="0" y="2126580"/>
                </a:lnTo>
                <a:lnTo>
                  <a:pt x="0" y="2129522"/>
                </a:lnTo>
                <a:lnTo>
                  <a:pt x="0" y="2155464"/>
                </a:lnTo>
                <a:lnTo>
                  <a:pt x="0" y="2167824"/>
                </a:lnTo>
                <a:lnTo>
                  <a:pt x="0" y="2278326"/>
                </a:lnTo>
                <a:lnTo>
                  <a:pt x="0" y="2304269"/>
                </a:lnTo>
                <a:lnTo>
                  <a:pt x="0" y="2319570"/>
                </a:lnTo>
                <a:lnTo>
                  <a:pt x="0" y="2345513"/>
                </a:lnTo>
                <a:lnTo>
                  <a:pt x="0" y="2386729"/>
                </a:lnTo>
                <a:lnTo>
                  <a:pt x="0" y="2412672"/>
                </a:lnTo>
                <a:lnTo>
                  <a:pt x="0" y="2427972"/>
                </a:lnTo>
                <a:lnTo>
                  <a:pt x="0" y="2453914"/>
                </a:lnTo>
                <a:lnTo>
                  <a:pt x="0" y="2465503"/>
                </a:lnTo>
                <a:lnTo>
                  <a:pt x="0" y="2491444"/>
                </a:lnTo>
                <a:lnTo>
                  <a:pt x="0" y="2506747"/>
                </a:lnTo>
                <a:lnTo>
                  <a:pt x="0" y="2532688"/>
                </a:lnTo>
                <a:lnTo>
                  <a:pt x="0" y="2573905"/>
                </a:lnTo>
                <a:lnTo>
                  <a:pt x="0" y="2599846"/>
                </a:lnTo>
                <a:lnTo>
                  <a:pt x="0" y="2615149"/>
                </a:lnTo>
                <a:lnTo>
                  <a:pt x="0" y="2641090"/>
                </a:lnTo>
                <a:lnTo>
                  <a:pt x="0" y="2763953"/>
                </a:lnTo>
                <a:lnTo>
                  <a:pt x="0" y="2789894"/>
                </a:lnTo>
                <a:lnTo>
                  <a:pt x="0" y="2805197"/>
                </a:lnTo>
                <a:lnTo>
                  <a:pt x="0" y="2831138"/>
                </a:lnTo>
                <a:lnTo>
                  <a:pt x="0" y="2872355"/>
                </a:lnTo>
                <a:lnTo>
                  <a:pt x="0" y="2898296"/>
                </a:lnTo>
                <a:lnTo>
                  <a:pt x="0" y="2901842"/>
                </a:lnTo>
                <a:lnTo>
                  <a:pt x="0" y="2913599"/>
                </a:lnTo>
                <a:lnTo>
                  <a:pt x="0" y="2938137"/>
                </a:lnTo>
                <a:lnTo>
                  <a:pt x="0" y="2939540"/>
                </a:lnTo>
                <a:lnTo>
                  <a:pt x="0" y="2943084"/>
                </a:lnTo>
                <a:lnTo>
                  <a:pt x="0" y="2949840"/>
                </a:lnTo>
                <a:lnTo>
                  <a:pt x="0" y="2984303"/>
                </a:lnTo>
                <a:lnTo>
                  <a:pt x="0" y="3010243"/>
                </a:lnTo>
                <a:lnTo>
                  <a:pt x="0" y="3025545"/>
                </a:lnTo>
                <a:lnTo>
                  <a:pt x="0" y="3051488"/>
                </a:lnTo>
                <a:lnTo>
                  <a:pt x="0" y="3200292"/>
                </a:lnTo>
                <a:lnTo>
                  <a:pt x="0" y="3236587"/>
                </a:lnTo>
                <a:lnTo>
                  <a:pt x="0" y="3241534"/>
                </a:lnTo>
                <a:lnTo>
                  <a:pt x="0" y="3248290"/>
                </a:lnTo>
                <a:lnTo>
                  <a:pt x="0" y="3282753"/>
                </a:lnTo>
                <a:lnTo>
                  <a:pt x="0" y="3308693"/>
                </a:lnTo>
                <a:lnTo>
                  <a:pt x="0" y="3323995"/>
                </a:lnTo>
                <a:lnTo>
                  <a:pt x="0" y="3349938"/>
                </a:lnTo>
                <a:lnTo>
                  <a:pt x="0" y="3426602"/>
                </a:lnTo>
                <a:lnTo>
                  <a:pt x="0" y="3452544"/>
                </a:lnTo>
                <a:lnTo>
                  <a:pt x="0" y="3467844"/>
                </a:lnTo>
                <a:lnTo>
                  <a:pt x="0" y="3493786"/>
                </a:lnTo>
                <a:lnTo>
                  <a:pt x="0" y="3535002"/>
                </a:lnTo>
                <a:lnTo>
                  <a:pt x="0" y="3560945"/>
                </a:lnTo>
                <a:lnTo>
                  <a:pt x="0" y="3576247"/>
                </a:lnTo>
                <a:lnTo>
                  <a:pt x="0" y="3602187"/>
                </a:lnTo>
                <a:lnTo>
                  <a:pt x="0" y="3725052"/>
                </a:lnTo>
                <a:lnTo>
                  <a:pt x="0" y="3750994"/>
                </a:lnTo>
                <a:lnTo>
                  <a:pt x="0" y="3766294"/>
                </a:lnTo>
                <a:lnTo>
                  <a:pt x="0" y="3792236"/>
                </a:lnTo>
                <a:lnTo>
                  <a:pt x="0" y="3833452"/>
                </a:lnTo>
                <a:lnTo>
                  <a:pt x="0" y="3859395"/>
                </a:lnTo>
                <a:lnTo>
                  <a:pt x="0" y="3874697"/>
                </a:lnTo>
                <a:lnTo>
                  <a:pt x="0" y="3900637"/>
                </a:lnTo>
                <a:lnTo>
                  <a:pt x="0" y="3912228"/>
                </a:lnTo>
                <a:lnTo>
                  <a:pt x="0" y="3938168"/>
                </a:lnTo>
                <a:lnTo>
                  <a:pt x="0" y="3953470"/>
                </a:lnTo>
                <a:lnTo>
                  <a:pt x="0" y="3979413"/>
                </a:lnTo>
                <a:lnTo>
                  <a:pt x="0" y="4020629"/>
                </a:lnTo>
                <a:lnTo>
                  <a:pt x="0" y="4046572"/>
                </a:lnTo>
                <a:lnTo>
                  <a:pt x="0" y="4061871"/>
                </a:lnTo>
                <a:lnTo>
                  <a:pt x="0" y="4087814"/>
                </a:lnTo>
                <a:lnTo>
                  <a:pt x="0" y="4198318"/>
                </a:lnTo>
                <a:lnTo>
                  <a:pt x="0" y="4210678"/>
                </a:lnTo>
                <a:lnTo>
                  <a:pt x="0" y="4216291"/>
                </a:lnTo>
                <a:lnTo>
                  <a:pt x="0" y="4236618"/>
                </a:lnTo>
                <a:lnTo>
                  <a:pt x="0" y="4239560"/>
                </a:lnTo>
                <a:lnTo>
                  <a:pt x="0" y="4251920"/>
                </a:lnTo>
                <a:lnTo>
                  <a:pt x="0" y="4257533"/>
                </a:lnTo>
                <a:lnTo>
                  <a:pt x="0" y="4277863"/>
                </a:lnTo>
                <a:lnTo>
                  <a:pt x="0" y="4280779"/>
                </a:lnTo>
                <a:lnTo>
                  <a:pt x="0" y="4298752"/>
                </a:lnTo>
                <a:lnTo>
                  <a:pt x="0" y="4306719"/>
                </a:lnTo>
                <a:lnTo>
                  <a:pt x="0" y="4319079"/>
                </a:lnTo>
                <a:lnTo>
                  <a:pt x="0" y="4322021"/>
                </a:lnTo>
                <a:lnTo>
                  <a:pt x="0" y="4324692"/>
                </a:lnTo>
                <a:lnTo>
                  <a:pt x="0" y="4339994"/>
                </a:lnTo>
                <a:lnTo>
                  <a:pt x="0" y="4345022"/>
                </a:lnTo>
                <a:lnTo>
                  <a:pt x="0" y="4347964"/>
                </a:lnTo>
                <a:lnTo>
                  <a:pt x="0" y="4360321"/>
                </a:lnTo>
                <a:lnTo>
                  <a:pt x="0" y="4365937"/>
                </a:lnTo>
                <a:lnTo>
                  <a:pt x="0" y="4386264"/>
                </a:lnTo>
                <a:lnTo>
                  <a:pt x="0" y="4462929"/>
                </a:lnTo>
                <a:lnTo>
                  <a:pt x="0" y="4488872"/>
                </a:lnTo>
                <a:lnTo>
                  <a:pt x="0" y="4496768"/>
                </a:lnTo>
                <a:lnTo>
                  <a:pt x="0" y="4504173"/>
                </a:lnTo>
                <a:lnTo>
                  <a:pt x="0" y="4514741"/>
                </a:lnTo>
                <a:lnTo>
                  <a:pt x="0" y="4530114"/>
                </a:lnTo>
                <a:lnTo>
                  <a:pt x="0" y="4538010"/>
                </a:lnTo>
                <a:lnTo>
                  <a:pt x="0" y="4555983"/>
                </a:lnTo>
                <a:lnTo>
                  <a:pt x="0" y="4571331"/>
                </a:lnTo>
                <a:lnTo>
                  <a:pt x="0" y="4579229"/>
                </a:lnTo>
                <a:lnTo>
                  <a:pt x="0" y="4597202"/>
                </a:lnTo>
                <a:lnTo>
                  <a:pt x="0" y="4605169"/>
                </a:lnTo>
                <a:lnTo>
                  <a:pt x="0" y="4612575"/>
                </a:lnTo>
                <a:lnTo>
                  <a:pt x="0" y="4620471"/>
                </a:lnTo>
                <a:lnTo>
                  <a:pt x="0" y="4623142"/>
                </a:lnTo>
                <a:lnTo>
                  <a:pt x="0" y="4638444"/>
                </a:lnTo>
                <a:lnTo>
                  <a:pt x="0" y="4646414"/>
                </a:lnTo>
                <a:lnTo>
                  <a:pt x="0" y="4664387"/>
                </a:lnTo>
                <a:lnTo>
                  <a:pt x="0" y="4723077"/>
                </a:lnTo>
                <a:lnTo>
                  <a:pt x="0" y="4741051"/>
                </a:lnTo>
                <a:lnTo>
                  <a:pt x="0" y="4749020"/>
                </a:lnTo>
                <a:lnTo>
                  <a:pt x="0" y="4761379"/>
                </a:lnTo>
                <a:lnTo>
                  <a:pt x="0" y="4764321"/>
                </a:lnTo>
                <a:lnTo>
                  <a:pt x="0" y="4766993"/>
                </a:lnTo>
                <a:lnTo>
                  <a:pt x="0" y="4782293"/>
                </a:lnTo>
                <a:lnTo>
                  <a:pt x="0" y="4787322"/>
                </a:lnTo>
                <a:lnTo>
                  <a:pt x="0" y="4790264"/>
                </a:lnTo>
                <a:lnTo>
                  <a:pt x="0" y="4802623"/>
                </a:lnTo>
                <a:lnTo>
                  <a:pt x="0" y="4808235"/>
                </a:lnTo>
                <a:lnTo>
                  <a:pt x="0" y="4828564"/>
                </a:lnTo>
                <a:lnTo>
                  <a:pt x="0" y="4831480"/>
                </a:lnTo>
                <a:lnTo>
                  <a:pt x="0" y="4849451"/>
                </a:lnTo>
                <a:lnTo>
                  <a:pt x="0" y="4857423"/>
                </a:lnTo>
                <a:lnTo>
                  <a:pt x="0" y="4869781"/>
                </a:lnTo>
                <a:lnTo>
                  <a:pt x="0" y="4872723"/>
                </a:lnTo>
                <a:lnTo>
                  <a:pt x="0" y="4875394"/>
                </a:lnTo>
                <a:lnTo>
                  <a:pt x="0" y="4890696"/>
                </a:lnTo>
                <a:lnTo>
                  <a:pt x="0" y="4898665"/>
                </a:lnTo>
                <a:lnTo>
                  <a:pt x="0" y="4911025"/>
                </a:lnTo>
                <a:lnTo>
                  <a:pt x="0" y="4916636"/>
                </a:lnTo>
                <a:lnTo>
                  <a:pt x="0" y="5021527"/>
                </a:lnTo>
                <a:lnTo>
                  <a:pt x="0" y="5039501"/>
                </a:lnTo>
                <a:lnTo>
                  <a:pt x="0" y="5047470"/>
                </a:lnTo>
                <a:lnTo>
                  <a:pt x="0" y="5062771"/>
                </a:lnTo>
                <a:lnTo>
                  <a:pt x="0" y="5065443"/>
                </a:lnTo>
                <a:lnTo>
                  <a:pt x="0" y="5080743"/>
                </a:lnTo>
                <a:lnTo>
                  <a:pt x="0" y="5088714"/>
                </a:lnTo>
                <a:lnTo>
                  <a:pt x="0" y="5106685"/>
                </a:lnTo>
                <a:lnTo>
                  <a:pt x="0" y="5129930"/>
                </a:lnTo>
                <a:lnTo>
                  <a:pt x="0" y="5147901"/>
                </a:lnTo>
                <a:lnTo>
                  <a:pt x="0" y="5155873"/>
                </a:lnTo>
                <a:lnTo>
                  <a:pt x="0" y="5171173"/>
                </a:lnTo>
                <a:lnTo>
                  <a:pt x="0" y="5173844"/>
                </a:lnTo>
                <a:lnTo>
                  <a:pt x="0" y="5189146"/>
                </a:lnTo>
                <a:lnTo>
                  <a:pt x="0" y="5197115"/>
                </a:lnTo>
                <a:lnTo>
                  <a:pt x="0" y="5208704"/>
                </a:lnTo>
                <a:lnTo>
                  <a:pt x="0" y="5215086"/>
                </a:lnTo>
                <a:lnTo>
                  <a:pt x="0" y="5226677"/>
                </a:lnTo>
                <a:lnTo>
                  <a:pt x="0" y="5234645"/>
                </a:lnTo>
                <a:lnTo>
                  <a:pt x="0" y="5249948"/>
                </a:lnTo>
                <a:lnTo>
                  <a:pt x="0" y="5252617"/>
                </a:lnTo>
                <a:lnTo>
                  <a:pt x="0" y="5267919"/>
                </a:lnTo>
                <a:lnTo>
                  <a:pt x="0" y="5275889"/>
                </a:lnTo>
                <a:lnTo>
                  <a:pt x="0" y="5293862"/>
                </a:lnTo>
                <a:lnTo>
                  <a:pt x="0" y="5317106"/>
                </a:lnTo>
                <a:lnTo>
                  <a:pt x="0" y="5335078"/>
                </a:lnTo>
                <a:lnTo>
                  <a:pt x="0" y="5343047"/>
                </a:lnTo>
                <a:lnTo>
                  <a:pt x="0" y="5358350"/>
                </a:lnTo>
                <a:lnTo>
                  <a:pt x="0" y="5361021"/>
                </a:lnTo>
                <a:lnTo>
                  <a:pt x="0" y="5376320"/>
                </a:lnTo>
                <a:lnTo>
                  <a:pt x="0" y="5384291"/>
                </a:lnTo>
                <a:lnTo>
                  <a:pt x="0" y="5402263"/>
                </a:lnTo>
                <a:lnTo>
                  <a:pt x="0" y="5507154"/>
                </a:lnTo>
                <a:lnTo>
                  <a:pt x="0" y="5512767"/>
                </a:lnTo>
                <a:lnTo>
                  <a:pt x="0" y="5525127"/>
                </a:lnTo>
                <a:lnTo>
                  <a:pt x="0" y="5533095"/>
                </a:lnTo>
                <a:lnTo>
                  <a:pt x="0" y="5548398"/>
                </a:lnTo>
                <a:lnTo>
                  <a:pt x="0" y="5551067"/>
                </a:lnTo>
                <a:lnTo>
                  <a:pt x="0" y="5554009"/>
                </a:lnTo>
                <a:lnTo>
                  <a:pt x="0" y="5566369"/>
                </a:lnTo>
                <a:lnTo>
                  <a:pt x="0" y="5574339"/>
                </a:lnTo>
                <a:lnTo>
                  <a:pt x="0" y="5592312"/>
                </a:lnTo>
                <a:lnTo>
                  <a:pt x="0" y="5595228"/>
                </a:lnTo>
                <a:lnTo>
                  <a:pt x="0" y="5615556"/>
                </a:lnTo>
                <a:lnTo>
                  <a:pt x="0" y="5621168"/>
                </a:lnTo>
                <a:lnTo>
                  <a:pt x="0" y="5633528"/>
                </a:lnTo>
                <a:lnTo>
                  <a:pt x="0" y="5636470"/>
                </a:lnTo>
                <a:lnTo>
                  <a:pt x="0" y="5641497"/>
                </a:lnTo>
                <a:lnTo>
                  <a:pt x="0" y="5656800"/>
                </a:lnTo>
                <a:lnTo>
                  <a:pt x="0" y="5659471"/>
                </a:lnTo>
                <a:lnTo>
                  <a:pt x="0" y="5662413"/>
                </a:lnTo>
                <a:lnTo>
                  <a:pt x="0" y="5674770"/>
                </a:lnTo>
                <a:lnTo>
                  <a:pt x="0" y="5681338"/>
                </a:lnTo>
                <a:lnTo>
                  <a:pt x="0" y="5682741"/>
                </a:lnTo>
                <a:lnTo>
                  <a:pt x="0" y="5693041"/>
                </a:lnTo>
                <a:lnTo>
                  <a:pt x="0" y="5700713"/>
                </a:lnTo>
                <a:lnTo>
                  <a:pt x="0" y="5777378"/>
                </a:lnTo>
                <a:lnTo>
                  <a:pt x="0" y="5803321"/>
                </a:lnTo>
                <a:lnTo>
                  <a:pt x="0" y="5811217"/>
                </a:lnTo>
                <a:lnTo>
                  <a:pt x="0" y="5818622"/>
                </a:lnTo>
                <a:lnTo>
                  <a:pt x="0" y="5844563"/>
                </a:lnTo>
                <a:lnTo>
                  <a:pt x="0" y="5852459"/>
                </a:lnTo>
                <a:lnTo>
                  <a:pt x="0" y="5885780"/>
                </a:lnTo>
                <a:lnTo>
                  <a:pt x="0" y="5893678"/>
                </a:lnTo>
                <a:lnTo>
                  <a:pt x="0" y="5919618"/>
                </a:lnTo>
                <a:lnTo>
                  <a:pt x="0" y="5927024"/>
                </a:lnTo>
                <a:lnTo>
                  <a:pt x="0" y="5934920"/>
                </a:lnTo>
                <a:lnTo>
                  <a:pt x="0" y="5960863"/>
                </a:lnTo>
                <a:lnTo>
                  <a:pt x="0" y="5979788"/>
                </a:lnTo>
                <a:lnTo>
                  <a:pt x="0" y="5991491"/>
                </a:lnTo>
                <a:lnTo>
                  <a:pt x="0" y="6037526"/>
                </a:lnTo>
                <a:lnTo>
                  <a:pt x="0" y="6063469"/>
                </a:lnTo>
                <a:lnTo>
                  <a:pt x="0" y="6075828"/>
                </a:lnTo>
                <a:lnTo>
                  <a:pt x="0" y="6078770"/>
                </a:lnTo>
                <a:lnTo>
                  <a:pt x="0" y="6101771"/>
                </a:lnTo>
                <a:lnTo>
                  <a:pt x="0" y="6104713"/>
                </a:lnTo>
                <a:lnTo>
                  <a:pt x="0" y="6117072"/>
                </a:lnTo>
                <a:lnTo>
                  <a:pt x="0" y="6143013"/>
                </a:lnTo>
                <a:lnTo>
                  <a:pt x="0" y="6145929"/>
                </a:lnTo>
                <a:lnTo>
                  <a:pt x="0" y="6171872"/>
                </a:lnTo>
                <a:lnTo>
                  <a:pt x="0" y="6184230"/>
                </a:lnTo>
                <a:lnTo>
                  <a:pt x="0" y="6187172"/>
                </a:lnTo>
                <a:lnTo>
                  <a:pt x="0" y="6213114"/>
                </a:lnTo>
                <a:lnTo>
                  <a:pt x="0" y="6225474"/>
                </a:lnTo>
                <a:lnTo>
                  <a:pt x="0" y="6335976"/>
                </a:lnTo>
                <a:lnTo>
                  <a:pt x="0" y="6361919"/>
                </a:lnTo>
                <a:lnTo>
                  <a:pt x="0" y="6377220"/>
                </a:lnTo>
                <a:lnTo>
                  <a:pt x="0" y="6403163"/>
                </a:lnTo>
                <a:lnTo>
                  <a:pt x="0" y="6444379"/>
                </a:lnTo>
                <a:lnTo>
                  <a:pt x="0" y="6470322"/>
                </a:lnTo>
                <a:lnTo>
                  <a:pt x="0" y="6485622"/>
                </a:lnTo>
                <a:lnTo>
                  <a:pt x="0" y="6511564"/>
                </a:lnTo>
                <a:lnTo>
                  <a:pt x="0" y="6523153"/>
                </a:lnTo>
                <a:lnTo>
                  <a:pt x="0" y="6549094"/>
                </a:lnTo>
                <a:lnTo>
                  <a:pt x="0" y="6564397"/>
                </a:lnTo>
                <a:lnTo>
                  <a:pt x="0" y="6590338"/>
                </a:lnTo>
                <a:lnTo>
                  <a:pt x="0" y="6631555"/>
                </a:lnTo>
                <a:lnTo>
                  <a:pt x="0" y="6657496"/>
                </a:lnTo>
                <a:lnTo>
                  <a:pt x="0" y="6672799"/>
                </a:lnTo>
                <a:lnTo>
                  <a:pt x="0" y="6698740"/>
                </a:lnTo>
                <a:lnTo>
                  <a:pt x="0" y="6821603"/>
                </a:lnTo>
                <a:lnTo>
                  <a:pt x="0" y="6847544"/>
                </a:lnTo>
                <a:lnTo>
                  <a:pt x="0" y="6862847"/>
                </a:lnTo>
                <a:lnTo>
                  <a:pt x="0" y="6888788"/>
                </a:lnTo>
                <a:lnTo>
                  <a:pt x="0" y="6930005"/>
                </a:lnTo>
                <a:lnTo>
                  <a:pt x="0" y="6955946"/>
                </a:lnTo>
                <a:lnTo>
                  <a:pt x="0" y="6959492"/>
                </a:lnTo>
                <a:lnTo>
                  <a:pt x="0" y="6971249"/>
                </a:lnTo>
                <a:lnTo>
                  <a:pt x="0" y="6995787"/>
                </a:lnTo>
                <a:lnTo>
                  <a:pt x="0" y="6997190"/>
                </a:lnTo>
                <a:lnTo>
                  <a:pt x="0" y="7000734"/>
                </a:lnTo>
                <a:lnTo>
                  <a:pt x="0" y="7007490"/>
                </a:lnTo>
                <a:lnTo>
                  <a:pt x="0" y="7041953"/>
                </a:lnTo>
                <a:lnTo>
                  <a:pt x="0" y="7067893"/>
                </a:lnTo>
                <a:lnTo>
                  <a:pt x="0" y="7083195"/>
                </a:lnTo>
                <a:lnTo>
                  <a:pt x="0" y="7109138"/>
                </a:lnTo>
                <a:lnTo>
                  <a:pt x="0" y="7257942"/>
                </a:lnTo>
                <a:lnTo>
                  <a:pt x="0" y="7294237"/>
                </a:lnTo>
                <a:lnTo>
                  <a:pt x="0" y="7299184"/>
                </a:lnTo>
                <a:lnTo>
                  <a:pt x="0" y="7305940"/>
                </a:lnTo>
                <a:lnTo>
                  <a:pt x="0" y="7340403"/>
                </a:lnTo>
                <a:lnTo>
                  <a:pt x="0" y="7366343"/>
                </a:lnTo>
                <a:lnTo>
                  <a:pt x="0" y="7381645"/>
                </a:lnTo>
                <a:lnTo>
                  <a:pt x="0" y="7407588"/>
                </a:lnTo>
                <a:lnTo>
                  <a:pt x="0" y="7484252"/>
                </a:lnTo>
                <a:lnTo>
                  <a:pt x="0" y="7510194"/>
                </a:lnTo>
                <a:lnTo>
                  <a:pt x="0" y="7525494"/>
                </a:lnTo>
                <a:lnTo>
                  <a:pt x="0" y="7551436"/>
                </a:lnTo>
                <a:lnTo>
                  <a:pt x="0" y="7592652"/>
                </a:lnTo>
                <a:lnTo>
                  <a:pt x="0" y="7618595"/>
                </a:lnTo>
                <a:lnTo>
                  <a:pt x="0" y="7633897"/>
                </a:lnTo>
                <a:lnTo>
                  <a:pt x="0" y="7659837"/>
                </a:lnTo>
                <a:lnTo>
                  <a:pt x="0" y="7782702"/>
                </a:lnTo>
                <a:lnTo>
                  <a:pt x="0" y="7808644"/>
                </a:lnTo>
                <a:lnTo>
                  <a:pt x="0" y="7823944"/>
                </a:lnTo>
                <a:lnTo>
                  <a:pt x="0" y="7849886"/>
                </a:lnTo>
                <a:lnTo>
                  <a:pt x="0" y="7891102"/>
                </a:lnTo>
                <a:lnTo>
                  <a:pt x="0" y="7917045"/>
                </a:lnTo>
                <a:lnTo>
                  <a:pt x="0" y="7932347"/>
                </a:lnTo>
                <a:lnTo>
                  <a:pt x="0" y="7958287"/>
                </a:lnTo>
                <a:lnTo>
                  <a:pt x="0" y="7969878"/>
                </a:lnTo>
                <a:lnTo>
                  <a:pt x="0" y="7995818"/>
                </a:lnTo>
                <a:lnTo>
                  <a:pt x="0" y="8011120"/>
                </a:lnTo>
                <a:lnTo>
                  <a:pt x="0" y="8037063"/>
                </a:lnTo>
                <a:lnTo>
                  <a:pt x="0" y="8078279"/>
                </a:lnTo>
                <a:lnTo>
                  <a:pt x="0" y="8104222"/>
                </a:lnTo>
                <a:lnTo>
                  <a:pt x="0" y="8119521"/>
                </a:lnTo>
                <a:lnTo>
                  <a:pt x="0" y="8145464"/>
                </a:lnTo>
                <a:lnTo>
                  <a:pt x="0" y="8255968"/>
                </a:lnTo>
                <a:lnTo>
                  <a:pt x="0" y="8268328"/>
                </a:lnTo>
                <a:lnTo>
                  <a:pt x="0" y="8294268"/>
                </a:lnTo>
                <a:lnTo>
                  <a:pt x="0" y="8297210"/>
                </a:lnTo>
                <a:lnTo>
                  <a:pt x="0" y="8309570"/>
                </a:lnTo>
                <a:lnTo>
                  <a:pt x="0" y="8335513"/>
                </a:lnTo>
                <a:lnTo>
                  <a:pt x="0" y="8338429"/>
                </a:lnTo>
                <a:lnTo>
                  <a:pt x="0" y="8364369"/>
                </a:lnTo>
                <a:lnTo>
                  <a:pt x="0" y="8376729"/>
                </a:lnTo>
                <a:lnTo>
                  <a:pt x="0" y="8379671"/>
                </a:lnTo>
                <a:lnTo>
                  <a:pt x="0" y="8402672"/>
                </a:lnTo>
                <a:lnTo>
                  <a:pt x="0" y="8405614"/>
                </a:lnTo>
                <a:lnTo>
                  <a:pt x="0" y="8417971"/>
                </a:lnTo>
                <a:lnTo>
                  <a:pt x="0" y="8443914"/>
                </a:lnTo>
                <a:lnTo>
                  <a:pt x="0" y="8520579"/>
                </a:lnTo>
                <a:lnTo>
                  <a:pt x="0" y="8546522"/>
                </a:lnTo>
                <a:lnTo>
                  <a:pt x="0" y="8554418"/>
                </a:lnTo>
                <a:lnTo>
                  <a:pt x="0" y="8561823"/>
                </a:lnTo>
                <a:lnTo>
                  <a:pt x="0" y="8587764"/>
                </a:lnTo>
                <a:lnTo>
                  <a:pt x="0" y="8595660"/>
                </a:lnTo>
                <a:lnTo>
                  <a:pt x="0" y="8628981"/>
                </a:lnTo>
                <a:lnTo>
                  <a:pt x="0" y="8636879"/>
                </a:lnTo>
                <a:lnTo>
                  <a:pt x="0" y="8662819"/>
                </a:lnTo>
                <a:lnTo>
                  <a:pt x="0" y="8670225"/>
                </a:lnTo>
                <a:lnTo>
                  <a:pt x="0" y="8678121"/>
                </a:lnTo>
                <a:lnTo>
                  <a:pt x="0" y="8704064"/>
                </a:lnTo>
                <a:lnTo>
                  <a:pt x="0" y="8780727"/>
                </a:lnTo>
                <a:lnTo>
                  <a:pt x="0" y="8806670"/>
                </a:lnTo>
                <a:lnTo>
                  <a:pt x="0" y="8819029"/>
                </a:lnTo>
                <a:lnTo>
                  <a:pt x="0" y="8821971"/>
                </a:lnTo>
                <a:lnTo>
                  <a:pt x="0" y="8844972"/>
                </a:lnTo>
                <a:lnTo>
                  <a:pt x="0" y="8847914"/>
                </a:lnTo>
                <a:lnTo>
                  <a:pt x="0" y="8860273"/>
                </a:lnTo>
                <a:lnTo>
                  <a:pt x="0" y="8886214"/>
                </a:lnTo>
                <a:lnTo>
                  <a:pt x="0" y="8889130"/>
                </a:lnTo>
                <a:lnTo>
                  <a:pt x="0" y="8915073"/>
                </a:lnTo>
                <a:lnTo>
                  <a:pt x="0" y="8927431"/>
                </a:lnTo>
                <a:lnTo>
                  <a:pt x="0" y="8930373"/>
                </a:lnTo>
                <a:lnTo>
                  <a:pt x="0" y="8956315"/>
                </a:lnTo>
                <a:lnTo>
                  <a:pt x="0" y="8968675"/>
                </a:lnTo>
                <a:lnTo>
                  <a:pt x="0" y="9079177"/>
                </a:lnTo>
                <a:lnTo>
                  <a:pt x="0" y="9105120"/>
                </a:lnTo>
                <a:lnTo>
                  <a:pt x="0" y="9120421"/>
                </a:lnTo>
                <a:lnTo>
                  <a:pt x="0" y="9146364"/>
                </a:lnTo>
                <a:lnTo>
                  <a:pt x="0" y="9164851"/>
                </a:lnTo>
                <a:close/>
              </a:path>
            </a:pathLst>
          </a:custGeom>
          <a:solidFill>
            <a:srgbClr val="FF005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6" name="Forma libre 38">
            <a:extLst>
              <a:ext uri="{FF2B5EF4-FFF2-40B4-BE49-F238E27FC236}">
                <a16:creationId xmlns:a16="http://schemas.microsoft.com/office/drawing/2014/main" id="{3BFDC1BB-4662-97FC-FABE-9E8DCDFA9330}"/>
              </a:ext>
            </a:extLst>
          </p:cNvPr>
          <p:cNvSpPr/>
          <p:nvPr/>
        </p:nvSpPr>
        <p:spPr>
          <a:xfrm rot="16200000" flipV="1">
            <a:off x="1557751" y="-537766"/>
            <a:ext cx="582039" cy="3741929"/>
          </a:xfrm>
          <a:custGeom>
            <a:avLst/>
            <a:gdLst>
              <a:gd name="connsiteX0" fmla="*/ 582039 w 582039"/>
              <a:gd name="connsiteY0" fmla="*/ 2949840 h 2949840"/>
              <a:gd name="connsiteX1" fmla="*/ 582039 w 582039"/>
              <a:gd name="connsiteY1" fmla="*/ 2929141 h 2949840"/>
              <a:gd name="connsiteX2" fmla="*/ 582039 w 582039"/>
              <a:gd name="connsiteY2" fmla="*/ 2903198 h 2949840"/>
              <a:gd name="connsiteX3" fmla="*/ 582039 w 582039"/>
              <a:gd name="connsiteY3" fmla="*/ 2887897 h 2949840"/>
              <a:gd name="connsiteX4" fmla="*/ 582039 w 582039"/>
              <a:gd name="connsiteY4" fmla="*/ 2861956 h 2949840"/>
              <a:gd name="connsiteX5" fmla="*/ 582039 w 582039"/>
              <a:gd name="connsiteY5" fmla="*/ 2820739 h 2949840"/>
              <a:gd name="connsiteX6" fmla="*/ 582039 w 582039"/>
              <a:gd name="connsiteY6" fmla="*/ 2779495 h 2949840"/>
              <a:gd name="connsiteX7" fmla="*/ 582039 w 582039"/>
              <a:gd name="connsiteY7" fmla="*/ 2641090 h 2949840"/>
              <a:gd name="connsiteX8" fmla="*/ 582039 w 582039"/>
              <a:gd name="connsiteY8" fmla="*/ 2615149 h 2949840"/>
              <a:gd name="connsiteX9" fmla="*/ 582039 w 582039"/>
              <a:gd name="connsiteY9" fmla="*/ 2599846 h 2949840"/>
              <a:gd name="connsiteX10" fmla="*/ 582039 w 582039"/>
              <a:gd name="connsiteY10" fmla="*/ 2573905 h 2949840"/>
              <a:gd name="connsiteX11" fmla="*/ 582039 w 582039"/>
              <a:gd name="connsiteY11" fmla="*/ 2532688 h 2949840"/>
              <a:gd name="connsiteX12" fmla="*/ 582039 w 582039"/>
              <a:gd name="connsiteY12" fmla="*/ 2506747 h 2949840"/>
              <a:gd name="connsiteX13" fmla="*/ 582039 w 582039"/>
              <a:gd name="connsiteY13" fmla="*/ 2491444 h 2949840"/>
              <a:gd name="connsiteX14" fmla="*/ 582039 w 582039"/>
              <a:gd name="connsiteY14" fmla="*/ 2465503 h 2949840"/>
              <a:gd name="connsiteX15" fmla="*/ 582039 w 582039"/>
              <a:gd name="connsiteY15" fmla="*/ 1996822 h 2949840"/>
              <a:gd name="connsiteX16" fmla="*/ 582039 w 582039"/>
              <a:gd name="connsiteY16" fmla="*/ 1970880 h 2949840"/>
              <a:gd name="connsiteX17" fmla="*/ 582039 w 582039"/>
              <a:gd name="connsiteY17" fmla="*/ 1955579 h 2949840"/>
              <a:gd name="connsiteX18" fmla="*/ 582039 w 582039"/>
              <a:gd name="connsiteY18" fmla="*/ 1929637 h 2949840"/>
              <a:gd name="connsiteX19" fmla="*/ 582039 w 582039"/>
              <a:gd name="connsiteY19" fmla="*/ 1888420 h 2949840"/>
              <a:gd name="connsiteX20" fmla="*/ 582039 w 582039"/>
              <a:gd name="connsiteY20" fmla="*/ 1869374 h 2949840"/>
              <a:gd name="connsiteX21" fmla="*/ 582039 w 582039"/>
              <a:gd name="connsiteY21" fmla="*/ 1862477 h 2949840"/>
              <a:gd name="connsiteX22" fmla="*/ 582039 w 582039"/>
              <a:gd name="connsiteY22" fmla="*/ 1847177 h 2949840"/>
              <a:gd name="connsiteX23" fmla="*/ 582039 w 582039"/>
              <a:gd name="connsiteY23" fmla="*/ 1828130 h 2949840"/>
              <a:gd name="connsiteX24" fmla="*/ 582039 w 582039"/>
              <a:gd name="connsiteY24" fmla="*/ 1821235 h 2949840"/>
              <a:gd name="connsiteX25" fmla="*/ 582039 w 582039"/>
              <a:gd name="connsiteY25" fmla="*/ 1786913 h 2949840"/>
              <a:gd name="connsiteX26" fmla="*/ 582039 w 582039"/>
              <a:gd name="connsiteY26" fmla="*/ 1760971 h 2949840"/>
              <a:gd name="connsiteX27" fmla="*/ 582039 w 582039"/>
              <a:gd name="connsiteY27" fmla="*/ 1745671 h 2949840"/>
              <a:gd name="connsiteX28" fmla="*/ 582039 w 582039"/>
              <a:gd name="connsiteY28" fmla="*/ 1719728 h 2949840"/>
              <a:gd name="connsiteX29" fmla="*/ 582038 w 582039"/>
              <a:gd name="connsiteY29" fmla="*/ 1446119 h 2949840"/>
              <a:gd name="connsiteX30" fmla="*/ 582038 w 582039"/>
              <a:gd name="connsiteY30" fmla="*/ 1420179 h 2949840"/>
              <a:gd name="connsiteX31" fmla="*/ 582038 w 582039"/>
              <a:gd name="connsiteY31" fmla="*/ 1404877 h 2949840"/>
              <a:gd name="connsiteX32" fmla="*/ 582038 w 582039"/>
              <a:gd name="connsiteY32" fmla="*/ 1378934 h 2949840"/>
              <a:gd name="connsiteX33" fmla="*/ 582038 w 582039"/>
              <a:gd name="connsiteY33" fmla="*/ 1344613 h 2949840"/>
              <a:gd name="connsiteX34" fmla="*/ 582038 w 582039"/>
              <a:gd name="connsiteY34" fmla="*/ 1337718 h 2949840"/>
              <a:gd name="connsiteX35" fmla="*/ 582038 w 582039"/>
              <a:gd name="connsiteY35" fmla="*/ 1318670 h 2949840"/>
              <a:gd name="connsiteX36" fmla="*/ 582038 w 582039"/>
              <a:gd name="connsiteY36" fmla="*/ 1303371 h 2949840"/>
              <a:gd name="connsiteX37" fmla="*/ 582038 w 582039"/>
              <a:gd name="connsiteY37" fmla="*/ 1296476 h 2949840"/>
              <a:gd name="connsiteX38" fmla="*/ 582038 w 582039"/>
              <a:gd name="connsiteY38" fmla="*/ 1277428 h 2949840"/>
              <a:gd name="connsiteX39" fmla="*/ 582038 w 582039"/>
              <a:gd name="connsiteY39" fmla="*/ 1236212 h 2949840"/>
              <a:gd name="connsiteX40" fmla="*/ 582038 w 582039"/>
              <a:gd name="connsiteY40" fmla="*/ 1210269 h 2949840"/>
              <a:gd name="connsiteX41" fmla="*/ 582038 w 582039"/>
              <a:gd name="connsiteY41" fmla="*/ 1194967 h 2949840"/>
              <a:gd name="connsiteX42" fmla="*/ 582038 w 582039"/>
              <a:gd name="connsiteY42" fmla="*/ 1169027 h 2949840"/>
              <a:gd name="connsiteX43" fmla="*/ 582038 w 582039"/>
              <a:gd name="connsiteY43" fmla="*/ 700345 h 2949840"/>
              <a:gd name="connsiteX44" fmla="*/ 582038 w 582039"/>
              <a:gd name="connsiteY44" fmla="*/ 674402 h 2949840"/>
              <a:gd name="connsiteX45" fmla="*/ 582038 w 582039"/>
              <a:gd name="connsiteY45" fmla="*/ 659103 h 2949840"/>
              <a:gd name="connsiteX46" fmla="*/ 582038 w 582039"/>
              <a:gd name="connsiteY46" fmla="*/ 633160 h 2949840"/>
              <a:gd name="connsiteX47" fmla="*/ 582038 w 582039"/>
              <a:gd name="connsiteY47" fmla="*/ 591944 h 2949840"/>
              <a:gd name="connsiteX48" fmla="*/ 582038 w 582039"/>
              <a:gd name="connsiteY48" fmla="*/ 566002 h 2949840"/>
              <a:gd name="connsiteX49" fmla="*/ 582038 w 582039"/>
              <a:gd name="connsiteY49" fmla="*/ 550699 h 2949840"/>
              <a:gd name="connsiteX50" fmla="*/ 582038 w 582039"/>
              <a:gd name="connsiteY50" fmla="*/ 524756 h 2949840"/>
              <a:gd name="connsiteX51" fmla="*/ 582038 w 582039"/>
              <a:gd name="connsiteY51" fmla="*/ 149643 h 2949840"/>
              <a:gd name="connsiteX52" fmla="*/ 582038 w 582039"/>
              <a:gd name="connsiteY52" fmla="*/ 123703 h 2949840"/>
              <a:gd name="connsiteX53" fmla="*/ 582038 w 582039"/>
              <a:gd name="connsiteY53" fmla="*/ 108401 h 2949840"/>
              <a:gd name="connsiteX54" fmla="*/ 582038 w 582039"/>
              <a:gd name="connsiteY54" fmla="*/ 82458 h 2949840"/>
              <a:gd name="connsiteX55" fmla="*/ 582038 w 582039"/>
              <a:gd name="connsiteY55" fmla="*/ 41242 h 2949840"/>
              <a:gd name="connsiteX56" fmla="*/ 582038 w 582039"/>
              <a:gd name="connsiteY56" fmla="*/ 0 h 2949840"/>
              <a:gd name="connsiteX57" fmla="*/ 0 w 582039"/>
              <a:gd name="connsiteY57" fmla="*/ 158641 h 2949840"/>
              <a:gd name="connsiteX58" fmla="*/ 0 w 582039"/>
              <a:gd name="connsiteY58" fmla="*/ 199883 h 2949840"/>
              <a:gd name="connsiteX59" fmla="*/ 0 w 582039"/>
              <a:gd name="connsiteY59" fmla="*/ 241102 h 2949840"/>
              <a:gd name="connsiteX60" fmla="*/ 0 w 582039"/>
              <a:gd name="connsiteY60" fmla="*/ 267042 h 2949840"/>
              <a:gd name="connsiteX61" fmla="*/ 0 w 582039"/>
              <a:gd name="connsiteY61" fmla="*/ 282344 h 2949840"/>
              <a:gd name="connsiteX62" fmla="*/ 0 w 582039"/>
              <a:gd name="connsiteY62" fmla="*/ 308287 h 2949840"/>
              <a:gd name="connsiteX63" fmla="*/ 0 w 582039"/>
              <a:gd name="connsiteY63" fmla="*/ 683401 h 2949840"/>
              <a:gd name="connsiteX64" fmla="*/ 0 w 582039"/>
              <a:gd name="connsiteY64" fmla="*/ 709343 h 2949840"/>
              <a:gd name="connsiteX65" fmla="*/ 0 w 582039"/>
              <a:gd name="connsiteY65" fmla="*/ 724643 h 2949840"/>
              <a:gd name="connsiteX66" fmla="*/ 0 w 582039"/>
              <a:gd name="connsiteY66" fmla="*/ 750585 h 2949840"/>
              <a:gd name="connsiteX67" fmla="*/ 0 w 582039"/>
              <a:gd name="connsiteY67" fmla="*/ 791801 h 2949840"/>
              <a:gd name="connsiteX68" fmla="*/ 0 w 582039"/>
              <a:gd name="connsiteY68" fmla="*/ 817744 h 2949840"/>
              <a:gd name="connsiteX69" fmla="*/ 0 w 582039"/>
              <a:gd name="connsiteY69" fmla="*/ 833046 h 2949840"/>
              <a:gd name="connsiteX70" fmla="*/ 0 w 582039"/>
              <a:gd name="connsiteY70" fmla="*/ 858986 h 2949840"/>
              <a:gd name="connsiteX71" fmla="*/ 0 w 582039"/>
              <a:gd name="connsiteY71" fmla="*/ 1169027 h 2949840"/>
              <a:gd name="connsiteX72" fmla="*/ 0 w 582039"/>
              <a:gd name="connsiteY72" fmla="*/ 1194967 h 2949840"/>
              <a:gd name="connsiteX73" fmla="*/ 0 w 582039"/>
              <a:gd name="connsiteY73" fmla="*/ 1210269 h 2949840"/>
              <a:gd name="connsiteX74" fmla="*/ 0 w 582039"/>
              <a:gd name="connsiteY74" fmla="*/ 1236212 h 2949840"/>
              <a:gd name="connsiteX75" fmla="*/ 0 w 582039"/>
              <a:gd name="connsiteY75" fmla="*/ 1277428 h 2949840"/>
              <a:gd name="connsiteX76" fmla="*/ 0 w 582039"/>
              <a:gd name="connsiteY76" fmla="*/ 1303371 h 2949840"/>
              <a:gd name="connsiteX77" fmla="*/ 0 w 582039"/>
              <a:gd name="connsiteY77" fmla="*/ 1318670 h 2949840"/>
              <a:gd name="connsiteX78" fmla="*/ 0 w 582039"/>
              <a:gd name="connsiteY78" fmla="*/ 1344613 h 2949840"/>
              <a:gd name="connsiteX79" fmla="*/ 0 w 582039"/>
              <a:gd name="connsiteY79" fmla="*/ 1455117 h 2949840"/>
              <a:gd name="connsiteX80" fmla="*/ 0 w 582039"/>
              <a:gd name="connsiteY80" fmla="*/ 1496359 h 2949840"/>
              <a:gd name="connsiteX81" fmla="*/ 0 w 582039"/>
              <a:gd name="connsiteY81" fmla="*/ 1537578 h 2949840"/>
              <a:gd name="connsiteX82" fmla="*/ 0 w 582039"/>
              <a:gd name="connsiteY82" fmla="*/ 1563518 h 2949840"/>
              <a:gd name="connsiteX83" fmla="*/ 0 w 582039"/>
              <a:gd name="connsiteY83" fmla="*/ 1578820 h 2949840"/>
              <a:gd name="connsiteX84" fmla="*/ 0 w 582039"/>
              <a:gd name="connsiteY84" fmla="*/ 1604763 h 2949840"/>
              <a:gd name="connsiteX85" fmla="*/ 0 w 582039"/>
              <a:gd name="connsiteY85" fmla="*/ 1719728 h 2949840"/>
              <a:gd name="connsiteX86" fmla="*/ 0 w 582039"/>
              <a:gd name="connsiteY86" fmla="*/ 1745671 h 2949840"/>
              <a:gd name="connsiteX87" fmla="*/ 0 w 582039"/>
              <a:gd name="connsiteY87" fmla="*/ 1760972 h 2949840"/>
              <a:gd name="connsiteX88" fmla="*/ 0 w 582039"/>
              <a:gd name="connsiteY88" fmla="*/ 1786913 h 2949840"/>
              <a:gd name="connsiteX89" fmla="*/ 0 w 582039"/>
              <a:gd name="connsiteY89" fmla="*/ 1828130 h 2949840"/>
              <a:gd name="connsiteX90" fmla="*/ 0 w 582039"/>
              <a:gd name="connsiteY90" fmla="*/ 1869374 h 2949840"/>
              <a:gd name="connsiteX91" fmla="*/ 0 w 582039"/>
              <a:gd name="connsiteY91" fmla="*/ 1979876 h 2949840"/>
              <a:gd name="connsiteX92" fmla="*/ 0 w 582039"/>
              <a:gd name="connsiteY92" fmla="*/ 2005819 h 2949840"/>
              <a:gd name="connsiteX93" fmla="*/ 0 w 582039"/>
              <a:gd name="connsiteY93" fmla="*/ 2021120 h 2949840"/>
              <a:gd name="connsiteX94" fmla="*/ 0 w 582039"/>
              <a:gd name="connsiteY94" fmla="*/ 2047063 h 2949840"/>
              <a:gd name="connsiteX95" fmla="*/ 0 w 582039"/>
              <a:gd name="connsiteY95" fmla="*/ 2088279 h 2949840"/>
              <a:gd name="connsiteX96" fmla="*/ 0 w 582039"/>
              <a:gd name="connsiteY96" fmla="*/ 2114222 h 2949840"/>
              <a:gd name="connsiteX97" fmla="*/ 0 w 582039"/>
              <a:gd name="connsiteY97" fmla="*/ 2129522 h 2949840"/>
              <a:gd name="connsiteX98" fmla="*/ 0 w 582039"/>
              <a:gd name="connsiteY98" fmla="*/ 2155464 h 2949840"/>
              <a:gd name="connsiteX99" fmla="*/ 0 w 582039"/>
              <a:gd name="connsiteY99" fmla="*/ 2465503 h 2949840"/>
              <a:gd name="connsiteX100" fmla="*/ 0 w 582039"/>
              <a:gd name="connsiteY100" fmla="*/ 2491444 h 2949840"/>
              <a:gd name="connsiteX101" fmla="*/ 0 w 582039"/>
              <a:gd name="connsiteY101" fmla="*/ 2506747 h 2949840"/>
              <a:gd name="connsiteX102" fmla="*/ 0 w 582039"/>
              <a:gd name="connsiteY102" fmla="*/ 2532688 h 2949840"/>
              <a:gd name="connsiteX103" fmla="*/ 0 w 582039"/>
              <a:gd name="connsiteY103" fmla="*/ 2573905 h 2949840"/>
              <a:gd name="connsiteX104" fmla="*/ 0 w 582039"/>
              <a:gd name="connsiteY104" fmla="*/ 2599846 h 2949840"/>
              <a:gd name="connsiteX105" fmla="*/ 0 w 582039"/>
              <a:gd name="connsiteY105" fmla="*/ 2615149 h 2949840"/>
              <a:gd name="connsiteX106" fmla="*/ 0 w 582039"/>
              <a:gd name="connsiteY106" fmla="*/ 2641090 h 2949840"/>
              <a:gd name="connsiteX107" fmla="*/ 0 w 582039"/>
              <a:gd name="connsiteY107" fmla="*/ 2938137 h 2949840"/>
              <a:gd name="connsiteX108" fmla="*/ 0 w 582039"/>
              <a:gd name="connsiteY108" fmla="*/ 2949840 h 294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2039" h="2949840">
                <a:moveTo>
                  <a:pt x="582039" y="2949840"/>
                </a:moveTo>
                <a:lnTo>
                  <a:pt x="582039" y="2929141"/>
                </a:lnTo>
                <a:lnTo>
                  <a:pt x="582039" y="2903198"/>
                </a:lnTo>
                <a:lnTo>
                  <a:pt x="582039" y="2887897"/>
                </a:lnTo>
                <a:lnTo>
                  <a:pt x="582039" y="2861956"/>
                </a:lnTo>
                <a:lnTo>
                  <a:pt x="582039" y="2820739"/>
                </a:lnTo>
                <a:lnTo>
                  <a:pt x="582039" y="2779495"/>
                </a:lnTo>
                <a:lnTo>
                  <a:pt x="582039" y="2641090"/>
                </a:lnTo>
                <a:lnTo>
                  <a:pt x="582039" y="2615149"/>
                </a:lnTo>
                <a:lnTo>
                  <a:pt x="582039" y="2599846"/>
                </a:lnTo>
                <a:lnTo>
                  <a:pt x="582039" y="2573905"/>
                </a:lnTo>
                <a:lnTo>
                  <a:pt x="582039" y="2532688"/>
                </a:lnTo>
                <a:lnTo>
                  <a:pt x="582039" y="2506747"/>
                </a:lnTo>
                <a:lnTo>
                  <a:pt x="582039" y="2491444"/>
                </a:lnTo>
                <a:lnTo>
                  <a:pt x="582039" y="2465503"/>
                </a:lnTo>
                <a:lnTo>
                  <a:pt x="582039" y="1996822"/>
                </a:lnTo>
                <a:lnTo>
                  <a:pt x="582039" y="1970880"/>
                </a:lnTo>
                <a:lnTo>
                  <a:pt x="582039" y="1955579"/>
                </a:lnTo>
                <a:lnTo>
                  <a:pt x="582039" y="1929637"/>
                </a:lnTo>
                <a:lnTo>
                  <a:pt x="582039" y="1888420"/>
                </a:lnTo>
                <a:lnTo>
                  <a:pt x="582039" y="1869374"/>
                </a:lnTo>
                <a:lnTo>
                  <a:pt x="582039" y="1862477"/>
                </a:lnTo>
                <a:lnTo>
                  <a:pt x="582039" y="1847177"/>
                </a:lnTo>
                <a:lnTo>
                  <a:pt x="582039" y="1828130"/>
                </a:lnTo>
                <a:lnTo>
                  <a:pt x="582039" y="1821235"/>
                </a:lnTo>
                <a:lnTo>
                  <a:pt x="582039" y="1786913"/>
                </a:lnTo>
                <a:lnTo>
                  <a:pt x="582039" y="1760971"/>
                </a:lnTo>
                <a:lnTo>
                  <a:pt x="582039" y="1745671"/>
                </a:lnTo>
                <a:lnTo>
                  <a:pt x="582039" y="1719728"/>
                </a:lnTo>
                <a:lnTo>
                  <a:pt x="582038" y="1446119"/>
                </a:lnTo>
                <a:lnTo>
                  <a:pt x="582038" y="1420179"/>
                </a:lnTo>
                <a:lnTo>
                  <a:pt x="582038" y="1404877"/>
                </a:lnTo>
                <a:lnTo>
                  <a:pt x="582038" y="1378934"/>
                </a:lnTo>
                <a:lnTo>
                  <a:pt x="582038" y="1344613"/>
                </a:lnTo>
                <a:lnTo>
                  <a:pt x="582038" y="1337718"/>
                </a:lnTo>
                <a:lnTo>
                  <a:pt x="582038" y="1318670"/>
                </a:lnTo>
                <a:lnTo>
                  <a:pt x="582038" y="1303371"/>
                </a:lnTo>
                <a:lnTo>
                  <a:pt x="582038" y="1296476"/>
                </a:lnTo>
                <a:lnTo>
                  <a:pt x="582038" y="1277428"/>
                </a:lnTo>
                <a:lnTo>
                  <a:pt x="582038" y="1236212"/>
                </a:lnTo>
                <a:lnTo>
                  <a:pt x="582038" y="1210269"/>
                </a:lnTo>
                <a:lnTo>
                  <a:pt x="582038" y="1194967"/>
                </a:lnTo>
                <a:lnTo>
                  <a:pt x="582038" y="1169027"/>
                </a:lnTo>
                <a:lnTo>
                  <a:pt x="582038" y="700345"/>
                </a:lnTo>
                <a:lnTo>
                  <a:pt x="582038" y="674402"/>
                </a:lnTo>
                <a:lnTo>
                  <a:pt x="582038" y="659103"/>
                </a:lnTo>
                <a:lnTo>
                  <a:pt x="582038" y="633160"/>
                </a:lnTo>
                <a:lnTo>
                  <a:pt x="582038" y="591944"/>
                </a:lnTo>
                <a:lnTo>
                  <a:pt x="582038" y="566002"/>
                </a:lnTo>
                <a:lnTo>
                  <a:pt x="582038" y="550699"/>
                </a:lnTo>
                <a:lnTo>
                  <a:pt x="582038" y="524756"/>
                </a:lnTo>
                <a:lnTo>
                  <a:pt x="582038" y="149643"/>
                </a:lnTo>
                <a:lnTo>
                  <a:pt x="582038" y="123703"/>
                </a:lnTo>
                <a:lnTo>
                  <a:pt x="582038" y="108401"/>
                </a:lnTo>
                <a:lnTo>
                  <a:pt x="582038" y="82458"/>
                </a:lnTo>
                <a:lnTo>
                  <a:pt x="582038" y="41242"/>
                </a:lnTo>
                <a:lnTo>
                  <a:pt x="582038" y="0"/>
                </a:lnTo>
                <a:lnTo>
                  <a:pt x="0" y="158641"/>
                </a:lnTo>
                <a:lnTo>
                  <a:pt x="0" y="199883"/>
                </a:lnTo>
                <a:lnTo>
                  <a:pt x="0" y="241102"/>
                </a:lnTo>
                <a:lnTo>
                  <a:pt x="0" y="267042"/>
                </a:lnTo>
                <a:lnTo>
                  <a:pt x="0" y="282344"/>
                </a:lnTo>
                <a:lnTo>
                  <a:pt x="0" y="308287"/>
                </a:lnTo>
                <a:lnTo>
                  <a:pt x="0" y="683401"/>
                </a:lnTo>
                <a:lnTo>
                  <a:pt x="0" y="709343"/>
                </a:lnTo>
                <a:lnTo>
                  <a:pt x="0" y="724643"/>
                </a:lnTo>
                <a:lnTo>
                  <a:pt x="0" y="750585"/>
                </a:lnTo>
                <a:lnTo>
                  <a:pt x="0" y="791801"/>
                </a:lnTo>
                <a:lnTo>
                  <a:pt x="0" y="817744"/>
                </a:lnTo>
                <a:lnTo>
                  <a:pt x="0" y="833046"/>
                </a:lnTo>
                <a:lnTo>
                  <a:pt x="0" y="858986"/>
                </a:lnTo>
                <a:lnTo>
                  <a:pt x="0" y="1169027"/>
                </a:lnTo>
                <a:lnTo>
                  <a:pt x="0" y="1194967"/>
                </a:lnTo>
                <a:lnTo>
                  <a:pt x="0" y="1210269"/>
                </a:lnTo>
                <a:lnTo>
                  <a:pt x="0" y="1236212"/>
                </a:lnTo>
                <a:lnTo>
                  <a:pt x="0" y="1277428"/>
                </a:lnTo>
                <a:lnTo>
                  <a:pt x="0" y="1303371"/>
                </a:lnTo>
                <a:lnTo>
                  <a:pt x="0" y="1318670"/>
                </a:lnTo>
                <a:lnTo>
                  <a:pt x="0" y="1344613"/>
                </a:lnTo>
                <a:lnTo>
                  <a:pt x="0" y="1455117"/>
                </a:lnTo>
                <a:lnTo>
                  <a:pt x="0" y="1496359"/>
                </a:lnTo>
                <a:lnTo>
                  <a:pt x="0" y="1537578"/>
                </a:lnTo>
                <a:lnTo>
                  <a:pt x="0" y="1563518"/>
                </a:lnTo>
                <a:lnTo>
                  <a:pt x="0" y="1578820"/>
                </a:lnTo>
                <a:lnTo>
                  <a:pt x="0" y="1604763"/>
                </a:lnTo>
                <a:lnTo>
                  <a:pt x="0" y="1719728"/>
                </a:lnTo>
                <a:lnTo>
                  <a:pt x="0" y="1745671"/>
                </a:lnTo>
                <a:lnTo>
                  <a:pt x="0" y="1760972"/>
                </a:lnTo>
                <a:lnTo>
                  <a:pt x="0" y="1786913"/>
                </a:lnTo>
                <a:lnTo>
                  <a:pt x="0" y="1828130"/>
                </a:lnTo>
                <a:lnTo>
                  <a:pt x="0" y="1869374"/>
                </a:lnTo>
                <a:lnTo>
                  <a:pt x="0" y="1979876"/>
                </a:lnTo>
                <a:lnTo>
                  <a:pt x="0" y="2005819"/>
                </a:lnTo>
                <a:lnTo>
                  <a:pt x="0" y="2021120"/>
                </a:lnTo>
                <a:lnTo>
                  <a:pt x="0" y="2047063"/>
                </a:lnTo>
                <a:lnTo>
                  <a:pt x="0" y="2088279"/>
                </a:lnTo>
                <a:lnTo>
                  <a:pt x="0" y="2114222"/>
                </a:lnTo>
                <a:lnTo>
                  <a:pt x="0" y="2129522"/>
                </a:lnTo>
                <a:lnTo>
                  <a:pt x="0" y="2155464"/>
                </a:lnTo>
                <a:lnTo>
                  <a:pt x="0" y="2465503"/>
                </a:lnTo>
                <a:lnTo>
                  <a:pt x="0" y="2491444"/>
                </a:lnTo>
                <a:lnTo>
                  <a:pt x="0" y="2506747"/>
                </a:lnTo>
                <a:lnTo>
                  <a:pt x="0" y="2532688"/>
                </a:lnTo>
                <a:lnTo>
                  <a:pt x="0" y="2573905"/>
                </a:lnTo>
                <a:lnTo>
                  <a:pt x="0" y="2599846"/>
                </a:lnTo>
                <a:lnTo>
                  <a:pt x="0" y="2615149"/>
                </a:lnTo>
                <a:lnTo>
                  <a:pt x="0" y="2641090"/>
                </a:lnTo>
                <a:lnTo>
                  <a:pt x="0" y="2938137"/>
                </a:lnTo>
                <a:lnTo>
                  <a:pt x="0" y="2949840"/>
                </a:lnTo>
                <a:close/>
              </a:path>
            </a:pathLst>
          </a:custGeom>
          <a:solidFill>
            <a:srgbClr val="26071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40" name="Forma libre 39">
            <a:extLst>
              <a:ext uri="{FF2B5EF4-FFF2-40B4-BE49-F238E27FC236}">
                <a16:creationId xmlns:a16="http://schemas.microsoft.com/office/drawing/2014/main" id="{1623AC0A-B430-D258-1CFA-EB80D0F5E7F8}"/>
              </a:ext>
            </a:extLst>
          </p:cNvPr>
          <p:cNvSpPr/>
          <p:nvPr/>
        </p:nvSpPr>
        <p:spPr>
          <a:xfrm rot="16200000" flipV="1">
            <a:off x="1360215" y="134772"/>
            <a:ext cx="582039" cy="3704958"/>
          </a:xfrm>
          <a:custGeom>
            <a:avLst/>
            <a:gdLst>
              <a:gd name="connsiteX0" fmla="*/ 582039 w 582039"/>
              <a:gd name="connsiteY0" fmla="*/ 2949840 h 2949840"/>
              <a:gd name="connsiteX1" fmla="*/ 582039 w 582039"/>
              <a:gd name="connsiteY1" fmla="*/ 2929141 h 2949840"/>
              <a:gd name="connsiteX2" fmla="*/ 582039 w 582039"/>
              <a:gd name="connsiteY2" fmla="*/ 2903198 h 2949840"/>
              <a:gd name="connsiteX3" fmla="*/ 582039 w 582039"/>
              <a:gd name="connsiteY3" fmla="*/ 2887897 h 2949840"/>
              <a:gd name="connsiteX4" fmla="*/ 582039 w 582039"/>
              <a:gd name="connsiteY4" fmla="*/ 2861956 h 2949840"/>
              <a:gd name="connsiteX5" fmla="*/ 582039 w 582039"/>
              <a:gd name="connsiteY5" fmla="*/ 2820739 h 2949840"/>
              <a:gd name="connsiteX6" fmla="*/ 582039 w 582039"/>
              <a:gd name="connsiteY6" fmla="*/ 2779495 h 2949840"/>
              <a:gd name="connsiteX7" fmla="*/ 582039 w 582039"/>
              <a:gd name="connsiteY7" fmla="*/ 2641090 h 2949840"/>
              <a:gd name="connsiteX8" fmla="*/ 582039 w 582039"/>
              <a:gd name="connsiteY8" fmla="*/ 2615149 h 2949840"/>
              <a:gd name="connsiteX9" fmla="*/ 582039 w 582039"/>
              <a:gd name="connsiteY9" fmla="*/ 2599846 h 2949840"/>
              <a:gd name="connsiteX10" fmla="*/ 582039 w 582039"/>
              <a:gd name="connsiteY10" fmla="*/ 2573905 h 2949840"/>
              <a:gd name="connsiteX11" fmla="*/ 582039 w 582039"/>
              <a:gd name="connsiteY11" fmla="*/ 2532688 h 2949840"/>
              <a:gd name="connsiteX12" fmla="*/ 582039 w 582039"/>
              <a:gd name="connsiteY12" fmla="*/ 2506747 h 2949840"/>
              <a:gd name="connsiteX13" fmla="*/ 582039 w 582039"/>
              <a:gd name="connsiteY13" fmla="*/ 2491444 h 2949840"/>
              <a:gd name="connsiteX14" fmla="*/ 582039 w 582039"/>
              <a:gd name="connsiteY14" fmla="*/ 2465503 h 2949840"/>
              <a:gd name="connsiteX15" fmla="*/ 582039 w 582039"/>
              <a:gd name="connsiteY15" fmla="*/ 1996822 h 2949840"/>
              <a:gd name="connsiteX16" fmla="*/ 582039 w 582039"/>
              <a:gd name="connsiteY16" fmla="*/ 1970880 h 2949840"/>
              <a:gd name="connsiteX17" fmla="*/ 582039 w 582039"/>
              <a:gd name="connsiteY17" fmla="*/ 1955579 h 2949840"/>
              <a:gd name="connsiteX18" fmla="*/ 582039 w 582039"/>
              <a:gd name="connsiteY18" fmla="*/ 1929637 h 2949840"/>
              <a:gd name="connsiteX19" fmla="*/ 582039 w 582039"/>
              <a:gd name="connsiteY19" fmla="*/ 1888420 h 2949840"/>
              <a:gd name="connsiteX20" fmla="*/ 582039 w 582039"/>
              <a:gd name="connsiteY20" fmla="*/ 1869374 h 2949840"/>
              <a:gd name="connsiteX21" fmla="*/ 582039 w 582039"/>
              <a:gd name="connsiteY21" fmla="*/ 1862477 h 2949840"/>
              <a:gd name="connsiteX22" fmla="*/ 582039 w 582039"/>
              <a:gd name="connsiteY22" fmla="*/ 1847177 h 2949840"/>
              <a:gd name="connsiteX23" fmla="*/ 582039 w 582039"/>
              <a:gd name="connsiteY23" fmla="*/ 1828130 h 2949840"/>
              <a:gd name="connsiteX24" fmla="*/ 582039 w 582039"/>
              <a:gd name="connsiteY24" fmla="*/ 1821235 h 2949840"/>
              <a:gd name="connsiteX25" fmla="*/ 582039 w 582039"/>
              <a:gd name="connsiteY25" fmla="*/ 1786913 h 2949840"/>
              <a:gd name="connsiteX26" fmla="*/ 582039 w 582039"/>
              <a:gd name="connsiteY26" fmla="*/ 1760971 h 2949840"/>
              <a:gd name="connsiteX27" fmla="*/ 582039 w 582039"/>
              <a:gd name="connsiteY27" fmla="*/ 1745671 h 2949840"/>
              <a:gd name="connsiteX28" fmla="*/ 582039 w 582039"/>
              <a:gd name="connsiteY28" fmla="*/ 1719728 h 2949840"/>
              <a:gd name="connsiteX29" fmla="*/ 582038 w 582039"/>
              <a:gd name="connsiteY29" fmla="*/ 1446119 h 2949840"/>
              <a:gd name="connsiteX30" fmla="*/ 582038 w 582039"/>
              <a:gd name="connsiteY30" fmla="*/ 1420179 h 2949840"/>
              <a:gd name="connsiteX31" fmla="*/ 582038 w 582039"/>
              <a:gd name="connsiteY31" fmla="*/ 1404877 h 2949840"/>
              <a:gd name="connsiteX32" fmla="*/ 582038 w 582039"/>
              <a:gd name="connsiteY32" fmla="*/ 1378934 h 2949840"/>
              <a:gd name="connsiteX33" fmla="*/ 582038 w 582039"/>
              <a:gd name="connsiteY33" fmla="*/ 1344613 h 2949840"/>
              <a:gd name="connsiteX34" fmla="*/ 582038 w 582039"/>
              <a:gd name="connsiteY34" fmla="*/ 1337718 h 2949840"/>
              <a:gd name="connsiteX35" fmla="*/ 582038 w 582039"/>
              <a:gd name="connsiteY35" fmla="*/ 1318670 h 2949840"/>
              <a:gd name="connsiteX36" fmla="*/ 582038 w 582039"/>
              <a:gd name="connsiteY36" fmla="*/ 1303371 h 2949840"/>
              <a:gd name="connsiteX37" fmla="*/ 582038 w 582039"/>
              <a:gd name="connsiteY37" fmla="*/ 1296476 h 2949840"/>
              <a:gd name="connsiteX38" fmla="*/ 582038 w 582039"/>
              <a:gd name="connsiteY38" fmla="*/ 1277428 h 2949840"/>
              <a:gd name="connsiteX39" fmla="*/ 582038 w 582039"/>
              <a:gd name="connsiteY39" fmla="*/ 1236212 h 2949840"/>
              <a:gd name="connsiteX40" fmla="*/ 582038 w 582039"/>
              <a:gd name="connsiteY40" fmla="*/ 1210269 h 2949840"/>
              <a:gd name="connsiteX41" fmla="*/ 582038 w 582039"/>
              <a:gd name="connsiteY41" fmla="*/ 1194967 h 2949840"/>
              <a:gd name="connsiteX42" fmla="*/ 582038 w 582039"/>
              <a:gd name="connsiteY42" fmla="*/ 1169027 h 2949840"/>
              <a:gd name="connsiteX43" fmla="*/ 582038 w 582039"/>
              <a:gd name="connsiteY43" fmla="*/ 700345 h 2949840"/>
              <a:gd name="connsiteX44" fmla="*/ 582038 w 582039"/>
              <a:gd name="connsiteY44" fmla="*/ 674402 h 2949840"/>
              <a:gd name="connsiteX45" fmla="*/ 582038 w 582039"/>
              <a:gd name="connsiteY45" fmla="*/ 659103 h 2949840"/>
              <a:gd name="connsiteX46" fmla="*/ 582038 w 582039"/>
              <a:gd name="connsiteY46" fmla="*/ 633160 h 2949840"/>
              <a:gd name="connsiteX47" fmla="*/ 582038 w 582039"/>
              <a:gd name="connsiteY47" fmla="*/ 591944 h 2949840"/>
              <a:gd name="connsiteX48" fmla="*/ 582038 w 582039"/>
              <a:gd name="connsiteY48" fmla="*/ 566002 h 2949840"/>
              <a:gd name="connsiteX49" fmla="*/ 582038 w 582039"/>
              <a:gd name="connsiteY49" fmla="*/ 550699 h 2949840"/>
              <a:gd name="connsiteX50" fmla="*/ 582038 w 582039"/>
              <a:gd name="connsiteY50" fmla="*/ 524756 h 2949840"/>
              <a:gd name="connsiteX51" fmla="*/ 582038 w 582039"/>
              <a:gd name="connsiteY51" fmla="*/ 149643 h 2949840"/>
              <a:gd name="connsiteX52" fmla="*/ 582038 w 582039"/>
              <a:gd name="connsiteY52" fmla="*/ 123703 h 2949840"/>
              <a:gd name="connsiteX53" fmla="*/ 582038 w 582039"/>
              <a:gd name="connsiteY53" fmla="*/ 108401 h 2949840"/>
              <a:gd name="connsiteX54" fmla="*/ 582038 w 582039"/>
              <a:gd name="connsiteY54" fmla="*/ 82458 h 2949840"/>
              <a:gd name="connsiteX55" fmla="*/ 582038 w 582039"/>
              <a:gd name="connsiteY55" fmla="*/ 41242 h 2949840"/>
              <a:gd name="connsiteX56" fmla="*/ 582038 w 582039"/>
              <a:gd name="connsiteY56" fmla="*/ 0 h 2949840"/>
              <a:gd name="connsiteX57" fmla="*/ 0 w 582039"/>
              <a:gd name="connsiteY57" fmla="*/ 158641 h 2949840"/>
              <a:gd name="connsiteX58" fmla="*/ 0 w 582039"/>
              <a:gd name="connsiteY58" fmla="*/ 199883 h 2949840"/>
              <a:gd name="connsiteX59" fmla="*/ 0 w 582039"/>
              <a:gd name="connsiteY59" fmla="*/ 241102 h 2949840"/>
              <a:gd name="connsiteX60" fmla="*/ 0 w 582039"/>
              <a:gd name="connsiteY60" fmla="*/ 267042 h 2949840"/>
              <a:gd name="connsiteX61" fmla="*/ 0 w 582039"/>
              <a:gd name="connsiteY61" fmla="*/ 282344 h 2949840"/>
              <a:gd name="connsiteX62" fmla="*/ 0 w 582039"/>
              <a:gd name="connsiteY62" fmla="*/ 308287 h 2949840"/>
              <a:gd name="connsiteX63" fmla="*/ 0 w 582039"/>
              <a:gd name="connsiteY63" fmla="*/ 683401 h 2949840"/>
              <a:gd name="connsiteX64" fmla="*/ 0 w 582039"/>
              <a:gd name="connsiteY64" fmla="*/ 709343 h 2949840"/>
              <a:gd name="connsiteX65" fmla="*/ 0 w 582039"/>
              <a:gd name="connsiteY65" fmla="*/ 724643 h 2949840"/>
              <a:gd name="connsiteX66" fmla="*/ 0 w 582039"/>
              <a:gd name="connsiteY66" fmla="*/ 750585 h 2949840"/>
              <a:gd name="connsiteX67" fmla="*/ 0 w 582039"/>
              <a:gd name="connsiteY67" fmla="*/ 791801 h 2949840"/>
              <a:gd name="connsiteX68" fmla="*/ 0 w 582039"/>
              <a:gd name="connsiteY68" fmla="*/ 817744 h 2949840"/>
              <a:gd name="connsiteX69" fmla="*/ 0 w 582039"/>
              <a:gd name="connsiteY69" fmla="*/ 833046 h 2949840"/>
              <a:gd name="connsiteX70" fmla="*/ 0 w 582039"/>
              <a:gd name="connsiteY70" fmla="*/ 858986 h 2949840"/>
              <a:gd name="connsiteX71" fmla="*/ 0 w 582039"/>
              <a:gd name="connsiteY71" fmla="*/ 1169027 h 2949840"/>
              <a:gd name="connsiteX72" fmla="*/ 0 w 582039"/>
              <a:gd name="connsiteY72" fmla="*/ 1194967 h 2949840"/>
              <a:gd name="connsiteX73" fmla="*/ 0 w 582039"/>
              <a:gd name="connsiteY73" fmla="*/ 1210269 h 2949840"/>
              <a:gd name="connsiteX74" fmla="*/ 0 w 582039"/>
              <a:gd name="connsiteY74" fmla="*/ 1236212 h 2949840"/>
              <a:gd name="connsiteX75" fmla="*/ 0 w 582039"/>
              <a:gd name="connsiteY75" fmla="*/ 1277428 h 2949840"/>
              <a:gd name="connsiteX76" fmla="*/ 0 w 582039"/>
              <a:gd name="connsiteY76" fmla="*/ 1303371 h 2949840"/>
              <a:gd name="connsiteX77" fmla="*/ 0 w 582039"/>
              <a:gd name="connsiteY77" fmla="*/ 1318670 h 2949840"/>
              <a:gd name="connsiteX78" fmla="*/ 0 w 582039"/>
              <a:gd name="connsiteY78" fmla="*/ 1344613 h 2949840"/>
              <a:gd name="connsiteX79" fmla="*/ 0 w 582039"/>
              <a:gd name="connsiteY79" fmla="*/ 1455117 h 2949840"/>
              <a:gd name="connsiteX80" fmla="*/ 0 w 582039"/>
              <a:gd name="connsiteY80" fmla="*/ 1496359 h 2949840"/>
              <a:gd name="connsiteX81" fmla="*/ 0 w 582039"/>
              <a:gd name="connsiteY81" fmla="*/ 1537578 h 2949840"/>
              <a:gd name="connsiteX82" fmla="*/ 0 w 582039"/>
              <a:gd name="connsiteY82" fmla="*/ 1563518 h 2949840"/>
              <a:gd name="connsiteX83" fmla="*/ 0 w 582039"/>
              <a:gd name="connsiteY83" fmla="*/ 1578820 h 2949840"/>
              <a:gd name="connsiteX84" fmla="*/ 0 w 582039"/>
              <a:gd name="connsiteY84" fmla="*/ 1604763 h 2949840"/>
              <a:gd name="connsiteX85" fmla="*/ 0 w 582039"/>
              <a:gd name="connsiteY85" fmla="*/ 1719728 h 2949840"/>
              <a:gd name="connsiteX86" fmla="*/ 0 w 582039"/>
              <a:gd name="connsiteY86" fmla="*/ 1745671 h 2949840"/>
              <a:gd name="connsiteX87" fmla="*/ 0 w 582039"/>
              <a:gd name="connsiteY87" fmla="*/ 1760972 h 2949840"/>
              <a:gd name="connsiteX88" fmla="*/ 0 w 582039"/>
              <a:gd name="connsiteY88" fmla="*/ 1786913 h 2949840"/>
              <a:gd name="connsiteX89" fmla="*/ 0 w 582039"/>
              <a:gd name="connsiteY89" fmla="*/ 1828130 h 2949840"/>
              <a:gd name="connsiteX90" fmla="*/ 0 w 582039"/>
              <a:gd name="connsiteY90" fmla="*/ 1869374 h 2949840"/>
              <a:gd name="connsiteX91" fmla="*/ 0 w 582039"/>
              <a:gd name="connsiteY91" fmla="*/ 1979876 h 2949840"/>
              <a:gd name="connsiteX92" fmla="*/ 0 w 582039"/>
              <a:gd name="connsiteY92" fmla="*/ 2005819 h 2949840"/>
              <a:gd name="connsiteX93" fmla="*/ 0 w 582039"/>
              <a:gd name="connsiteY93" fmla="*/ 2021120 h 2949840"/>
              <a:gd name="connsiteX94" fmla="*/ 0 w 582039"/>
              <a:gd name="connsiteY94" fmla="*/ 2047063 h 2949840"/>
              <a:gd name="connsiteX95" fmla="*/ 0 w 582039"/>
              <a:gd name="connsiteY95" fmla="*/ 2088279 h 2949840"/>
              <a:gd name="connsiteX96" fmla="*/ 0 w 582039"/>
              <a:gd name="connsiteY96" fmla="*/ 2114222 h 2949840"/>
              <a:gd name="connsiteX97" fmla="*/ 0 w 582039"/>
              <a:gd name="connsiteY97" fmla="*/ 2129522 h 2949840"/>
              <a:gd name="connsiteX98" fmla="*/ 0 w 582039"/>
              <a:gd name="connsiteY98" fmla="*/ 2155464 h 2949840"/>
              <a:gd name="connsiteX99" fmla="*/ 0 w 582039"/>
              <a:gd name="connsiteY99" fmla="*/ 2465503 h 2949840"/>
              <a:gd name="connsiteX100" fmla="*/ 0 w 582039"/>
              <a:gd name="connsiteY100" fmla="*/ 2491444 h 2949840"/>
              <a:gd name="connsiteX101" fmla="*/ 0 w 582039"/>
              <a:gd name="connsiteY101" fmla="*/ 2506747 h 2949840"/>
              <a:gd name="connsiteX102" fmla="*/ 0 w 582039"/>
              <a:gd name="connsiteY102" fmla="*/ 2532688 h 2949840"/>
              <a:gd name="connsiteX103" fmla="*/ 0 w 582039"/>
              <a:gd name="connsiteY103" fmla="*/ 2573905 h 2949840"/>
              <a:gd name="connsiteX104" fmla="*/ 0 w 582039"/>
              <a:gd name="connsiteY104" fmla="*/ 2599846 h 2949840"/>
              <a:gd name="connsiteX105" fmla="*/ 0 w 582039"/>
              <a:gd name="connsiteY105" fmla="*/ 2615149 h 2949840"/>
              <a:gd name="connsiteX106" fmla="*/ 0 w 582039"/>
              <a:gd name="connsiteY106" fmla="*/ 2641090 h 2949840"/>
              <a:gd name="connsiteX107" fmla="*/ 0 w 582039"/>
              <a:gd name="connsiteY107" fmla="*/ 2938137 h 2949840"/>
              <a:gd name="connsiteX108" fmla="*/ 0 w 582039"/>
              <a:gd name="connsiteY108" fmla="*/ 2949840 h 294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2039" h="2949840">
                <a:moveTo>
                  <a:pt x="582039" y="2949840"/>
                </a:moveTo>
                <a:lnTo>
                  <a:pt x="582039" y="2929141"/>
                </a:lnTo>
                <a:lnTo>
                  <a:pt x="582039" y="2903198"/>
                </a:lnTo>
                <a:lnTo>
                  <a:pt x="582039" y="2887897"/>
                </a:lnTo>
                <a:lnTo>
                  <a:pt x="582039" y="2861956"/>
                </a:lnTo>
                <a:lnTo>
                  <a:pt x="582039" y="2820739"/>
                </a:lnTo>
                <a:lnTo>
                  <a:pt x="582039" y="2779495"/>
                </a:lnTo>
                <a:lnTo>
                  <a:pt x="582039" y="2641090"/>
                </a:lnTo>
                <a:lnTo>
                  <a:pt x="582039" y="2615149"/>
                </a:lnTo>
                <a:lnTo>
                  <a:pt x="582039" y="2599846"/>
                </a:lnTo>
                <a:lnTo>
                  <a:pt x="582039" y="2573905"/>
                </a:lnTo>
                <a:lnTo>
                  <a:pt x="582039" y="2532688"/>
                </a:lnTo>
                <a:lnTo>
                  <a:pt x="582039" y="2506747"/>
                </a:lnTo>
                <a:lnTo>
                  <a:pt x="582039" y="2491444"/>
                </a:lnTo>
                <a:lnTo>
                  <a:pt x="582039" y="2465503"/>
                </a:lnTo>
                <a:lnTo>
                  <a:pt x="582039" y="1996822"/>
                </a:lnTo>
                <a:lnTo>
                  <a:pt x="582039" y="1970880"/>
                </a:lnTo>
                <a:lnTo>
                  <a:pt x="582039" y="1955579"/>
                </a:lnTo>
                <a:lnTo>
                  <a:pt x="582039" y="1929637"/>
                </a:lnTo>
                <a:lnTo>
                  <a:pt x="582039" y="1888420"/>
                </a:lnTo>
                <a:lnTo>
                  <a:pt x="582039" y="1869374"/>
                </a:lnTo>
                <a:lnTo>
                  <a:pt x="582039" y="1862477"/>
                </a:lnTo>
                <a:lnTo>
                  <a:pt x="582039" y="1847177"/>
                </a:lnTo>
                <a:lnTo>
                  <a:pt x="582039" y="1828130"/>
                </a:lnTo>
                <a:lnTo>
                  <a:pt x="582039" y="1821235"/>
                </a:lnTo>
                <a:lnTo>
                  <a:pt x="582039" y="1786913"/>
                </a:lnTo>
                <a:lnTo>
                  <a:pt x="582039" y="1760971"/>
                </a:lnTo>
                <a:lnTo>
                  <a:pt x="582039" y="1745671"/>
                </a:lnTo>
                <a:lnTo>
                  <a:pt x="582039" y="1719728"/>
                </a:lnTo>
                <a:lnTo>
                  <a:pt x="582038" y="1446119"/>
                </a:lnTo>
                <a:lnTo>
                  <a:pt x="582038" y="1420179"/>
                </a:lnTo>
                <a:lnTo>
                  <a:pt x="582038" y="1404877"/>
                </a:lnTo>
                <a:lnTo>
                  <a:pt x="582038" y="1378934"/>
                </a:lnTo>
                <a:lnTo>
                  <a:pt x="582038" y="1344613"/>
                </a:lnTo>
                <a:lnTo>
                  <a:pt x="582038" y="1337718"/>
                </a:lnTo>
                <a:lnTo>
                  <a:pt x="582038" y="1318670"/>
                </a:lnTo>
                <a:lnTo>
                  <a:pt x="582038" y="1303371"/>
                </a:lnTo>
                <a:lnTo>
                  <a:pt x="582038" y="1296476"/>
                </a:lnTo>
                <a:lnTo>
                  <a:pt x="582038" y="1277428"/>
                </a:lnTo>
                <a:lnTo>
                  <a:pt x="582038" y="1236212"/>
                </a:lnTo>
                <a:lnTo>
                  <a:pt x="582038" y="1210269"/>
                </a:lnTo>
                <a:lnTo>
                  <a:pt x="582038" y="1194967"/>
                </a:lnTo>
                <a:lnTo>
                  <a:pt x="582038" y="1169027"/>
                </a:lnTo>
                <a:lnTo>
                  <a:pt x="582038" y="700345"/>
                </a:lnTo>
                <a:lnTo>
                  <a:pt x="582038" y="674402"/>
                </a:lnTo>
                <a:lnTo>
                  <a:pt x="582038" y="659103"/>
                </a:lnTo>
                <a:lnTo>
                  <a:pt x="582038" y="633160"/>
                </a:lnTo>
                <a:lnTo>
                  <a:pt x="582038" y="591944"/>
                </a:lnTo>
                <a:lnTo>
                  <a:pt x="582038" y="566002"/>
                </a:lnTo>
                <a:lnTo>
                  <a:pt x="582038" y="550699"/>
                </a:lnTo>
                <a:lnTo>
                  <a:pt x="582038" y="524756"/>
                </a:lnTo>
                <a:lnTo>
                  <a:pt x="582038" y="149643"/>
                </a:lnTo>
                <a:lnTo>
                  <a:pt x="582038" y="123703"/>
                </a:lnTo>
                <a:lnTo>
                  <a:pt x="582038" y="108401"/>
                </a:lnTo>
                <a:lnTo>
                  <a:pt x="582038" y="82458"/>
                </a:lnTo>
                <a:lnTo>
                  <a:pt x="582038" y="41242"/>
                </a:lnTo>
                <a:lnTo>
                  <a:pt x="582038" y="0"/>
                </a:lnTo>
                <a:lnTo>
                  <a:pt x="0" y="158641"/>
                </a:lnTo>
                <a:lnTo>
                  <a:pt x="0" y="199883"/>
                </a:lnTo>
                <a:lnTo>
                  <a:pt x="0" y="241102"/>
                </a:lnTo>
                <a:lnTo>
                  <a:pt x="0" y="267042"/>
                </a:lnTo>
                <a:lnTo>
                  <a:pt x="0" y="282344"/>
                </a:lnTo>
                <a:lnTo>
                  <a:pt x="0" y="308287"/>
                </a:lnTo>
                <a:lnTo>
                  <a:pt x="0" y="683401"/>
                </a:lnTo>
                <a:lnTo>
                  <a:pt x="0" y="709343"/>
                </a:lnTo>
                <a:lnTo>
                  <a:pt x="0" y="724643"/>
                </a:lnTo>
                <a:lnTo>
                  <a:pt x="0" y="750585"/>
                </a:lnTo>
                <a:lnTo>
                  <a:pt x="0" y="791801"/>
                </a:lnTo>
                <a:lnTo>
                  <a:pt x="0" y="817744"/>
                </a:lnTo>
                <a:lnTo>
                  <a:pt x="0" y="833046"/>
                </a:lnTo>
                <a:lnTo>
                  <a:pt x="0" y="858986"/>
                </a:lnTo>
                <a:lnTo>
                  <a:pt x="0" y="1169027"/>
                </a:lnTo>
                <a:lnTo>
                  <a:pt x="0" y="1194967"/>
                </a:lnTo>
                <a:lnTo>
                  <a:pt x="0" y="1210269"/>
                </a:lnTo>
                <a:lnTo>
                  <a:pt x="0" y="1236212"/>
                </a:lnTo>
                <a:lnTo>
                  <a:pt x="0" y="1277428"/>
                </a:lnTo>
                <a:lnTo>
                  <a:pt x="0" y="1303371"/>
                </a:lnTo>
                <a:lnTo>
                  <a:pt x="0" y="1318670"/>
                </a:lnTo>
                <a:lnTo>
                  <a:pt x="0" y="1344613"/>
                </a:lnTo>
                <a:lnTo>
                  <a:pt x="0" y="1455117"/>
                </a:lnTo>
                <a:lnTo>
                  <a:pt x="0" y="1496359"/>
                </a:lnTo>
                <a:lnTo>
                  <a:pt x="0" y="1537578"/>
                </a:lnTo>
                <a:lnTo>
                  <a:pt x="0" y="1563518"/>
                </a:lnTo>
                <a:lnTo>
                  <a:pt x="0" y="1578820"/>
                </a:lnTo>
                <a:lnTo>
                  <a:pt x="0" y="1604763"/>
                </a:lnTo>
                <a:lnTo>
                  <a:pt x="0" y="1719728"/>
                </a:lnTo>
                <a:lnTo>
                  <a:pt x="0" y="1745671"/>
                </a:lnTo>
                <a:lnTo>
                  <a:pt x="0" y="1760972"/>
                </a:lnTo>
                <a:lnTo>
                  <a:pt x="0" y="1786913"/>
                </a:lnTo>
                <a:lnTo>
                  <a:pt x="0" y="1828130"/>
                </a:lnTo>
                <a:lnTo>
                  <a:pt x="0" y="1869374"/>
                </a:lnTo>
                <a:lnTo>
                  <a:pt x="0" y="1979876"/>
                </a:lnTo>
                <a:lnTo>
                  <a:pt x="0" y="2005819"/>
                </a:lnTo>
                <a:lnTo>
                  <a:pt x="0" y="2021120"/>
                </a:lnTo>
                <a:lnTo>
                  <a:pt x="0" y="2047063"/>
                </a:lnTo>
                <a:lnTo>
                  <a:pt x="0" y="2088279"/>
                </a:lnTo>
                <a:lnTo>
                  <a:pt x="0" y="2114222"/>
                </a:lnTo>
                <a:lnTo>
                  <a:pt x="0" y="2129522"/>
                </a:lnTo>
                <a:lnTo>
                  <a:pt x="0" y="2155464"/>
                </a:lnTo>
                <a:lnTo>
                  <a:pt x="0" y="2465503"/>
                </a:lnTo>
                <a:lnTo>
                  <a:pt x="0" y="2491444"/>
                </a:lnTo>
                <a:lnTo>
                  <a:pt x="0" y="2506747"/>
                </a:lnTo>
                <a:lnTo>
                  <a:pt x="0" y="2532688"/>
                </a:lnTo>
                <a:lnTo>
                  <a:pt x="0" y="2573905"/>
                </a:lnTo>
                <a:lnTo>
                  <a:pt x="0" y="2599846"/>
                </a:lnTo>
                <a:lnTo>
                  <a:pt x="0" y="2615149"/>
                </a:lnTo>
                <a:lnTo>
                  <a:pt x="0" y="2641090"/>
                </a:lnTo>
                <a:lnTo>
                  <a:pt x="0" y="2938137"/>
                </a:lnTo>
                <a:lnTo>
                  <a:pt x="0" y="294984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41" name="Forma libre 40">
            <a:extLst>
              <a:ext uri="{FF2B5EF4-FFF2-40B4-BE49-F238E27FC236}">
                <a16:creationId xmlns:a16="http://schemas.microsoft.com/office/drawing/2014/main" id="{664D5E5C-5541-0EBC-D9E3-FB32A447F317}"/>
              </a:ext>
            </a:extLst>
          </p:cNvPr>
          <p:cNvSpPr/>
          <p:nvPr/>
        </p:nvSpPr>
        <p:spPr>
          <a:xfrm rot="16200000" flipV="1">
            <a:off x="8609080" y="-163537"/>
            <a:ext cx="502574" cy="5631811"/>
          </a:xfrm>
          <a:custGeom>
            <a:avLst/>
            <a:gdLst>
              <a:gd name="connsiteX0" fmla="*/ 502574 w 502574"/>
              <a:gd name="connsiteY0" fmla="*/ 5494829 h 5631811"/>
              <a:gd name="connsiteX1" fmla="*/ 502574 w 502574"/>
              <a:gd name="connsiteY1" fmla="*/ 5483294 h 5631811"/>
              <a:gd name="connsiteX2" fmla="*/ 502574 w 502574"/>
              <a:gd name="connsiteY2" fmla="*/ 5466848 h 5631811"/>
              <a:gd name="connsiteX3" fmla="*/ 502574 w 502574"/>
              <a:gd name="connsiteY3" fmla="*/ 5460894 h 5631811"/>
              <a:gd name="connsiteX4" fmla="*/ 502574 w 502574"/>
              <a:gd name="connsiteY4" fmla="*/ 5431258 h 5631811"/>
              <a:gd name="connsiteX5" fmla="*/ 502574 w 502574"/>
              <a:gd name="connsiteY5" fmla="*/ 5408858 h 5631811"/>
              <a:gd name="connsiteX6" fmla="*/ 502574 w 502574"/>
              <a:gd name="connsiteY6" fmla="*/ 5395647 h 5631811"/>
              <a:gd name="connsiteX7" fmla="*/ 502574 w 502574"/>
              <a:gd name="connsiteY7" fmla="*/ 5373246 h 5631811"/>
              <a:gd name="connsiteX8" fmla="*/ 502573 w 502574"/>
              <a:gd name="connsiteY8" fmla="*/ 5136994 h 5631811"/>
              <a:gd name="connsiteX9" fmla="*/ 502573 w 502574"/>
              <a:gd name="connsiteY9" fmla="*/ 5114595 h 5631811"/>
              <a:gd name="connsiteX10" fmla="*/ 502573 w 502574"/>
              <a:gd name="connsiteY10" fmla="*/ 5101383 h 5631811"/>
              <a:gd name="connsiteX11" fmla="*/ 502573 w 502574"/>
              <a:gd name="connsiteY11" fmla="*/ 5078982 h 5631811"/>
              <a:gd name="connsiteX12" fmla="*/ 502573 w 502574"/>
              <a:gd name="connsiteY12" fmla="*/ 5049347 h 5631811"/>
              <a:gd name="connsiteX13" fmla="*/ 502573 w 502574"/>
              <a:gd name="connsiteY13" fmla="*/ 5043393 h 5631811"/>
              <a:gd name="connsiteX14" fmla="*/ 502573 w 502574"/>
              <a:gd name="connsiteY14" fmla="*/ 5026946 h 5631811"/>
              <a:gd name="connsiteX15" fmla="*/ 502573 w 502574"/>
              <a:gd name="connsiteY15" fmla="*/ 5013735 h 5631811"/>
              <a:gd name="connsiteX16" fmla="*/ 502573 w 502574"/>
              <a:gd name="connsiteY16" fmla="*/ 5013008 h 5631811"/>
              <a:gd name="connsiteX17" fmla="*/ 502574 w 502574"/>
              <a:gd name="connsiteY17" fmla="*/ 5013008 h 5631811"/>
              <a:gd name="connsiteX18" fmla="*/ 502574 w 502574"/>
              <a:gd name="connsiteY18" fmla="*/ 4995135 h 5631811"/>
              <a:gd name="connsiteX19" fmla="*/ 502574 w 502574"/>
              <a:gd name="connsiteY19" fmla="*/ 4972734 h 5631811"/>
              <a:gd name="connsiteX20" fmla="*/ 502574 w 502574"/>
              <a:gd name="connsiteY20" fmla="*/ 4959522 h 5631811"/>
              <a:gd name="connsiteX21" fmla="*/ 502574 w 502574"/>
              <a:gd name="connsiteY21" fmla="*/ 4937123 h 5631811"/>
              <a:gd name="connsiteX22" fmla="*/ 502574 w 502574"/>
              <a:gd name="connsiteY22" fmla="*/ 4901533 h 5631811"/>
              <a:gd name="connsiteX23" fmla="*/ 502574 w 502574"/>
              <a:gd name="connsiteY23" fmla="*/ 4865921 h 5631811"/>
              <a:gd name="connsiteX24" fmla="*/ 502574 w 502574"/>
              <a:gd name="connsiteY24" fmla="*/ 4746412 h 5631811"/>
              <a:gd name="connsiteX25" fmla="*/ 502574 w 502574"/>
              <a:gd name="connsiteY25" fmla="*/ 4724013 h 5631811"/>
              <a:gd name="connsiteX26" fmla="*/ 502574 w 502574"/>
              <a:gd name="connsiteY26" fmla="*/ 4710799 h 5631811"/>
              <a:gd name="connsiteX27" fmla="*/ 502574 w 502574"/>
              <a:gd name="connsiteY27" fmla="*/ 4688400 h 5631811"/>
              <a:gd name="connsiteX28" fmla="*/ 502574 w 502574"/>
              <a:gd name="connsiteY28" fmla="*/ 4652811 h 5631811"/>
              <a:gd name="connsiteX29" fmla="*/ 502574 w 502574"/>
              <a:gd name="connsiteY29" fmla="*/ 4630412 h 5631811"/>
              <a:gd name="connsiteX30" fmla="*/ 502574 w 502574"/>
              <a:gd name="connsiteY30" fmla="*/ 4617198 h 5631811"/>
              <a:gd name="connsiteX31" fmla="*/ 502574 w 502574"/>
              <a:gd name="connsiteY31" fmla="*/ 4594799 h 5631811"/>
              <a:gd name="connsiteX32" fmla="*/ 502574 w 502574"/>
              <a:gd name="connsiteY32" fmla="*/ 4190108 h 5631811"/>
              <a:gd name="connsiteX33" fmla="*/ 502574 w 502574"/>
              <a:gd name="connsiteY33" fmla="*/ 4167708 h 5631811"/>
              <a:gd name="connsiteX34" fmla="*/ 502574 w 502574"/>
              <a:gd name="connsiteY34" fmla="*/ 4154496 h 5631811"/>
              <a:gd name="connsiteX35" fmla="*/ 502574 w 502574"/>
              <a:gd name="connsiteY35" fmla="*/ 4132096 h 5631811"/>
              <a:gd name="connsiteX36" fmla="*/ 502574 w 502574"/>
              <a:gd name="connsiteY36" fmla="*/ 4096506 h 5631811"/>
              <a:gd name="connsiteX37" fmla="*/ 502574 w 502574"/>
              <a:gd name="connsiteY37" fmla="*/ 4080061 h 5631811"/>
              <a:gd name="connsiteX38" fmla="*/ 502574 w 502574"/>
              <a:gd name="connsiteY38" fmla="*/ 4074105 h 5631811"/>
              <a:gd name="connsiteX39" fmla="*/ 502574 w 502574"/>
              <a:gd name="connsiteY39" fmla="*/ 4060894 h 5631811"/>
              <a:gd name="connsiteX40" fmla="*/ 502574 w 502574"/>
              <a:gd name="connsiteY40" fmla="*/ 4044448 h 5631811"/>
              <a:gd name="connsiteX41" fmla="*/ 502574 w 502574"/>
              <a:gd name="connsiteY41" fmla="*/ 4038494 h 5631811"/>
              <a:gd name="connsiteX42" fmla="*/ 502574 w 502574"/>
              <a:gd name="connsiteY42" fmla="*/ 4008858 h 5631811"/>
              <a:gd name="connsiteX43" fmla="*/ 502574 w 502574"/>
              <a:gd name="connsiteY43" fmla="*/ 3986458 h 5631811"/>
              <a:gd name="connsiteX44" fmla="*/ 502574 w 502574"/>
              <a:gd name="connsiteY44" fmla="*/ 3973247 h 5631811"/>
              <a:gd name="connsiteX45" fmla="*/ 502574 w 502574"/>
              <a:gd name="connsiteY45" fmla="*/ 3950846 h 5631811"/>
              <a:gd name="connsiteX46" fmla="*/ 502573 w 502574"/>
              <a:gd name="connsiteY46" fmla="*/ 3714593 h 5631811"/>
              <a:gd name="connsiteX47" fmla="*/ 502573 w 502574"/>
              <a:gd name="connsiteY47" fmla="*/ 3692195 h 5631811"/>
              <a:gd name="connsiteX48" fmla="*/ 502573 w 502574"/>
              <a:gd name="connsiteY48" fmla="*/ 3678982 h 5631811"/>
              <a:gd name="connsiteX49" fmla="*/ 502573 w 502574"/>
              <a:gd name="connsiteY49" fmla="*/ 3656581 h 5631811"/>
              <a:gd name="connsiteX50" fmla="*/ 502573 w 502574"/>
              <a:gd name="connsiteY50" fmla="*/ 3626946 h 5631811"/>
              <a:gd name="connsiteX51" fmla="*/ 502573 w 502574"/>
              <a:gd name="connsiteY51" fmla="*/ 3620993 h 5631811"/>
              <a:gd name="connsiteX52" fmla="*/ 502573 w 502574"/>
              <a:gd name="connsiteY52" fmla="*/ 3604546 h 5631811"/>
              <a:gd name="connsiteX53" fmla="*/ 502573 w 502574"/>
              <a:gd name="connsiteY53" fmla="*/ 3591335 h 5631811"/>
              <a:gd name="connsiteX54" fmla="*/ 502573 w 502574"/>
              <a:gd name="connsiteY54" fmla="*/ 3585382 h 5631811"/>
              <a:gd name="connsiteX55" fmla="*/ 502573 w 502574"/>
              <a:gd name="connsiteY55" fmla="*/ 3568934 h 5631811"/>
              <a:gd name="connsiteX56" fmla="*/ 502573 w 502574"/>
              <a:gd name="connsiteY56" fmla="*/ 3533346 h 5631811"/>
              <a:gd name="connsiteX57" fmla="*/ 502573 w 502574"/>
              <a:gd name="connsiteY57" fmla="*/ 3510945 h 5631811"/>
              <a:gd name="connsiteX58" fmla="*/ 502573 w 502574"/>
              <a:gd name="connsiteY58" fmla="*/ 3497732 h 5631811"/>
              <a:gd name="connsiteX59" fmla="*/ 502573 w 502574"/>
              <a:gd name="connsiteY59" fmla="*/ 3475333 h 5631811"/>
              <a:gd name="connsiteX60" fmla="*/ 502573 w 502574"/>
              <a:gd name="connsiteY60" fmla="*/ 3070642 h 5631811"/>
              <a:gd name="connsiteX61" fmla="*/ 502573 w 502574"/>
              <a:gd name="connsiteY61" fmla="*/ 3048242 h 5631811"/>
              <a:gd name="connsiteX62" fmla="*/ 502573 w 502574"/>
              <a:gd name="connsiteY62" fmla="*/ 3035032 h 5631811"/>
              <a:gd name="connsiteX63" fmla="*/ 502573 w 502574"/>
              <a:gd name="connsiteY63" fmla="*/ 3012630 h 5631811"/>
              <a:gd name="connsiteX64" fmla="*/ 502573 w 502574"/>
              <a:gd name="connsiteY64" fmla="*/ 2977042 h 5631811"/>
              <a:gd name="connsiteX65" fmla="*/ 502573 w 502574"/>
              <a:gd name="connsiteY65" fmla="*/ 2954642 h 5631811"/>
              <a:gd name="connsiteX66" fmla="*/ 502573 w 502574"/>
              <a:gd name="connsiteY66" fmla="*/ 2941428 h 5631811"/>
              <a:gd name="connsiteX67" fmla="*/ 502573 w 502574"/>
              <a:gd name="connsiteY67" fmla="*/ 2919028 h 5631811"/>
              <a:gd name="connsiteX68" fmla="*/ 502573 w 502574"/>
              <a:gd name="connsiteY68" fmla="*/ 2718542 h 5631811"/>
              <a:gd name="connsiteX69" fmla="*/ 502573 w 502574"/>
              <a:gd name="connsiteY69" fmla="*/ 2700668 h 5631811"/>
              <a:gd name="connsiteX70" fmla="*/ 502573 w 502574"/>
              <a:gd name="connsiteY70" fmla="*/ 2678268 h 5631811"/>
              <a:gd name="connsiteX71" fmla="*/ 502573 w 502574"/>
              <a:gd name="connsiteY71" fmla="*/ 2665056 h 5631811"/>
              <a:gd name="connsiteX72" fmla="*/ 502573 w 502574"/>
              <a:gd name="connsiteY72" fmla="*/ 2642656 h 5631811"/>
              <a:gd name="connsiteX73" fmla="*/ 502573 w 502574"/>
              <a:gd name="connsiteY73" fmla="*/ 2607066 h 5631811"/>
              <a:gd name="connsiteX74" fmla="*/ 502573 w 502574"/>
              <a:gd name="connsiteY74" fmla="*/ 2595130 h 5631811"/>
              <a:gd name="connsiteX75" fmla="*/ 502573 w 502574"/>
              <a:gd name="connsiteY75" fmla="*/ 2572730 h 5631811"/>
              <a:gd name="connsiteX76" fmla="*/ 502573 w 502574"/>
              <a:gd name="connsiteY76" fmla="*/ 2571454 h 5631811"/>
              <a:gd name="connsiteX77" fmla="*/ 502573 w 502574"/>
              <a:gd name="connsiteY77" fmla="*/ 2559518 h 5631811"/>
              <a:gd name="connsiteX78" fmla="*/ 502573 w 502574"/>
              <a:gd name="connsiteY78" fmla="*/ 2537118 h 5631811"/>
              <a:gd name="connsiteX79" fmla="*/ 502573 w 502574"/>
              <a:gd name="connsiteY79" fmla="*/ 2501528 h 5631811"/>
              <a:gd name="connsiteX80" fmla="*/ 502573 w 502574"/>
              <a:gd name="connsiteY80" fmla="*/ 2465918 h 5631811"/>
              <a:gd name="connsiteX81" fmla="*/ 502573 w 502574"/>
              <a:gd name="connsiteY81" fmla="*/ 2451946 h 5631811"/>
              <a:gd name="connsiteX82" fmla="*/ 502573 w 502574"/>
              <a:gd name="connsiteY82" fmla="*/ 2429546 h 5631811"/>
              <a:gd name="connsiteX83" fmla="*/ 502573 w 502574"/>
              <a:gd name="connsiteY83" fmla="*/ 2416332 h 5631811"/>
              <a:gd name="connsiteX84" fmla="*/ 502573 w 502574"/>
              <a:gd name="connsiteY84" fmla="*/ 2393934 h 5631811"/>
              <a:gd name="connsiteX85" fmla="*/ 502573 w 502574"/>
              <a:gd name="connsiteY85" fmla="*/ 2358344 h 5631811"/>
              <a:gd name="connsiteX86" fmla="*/ 502573 w 502574"/>
              <a:gd name="connsiteY86" fmla="*/ 2335944 h 5631811"/>
              <a:gd name="connsiteX87" fmla="*/ 502573 w 502574"/>
              <a:gd name="connsiteY87" fmla="*/ 2322732 h 5631811"/>
              <a:gd name="connsiteX88" fmla="*/ 502573 w 502574"/>
              <a:gd name="connsiteY88" fmla="*/ 2300332 h 5631811"/>
              <a:gd name="connsiteX89" fmla="*/ 502573 w 502574"/>
              <a:gd name="connsiteY89" fmla="*/ 1895642 h 5631811"/>
              <a:gd name="connsiteX90" fmla="*/ 502573 w 502574"/>
              <a:gd name="connsiteY90" fmla="*/ 1873242 h 5631811"/>
              <a:gd name="connsiteX91" fmla="*/ 502573 w 502574"/>
              <a:gd name="connsiteY91" fmla="*/ 1860030 h 5631811"/>
              <a:gd name="connsiteX92" fmla="*/ 502573 w 502574"/>
              <a:gd name="connsiteY92" fmla="*/ 1837630 h 5631811"/>
              <a:gd name="connsiteX93" fmla="*/ 502573 w 502574"/>
              <a:gd name="connsiteY93" fmla="*/ 1802040 h 5631811"/>
              <a:gd name="connsiteX94" fmla="*/ 502573 w 502574"/>
              <a:gd name="connsiteY94" fmla="*/ 1785594 h 5631811"/>
              <a:gd name="connsiteX95" fmla="*/ 502573 w 502574"/>
              <a:gd name="connsiteY95" fmla="*/ 1779640 h 5631811"/>
              <a:gd name="connsiteX96" fmla="*/ 502573 w 502574"/>
              <a:gd name="connsiteY96" fmla="*/ 1766428 h 5631811"/>
              <a:gd name="connsiteX97" fmla="*/ 502573 w 502574"/>
              <a:gd name="connsiteY97" fmla="*/ 1749982 h 5631811"/>
              <a:gd name="connsiteX98" fmla="*/ 502573 w 502574"/>
              <a:gd name="connsiteY98" fmla="*/ 1744028 h 5631811"/>
              <a:gd name="connsiteX99" fmla="*/ 502573 w 502574"/>
              <a:gd name="connsiteY99" fmla="*/ 1714392 h 5631811"/>
              <a:gd name="connsiteX100" fmla="*/ 502573 w 502574"/>
              <a:gd name="connsiteY100" fmla="*/ 1691992 h 5631811"/>
              <a:gd name="connsiteX101" fmla="*/ 502573 w 502574"/>
              <a:gd name="connsiteY101" fmla="*/ 1678782 h 5631811"/>
              <a:gd name="connsiteX102" fmla="*/ 502573 w 502574"/>
              <a:gd name="connsiteY102" fmla="*/ 1656380 h 5631811"/>
              <a:gd name="connsiteX103" fmla="*/ 502572 w 502574"/>
              <a:gd name="connsiteY103" fmla="*/ 1420128 h 5631811"/>
              <a:gd name="connsiteX104" fmla="*/ 502572 w 502574"/>
              <a:gd name="connsiteY104" fmla="*/ 1397730 h 5631811"/>
              <a:gd name="connsiteX105" fmla="*/ 502572 w 502574"/>
              <a:gd name="connsiteY105" fmla="*/ 1384516 h 5631811"/>
              <a:gd name="connsiteX106" fmla="*/ 502572 w 502574"/>
              <a:gd name="connsiteY106" fmla="*/ 1362116 h 5631811"/>
              <a:gd name="connsiteX107" fmla="*/ 502572 w 502574"/>
              <a:gd name="connsiteY107" fmla="*/ 1332480 h 5631811"/>
              <a:gd name="connsiteX108" fmla="*/ 502572 w 502574"/>
              <a:gd name="connsiteY108" fmla="*/ 1326526 h 5631811"/>
              <a:gd name="connsiteX109" fmla="*/ 502572 w 502574"/>
              <a:gd name="connsiteY109" fmla="*/ 1310080 h 5631811"/>
              <a:gd name="connsiteX110" fmla="*/ 502572 w 502574"/>
              <a:gd name="connsiteY110" fmla="*/ 1296870 h 5631811"/>
              <a:gd name="connsiteX111" fmla="*/ 502572 w 502574"/>
              <a:gd name="connsiteY111" fmla="*/ 1290916 h 5631811"/>
              <a:gd name="connsiteX112" fmla="*/ 502572 w 502574"/>
              <a:gd name="connsiteY112" fmla="*/ 1274468 h 5631811"/>
              <a:gd name="connsiteX113" fmla="*/ 502572 w 502574"/>
              <a:gd name="connsiteY113" fmla="*/ 1238880 h 5631811"/>
              <a:gd name="connsiteX114" fmla="*/ 502572 w 502574"/>
              <a:gd name="connsiteY114" fmla="*/ 1216478 h 5631811"/>
              <a:gd name="connsiteX115" fmla="*/ 502572 w 502574"/>
              <a:gd name="connsiteY115" fmla="*/ 1203266 h 5631811"/>
              <a:gd name="connsiteX116" fmla="*/ 502572 w 502574"/>
              <a:gd name="connsiteY116" fmla="*/ 1180868 h 5631811"/>
              <a:gd name="connsiteX117" fmla="*/ 502572 w 502574"/>
              <a:gd name="connsiteY117" fmla="*/ 776176 h 5631811"/>
              <a:gd name="connsiteX118" fmla="*/ 502572 w 502574"/>
              <a:gd name="connsiteY118" fmla="*/ 753774 h 5631811"/>
              <a:gd name="connsiteX119" fmla="*/ 502572 w 502574"/>
              <a:gd name="connsiteY119" fmla="*/ 740564 h 5631811"/>
              <a:gd name="connsiteX120" fmla="*/ 502572 w 502574"/>
              <a:gd name="connsiteY120" fmla="*/ 718164 h 5631811"/>
              <a:gd name="connsiteX121" fmla="*/ 502572 w 502574"/>
              <a:gd name="connsiteY121" fmla="*/ 682576 h 5631811"/>
              <a:gd name="connsiteX122" fmla="*/ 502572 w 502574"/>
              <a:gd name="connsiteY122" fmla="*/ 660176 h 5631811"/>
              <a:gd name="connsiteX123" fmla="*/ 502572 w 502574"/>
              <a:gd name="connsiteY123" fmla="*/ 646962 h 5631811"/>
              <a:gd name="connsiteX124" fmla="*/ 502572 w 502574"/>
              <a:gd name="connsiteY124" fmla="*/ 624560 h 5631811"/>
              <a:gd name="connsiteX125" fmla="*/ 502572 w 502574"/>
              <a:gd name="connsiteY125" fmla="*/ 300662 h 5631811"/>
              <a:gd name="connsiteX126" fmla="*/ 502572 w 502574"/>
              <a:gd name="connsiteY126" fmla="*/ 278264 h 5631811"/>
              <a:gd name="connsiteX127" fmla="*/ 502572 w 502574"/>
              <a:gd name="connsiteY127" fmla="*/ 265052 h 5631811"/>
              <a:gd name="connsiteX128" fmla="*/ 502572 w 502574"/>
              <a:gd name="connsiteY128" fmla="*/ 242650 h 5631811"/>
              <a:gd name="connsiteX129" fmla="*/ 502572 w 502574"/>
              <a:gd name="connsiteY129" fmla="*/ 207062 h 5631811"/>
              <a:gd name="connsiteX130" fmla="*/ 502572 w 502574"/>
              <a:gd name="connsiteY130" fmla="*/ 171450 h 5631811"/>
              <a:gd name="connsiteX131" fmla="*/ 502571 w 502574"/>
              <a:gd name="connsiteY131" fmla="*/ 171450 h 5631811"/>
              <a:gd name="connsiteX132" fmla="*/ 502571 w 502574"/>
              <a:gd name="connsiteY132" fmla="*/ 129212 h 5631811"/>
              <a:gd name="connsiteX133" fmla="*/ 502571 w 502574"/>
              <a:gd name="connsiteY133" fmla="*/ 106814 h 5631811"/>
              <a:gd name="connsiteX134" fmla="*/ 502571 w 502574"/>
              <a:gd name="connsiteY134" fmla="*/ 93602 h 5631811"/>
              <a:gd name="connsiteX135" fmla="*/ 502571 w 502574"/>
              <a:gd name="connsiteY135" fmla="*/ 71200 h 5631811"/>
              <a:gd name="connsiteX136" fmla="*/ 502571 w 502574"/>
              <a:gd name="connsiteY136" fmla="*/ 35612 h 5631811"/>
              <a:gd name="connsiteX137" fmla="*/ 502571 w 502574"/>
              <a:gd name="connsiteY137" fmla="*/ 0 h 5631811"/>
              <a:gd name="connsiteX138" fmla="*/ 0 w 502574"/>
              <a:gd name="connsiteY138" fmla="*/ 136982 h 5631811"/>
              <a:gd name="connsiteX139" fmla="*/ 0 w 502574"/>
              <a:gd name="connsiteY139" fmla="*/ 172594 h 5631811"/>
              <a:gd name="connsiteX140" fmla="*/ 0 w 502574"/>
              <a:gd name="connsiteY140" fmla="*/ 208184 h 5631811"/>
              <a:gd name="connsiteX141" fmla="*/ 0 w 502574"/>
              <a:gd name="connsiteY141" fmla="*/ 230582 h 5631811"/>
              <a:gd name="connsiteX142" fmla="*/ 0 w 502574"/>
              <a:gd name="connsiteY142" fmla="*/ 243796 h 5631811"/>
              <a:gd name="connsiteX143" fmla="*/ 0 w 502574"/>
              <a:gd name="connsiteY143" fmla="*/ 266196 h 5631811"/>
              <a:gd name="connsiteX144" fmla="*/ 0 w 502574"/>
              <a:gd name="connsiteY144" fmla="*/ 590096 h 5631811"/>
              <a:gd name="connsiteX145" fmla="*/ 0 w 502574"/>
              <a:gd name="connsiteY145" fmla="*/ 612496 h 5631811"/>
              <a:gd name="connsiteX146" fmla="*/ 0 w 502574"/>
              <a:gd name="connsiteY146" fmla="*/ 625706 h 5631811"/>
              <a:gd name="connsiteX147" fmla="*/ 0 w 502574"/>
              <a:gd name="connsiteY147" fmla="*/ 648106 h 5631811"/>
              <a:gd name="connsiteX148" fmla="*/ 0 w 502574"/>
              <a:gd name="connsiteY148" fmla="*/ 683696 h 5631811"/>
              <a:gd name="connsiteX149" fmla="*/ 0 w 502574"/>
              <a:gd name="connsiteY149" fmla="*/ 706096 h 5631811"/>
              <a:gd name="connsiteX150" fmla="*/ 0 w 502574"/>
              <a:gd name="connsiteY150" fmla="*/ 719308 h 5631811"/>
              <a:gd name="connsiteX151" fmla="*/ 0 w 502574"/>
              <a:gd name="connsiteY151" fmla="*/ 741708 h 5631811"/>
              <a:gd name="connsiteX152" fmla="*/ 0 w 502574"/>
              <a:gd name="connsiteY152" fmla="*/ 1009418 h 5631811"/>
              <a:gd name="connsiteX153" fmla="*/ 0 w 502574"/>
              <a:gd name="connsiteY153" fmla="*/ 1031816 h 5631811"/>
              <a:gd name="connsiteX154" fmla="*/ 0 w 502574"/>
              <a:gd name="connsiteY154" fmla="*/ 1045028 h 5631811"/>
              <a:gd name="connsiteX155" fmla="*/ 0 w 502574"/>
              <a:gd name="connsiteY155" fmla="*/ 1067430 h 5631811"/>
              <a:gd name="connsiteX156" fmla="*/ 0 w 502574"/>
              <a:gd name="connsiteY156" fmla="*/ 1103018 h 5631811"/>
              <a:gd name="connsiteX157" fmla="*/ 0 w 502574"/>
              <a:gd name="connsiteY157" fmla="*/ 1125420 h 5631811"/>
              <a:gd name="connsiteX158" fmla="*/ 0 w 502574"/>
              <a:gd name="connsiteY158" fmla="*/ 1138630 h 5631811"/>
              <a:gd name="connsiteX159" fmla="*/ 0 w 502574"/>
              <a:gd name="connsiteY159" fmla="*/ 1161030 h 5631811"/>
              <a:gd name="connsiteX160" fmla="*/ 0 w 502574"/>
              <a:gd name="connsiteY160" fmla="*/ 1256448 h 5631811"/>
              <a:gd name="connsiteX161" fmla="*/ 0 w 502574"/>
              <a:gd name="connsiteY161" fmla="*/ 1292058 h 5631811"/>
              <a:gd name="connsiteX162" fmla="*/ 0 w 502574"/>
              <a:gd name="connsiteY162" fmla="*/ 1327650 h 5631811"/>
              <a:gd name="connsiteX163" fmla="*/ 0 w 502574"/>
              <a:gd name="connsiteY163" fmla="*/ 1350048 h 5631811"/>
              <a:gd name="connsiteX164" fmla="*/ 0 w 502574"/>
              <a:gd name="connsiteY164" fmla="*/ 1363260 h 5631811"/>
              <a:gd name="connsiteX165" fmla="*/ 0 w 502574"/>
              <a:gd name="connsiteY165" fmla="*/ 1385662 h 5631811"/>
              <a:gd name="connsiteX166" fmla="*/ 0 w 502574"/>
              <a:gd name="connsiteY166" fmla="*/ 1484930 h 5631811"/>
              <a:gd name="connsiteX167" fmla="*/ 0 w 502574"/>
              <a:gd name="connsiteY167" fmla="*/ 1507332 h 5631811"/>
              <a:gd name="connsiteX168" fmla="*/ 0 w 502574"/>
              <a:gd name="connsiteY168" fmla="*/ 1520542 h 5631811"/>
              <a:gd name="connsiteX169" fmla="*/ 0 w 502574"/>
              <a:gd name="connsiteY169" fmla="*/ 1542942 h 5631811"/>
              <a:gd name="connsiteX170" fmla="*/ 0 w 502574"/>
              <a:gd name="connsiteY170" fmla="*/ 1578532 h 5631811"/>
              <a:gd name="connsiteX171" fmla="*/ 0 w 502574"/>
              <a:gd name="connsiteY171" fmla="*/ 1614144 h 5631811"/>
              <a:gd name="connsiteX172" fmla="*/ 0 w 502574"/>
              <a:gd name="connsiteY172" fmla="*/ 1709560 h 5631811"/>
              <a:gd name="connsiteX173" fmla="*/ 0 w 502574"/>
              <a:gd name="connsiteY173" fmla="*/ 1731960 h 5631811"/>
              <a:gd name="connsiteX174" fmla="*/ 0 w 502574"/>
              <a:gd name="connsiteY174" fmla="*/ 1745172 h 5631811"/>
              <a:gd name="connsiteX175" fmla="*/ 0 w 502574"/>
              <a:gd name="connsiteY175" fmla="*/ 1767574 h 5631811"/>
              <a:gd name="connsiteX176" fmla="*/ 0 w 502574"/>
              <a:gd name="connsiteY176" fmla="*/ 1803162 h 5631811"/>
              <a:gd name="connsiteX177" fmla="*/ 0 w 502574"/>
              <a:gd name="connsiteY177" fmla="*/ 1825562 h 5631811"/>
              <a:gd name="connsiteX178" fmla="*/ 0 w 502574"/>
              <a:gd name="connsiteY178" fmla="*/ 1838774 h 5631811"/>
              <a:gd name="connsiteX179" fmla="*/ 0 w 502574"/>
              <a:gd name="connsiteY179" fmla="*/ 1861174 h 5631811"/>
              <a:gd name="connsiteX180" fmla="*/ 0 w 502574"/>
              <a:gd name="connsiteY180" fmla="*/ 2128882 h 5631811"/>
              <a:gd name="connsiteX181" fmla="*/ 0 w 502574"/>
              <a:gd name="connsiteY181" fmla="*/ 2151282 h 5631811"/>
              <a:gd name="connsiteX182" fmla="*/ 0 w 502574"/>
              <a:gd name="connsiteY182" fmla="*/ 2164494 h 5631811"/>
              <a:gd name="connsiteX183" fmla="*/ 0 w 502574"/>
              <a:gd name="connsiteY183" fmla="*/ 2186894 h 5631811"/>
              <a:gd name="connsiteX184" fmla="*/ 0 w 502574"/>
              <a:gd name="connsiteY184" fmla="*/ 2222484 h 5631811"/>
              <a:gd name="connsiteX185" fmla="*/ 0 w 502574"/>
              <a:gd name="connsiteY185" fmla="*/ 2244882 h 5631811"/>
              <a:gd name="connsiteX186" fmla="*/ 0 w 502574"/>
              <a:gd name="connsiteY186" fmla="*/ 2258096 h 5631811"/>
              <a:gd name="connsiteX187" fmla="*/ 0 w 502574"/>
              <a:gd name="connsiteY187" fmla="*/ 2280496 h 5631811"/>
              <a:gd name="connsiteX188" fmla="*/ 0 w 502574"/>
              <a:gd name="connsiteY188" fmla="*/ 2536986 h 5631811"/>
              <a:gd name="connsiteX189" fmla="*/ 0 w 502574"/>
              <a:gd name="connsiteY189" fmla="*/ 2547092 h 5631811"/>
              <a:gd name="connsiteX190" fmla="*/ 1 w 502574"/>
              <a:gd name="connsiteY190" fmla="*/ 2547092 h 5631811"/>
              <a:gd name="connsiteX191" fmla="*/ 1 w 502574"/>
              <a:gd name="connsiteY191" fmla="*/ 2560664 h 5631811"/>
              <a:gd name="connsiteX192" fmla="*/ 1 w 502574"/>
              <a:gd name="connsiteY192" fmla="*/ 2708436 h 5631811"/>
              <a:gd name="connsiteX193" fmla="*/ 1 w 502574"/>
              <a:gd name="connsiteY193" fmla="*/ 2718542 h 5631811"/>
              <a:gd name="connsiteX194" fmla="*/ 1 w 502574"/>
              <a:gd name="connsiteY194" fmla="*/ 2884562 h 5631811"/>
              <a:gd name="connsiteX195" fmla="*/ 1 w 502574"/>
              <a:gd name="connsiteY195" fmla="*/ 2906962 h 5631811"/>
              <a:gd name="connsiteX196" fmla="*/ 1 w 502574"/>
              <a:gd name="connsiteY196" fmla="*/ 2920174 h 5631811"/>
              <a:gd name="connsiteX197" fmla="*/ 1 w 502574"/>
              <a:gd name="connsiteY197" fmla="*/ 2942574 h 5631811"/>
              <a:gd name="connsiteX198" fmla="*/ 1 w 502574"/>
              <a:gd name="connsiteY198" fmla="*/ 2978162 h 5631811"/>
              <a:gd name="connsiteX199" fmla="*/ 1 w 502574"/>
              <a:gd name="connsiteY199" fmla="*/ 3000562 h 5631811"/>
              <a:gd name="connsiteX200" fmla="*/ 1 w 502574"/>
              <a:gd name="connsiteY200" fmla="*/ 3013776 h 5631811"/>
              <a:gd name="connsiteX201" fmla="*/ 1 w 502574"/>
              <a:gd name="connsiteY201" fmla="*/ 3036174 h 5631811"/>
              <a:gd name="connsiteX202" fmla="*/ 1 w 502574"/>
              <a:gd name="connsiteY202" fmla="*/ 3303883 h 5631811"/>
              <a:gd name="connsiteX203" fmla="*/ 1 w 502574"/>
              <a:gd name="connsiteY203" fmla="*/ 3326282 h 5631811"/>
              <a:gd name="connsiteX204" fmla="*/ 1 w 502574"/>
              <a:gd name="connsiteY204" fmla="*/ 3339495 h 5631811"/>
              <a:gd name="connsiteX205" fmla="*/ 1 w 502574"/>
              <a:gd name="connsiteY205" fmla="*/ 3361896 h 5631811"/>
              <a:gd name="connsiteX206" fmla="*/ 1 w 502574"/>
              <a:gd name="connsiteY206" fmla="*/ 3397484 h 5631811"/>
              <a:gd name="connsiteX207" fmla="*/ 1 w 502574"/>
              <a:gd name="connsiteY207" fmla="*/ 3419885 h 5631811"/>
              <a:gd name="connsiteX208" fmla="*/ 1 w 502574"/>
              <a:gd name="connsiteY208" fmla="*/ 3433096 h 5631811"/>
              <a:gd name="connsiteX209" fmla="*/ 1 w 502574"/>
              <a:gd name="connsiteY209" fmla="*/ 3455496 h 5631811"/>
              <a:gd name="connsiteX210" fmla="*/ 1 w 502574"/>
              <a:gd name="connsiteY210" fmla="*/ 3550913 h 5631811"/>
              <a:gd name="connsiteX211" fmla="*/ 1 w 502574"/>
              <a:gd name="connsiteY211" fmla="*/ 3586524 h 5631811"/>
              <a:gd name="connsiteX212" fmla="*/ 1 w 502574"/>
              <a:gd name="connsiteY212" fmla="*/ 3622115 h 5631811"/>
              <a:gd name="connsiteX213" fmla="*/ 1 w 502574"/>
              <a:gd name="connsiteY213" fmla="*/ 3644514 h 5631811"/>
              <a:gd name="connsiteX214" fmla="*/ 1 w 502574"/>
              <a:gd name="connsiteY214" fmla="*/ 3657727 h 5631811"/>
              <a:gd name="connsiteX215" fmla="*/ 1 w 502574"/>
              <a:gd name="connsiteY215" fmla="*/ 3680127 h 5631811"/>
              <a:gd name="connsiteX216" fmla="*/ 1 w 502574"/>
              <a:gd name="connsiteY216" fmla="*/ 3779396 h 5631811"/>
              <a:gd name="connsiteX217" fmla="*/ 1 w 502574"/>
              <a:gd name="connsiteY217" fmla="*/ 3801797 h 5631811"/>
              <a:gd name="connsiteX218" fmla="*/ 1 w 502574"/>
              <a:gd name="connsiteY218" fmla="*/ 3815009 h 5631811"/>
              <a:gd name="connsiteX219" fmla="*/ 1 w 502574"/>
              <a:gd name="connsiteY219" fmla="*/ 3837408 h 5631811"/>
              <a:gd name="connsiteX220" fmla="*/ 1 w 502574"/>
              <a:gd name="connsiteY220" fmla="*/ 3853848 h 5631811"/>
              <a:gd name="connsiteX221" fmla="*/ 1 w 502574"/>
              <a:gd name="connsiteY221" fmla="*/ 3872998 h 5631811"/>
              <a:gd name="connsiteX222" fmla="*/ 1 w 502574"/>
              <a:gd name="connsiteY222" fmla="*/ 3889459 h 5631811"/>
              <a:gd name="connsiteX223" fmla="*/ 1 w 502574"/>
              <a:gd name="connsiteY223" fmla="*/ 3908611 h 5631811"/>
              <a:gd name="connsiteX224" fmla="*/ 1 w 502574"/>
              <a:gd name="connsiteY224" fmla="*/ 3925051 h 5631811"/>
              <a:gd name="connsiteX225" fmla="*/ 1 w 502574"/>
              <a:gd name="connsiteY225" fmla="*/ 3947449 h 5631811"/>
              <a:gd name="connsiteX226" fmla="*/ 1 w 502574"/>
              <a:gd name="connsiteY226" fmla="*/ 3960662 h 5631811"/>
              <a:gd name="connsiteX227" fmla="*/ 1 w 502574"/>
              <a:gd name="connsiteY227" fmla="*/ 3983063 h 5631811"/>
              <a:gd name="connsiteX228" fmla="*/ 1 w 502574"/>
              <a:gd name="connsiteY228" fmla="*/ 4004025 h 5631811"/>
              <a:gd name="connsiteX229" fmla="*/ 1 w 502574"/>
              <a:gd name="connsiteY229" fmla="*/ 4026426 h 5631811"/>
              <a:gd name="connsiteX230" fmla="*/ 1 w 502574"/>
              <a:gd name="connsiteY230" fmla="*/ 4039638 h 5631811"/>
              <a:gd name="connsiteX231" fmla="*/ 1 w 502574"/>
              <a:gd name="connsiteY231" fmla="*/ 4062039 h 5631811"/>
              <a:gd name="connsiteX232" fmla="*/ 1 w 502574"/>
              <a:gd name="connsiteY232" fmla="*/ 4097628 h 5631811"/>
              <a:gd name="connsiteX233" fmla="*/ 1 w 502574"/>
              <a:gd name="connsiteY233" fmla="*/ 4120029 h 5631811"/>
              <a:gd name="connsiteX234" fmla="*/ 1 w 502574"/>
              <a:gd name="connsiteY234" fmla="*/ 4133240 h 5631811"/>
              <a:gd name="connsiteX235" fmla="*/ 1 w 502574"/>
              <a:gd name="connsiteY235" fmla="*/ 4155640 h 5631811"/>
              <a:gd name="connsiteX236" fmla="*/ 1 w 502574"/>
              <a:gd name="connsiteY236" fmla="*/ 4306961 h 5631811"/>
              <a:gd name="connsiteX237" fmla="*/ 1 w 502574"/>
              <a:gd name="connsiteY237" fmla="*/ 4329362 h 5631811"/>
              <a:gd name="connsiteX238" fmla="*/ 1 w 502574"/>
              <a:gd name="connsiteY238" fmla="*/ 4342573 h 5631811"/>
              <a:gd name="connsiteX239" fmla="*/ 1 w 502574"/>
              <a:gd name="connsiteY239" fmla="*/ 4364973 h 5631811"/>
              <a:gd name="connsiteX240" fmla="*/ 1 w 502574"/>
              <a:gd name="connsiteY240" fmla="*/ 4400561 h 5631811"/>
              <a:gd name="connsiteX241" fmla="*/ 1 w 502574"/>
              <a:gd name="connsiteY241" fmla="*/ 4422962 h 5631811"/>
              <a:gd name="connsiteX242" fmla="*/ 1 w 502574"/>
              <a:gd name="connsiteY242" fmla="*/ 4423349 h 5631811"/>
              <a:gd name="connsiteX243" fmla="*/ 1 w 502574"/>
              <a:gd name="connsiteY243" fmla="*/ 4436175 h 5631811"/>
              <a:gd name="connsiteX244" fmla="*/ 1 w 502574"/>
              <a:gd name="connsiteY244" fmla="*/ 4445748 h 5631811"/>
              <a:gd name="connsiteX245" fmla="*/ 1 w 502574"/>
              <a:gd name="connsiteY245" fmla="*/ 4458573 h 5631811"/>
              <a:gd name="connsiteX246" fmla="*/ 1 w 502574"/>
              <a:gd name="connsiteY246" fmla="*/ 4458962 h 5631811"/>
              <a:gd name="connsiteX247" fmla="*/ 1 w 502574"/>
              <a:gd name="connsiteY247" fmla="*/ 4481361 h 5631811"/>
              <a:gd name="connsiteX248" fmla="*/ 1 w 502574"/>
              <a:gd name="connsiteY248" fmla="*/ 4516950 h 5631811"/>
              <a:gd name="connsiteX249" fmla="*/ 1 w 502574"/>
              <a:gd name="connsiteY249" fmla="*/ 4539349 h 5631811"/>
              <a:gd name="connsiteX250" fmla="*/ 1 w 502574"/>
              <a:gd name="connsiteY250" fmla="*/ 4552563 h 5631811"/>
              <a:gd name="connsiteX251" fmla="*/ 1 w 502574"/>
              <a:gd name="connsiteY251" fmla="*/ 4574962 h 5631811"/>
              <a:gd name="connsiteX252" fmla="*/ 1 w 502574"/>
              <a:gd name="connsiteY252" fmla="*/ 4726284 h 5631811"/>
              <a:gd name="connsiteX253" fmla="*/ 1 w 502574"/>
              <a:gd name="connsiteY253" fmla="*/ 4748682 h 5631811"/>
              <a:gd name="connsiteX254" fmla="*/ 1 w 502574"/>
              <a:gd name="connsiteY254" fmla="*/ 4761895 h 5631811"/>
              <a:gd name="connsiteX255" fmla="*/ 1 w 502574"/>
              <a:gd name="connsiteY255" fmla="*/ 4784296 h 5631811"/>
              <a:gd name="connsiteX256" fmla="*/ 1 w 502574"/>
              <a:gd name="connsiteY256" fmla="*/ 4819885 h 5631811"/>
              <a:gd name="connsiteX257" fmla="*/ 1 w 502574"/>
              <a:gd name="connsiteY257" fmla="*/ 4831453 h 5631811"/>
              <a:gd name="connsiteX258" fmla="*/ 1 w 502574"/>
              <a:gd name="connsiteY258" fmla="*/ 4841558 h 5631811"/>
              <a:gd name="connsiteX259" fmla="*/ 1 w 502574"/>
              <a:gd name="connsiteY259" fmla="*/ 4842285 h 5631811"/>
              <a:gd name="connsiteX260" fmla="*/ 1 w 502574"/>
              <a:gd name="connsiteY260" fmla="*/ 4855496 h 5631811"/>
              <a:gd name="connsiteX261" fmla="*/ 1 w 502574"/>
              <a:gd name="connsiteY261" fmla="*/ 4877897 h 5631811"/>
              <a:gd name="connsiteX262" fmla="*/ 1 w 502574"/>
              <a:gd name="connsiteY262" fmla="*/ 4973313 h 5631811"/>
              <a:gd name="connsiteX263" fmla="*/ 1 w 502574"/>
              <a:gd name="connsiteY263" fmla="*/ 5008924 h 5631811"/>
              <a:gd name="connsiteX264" fmla="*/ 1 w 502574"/>
              <a:gd name="connsiteY264" fmla="*/ 5044516 h 5631811"/>
              <a:gd name="connsiteX265" fmla="*/ 1 w 502574"/>
              <a:gd name="connsiteY265" fmla="*/ 5066914 h 5631811"/>
              <a:gd name="connsiteX266" fmla="*/ 1 w 502574"/>
              <a:gd name="connsiteY266" fmla="*/ 5080127 h 5631811"/>
              <a:gd name="connsiteX267" fmla="*/ 1 w 502574"/>
              <a:gd name="connsiteY267" fmla="*/ 5102528 h 5631811"/>
              <a:gd name="connsiteX268" fmla="*/ 1 w 502574"/>
              <a:gd name="connsiteY268" fmla="*/ 5201796 h 5631811"/>
              <a:gd name="connsiteX269" fmla="*/ 1 w 502574"/>
              <a:gd name="connsiteY269" fmla="*/ 5224197 h 5631811"/>
              <a:gd name="connsiteX270" fmla="*/ 1 w 502574"/>
              <a:gd name="connsiteY270" fmla="*/ 5237409 h 5631811"/>
              <a:gd name="connsiteX271" fmla="*/ 1 w 502574"/>
              <a:gd name="connsiteY271" fmla="*/ 5259808 h 5631811"/>
              <a:gd name="connsiteX272" fmla="*/ 1 w 502574"/>
              <a:gd name="connsiteY272" fmla="*/ 5295398 h 5631811"/>
              <a:gd name="connsiteX273" fmla="*/ 1 w 502574"/>
              <a:gd name="connsiteY273" fmla="*/ 5331011 h 5631811"/>
              <a:gd name="connsiteX274" fmla="*/ 1 w 502574"/>
              <a:gd name="connsiteY274" fmla="*/ 5426426 h 5631811"/>
              <a:gd name="connsiteX275" fmla="*/ 1 w 502574"/>
              <a:gd name="connsiteY275" fmla="*/ 5448826 h 5631811"/>
              <a:gd name="connsiteX276" fmla="*/ 1 w 502574"/>
              <a:gd name="connsiteY276" fmla="*/ 5460361 h 5631811"/>
              <a:gd name="connsiteX277" fmla="*/ 2 w 502574"/>
              <a:gd name="connsiteY277" fmla="*/ 5460361 h 5631811"/>
              <a:gd name="connsiteX278" fmla="*/ 2 w 502574"/>
              <a:gd name="connsiteY278" fmla="*/ 5466848 h 5631811"/>
              <a:gd name="connsiteX279" fmla="*/ 2 w 502574"/>
              <a:gd name="connsiteY279" fmla="*/ 5502461 h 5631811"/>
              <a:gd name="connsiteX280" fmla="*/ 2 w 502574"/>
              <a:gd name="connsiteY280" fmla="*/ 5597876 h 5631811"/>
              <a:gd name="connsiteX281" fmla="*/ 2 w 502574"/>
              <a:gd name="connsiteY281" fmla="*/ 5620276 h 5631811"/>
              <a:gd name="connsiteX282" fmla="*/ 2 w 502574"/>
              <a:gd name="connsiteY282" fmla="*/ 5631811 h 563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Lst>
            <a:rect l="l" t="t" r="r" b="b"/>
            <a:pathLst>
              <a:path w="502574" h="5631811">
                <a:moveTo>
                  <a:pt x="502574" y="5494829"/>
                </a:moveTo>
                <a:lnTo>
                  <a:pt x="502574" y="5483294"/>
                </a:lnTo>
                <a:lnTo>
                  <a:pt x="502574" y="5466848"/>
                </a:lnTo>
                <a:lnTo>
                  <a:pt x="502574" y="5460894"/>
                </a:lnTo>
                <a:lnTo>
                  <a:pt x="502574" y="5431258"/>
                </a:lnTo>
                <a:lnTo>
                  <a:pt x="502574" y="5408858"/>
                </a:lnTo>
                <a:lnTo>
                  <a:pt x="502574" y="5395647"/>
                </a:lnTo>
                <a:lnTo>
                  <a:pt x="502574" y="5373246"/>
                </a:lnTo>
                <a:lnTo>
                  <a:pt x="502573" y="5136994"/>
                </a:lnTo>
                <a:lnTo>
                  <a:pt x="502573" y="5114595"/>
                </a:lnTo>
                <a:lnTo>
                  <a:pt x="502573" y="5101383"/>
                </a:lnTo>
                <a:lnTo>
                  <a:pt x="502573" y="5078982"/>
                </a:lnTo>
                <a:lnTo>
                  <a:pt x="502573" y="5049347"/>
                </a:lnTo>
                <a:lnTo>
                  <a:pt x="502573" y="5043393"/>
                </a:lnTo>
                <a:lnTo>
                  <a:pt x="502573" y="5026946"/>
                </a:lnTo>
                <a:lnTo>
                  <a:pt x="502573" y="5013735"/>
                </a:lnTo>
                <a:lnTo>
                  <a:pt x="502573" y="5013008"/>
                </a:lnTo>
                <a:lnTo>
                  <a:pt x="502574" y="5013008"/>
                </a:lnTo>
                <a:lnTo>
                  <a:pt x="502574" y="4995135"/>
                </a:lnTo>
                <a:lnTo>
                  <a:pt x="502574" y="4972734"/>
                </a:lnTo>
                <a:lnTo>
                  <a:pt x="502574" y="4959522"/>
                </a:lnTo>
                <a:lnTo>
                  <a:pt x="502574" y="4937123"/>
                </a:lnTo>
                <a:lnTo>
                  <a:pt x="502574" y="4901533"/>
                </a:lnTo>
                <a:lnTo>
                  <a:pt x="502574" y="4865921"/>
                </a:lnTo>
                <a:lnTo>
                  <a:pt x="502574" y="4746412"/>
                </a:lnTo>
                <a:lnTo>
                  <a:pt x="502574" y="4724013"/>
                </a:lnTo>
                <a:lnTo>
                  <a:pt x="502574" y="4710799"/>
                </a:lnTo>
                <a:lnTo>
                  <a:pt x="502574" y="4688400"/>
                </a:lnTo>
                <a:lnTo>
                  <a:pt x="502574" y="4652811"/>
                </a:lnTo>
                <a:lnTo>
                  <a:pt x="502574" y="4630412"/>
                </a:lnTo>
                <a:lnTo>
                  <a:pt x="502574" y="4617198"/>
                </a:lnTo>
                <a:lnTo>
                  <a:pt x="502574" y="4594799"/>
                </a:lnTo>
                <a:lnTo>
                  <a:pt x="502574" y="4190108"/>
                </a:lnTo>
                <a:lnTo>
                  <a:pt x="502574" y="4167708"/>
                </a:lnTo>
                <a:lnTo>
                  <a:pt x="502574" y="4154496"/>
                </a:lnTo>
                <a:lnTo>
                  <a:pt x="502574" y="4132096"/>
                </a:lnTo>
                <a:lnTo>
                  <a:pt x="502574" y="4096506"/>
                </a:lnTo>
                <a:lnTo>
                  <a:pt x="502574" y="4080061"/>
                </a:lnTo>
                <a:lnTo>
                  <a:pt x="502574" y="4074105"/>
                </a:lnTo>
                <a:lnTo>
                  <a:pt x="502574" y="4060894"/>
                </a:lnTo>
                <a:lnTo>
                  <a:pt x="502574" y="4044448"/>
                </a:lnTo>
                <a:lnTo>
                  <a:pt x="502574" y="4038494"/>
                </a:lnTo>
                <a:lnTo>
                  <a:pt x="502574" y="4008858"/>
                </a:lnTo>
                <a:lnTo>
                  <a:pt x="502574" y="3986458"/>
                </a:lnTo>
                <a:lnTo>
                  <a:pt x="502574" y="3973247"/>
                </a:lnTo>
                <a:lnTo>
                  <a:pt x="502574" y="3950846"/>
                </a:lnTo>
                <a:lnTo>
                  <a:pt x="502573" y="3714593"/>
                </a:lnTo>
                <a:lnTo>
                  <a:pt x="502573" y="3692195"/>
                </a:lnTo>
                <a:lnTo>
                  <a:pt x="502573" y="3678982"/>
                </a:lnTo>
                <a:lnTo>
                  <a:pt x="502573" y="3656581"/>
                </a:lnTo>
                <a:lnTo>
                  <a:pt x="502573" y="3626946"/>
                </a:lnTo>
                <a:lnTo>
                  <a:pt x="502573" y="3620993"/>
                </a:lnTo>
                <a:lnTo>
                  <a:pt x="502573" y="3604546"/>
                </a:lnTo>
                <a:lnTo>
                  <a:pt x="502573" y="3591335"/>
                </a:lnTo>
                <a:lnTo>
                  <a:pt x="502573" y="3585382"/>
                </a:lnTo>
                <a:lnTo>
                  <a:pt x="502573" y="3568934"/>
                </a:lnTo>
                <a:lnTo>
                  <a:pt x="502573" y="3533346"/>
                </a:lnTo>
                <a:lnTo>
                  <a:pt x="502573" y="3510945"/>
                </a:lnTo>
                <a:lnTo>
                  <a:pt x="502573" y="3497732"/>
                </a:lnTo>
                <a:lnTo>
                  <a:pt x="502573" y="3475333"/>
                </a:lnTo>
                <a:lnTo>
                  <a:pt x="502573" y="3070642"/>
                </a:lnTo>
                <a:lnTo>
                  <a:pt x="502573" y="3048242"/>
                </a:lnTo>
                <a:lnTo>
                  <a:pt x="502573" y="3035032"/>
                </a:lnTo>
                <a:lnTo>
                  <a:pt x="502573" y="3012630"/>
                </a:lnTo>
                <a:lnTo>
                  <a:pt x="502573" y="2977042"/>
                </a:lnTo>
                <a:lnTo>
                  <a:pt x="502573" y="2954642"/>
                </a:lnTo>
                <a:lnTo>
                  <a:pt x="502573" y="2941428"/>
                </a:lnTo>
                <a:lnTo>
                  <a:pt x="502573" y="2919028"/>
                </a:lnTo>
                <a:lnTo>
                  <a:pt x="502573" y="2718542"/>
                </a:lnTo>
                <a:lnTo>
                  <a:pt x="502573" y="2700668"/>
                </a:lnTo>
                <a:lnTo>
                  <a:pt x="502573" y="2678268"/>
                </a:lnTo>
                <a:lnTo>
                  <a:pt x="502573" y="2665056"/>
                </a:lnTo>
                <a:lnTo>
                  <a:pt x="502573" y="2642656"/>
                </a:lnTo>
                <a:lnTo>
                  <a:pt x="502573" y="2607066"/>
                </a:lnTo>
                <a:lnTo>
                  <a:pt x="502573" y="2595130"/>
                </a:lnTo>
                <a:lnTo>
                  <a:pt x="502573" y="2572730"/>
                </a:lnTo>
                <a:lnTo>
                  <a:pt x="502573" y="2571454"/>
                </a:lnTo>
                <a:lnTo>
                  <a:pt x="502573" y="2559518"/>
                </a:lnTo>
                <a:lnTo>
                  <a:pt x="502573" y="2537118"/>
                </a:lnTo>
                <a:lnTo>
                  <a:pt x="502573" y="2501528"/>
                </a:lnTo>
                <a:lnTo>
                  <a:pt x="502573" y="2465918"/>
                </a:lnTo>
                <a:lnTo>
                  <a:pt x="502573" y="2451946"/>
                </a:lnTo>
                <a:lnTo>
                  <a:pt x="502573" y="2429546"/>
                </a:lnTo>
                <a:lnTo>
                  <a:pt x="502573" y="2416332"/>
                </a:lnTo>
                <a:lnTo>
                  <a:pt x="502573" y="2393934"/>
                </a:lnTo>
                <a:lnTo>
                  <a:pt x="502573" y="2358344"/>
                </a:lnTo>
                <a:lnTo>
                  <a:pt x="502573" y="2335944"/>
                </a:lnTo>
                <a:lnTo>
                  <a:pt x="502573" y="2322732"/>
                </a:lnTo>
                <a:lnTo>
                  <a:pt x="502573" y="2300332"/>
                </a:lnTo>
                <a:lnTo>
                  <a:pt x="502573" y="1895642"/>
                </a:lnTo>
                <a:lnTo>
                  <a:pt x="502573" y="1873242"/>
                </a:lnTo>
                <a:lnTo>
                  <a:pt x="502573" y="1860030"/>
                </a:lnTo>
                <a:lnTo>
                  <a:pt x="502573" y="1837630"/>
                </a:lnTo>
                <a:lnTo>
                  <a:pt x="502573" y="1802040"/>
                </a:lnTo>
                <a:lnTo>
                  <a:pt x="502573" y="1785594"/>
                </a:lnTo>
                <a:lnTo>
                  <a:pt x="502573" y="1779640"/>
                </a:lnTo>
                <a:lnTo>
                  <a:pt x="502573" y="1766428"/>
                </a:lnTo>
                <a:lnTo>
                  <a:pt x="502573" y="1749982"/>
                </a:lnTo>
                <a:lnTo>
                  <a:pt x="502573" y="1744028"/>
                </a:lnTo>
                <a:lnTo>
                  <a:pt x="502573" y="1714392"/>
                </a:lnTo>
                <a:lnTo>
                  <a:pt x="502573" y="1691992"/>
                </a:lnTo>
                <a:lnTo>
                  <a:pt x="502573" y="1678782"/>
                </a:lnTo>
                <a:lnTo>
                  <a:pt x="502573" y="1656380"/>
                </a:lnTo>
                <a:lnTo>
                  <a:pt x="502572" y="1420128"/>
                </a:lnTo>
                <a:lnTo>
                  <a:pt x="502572" y="1397730"/>
                </a:lnTo>
                <a:lnTo>
                  <a:pt x="502572" y="1384516"/>
                </a:lnTo>
                <a:lnTo>
                  <a:pt x="502572" y="1362116"/>
                </a:lnTo>
                <a:lnTo>
                  <a:pt x="502572" y="1332480"/>
                </a:lnTo>
                <a:lnTo>
                  <a:pt x="502572" y="1326526"/>
                </a:lnTo>
                <a:lnTo>
                  <a:pt x="502572" y="1310080"/>
                </a:lnTo>
                <a:lnTo>
                  <a:pt x="502572" y="1296870"/>
                </a:lnTo>
                <a:lnTo>
                  <a:pt x="502572" y="1290916"/>
                </a:lnTo>
                <a:lnTo>
                  <a:pt x="502572" y="1274468"/>
                </a:lnTo>
                <a:lnTo>
                  <a:pt x="502572" y="1238880"/>
                </a:lnTo>
                <a:lnTo>
                  <a:pt x="502572" y="1216478"/>
                </a:lnTo>
                <a:lnTo>
                  <a:pt x="502572" y="1203266"/>
                </a:lnTo>
                <a:lnTo>
                  <a:pt x="502572" y="1180868"/>
                </a:lnTo>
                <a:lnTo>
                  <a:pt x="502572" y="776176"/>
                </a:lnTo>
                <a:lnTo>
                  <a:pt x="502572" y="753774"/>
                </a:lnTo>
                <a:lnTo>
                  <a:pt x="502572" y="740564"/>
                </a:lnTo>
                <a:lnTo>
                  <a:pt x="502572" y="718164"/>
                </a:lnTo>
                <a:lnTo>
                  <a:pt x="502572" y="682576"/>
                </a:lnTo>
                <a:lnTo>
                  <a:pt x="502572" y="660176"/>
                </a:lnTo>
                <a:lnTo>
                  <a:pt x="502572" y="646962"/>
                </a:lnTo>
                <a:lnTo>
                  <a:pt x="502572" y="624560"/>
                </a:lnTo>
                <a:lnTo>
                  <a:pt x="502572" y="300662"/>
                </a:lnTo>
                <a:lnTo>
                  <a:pt x="502572" y="278264"/>
                </a:lnTo>
                <a:lnTo>
                  <a:pt x="502572" y="265052"/>
                </a:lnTo>
                <a:lnTo>
                  <a:pt x="502572" y="242650"/>
                </a:lnTo>
                <a:lnTo>
                  <a:pt x="502572" y="207062"/>
                </a:lnTo>
                <a:lnTo>
                  <a:pt x="502572" y="171450"/>
                </a:lnTo>
                <a:lnTo>
                  <a:pt x="502571" y="171450"/>
                </a:lnTo>
                <a:lnTo>
                  <a:pt x="502571" y="129212"/>
                </a:lnTo>
                <a:lnTo>
                  <a:pt x="502571" y="106814"/>
                </a:lnTo>
                <a:lnTo>
                  <a:pt x="502571" y="93602"/>
                </a:lnTo>
                <a:lnTo>
                  <a:pt x="502571" y="71200"/>
                </a:lnTo>
                <a:lnTo>
                  <a:pt x="502571" y="35612"/>
                </a:lnTo>
                <a:lnTo>
                  <a:pt x="502571" y="0"/>
                </a:lnTo>
                <a:lnTo>
                  <a:pt x="0" y="136982"/>
                </a:lnTo>
                <a:lnTo>
                  <a:pt x="0" y="172594"/>
                </a:lnTo>
                <a:lnTo>
                  <a:pt x="0" y="208184"/>
                </a:lnTo>
                <a:lnTo>
                  <a:pt x="0" y="230582"/>
                </a:lnTo>
                <a:lnTo>
                  <a:pt x="0" y="243796"/>
                </a:lnTo>
                <a:lnTo>
                  <a:pt x="0" y="266196"/>
                </a:lnTo>
                <a:lnTo>
                  <a:pt x="0" y="590096"/>
                </a:lnTo>
                <a:lnTo>
                  <a:pt x="0" y="612496"/>
                </a:lnTo>
                <a:lnTo>
                  <a:pt x="0" y="625706"/>
                </a:lnTo>
                <a:lnTo>
                  <a:pt x="0" y="648106"/>
                </a:lnTo>
                <a:lnTo>
                  <a:pt x="0" y="683696"/>
                </a:lnTo>
                <a:lnTo>
                  <a:pt x="0" y="706096"/>
                </a:lnTo>
                <a:lnTo>
                  <a:pt x="0" y="719308"/>
                </a:lnTo>
                <a:lnTo>
                  <a:pt x="0" y="741708"/>
                </a:lnTo>
                <a:lnTo>
                  <a:pt x="0" y="1009418"/>
                </a:lnTo>
                <a:lnTo>
                  <a:pt x="0" y="1031816"/>
                </a:lnTo>
                <a:lnTo>
                  <a:pt x="0" y="1045028"/>
                </a:lnTo>
                <a:lnTo>
                  <a:pt x="0" y="1067430"/>
                </a:lnTo>
                <a:lnTo>
                  <a:pt x="0" y="1103018"/>
                </a:lnTo>
                <a:lnTo>
                  <a:pt x="0" y="1125420"/>
                </a:lnTo>
                <a:lnTo>
                  <a:pt x="0" y="1138630"/>
                </a:lnTo>
                <a:lnTo>
                  <a:pt x="0" y="1161030"/>
                </a:lnTo>
                <a:lnTo>
                  <a:pt x="0" y="1256448"/>
                </a:lnTo>
                <a:lnTo>
                  <a:pt x="0" y="1292058"/>
                </a:lnTo>
                <a:lnTo>
                  <a:pt x="0" y="1327650"/>
                </a:lnTo>
                <a:lnTo>
                  <a:pt x="0" y="1350048"/>
                </a:lnTo>
                <a:lnTo>
                  <a:pt x="0" y="1363260"/>
                </a:lnTo>
                <a:lnTo>
                  <a:pt x="0" y="1385662"/>
                </a:lnTo>
                <a:lnTo>
                  <a:pt x="0" y="1484930"/>
                </a:lnTo>
                <a:lnTo>
                  <a:pt x="0" y="1507332"/>
                </a:lnTo>
                <a:lnTo>
                  <a:pt x="0" y="1520542"/>
                </a:lnTo>
                <a:lnTo>
                  <a:pt x="0" y="1542942"/>
                </a:lnTo>
                <a:lnTo>
                  <a:pt x="0" y="1578532"/>
                </a:lnTo>
                <a:lnTo>
                  <a:pt x="0" y="1614144"/>
                </a:lnTo>
                <a:lnTo>
                  <a:pt x="0" y="1709560"/>
                </a:lnTo>
                <a:lnTo>
                  <a:pt x="0" y="1731960"/>
                </a:lnTo>
                <a:lnTo>
                  <a:pt x="0" y="1745172"/>
                </a:lnTo>
                <a:lnTo>
                  <a:pt x="0" y="1767574"/>
                </a:lnTo>
                <a:lnTo>
                  <a:pt x="0" y="1803162"/>
                </a:lnTo>
                <a:lnTo>
                  <a:pt x="0" y="1825562"/>
                </a:lnTo>
                <a:lnTo>
                  <a:pt x="0" y="1838774"/>
                </a:lnTo>
                <a:lnTo>
                  <a:pt x="0" y="1861174"/>
                </a:lnTo>
                <a:lnTo>
                  <a:pt x="0" y="2128882"/>
                </a:lnTo>
                <a:lnTo>
                  <a:pt x="0" y="2151282"/>
                </a:lnTo>
                <a:lnTo>
                  <a:pt x="0" y="2164494"/>
                </a:lnTo>
                <a:lnTo>
                  <a:pt x="0" y="2186894"/>
                </a:lnTo>
                <a:lnTo>
                  <a:pt x="0" y="2222484"/>
                </a:lnTo>
                <a:lnTo>
                  <a:pt x="0" y="2244882"/>
                </a:lnTo>
                <a:lnTo>
                  <a:pt x="0" y="2258096"/>
                </a:lnTo>
                <a:lnTo>
                  <a:pt x="0" y="2280496"/>
                </a:lnTo>
                <a:lnTo>
                  <a:pt x="0" y="2536986"/>
                </a:lnTo>
                <a:lnTo>
                  <a:pt x="0" y="2547092"/>
                </a:lnTo>
                <a:lnTo>
                  <a:pt x="1" y="2547092"/>
                </a:lnTo>
                <a:lnTo>
                  <a:pt x="1" y="2560664"/>
                </a:lnTo>
                <a:lnTo>
                  <a:pt x="1" y="2708436"/>
                </a:lnTo>
                <a:lnTo>
                  <a:pt x="1" y="2718542"/>
                </a:lnTo>
                <a:lnTo>
                  <a:pt x="1" y="2884562"/>
                </a:lnTo>
                <a:lnTo>
                  <a:pt x="1" y="2906962"/>
                </a:lnTo>
                <a:lnTo>
                  <a:pt x="1" y="2920174"/>
                </a:lnTo>
                <a:lnTo>
                  <a:pt x="1" y="2942574"/>
                </a:lnTo>
                <a:lnTo>
                  <a:pt x="1" y="2978162"/>
                </a:lnTo>
                <a:lnTo>
                  <a:pt x="1" y="3000562"/>
                </a:lnTo>
                <a:lnTo>
                  <a:pt x="1" y="3013776"/>
                </a:lnTo>
                <a:lnTo>
                  <a:pt x="1" y="3036174"/>
                </a:lnTo>
                <a:lnTo>
                  <a:pt x="1" y="3303883"/>
                </a:lnTo>
                <a:lnTo>
                  <a:pt x="1" y="3326282"/>
                </a:lnTo>
                <a:lnTo>
                  <a:pt x="1" y="3339495"/>
                </a:lnTo>
                <a:lnTo>
                  <a:pt x="1" y="3361896"/>
                </a:lnTo>
                <a:lnTo>
                  <a:pt x="1" y="3397484"/>
                </a:lnTo>
                <a:lnTo>
                  <a:pt x="1" y="3419885"/>
                </a:lnTo>
                <a:lnTo>
                  <a:pt x="1" y="3433096"/>
                </a:lnTo>
                <a:lnTo>
                  <a:pt x="1" y="3455496"/>
                </a:lnTo>
                <a:lnTo>
                  <a:pt x="1" y="3550913"/>
                </a:lnTo>
                <a:lnTo>
                  <a:pt x="1" y="3586524"/>
                </a:lnTo>
                <a:lnTo>
                  <a:pt x="1" y="3622115"/>
                </a:lnTo>
                <a:lnTo>
                  <a:pt x="1" y="3644514"/>
                </a:lnTo>
                <a:lnTo>
                  <a:pt x="1" y="3657727"/>
                </a:lnTo>
                <a:lnTo>
                  <a:pt x="1" y="3680127"/>
                </a:lnTo>
                <a:lnTo>
                  <a:pt x="1" y="3779396"/>
                </a:lnTo>
                <a:lnTo>
                  <a:pt x="1" y="3801797"/>
                </a:lnTo>
                <a:lnTo>
                  <a:pt x="1" y="3815009"/>
                </a:lnTo>
                <a:lnTo>
                  <a:pt x="1" y="3837408"/>
                </a:lnTo>
                <a:lnTo>
                  <a:pt x="1" y="3853848"/>
                </a:lnTo>
                <a:lnTo>
                  <a:pt x="1" y="3872998"/>
                </a:lnTo>
                <a:lnTo>
                  <a:pt x="1" y="3889459"/>
                </a:lnTo>
                <a:lnTo>
                  <a:pt x="1" y="3908611"/>
                </a:lnTo>
                <a:lnTo>
                  <a:pt x="1" y="3925051"/>
                </a:lnTo>
                <a:lnTo>
                  <a:pt x="1" y="3947449"/>
                </a:lnTo>
                <a:lnTo>
                  <a:pt x="1" y="3960662"/>
                </a:lnTo>
                <a:lnTo>
                  <a:pt x="1" y="3983063"/>
                </a:lnTo>
                <a:lnTo>
                  <a:pt x="1" y="4004025"/>
                </a:lnTo>
                <a:lnTo>
                  <a:pt x="1" y="4026426"/>
                </a:lnTo>
                <a:lnTo>
                  <a:pt x="1" y="4039638"/>
                </a:lnTo>
                <a:lnTo>
                  <a:pt x="1" y="4062039"/>
                </a:lnTo>
                <a:lnTo>
                  <a:pt x="1" y="4097628"/>
                </a:lnTo>
                <a:lnTo>
                  <a:pt x="1" y="4120029"/>
                </a:lnTo>
                <a:lnTo>
                  <a:pt x="1" y="4133240"/>
                </a:lnTo>
                <a:lnTo>
                  <a:pt x="1" y="4155640"/>
                </a:lnTo>
                <a:lnTo>
                  <a:pt x="1" y="4306961"/>
                </a:lnTo>
                <a:lnTo>
                  <a:pt x="1" y="4329362"/>
                </a:lnTo>
                <a:lnTo>
                  <a:pt x="1" y="4342573"/>
                </a:lnTo>
                <a:lnTo>
                  <a:pt x="1" y="4364973"/>
                </a:lnTo>
                <a:lnTo>
                  <a:pt x="1" y="4400561"/>
                </a:lnTo>
                <a:lnTo>
                  <a:pt x="1" y="4422962"/>
                </a:lnTo>
                <a:lnTo>
                  <a:pt x="1" y="4423349"/>
                </a:lnTo>
                <a:lnTo>
                  <a:pt x="1" y="4436175"/>
                </a:lnTo>
                <a:lnTo>
                  <a:pt x="1" y="4445748"/>
                </a:lnTo>
                <a:lnTo>
                  <a:pt x="1" y="4458573"/>
                </a:lnTo>
                <a:lnTo>
                  <a:pt x="1" y="4458962"/>
                </a:lnTo>
                <a:lnTo>
                  <a:pt x="1" y="4481361"/>
                </a:lnTo>
                <a:lnTo>
                  <a:pt x="1" y="4516950"/>
                </a:lnTo>
                <a:lnTo>
                  <a:pt x="1" y="4539349"/>
                </a:lnTo>
                <a:lnTo>
                  <a:pt x="1" y="4552563"/>
                </a:lnTo>
                <a:lnTo>
                  <a:pt x="1" y="4574962"/>
                </a:lnTo>
                <a:lnTo>
                  <a:pt x="1" y="4726284"/>
                </a:lnTo>
                <a:lnTo>
                  <a:pt x="1" y="4748682"/>
                </a:lnTo>
                <a:lnTo>
                  <a:pt x="1" y="4761895"/>
                </a:lnTo>
                <a:lnTo>
                  <a:pt x="1" y="4784296"/>
                </a:lnTo>
                <a:lnTo>
                  <a:pt x="1" y="4819885"/>
                </a:lnTo>
                <a:lnTo>
                  <a:pt x="1" y="4831453"/>
                </a:lnTo>
                <a:lnTo>
                  <a:pt x="1" y="4841558"/>
                </a:lnTo>
                <a:lnTo>
                  <a:pt x="1" y="4842285"/>
                </a:lnTo>
                <a:lnTo>
                  <a:pt x="1" y="4855496"/>
                </a:lnTo>
                <a:lnTo>
                  <a:pt x="1" y="4877897"/>
                </a:lnTo>
                <a:lnTo>
                  <a:pt x="1" y="4973313"/>
                </a:lnTo>
                <a:lnTo>
                  <a:pt x="1" y="5008924"/>
                </a:lnTo>
                <a:lnTo>
                  <a:pt x="1" y="5044516"/>
                </a:lnTo>
                <a:lnTo>
                  <a:pt x="1" y="5066914"/>
                </a:lnTo>
                <a:lnTo>
                  <a:pt x="1" y="5080127"/>
                </a:lnTo>
                <a:lnTo>
                  <a:pt x="1" y="5102528"/>
                </a:lnTo>
                <a:lnTo>
                  <a:pt x="1" y="5201796"/>
                </a:lnTo>
                <a:lnTo>
                  <a:pt x="1" y="5224197"/>
                </a:lnTo>
                <a:lnTo>
                  <a:pt x="1" y="5237409"/>
                </a:lnTo>
                <a:lnTo>
                  <a:pt x="1" y="5259808"/>
                </a:lnTo>
                <a:lnTo>
                  <a:pt x="1" y="5295398"/>
                </a:lnTo>
                <a:lnTo>
                  <a:pt x="1" y="5331011"/>
                </a:lnTo>
                <a:lnTo>
                  <a:pt x="1" y="5426426"/>
                </a:lnTo>
                <a:lnTo>
                  <a:pt x="1" y="5448826"/>
                </a:lnTo>
                <a:lnTo>
                  <a:pt x="1" y="5460361"/>
                </a:lnTo>
                <a:lnTo>
                  <a:pt x="2" y="5460361"/>
                </a:lnTo>
                <a:lnTo>
                  <a:pt x="2" y="5466848"/>
                </a:lnTo>
                <a:lnTo>
                  <a:pt x="2" y="5502461"/>
                </a:lnTo>
                <a:lnTo>
                  <a:pt x="2" y="5597876"/>
                </a:lnTo>
                <a:lnTo>
                  <a:pt x="2" y="5620276"/>
                </a:lnTo>
                <a:lnTo>
                  <a:pt x="2" y="563181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7" name="Forma libre 41">
            <a:extLst>
              <a:ext uri="{FF2B5EF4-FFF2-40B4-BE49-F238E27FC236}">
                <a16:creationId xmlns:a16="http://schemas.microsoft.com/office/drawing/2014/main" id="{E7930F55-665C-141F-A3FA-B76FB9039ECD}"/>
              </a:ext>
            </a:extLst>
          </p:cNvPr>
          <p:cNvSpPr/>
          <p:nvPr/>
        </p:nvSpPr>
        <p:spPr>
          <a:xfrm rot="16200000" flipV="1">
            <a:off x="2685957" y="-479611"/>
            <a:ext cx="502573" cy="6263958"/>
          </a:xfrm>
          <a:custGeom>
            <a:avLst/>
            <a:gdLst>
              <a:gd name="connsiteX0" fmla="*/ 502573 w 502573"/>
              <a:gd name="connsiteY0" fmla="*/ 6263958 h 6263958"/>
              <a:gd name="connsiteX1" fmla="*/ 502573 w 502573"/>
              <a:gd name="connsiteY1" fmla="*/ 6246085 h 6263958"/>
              <a:gd name="connsiteX2" fmla="*/ 502573 w 502573"/>
              <a:gd name="connsiteY2" fmla="*/ 6223684 h 6263958"/>
              <a:gd name="connsiteX3" fmla="*/ 502573 w 502573"/>
              <a:gd name="connsiteY3" fmla="*/ 6210472 h 6263958"/>
              <a:gd name="connsiteX4" fmla="*/ 502573 w 502573"/>
              <a:gd name="connsiteY4" fmla="*/ 6188073 h 6263958"/>
              <a:gd name="connsiteX5" fmla="*/ 502573 w 502573"/>
              <a:gd name="connsiteY5" fmla="*/ 6152483 h 6263958"/>
              <a:gd name="connsiteX6" fmla="*/ 502573 w 502573"/>
              <a:gd name="connsiteY6" fmla="*/ 6116871 h 6263958"/>
              <a:gd name="connsiteX7" fmla="*/ 502573 w 502573"/>
              <a:gd name="connsiteY7" fmla="*/ 5997362 h 6263958"/>
              <a:gd name="connsiteX8" fmla="*/ 502573 w 502573"/>
              <a:gd name="connsiteY8" fmla="*/ 5974963 h 6263958"/>
              <a:gd name="connsiteX9" fmla="*/ 502573 w 502573"/>
              <a:gd name="connsiteY9" fmla="*/ 5961749 h 6263958"/>
              <a:gd name="connsiteX10" fmla="*/ 502573 w 502573"/>
              <a:gd name="connsiteY10" fmla="*/ 5939350 h 6263958"/>
              <a:gd name="connsiteX11" fmla="*/ 502573 w 502573"/>
              <a:gd name="connsiteY11" fmla="*/ 5903761 h 6263958"/>
              <a:gd name="connsiteX12" fmla="*/ 502573 w 502573"/>
              <a:gd name="connsiteY12" fmla="*/ 5881361 h 6263958"/>
              <a:gd name="connsiteX13" fmla="*/ 502573 w 502573"/>
              <a:gd name="connsiteY13" fmla="*/ 5868148 h 6263958"/>
              <a:gd name="connsiteX14" fmla="*/ 502573 w 502573"/>
              <a:gd name="connsiteY14" fmla="*/ 5845749 h 6263958"/>
              <a:gd name="connsiteX15" fmla="*/ 502573 w 502573"/>
              <a:gd name="connsiteY15" fmla="*/ 5441058 h 6263958"/>
              <a:gd name="connsiteX16" fmla="*/ 502573 w 502573"/>
              <a:gd name="connsiteY16" fmla="*/ 5418658 h 6263958"/>
              <a:gd name="connsiteX17" fmla="*/ 502573 w 502573"/>
              <a:gd name="connsiteY17" fmla="*/ 5405446 h 6263958"/>
              <a:gd name="connsiteX18" fmla="*/ 502573 w 502573"/>
              <a:gd name="connsiteY18" fmla="*/ 5383046 h 6263958"/>
              <a:gd name="connsiteX19" fmla="*/ 502573 w 502573"/>
              <a:gd name="connsiteY19" fmla="*/ 5347456 h 6263958"/>
              <a:gd name="connsiteX20" fmla="*/ 502573 w 502573"/>
              <a:gd name="connsiteY20" fmla="*/ 5331011 h 6263958"/>
              <a:gd name="connsiteX21" fmla="*/ 502573 w 502573"/>
              <a:gd name="connsiteY21" fmla="*/ 5325055 h 6263958"/>
              <a:gd name="connsiteX22" fmla="*/ 502573 w 502573"/>
              <a:gd name="connsiteY22" fmla="*/ 5311844 h 6263958"/>
              <a:gd name="connsiteX23" fmla="*/ 502573 w 502573"/>
              <a:gd name="connsiteY23" fmla="*/ 5295398 h 6263958"/>
              <a:gd name="connsiteX24" fmla="*/ 502573 w 502573"/>
              <a:gd name="connsiteY24" fmla="*/ 5289444 h 6263958"/>
              <a:gd name="connsiteX25" fmla="*/ 502573 w 502573"/>
              <a:gd name="connsiteY25" fmla="*/ 5259808 h 6263958"/>
              <a:gd name="connsiteX26" fmla="*/ 502573 w 502573"/>
              <a:gd name="connsiteY26" fmla="*/ 5237408 h 6263958"/>
              <a:gd name="connsiteX27" fmla="*/ 502573 w 502573"/>
              <a:gd name="connsiteY27" fmla="*/ 5224197 h 6263958"/>
              <a:gd name="connsiteX28" fmla="*/ 502573 w 502573"/>
              <a:gd name="connsiteY28" fmla="*/ 5201796 h 6263958"/>
              <a:gd name="connsiteX29" fmla="*/ 502572 w 502573"/>
              <a:gd name="connsiteY29" fmla="*/ 4965544 h 6263958"/>
              <a:gd name="connsiteX30" fmla="*/ 502572 w 502573"/>
              <a:gd name="connsiteY30" fmla="*/ 4943145 h 6263958"/>
              <a:gd name="connsiteX31" fmla="*/ 502572 w 502573"/>
              <a:gd name="connsiteY31" fmla="*/ 4929933 h 6263958"/>
              <a:gd name="connsiteX32" fmla="*/ 502572 w 502573"/>
              <a:gd name="connsiteY32" fmla="*/ 4907532 h 6263958"/>
              <a:gd name="connsiteX33" fmla="*/ 502572 w 502573"/>
              <a:gd name="connsiteY33" fmla="*/ 4877897 h 6263958"/>
              <a:gd name="connsiteX34" fmla="*/ 502572 w 502573"/>
              <a:gd name="connsiteY34" fmla="*/ 4871943 h 6263958"/>
              <a:gd name="connsiteX35" fmla="*/ 502572 w 502573"/>
              <a:gd name="connsiteY35" fmla="*/ 4855496 h 6263958"/>
              <a:gd name="connsiteX36" fmla="*/ 502572 w 502573"/>
              <a:gd name="connsiteY36" fmla="*/ 4842285 h 6263958"/>
              <a:gd name="connsiteX37" fmla="*/ 502572 w 502573"/>
              <a:gd name="connsiteY37" fmla="*/ 4841558 h 6263958"/>
              <a:gd name="connsiteX38" fmla="*/ 502573 w 502573"/>
              <a:gd name="connsiteY38" fmla="*/ 4841558 h 6263958"/>
              <a:gd name="connsiteX39" fmla="*/ 502573 w 502573"/>
              <a:gd name="connsiteY39" fmla="*/ 4823685 h 6263958"/>
              <a:gd name="connsiteX40" fmla="*/ 502573 w 502573"/>
              <a:gd name="connsiteY40" fmla="*/ 4801284 h 6263958"/>
              <a:gd name="connsiteX41" fmla="*/ 502573 w 502573"/>
              <a:gd name="connsiteY41" fmla="*/ 4788072 h 6263958"/>
              <a:gd name="connsiteX42" fmla="*/ 502573 w 502573"/>
              <a:gd name="connsiteY42" fmla="*/ 4765673 h 6263958"/>
              <a:gd name="connsiteX43" fmla="*/ 502573 w 502573"/>
              <a:gd name="connsiteY43" fmla="*/ 4730083 h 6263958"/>
              <a:gd name="connsiteX44" fmla="*/ 502573 w 502573"/>
              <a:gd name="connsiteY44" fmla="*/ 4694471 h 6263958"/>
              <a:gd name="connsiteX45" fmla="*/ 502573 w 502573"/>
              <a:gd name="connsiteY45" fmla="*/ 4574962 h 6263958"/>
              <a:gd name="connsiteX46" fmla="*/ 502573 w 502573"/>
              <a:gd name="connsiteY46" fmla="*/ 4552563 h 6263958"/>
              <a:gd name="connsiteX47" fmla="*/ 502573 w 502573"/>
              <a:gd name="connsiteY47" fmla="*/ 4539349 h 6263958"/>
              <a:gd name="connsiteX48" fmla="*/ 502573 w 502573"/>
              <a:gd name="connsiteY48" fmla="*/ 4516950 h 6263958"/>
              <a:gd name="connsiteX49" fmla="*/ 502573 w 502573"/>
              <a:gd name="connsiteY49" fmla="*/ 4481361 h 6263958"/>
              <a:gd name="connsiteX50" fmla="*/ 502573 w 502573"/>
              <a:gd name="connsiteY50" fmla="*/ 4458962 h 6263958"/>
              <a:gd name="connsiteX51" fmla="*/ 502573 w 502573"/>
              <a:gd name="connsiteY51" fmla="*/ 4445748 h 6263958"/>
              <a:gd name="connsiteX52" fmla="*/ 502573 w 502573"/>
              <a:gd name="connsiteY52" fmla="*/ 4423349 h 6263958"/>
              <a:gd name="connsiteX53" fmla="*/ 502573 w 502573"/>
              <a:gd name="connsiteY53" fmla="*/ 4018658 h 6263958"/>
              <a:gd name="connsiteX54" fmla="*/ 502573 w 502573"/>
              <a:gd name="connsiteY54" fmla="*/ 3996258 h 6263958"/>
              <a:gd name="connsiteX55" fmla="*/ 502573 w 502573"/>
              <a:gd name="connsiteY55" fmla="*/ 3983046 h 6263958"/>
              <a:gd name="connsiteX56" fmla="*/ 502573 w 502573"/>
              <a:gd name="connsiteY56" fmla="*/ 3960646 h 6263958"/>
              <a:gd name="connsiteX57" fmla="*/ 502573 w 502573"/>
              <a:gd name="connsiteY57" fmla="*/ 3925056 h 6263958"/>
              <a:gd name="connsiteX58" fmla="*/ 502573 w 502573"/>
              <a:gd name="connsiteY58" fmla="*/ 3908611 h 6263958"/>
              <a:gd name="connsiteX59" fmla="*/ 502573 w 502573"/>
              <a:gd name="connsiteY59" fmla="*/ 3902655 h 6263958"/>
              <a:gd name="connsiteX60" fmla="*/ 502573 w 502573"/>
              <a:gd name="connsiteY60" fmla="*/ 3889444 h 6263958"/>
              <a:gd name="connsiteX61" fmla="*/ 502573 w 502573"/>
              <a:gd name="connsiteY61" fmla="*/ 3872998 h 6263958"/>
              <a:gd name="connsiteX62" fmla="*/ 502573 w 502573"/>
              <a:gd name="connsiteY62" fmla="*/ 3867044 h 6263958"/>
              <a:gd name="connsiteX63" fmla="*/ 502573 w 502573"/>
              <a:gd name="connsiteY63" fmla="*/ 3837408 h 6263958"/>
              <a:gd name="connsiteX64" fmla="*/ 502573 w 502573"/>
              <a:gd name="connsiteY64" fmla="*/ 3815008 h 6263958"/>
              <a:gd name="connsiteX65" fmla="*/ 502573 w 502573"/>
              <a:gd name="connsiteY65" fmla="*/ 3801797 h 6263958"/>
              <a:gd name="connsiteX66" fmla="*/ 502573 w 502573"/>
              <a:gd name="connsiteY66" fmla="*/ 3779396 h 6263958"/>
              <a:gd name="connsiteX67" fmla="*/ 502572 w 502573"/>
              <a:gd name="connsiteY67" fmla="*/ 3543143 h 6263958"/>
              <a:gd name="connsiteX68" fmla="*/ 502572 w 502573"/>
              <a:gd name="connsiteY68" fmla="*/ 3520745 h 6263958"/>
              <a:gd name="connsiteX69" fmla="*/ 502572 w 502573"/>
              <a:gd name="connsiteY69" fmla="*/ 3507532 h 6263958"/>
              <a:gd name="connsiteX70" fmla="*/ 502572 w 502573"/>
              <a:gd name="connsiteY70" fmla="*/ 3485131 h 6263958"/>
              <a:gd name="connsiteX71" fmla="*/ 502572 w 502573"/>
              <a:gd name="connsiteY71" fmla="*/ 3455496 h 6263958"/>
              <a:gd name="connsiteX72" fmla="*/ 502572 w 502573"/>
              <a:gd name="connsiteY72" fmla="*/ 3449543 h 6263958"/>
              <a:gd name="connsiteX73" fmla="*/ 502572 w 502573"/>
              <a:gd name="connsiteY73" fmla="*/ 3433096 h 6263958"/>
              <a:gd name="connsiteX74" fmla="*/ 502572 w 502573"/>
              <a:gd name="connsiteY74" fmla="*/ 3419885 h 6263958"/>
              <a:gd name="connsiteX75" fmla="*/ 502572 w 502573"/>
              <a:gd name="connsiteY75" fmla="*/ 3413932 h 6263958"/>
              <a:gd name="connsiteX76" fmla="*/ 502572 w 502573"/>
              <a:gd name="connsiteY76" fmla="*/ 3397484 h 6263958"/>
              <a:gd name="connsiteX77" fmla="*/ 502572 w 502573"/>
              <a:gd name="connsiteY77" fmla="*/ 3361896 h 6263958"/>
              <a:gd name="connsiteX78" fmla="*/ 502572 w 502573"/>
              <a:gd name="connsiteY78" fmla="*/ 3339495 h 6263958"/>
              <a:gd name="connsiteX79" fmla="*/ 502572 w 502573"/>
              <a:gd name="connsiteY79" fmla="*/ 3326282 h 6263958"/>
              <a:gd name="connsiteX80" fmla="*/ 502572 w 502573"/>
              <a:gd name="connsiteY80" fmla="*/ 3303883 h 6263958"/>
              <a:gd name="connsiteX81" fmla="*/ 502572 w 502573"/>
              <a:gd name="connsiteY81" fmla="*/ 2899192 h 6263958"/>
              <a:gd name="connsiteX82" fmla="*/ 502572 w 502573"/>
              <a:gd name="connsiteY82" fmla="*/ 2876791 h 6263958"/>
              <a:gd name="connsiteX83" fmla="*/ 502572 w 502573"/>
              <a:gd name="connsiteY83" fmla="*/ 2863581 h 6263958"/>
              <a:gd name="connsiteX84" fmla="*/ 502572 w 502573"/>
              <a:gd name="connsiteY84" fmla="*/ 2841180 h 6263958"/>
              <a:gd name="connsiteX85" fmla="*/ 502572 w 502573"/>
              <a:gd name="connsiteY85" fmla="*/ 2805591 h 6263958"/>
              <a:gd name="connsiteX86" fmla="*/ 502572 w 502573"/>
              <a:gd name="connsiteY86" fmla="*/ 2783191 h 6263958"/>
              <a:gd name="connsiteX87" fmla="*/ 502572 w 502573"/>
              <a:gd name="connsiteY87" fmla="*/ 2769978 h 6263958"/>
              <a:gd name="connsiteX88" fmla="*/ 502572 w 502573"/>
              <a:gd name="connsiteY88" fmla="*/ 2747577 h 6263958"/>
              <a:gd name="connsiteX89" fmla="*/ 502572 w 502573"/>
              <a:gd name="connsiteY89" fmla="*/ 2547091 h 6263958"/>
              <a:gd name="connsiteX90" fmla="*/ 502572 w 502573"/>
              <a:gd name="connsiteY90" fmla="*/ 2529218 h 6263958"/>
              <a:gd name="connsiteX91" fmla="*/ 502572 w 502573"/>
              <a:gd name="connsiteY91" fmla="*/ 2506817 h 6263958"/>
              <a:gd name="connsiteX92" fmla="*/ 502572 w 502573"/>
              <a:gd name="connsiteY92" fmla="*/ 2493605 h 6263958"/>
              <a:gd name="connsiteX93" fmla="*/ 502572 w 502573"/>
              <a:gd name="connsiteY93" fmla="*/ 2471206 h 6263958"/>
              <a:gd name="connsiteX94" fmla="*/ 502572 w 502573"/>
              <a:gd name="connsiteY94" fmla="*/ 2435616 h 6263958"/>
              <a:gd name="connsiteX95" fmla="*/ 502572 w 502573"/>
              <a:gd name="connsiteY95" fmla="*/ 2423679 h 6263958"/>
              <a:gd name="connsiteX96" fmla="*/ 502572 w 502573"/>
              <a:gd name="connsiteY96" fmla="*/ 2401280 h 6263958"/>
              <a:gd name="connsiteX97" fmla="*/ 502572 w 502573"/>
              <a:gd name="connsiteY97" fmla="*/ 2400004 h 6263958"/>
              <a:gd name="connsiteX98" fmla="*/ 502572 w 502573"/>
              <a:gd name="connsiteY98" fmla="*/ 2388068 h 6263958"/>
              <a:gd name="connsiteX99" fmla="*/ 502572 w 502573"/>
              <a:gd name="connsiteY99" fmla="*/ 2365667 h 6263958"/>
              <a:gd name="connsiteX100" fmla="*/ 502572 w 502573"/>
              <a:gd name="connsiteY100" fmla="*/ 2330078 h 6263958"/>
              <a:gd name="connsiteX101" fmla="*/ 502572 w 502573"/>
              <a:gd name="connsiteY101" fmla="*/ 2294467 h 6263958"/>
              <a:gd name="connsiteX102" fmla="*/ 502572 w 502573"/>
              <a:gd name="connsiteY102" fmla="*/ 2280495 h 6263958"/>
              <a:gd name="connsiteX103" fmla="*/ 502572 w 502573"/>
              <a:gd name="connsiteY103" fmla="*/ 2258096 h 6263958"/>
              <a:gd name="connsiteX104" fmla="*/ 502572 w 502573"/>
              <a:gd name="connsiteY104" fmla="*/ 2244882 h 6263958"/>
              <a:gd name="connsiteX105" fmla="*/ 502572 w 502573"/>
              <a:gd name="connsiteY105" fmla="*/ 2222483 h 6263958"/>
              <a:gd name="connsiteX106" fmla="*/ 502572 w 502573"/>
              <a:gd name="connsiteY106" fmla="*/ 2186894 h 6263958"/>
              <a:gd name="connsiteX107" fmla="*/ 502572 w 502573"/>
              <a:gd name="connsiteY107" fmla="*/ 2164494 h 6263958"/>
              <a:gd name="connsiteX108" fmla="*/ 502572 w 502573"/>
              <a:gd name="connsiteY108" fmla="*/ 2151281 h 6263958"/>
              <a:gd name="connsiteX109" fmla="*/ 502572 w 502573"/>
              <a:gd name="connsiteY109" fmla="*/ 2128882 h 6263958"/>
              <a:gd name="connsiteX110" fmla="*/ 502572 w 502573"/>
              <a:gd name="connsiteY110" fmla="*/ 1724191 h 6263958"/>
              <a:gd name="connsiteX111" fmla="*/ 502572 w 502573"/>
              <a:gd name="connsiteY111" fmla="*/ 1701791 h 6263958"/>
              <a:gd name="connsiteX112" fmla="*/ 502572 w 502573"/>
              <a:gd name="connsiteY112" fmla="*/ 1688579 h 6263958"/>
              <a:gd name="connsiteX113" fmla="*/ 502572 w 502573"/>
              <a:gd name="connsiteY113" fmla="*/ 1666179 h 6263958"/>
              <a:gd name="connsiteX114" fmla="*/ 502572 w 502573"/>
              <a:gd name="connsiteY114" fmla="*/ 1630590 h 6263958"/>
              <a:gd name="connsiteX115" fmla="*/ 502572 w 502573"/>
              <a:gd name="connsiteY115" fmla="*/ 1614144 h 6263958"/>
              <a:gd name="connsiteX116" fmla="*/ 502572 w 502573"/>
              <a:gd name="connsiteY116" fmla="*/ 1608189 h 6263958"/>
              <a:gd name="connsiteX117" fmla="*/ 502572 w 502573"/>
              <a:gd name="connsiteY117" fmla="*/ 1594978 h 6263958"/>
              <a:gd name="connsiteX118" fmla="*/ 502572 w 502573"/>
              <a:gd name="connsiteY118" fmla="*/ 1578531 h 6263958"/>
              <a:gd name="connsiteX119" fmla="*/ 502572 w 502573"/>
              <a:gd name="connsiteY119" fmla="*/ 1572578 h 6263958"/>
              <a:gd name="connsiteX120" fmla="*/ 502572 w 502573"/>
              <a:gd name="connsiteY120" fmla="*/ 1542942 h 6263958"/>
              <a:gd name="connsiteX121" fmla="*/ 502572 w 502573"/>
              <a:gd name="connsiteY121" fmla="*/ 1520542 h 6263958"/>
              <a:gd name="connsiteX122" fmla="*/ 502572 w 502573"/>
              <a:gd name="connsiteY122" fmla="*/ 1507331 h 6263958"/>
              <a:gd name="connsiteX123" fmla="*/ 502572 w 502573"/>
              <a:gd name="connsiteY123" fmla="*/ 1484930 h 6263958"/>
              <a:gd name="connsiteX124" fmla="*/ 502571 w 502573"/>
              <a:gd name="connsiteY124" fmla="*/ 1248677 h 6263958"/>
              <a:gd name="connsiteX125" fmla="*/ 502571 w 502573"/>
              <a:gd name="connsiteY125" fmla="*/ 1226279 h 6263958"/>
              <a:gd name="connsiteX126" fmla="*/ 502571 w 502573"/>
              <a:gd name="connsiteY126" fmla="*/ 1213066 h 6263958"/>
              <a:gd name="connsiteX127" fmla="*/ 502571 w 502573"/>
              <a:gd name="connsiteY127" fmla="*/ 1190665 h 6263958"/>
              <a:gd name="connsiteX128" fmla="*/ 502571 w 502573"/>
              <a:gd name="connsiteY128" fmla="*/ 1161030 h 6263958"/>
              <a:gd name="connsiteX129" fmla="*/ 502571 w 502573"/>
              <a:gd name="connsiteY129" fmla="*/ 1155076 h 6263958"/>
              <a:gd name="connsiteX130" fmla="*/ 502571 w 502573"/>
              <a:gd name="connsiteY130" fmla="*/ 1138629 h 6263958"/>
              <a:gd name="connsiteX131" fmla="*/ 502571 w 502573"/>
              <a:gd name="connsiteY131" fmla="*/ 1125419 h 6263958"/>
              <a:gd name="connsiteX132" fmla="*/ 502571 w 502573"/>
              <a:gd name="connsiteY132" fmla="*/ 1119465 h 6263958"/>
              <a:gd name="connsiteX133" fmla="*/ 502571 w 502573"/>
              <a:gd name="connsiteY133" fmla="*/ 1103018 h 6263958"/>
              <a:gd name="connsiteX134" fmla="*/ 502571 w 502573"/>
              <a:gd name="connsiteY134" fmla="*/ 1067429 h 6263958"/>
              <a:gd name="connsiteX135" fmla="*/ 502571 w 502573"/>
              <a:gd name="connsiteY135" fmla="*/ 1045028 h 6263958"/>
              <a:gd name="connsiteX136" fmla="*/ 502571 w 502573"/>
              <a:gd name="connsiteY136" fmla="*/ 1031815 h 6263958"/>
              <a:gd name="connsiteX137" fmla="*/ 502571 w 502573"/>
              <a:gd name="connsiteY137" fmla="*/ 1009417 h 6263958"/>
              <a:gd name="connsiteX138" fmla="*/ 502571 w 502573"/>
              <a:gd name="connsiteY138" fmla="*/ 604725 h 6263958"/>
              <a:gd name="connsiteX139" fmla="*/ 502571 w 502573"/>
              <a:gd name="connsiteY139" fmla="*/ 582324 h 6263958"/>
              <a:gd name="connsiteX140" fmla="*/ 502571 w 502573"/>
              <a:gd name="connsiteY140" fmla="*/ 569114 h 6263958"/>
              <a:gd name="connsiteX141" fmla="*/ 502571 w 502573"/>
              <a:gd name="connsiteY141" fmla="*/ 546713 h 6263958"/>
              <a:gd name="connsiteX142" fmla="*/ 502571 w 502573"/>
              <a:gd name="connsiteY142" fmla="*/ 511125 h 6263958"/>
              <a:gd name="connsiteX143" fmla="*/ 502571 w 502573"/>
              <a:gd name="connsiteY143" fmla="*/ 488725 h 6263958"/>
              <a:gd name="connsiteX144" fmla="*/ 502571 w 502573"/>
              <a:gd name="connsiteY144" fmla="*/ 475511 h 6263958"/>
              <a:gd name="connsiteX145" fmla="*/ 502571 w 502573"/>
              <a:gd name="connsiteY145" fmla="*/ 453110 h 6263958"/>
              <a:gd name="connsiteX146" fmla="*/ 502571 w 502573"/>
              <a:gd name="connsiteY146" fmla="*/ 129212 h 6263958"/>
              <a:gd name="connsiteX147" fmla="*/ 502571 w 502573"/>
              <a:gd name="connsiteY147" fmla="*/ 106814 h 6263958"/>
              <a:gd name="connsiteX148" fmla="*/ 502571 w 502573"/>
              <a:gd name="connsiteY148" fmla="*/ 93601 h 6263958"/>
              <a:gd name="connsiteX149" fmla="*/ 502571 w 502573"/>
              <a:gd name="connsiteY149" fmla="*/ 71200 h 6263958"/>
              <a:gd name="connsiteX150" fmla="*/ 502571 w 502573"/>
              <a:gd name="connsiteY150" fmla="*/ 35611 h 6263958"/>
              <a:gd name="connsiteX151" fmla="*/ 502571 w 502573"/>
              <a:gd name="connsiteY151" fmla="*/ 0 h 6263958"/>
              <a:gd name="connsiteX152" fmla="*/ 0 w 502573"/>
              <a:gd name="connsiteY152" fmla="*/ 136982 h 6263958"/>
              <a:gd name="connsiteX153" fmla="*/ 0 w 502573"/>
              <a:gd name="connsiteY153" fmla="*/ 172593 h 6263958"/>
              <a:gd name="connsiteX154" fmla="*/ 0 w 502573"/>
              <a:gd name="connsiteY154" fmla="*/ 208184 h 6263958"/>
              <a:gd name="connsiteX155" fmla="*/ 0 w 502573"/>
              <a:gd name="connsiteY155" fmla="*/ 230582 h 6263958"/>
              <a:gd name="connsiteX156" fmla="*/ 0 w 502573"/>
              <a:gd name="connsiteY156" fmla="*/ 243795 h 6263958"/>
              <a:gd name="connsiteX157" fmla="*/ 0 w 502573"/>
              <a:gd name="connsiteY157" fmla="*/ 266196 h 6263958"/>
              <a:gd name="connsiteX158" fmla="*/ 0 w 502573"/>
              <a:gd name="connsiteY158" fmla="*/ 590095 h 6263958"/>
              <a:gd name="connsiteX159" fmla="*/ 0 w 502573"/>
              <a:gd name="connsiteY159" fmla="*/ 612495 h 6263958"/>
              <a:gd name="connsiteX160" fmla="*/ 0 w 502573"/>
              <a:gd name="connsiteY160" fmla="*/ 625706 h 6263958"/>
              <a:gd name="connsiteX161" fmla="*/ 0 w 502573"/>
              <a:gd name="connsiteY161" fmla="*/ 648106 h 6263958"/>
              <a:gd name="connsiteX162" fmla="*/ 0 w 502573"/>
              <a:gd name="connsiteY162" fmla="*/ 683695 h 6263958"/>
              <a:gd name="connsiteX163" fmla="*/ 0 w 502573"/>
              <a:gd name="connsiteY163" fmla="*/ 706096 h 6263958"/>
              <a:gd name="connsiteX164" fmla="*/ 0 w 502573"/>
              <a:gd name="connsiteY164" fmla="*/ 719308 h 6263958"/>
              <a:gd name="connsiteX165" fmla="*/ 0 w 502573"/>
              <a:gd name="connsiteY165" fmla="*/ 741707 h 6263958"/>
              <a:gd name="connsiteX166" fmla="*/ 0 w 502573"/>
              <a:gd name="connsiteY166" fmla="*/ 1009417 h 6263958"/>
              <a:gd name="connsiteX167" fmla="*/ 0 w 502573"/>
              <a:gd name="connsiteY167" fmla="*/ 1031815 h 6263958"/>
              <a:gd name="connsiteX168" fmla="*/ 0 w 502573"/>
              <a:gd name="connsiteY168" fmla="*/ 1045028 h 6263958"/>
              <a:gd name="connsiteX169" fmla="*/ 0 w 502573"/>
              <a:gd name="connsiteY169" fmla="*/ 1067429 h 6263958"/>
              <a:gd name="connsiteX170" fmla="*/ 0 w 502573"/>
              <a:gd name="connsiteY170" fmla="*/ 1103018 h 6263958"/>
              <a:gd name="connsiteX171" fmla="*/ 0 w 502573"/>
              <a:gd name="connsiteY171" fmla="*/ 1125419 h 6263958"/>
              <a:gd name="connsiteX172" fmla="*/ 0 w 502573"/>
              <a:gd name="connsiteY172" fmla="*/ 1138629 h 6263958"/>
              <a:gd name="connsiteX173" fmla="*/ 0 w 502573"/>
              <a:gd name="connsiteY173" fmla="*/ 1161030 h 6263958"/>
              <a:gd name="connsiteX174" fmla="*/ 0 w 502573"/>
              <a:gd name="connsiteY174" fmla="*/ 1256447 h 6263958"/>
              <a:gd name="connsiteX175" fmla="*/ 0 w 502573"/>
              <a:gd name="connsiteY175" fmla="*/ 1292058 h 6263958"/>
              <a:gd name="connsiteX176" fmla="*/ 0 w 502573"/>
              <a:gd name="connsiteY176" fmla="*/ 1327649 h 6263958"/>
              <a:gd name="connsiteX177" fmla="*/ 0 w 502573"/>
              <a:gd name="connsiteY177" fmla="*/ 1350047 h 6263958"/>
              <a:gd name="connsiteX178" fmla="*/ 0 w 502573"/>
              <a:gd name="connsiteY178" fmla="*/ 1363260 h 6263958"/>
              <a:gd name="connsiteX179" fmla="*/ 0 w 502573"/>
              <a:gd name="connsiteY179" fmla="*/ 1385661 h 6263958"/>
              <a:gd name="connsiteX180" fmla="*/ 0 w 502573"/>
              <a:gd name="connsiteY180" fmla="*/ 1484930 h 6263958"/>
              <a:gd name="connsiteX181" fmla="*/ 0 w 502573"/>
              <a:gd name="connsiteY181" fmla="*/ 1507331 h 6263958"/>
              <a:gd name="connsiteX182" fmla="*/ 0 w 502573"/>
              <a:gd name="connsiteY182" fmla="*/ 1520542 h 6263958"/>
              <a:gd name="connsiteX183" fmla="*/ 0 w 502573"/>
              <a:gd name="connsiteY183" fmla="*/ 1542942 h 6263958"/>
              <a:gd name="connsiteX184" fmla="*/ 0 w 502573"/>
              <a:gd name="connsiteY184" fmla="*/ 1578531 h 6263958"/>
              <a:gd name="connsiteX185" fmla="*/ 0 w 502573"/>
              <a:gd name="connsiteY185" fmla="*/ 1614144 h 6263958"/>
              <a:gd name="connsiteX186" fmla="*/ 0 w 502573"/>
              <a:gd name="connsiteY186" fmla="*/ 1709559 h 6263958"/>
              <a:gd name="connsiteX187" fmla="*/ 0 w 502573"/>
              <a:gd name="connsiteY187" fmla="*/ 1731960 h 6263958"/>
              <a:gd name="connsiteX188" fmla="*/ 0 w 502573"/>
              <a:gd name="connsiteY188" fmla="*/ 1745172 h 6263958"/>
              <a:gd name="connsiteX189" fmla="*/ 0 w 502573"/>
              <a:gd name="connsiteY189" fmla="*/ 1767573 h 6263958"/>
              <a:gd name="connsiteX190" fmla="*/ 0 w 502573"/>
              <a:gd name="connsiteY190" fmla="*/ 1803161 h 6263958"/>
              <a:gd name="connsiteX191" fmla="*/ 0 w 502573"/>
              <a:gd name="connsiteY191" fmla="*/ 1825562 h 6263958"/>
              <a:gd name="connsiteX192" fmla="*/ 0 w 502573"/>
              <a:gd name="connsiteY192" fmla="*/ 1838773 h 6263958"/>
              <a:gd name="connsiteX193" fmla="*/ 0 w 502573"/>
              <a:gd name="connsiteY193" fmla="*/ 1861173 h 6263958"/>
              <a:gd name="connsiteX194" fmla="*/ 0 w 502573"/>
              <a:gd name="connsiteY194" fmla="*/ 2128882 h 6263958"/>
              <a:gd name="connsiteX195" fmla="*/ 0 w 502573"/>
              <a:gd name="connsiteY195" fmla="*/ 2151281 h 6263958"/>
              <a:gd name="connsiteX196" fmla="*/ 0 w 502573"/>
              <a:gd name="connsiteY196" fmla="*/ 2164494 h 6263958"/>
              <a:gd name="connsiteX197" fmla="*/ 0 w 502573"/>
              <a:gd name="connsiteY197" fmla="*/ 2186894 h 6263958"/>
              <a:gd name="connsiteX198" fmla="*/ 0 w 502573"/>
              <a:gd name="connsiteY198" fmla="*/ 2222483 h 6263958"/>
              <a:gd name="connsiteX199" fmla="*/ 0 w 502573"/>
              <a:gd name="connsiteY199" fmla="*/ 2244882 h 6263958"/>
              <a:gd name="connsiteX200" fmla="*/ 0 w 502573"/>
              <a:gd name="connsiteY200" fmla="*/ 2258096 h 6263958"/>
              <a:gd name="connsiteX201" fmla="*/ 0 w 502573"/>
              <a:gd name="connsiteY201" fmla="*/ 2280495 h 6263958"/>
              <a:gd name="connsiteX202" fmla="*/ 0 w 502573"/>
              <a:gd name="connsiteY202" fmla="*/ 2536986 h 6263958"/>
              <a:gd name="connsiteX203" fmla="*/ 0 w 502573"/>
              <a:gd name="connsiteY203" fmla="*/ 2547091 h 6263958"/>
              <a:gd name="connsiteX204" fmla="*/ 1 w 502573"/>
              <a:gd name="connsiteY204" fmla="*/ 2547091 h 6263958"/>
              <a:gd name="connsiteX205" fmla="*/ 1 w 502573"/>
              <a:gd name="connsiteY205" fmla="*/ 2560663 h 6263958"/>
              <a:gd name="connsiteX206" fmla="*/ 1 w 502573"/>
              <a:gd name="connsiteY206" fmla="*/ 2884561 h 6263958"/>
              <a:gd name="connsiteX207" fmla="*/ 1 w 502573"/>
              <a:gd name="connsiteY207" fmla="*/ 2906961 h 6263958"/>
              <a:gd name="connsiteX208" fmla="*/ 1 w 502573"/>
              <a:gd name="connsiteY208" fmla="*/ 2920173 h 6263958"/>
              <a:gd name="connsiteX209" fmla="*/ 1 w 502573"/>
              <a:gd name="connsiteY209" fmla="*/ 2942573 h 6263958"/>
              <a:gd name="connsiteX210" fmla="*/ 1 w 502573"/>
              <a:gd name="connsiteY210" fmla="*/ 2978161 h 6263958"/>
              <a:gd name="connsiteX211" fmla="*/ 1 w 502573"/>
              <a:gd name="connsiteY211" fmla="*/ 3000562 h 6263958"/>
              <a:gd name="connsiteX212" fmla="*/ 1 w 502573"/>
              <a:gd name="connsiteY212" fmla="*/ 3013775 h 6263958"/>
              <a:gd name="connsiteX213" fmla="*/ 1 w 502573"/>
              <a:gd name="connsiteY213" fmla="*/ 3036173 h 6263958"/>
              <a:gd name="connsiteX214" fmla="*/ 1 w 502573"/>
              <a:gd name="connsiteY214" fmla="*/ 3303883 h 6263958"/>
              <a:gd name="connsiteX215" fmla="*/ 1 w 502573"/>
              <a:gd name="connsiteY215" fmla="*/ 3326282 h 6263958"/>
              <a:gd name="connsiteX216" fmla="*/ 1 w 502573"/>
              <a:gd name="connsiteY216" fmla="*/ 3339495 h 6263958"/>
              <a:gd name="connsiteX217" fmla="*/ 1 w 502573"/>
              <a:gd name="connsiteY217" fmla="*/ 3361896 h 6263958"/>
              <a:gd name="connsiteX218" fmla="*/ 1 w 502573"/>
              <a:gd name="connsiteY218" fmla="*/ 3397484 h 6263958"/>
              <a:gd name="connsiteX219" fmla="*/ 1 w 502573"/>
              <a:gd name="connsiteY219" fmla="*/ 3419885 h 6263958"/>
              <a:gd name="connsiteX220" fmla="*/ 1 w 502573"/>
              <a:gd name="connsiteY220" fmla="*/ 3433096 h 6263958"/>
              <a:gd name="connsiteX221" fmla="*/ 1 w 502573"/>
              <a:gd name="connsiteY221" fmla="*/ 3455496 h 6263958"/>
              <a:gd name="connsiteX222" fmla="*/ 1 w 502573"/>
              <a:gd name="connsiteY222" fmla="*/ 3550913 h 6263958"/>
              <a:gd name="connsiteX223" fmla="*/ 1 w 502573"/>
              <a:gd name="connsiteY223" fmla="*/ 3586524 h 6263958"/>
              <a:gd name="connsiteX224" fmla="*/ 1 w 502573"/>
              <a:gd name="connsiteY224" fmla="*/ 3622115 h 6263958"/>
              <a:gd name="connsiteX225" fmla="*/ 1 w 502573"/>
              <a:gd name="connsiteY225" fmla="*/ 3644514 h 6263958"/>
              <a:gd name="connsiteX226" fmla="*/ 1 w 502573"/>
              <a:gd name="connsiteY226" fmla="*/ 3657727 h 6263958"/>
              <a:gd name="connsiteX227" fmla="*/ 1 w 502573"/>
              <a:gd name="connsiteY227" fmla="*/ 3680127 h 6263958"/>
              <a:gd name="connsiteX228" fmla="*/ 1 w 502573"/>
              <a:gd name="connsiteY228" fmla="*/ 3779396 h 6263958"/>
              <a:gd name="connsiteX229" fmla="*/ 1 w 502573"/>
              <a:gd name="connsiteY229" fmla="*/ 3801797 h 6263958"/>
              <a:gd name="connsiteX230" fmla="*/ 1 w 502573"/>
              <a:gd name="connsiteY230" fmla="*/ 3815009 h 6263958"/>
              <a:gd name="connsiteX231" fmla="*/ 1 w 502573"/>
              <a:gd name="connsiteY231" fmla="*/ 3837408 h 6263958"/>
              <a:gd name="connsiteX232" fmla="*/ 1 w 502573"/>
              <a:gd name="connsiteY232" fmla="*/ 3853848 h 6263958"/>
              <a:gd name="connsiteX233" fmla="*/ 1 w 502573"/>
              <a:gd name="connsiteY233" fmla="*/ 3872998 h 6263958"/>
              <a:gd name="connsiteX234" fmla="*/ 1 w 502573"/>
              <a:gd name="connsiteY234" fmla="*/ 3889459 h 6263958"/>
              <a:gd name="connsiteX235" fmla="*/ 1 w 502573"/>
              <a:gd name="connsiteY235" fmla="*/ 3908611 h 6263958"/>
              <a:gd name="connsiteX236" fmla="*/ 1 w 502573"/>
              <a:gd name="connsiteY236" fmla="*/ 3925051 h 6263958"/>
              <a:gd name="connsiteX237" fmla="*/ 1 w 502573"/>
              <a:gd name="connsiteY237" fmla="*/ 3947449 h 6263958"/>
              <a:gd name="connsiteX238" fmla="*/ 1 w 502573"/>
              <a:gd name="connsiteY238" fmla="*/ 3960662 h 6263958"/>
              <a:gd name="connsiteX239" fmla="*/ 1 w 502573"/>
              <a:gd name="connsiteY239" fmla="*/ 3983063 h 6263958"/>
              <a:gd name="connsiteX240" fmla="*/ 1 w 502573"/>
              <a:gd name="connsiteY240" fmla="*/ 4004025 h 6263958"/>
              <a:gd name="connsiteX241" fmla="*/ 1 w 502573"/>
              <a:gd name="connsiteY241" fmla="*/ 4026426 h 6263958"/>
              <a:gd name="connsiteX242" fmla="*/ 1 w 502573"/>
              <a:gd name="connsiteY242" fmla="*/ 4039638 h 6263958"/>
              <a:gd name="connsiteX243" fmla="*/ 1 w 502573"/>
              <a:gd name="connsiteY243" fmla="*/ 4062039 h 6263958"/>
              <a:gd name="connsiteX244" fmla="*/ 1 w 502573"/>
              <a:gd name="connsiteY244" fmla="*/ 4097628 h 6263958"/>
              <a:gd name="connsiteX245" fmla="*/ 1 w 502573"/>
              <a:gd name="connsiteY245" fmla="*/ 4120029 h 6263958"/>
              <a:gd name="connsiteX246" fmla="*/ 1 w 502573"/>
              <a:gd name="connsiteY246" fmla="*/ 4133240 h 6263958"/>
              <a:gd name="connsiteX247" fmla="*/ 1 w 502573"/>
              <a:gd name="connsiteY247" fmla="*/ 4155640 h 6263958"/>
              <a:gd name="connsiteX248" fmla="*/ 1 w 502573"/>
              <a:gd name="connsiteY248" fmla="*/ 4306961 h 6263958"/>
              <a:gd name="connsiteX249" fmla="*/ 1 w 502573"/>
              <a:gd name="connsiteY249" fmla="*/ 4329362 h 6263958"/>
              <a:gd name="connsiteX250" fmla="*/ 1 w 502573"/>
              <a:gd name="connsiteY250" fmla="*/ 4342573 h 6263958"/>
              <a:gd name="connsiteX251" fmla="*/ 1 w 502573"/>
              <a:gd name="connsiteY251" fmla="*/ 4364973 h 6263958"/>
              <a:gd name="connsiteX252" fmla="*/ 1 w 502573"/>
              <a:gd name="connsiteY252" fmla="*/ 4400561 h 6263958"/>
              <a:gd name="connsiteX253" fmla="*/ 1 w 502573"/>
              <a:gd name="connsiteY253" fmla="*/ 4422962 h 6263958"/>
              <a:gd name="connsiteX254" fmla="*/ 1 w 502573"/>
              <a:gd name="connsiteY254" fmla="*/ 4423349 h 6263958"/>
              <a:gd name="connsiteX255" fmla="*/ 1 w 502573"/>
              <a:gd name="connsiteY255" fmla="*/ 4436175 h 6263958"/>
              <a:gd name="connsiteX256" fmla="*/ 1 w 502573"/>
              <a:gd name="connsiteY256" fmla="*/ 4445748 h 6263958"/>
              <a:gd name="connsiteX257" fmla="*/ 1 w 502573"/>
              <a:gd name="connsiteY257" fmla="*/ 4458573 h 6263958"/>
              <a:gd name="connsiteX258" fmla="*/ 1 w 502573"/>
              <a:gd name="connsiteY258" fmla="*/ 4458962 h 6263958"/>
              <a:gd name="connsiteX259" fmla="*/ 1 w 502573"/>
              <a:gd name="connsiteY259" fmla="*/ 4481361 h 6263958"/>
              <a:gd name="connsiteX260" fmla="*/ 1 w 502573"/>
              <a:gd name="connsiteY260" fmla="*/ 4516950 h 6263958"/>
              <a:gd name="connsiteX261" fmla="*/ 1 w 502573"/>
              <a:gd name="connsiteY261" fmla="*/ 4539349 h 6263958"/>
              <a:gd name="connsiteX262" fmla="*/ 1 w 502573"/>
              <a:gd name="connsiteY262" fmla="*/ 4552563 h 6263958"/>
              <a:gd name="connsiteX263" fmla="*/ 1 w 502573"/>
              <a:gd name="connsiteY263" fmla="*/ 4574962 h 6263958"/>
              <a:gd name="connsiteX264" fmla="*/ 1 w 502573"/>
              <a:gd name="connsiteY264" fmla="*/ 4726284 h 6263958"/>
              <a:gd name="connsiteX265" fmla="*/ 1 w 502573"/>
              <a:gd name="connsiteY265" fmla="*/ 4748682 h 6263958"/>
              <a:gd name="connsiteX266" fmla="*/ 1 w 502573"/>
              <a:gd name="connsiteY266" fmla="*/ 4761895 h 6263958"/>
              <a:gd name="connsiteX267" fmla="*/ 1 w 502573"/>
              <a:gd name="connsiteY267" fmla="*/ 4784296 h 6263958"/>
              <a:gd name="connsiteX268" fmla="*/ 1 w 502573"/>
              <a:gd name="connsiteY268" fmla="*/ 4819885 h 6263958"/>
              <a:gd name="connsiteX269" fmla="*/ 1 w 502573"/>
              <a:gd name="connsiteY269" fmla="*/ 4831453 h 6263958"/>
              <a:gd name="connsiteX270" fmla="*/ 1 w 502573"/>
              <a:gd name="connsiteY270" fmla="*/ 4841558 h 6263958"/>
              <a:gd name="connsiteX271" fmla="*/ 1 w 502573"/>
              <a:gd name="connsiteY271" fmla="*/ 4842285 h 6263958"/>
              <a:gd name="connsiteX272" fmla="*/ 1 w 502573"/>
              <a:gd name="connsiteY272" fmla="*/ 4855496 h 6263958"/>
              <a:gd name="connsiteX273" fmla="*/ 1 w 502573"/>
              <a:gd name="connsiteY273" fmla="*/ 4877897 h 6263958"/>
              <a:gd name="connsiteX274" fmla="*/ 1 w 502573"/>
              <a:gd name="connsiteY274" fmla="*/ 4973313 h 6263958"/>
              <a:gd name="connsiteX275" fmla="*/ 1 w 502573"/>
              <a:gd name="connsiteY275" fmla="*/ 5008924 h 6263958"/>
              <a:gd name="connsiteX276" fmla="*/ 1 w 502573"/>
              <a:gd name="connsiteY276" fmla="*/ 5044516 h 6263958"/>
              <a:gd name="connsiteX277" fmla="*/ 1 w 502573"/>
              <a:gd name="connsiteY277" fmla="*/ 5066914 h 6263958"/>
              <a:gd name="connsiteX278" fmla="*/ 1 w 502573"/>
              <a:gd name="connsiteY278" fmla="*/ 5080127 h 6263958"/>
              <a:gd name="connsiteX279" fmla="*/ 1 w 502573"/>
              <a:gd name="connsiteY279" fmla="*/ 5102528 h 6263958"/>
              <a:gd name="connsiteX280" fmla="*/ 1 w 502573"/>
              <a:gd name="connsiteY280" fmla="*/ 5201796 h 6263958"/>
              <a:gd name="connsiteX281" fmla="*/ 1 w 502573"/>
              <a:gd name="connsiteY281" fmla="*/ 5224197 h 6263958"/>
              <a:gd name="connsiteX282" fmla="*/ 1 w 502573"/>
              <a:gd name="connsiteY282" fmla="*/ 5237409 h 6263958"/>
              <a:gd name="connsiteX283" fmla="*/ 1 w 502573"/>
              <a:gd name="connsiteY283" fmla="*/ 5259808 h 6263958"/>
              <a:gd name="connsiteX284" fmla="*/ 1 w 502573"/>
              <a:gd name="connsiteY284" fmla="*/ 5295398 h 6263958"/>
              <a:gd name="connsiteX285" fmla="*/ 1 w 502573"/>
              <a:gd name="connsiteY285" fmla="*/ 5331011 h 6263958"/>
              <a:gd name="connsiteX286" fmla="*/ 1 w 502573"/>
              <a:gd name="connsiteY286" fmla="*/ 5426426 h 6263958"/>
              <a:gd name="connsiteX287" fmla="*/ 1 w 502573"/>
              <a:gd name="connsiteY287" fmla="*/ 5448826 h 6263958"/>
              <a:gd name="connsiteX288" fmla="*/ 1 w 502573"/>
              <a:gd name="connsiteY288" fmla="*/ 5462038 h 6263958"/>
              <a:gd name="connsiteX289" fmla="*/ 1 w 502573"/>
              <a:gd name="connsiteY289" fmla="*/ 5484439 h 6263958"/>
              <a:gd name="connsiteX290" fmla="*/ 1 w 502573"/>
              <a:gd name="connsiteY290" fmla="*/ 5520028 h 6263958"/>
              <a:gd name="connsiteX291" fmla="*/ 1 w 502573"/>
              <a:gd name="connsiteY291" fmla="*/ 5542429 h 6263958"/>
              <a:gd name="connsiteX292" fmla="*/ 1 w 502573"/>
              <a:gd name="connsiteY292" fmla="*/ 5555640 h 6263958"/>
              <a:gd name="connsiteX293" fmla="*/ 1 w 502573"/>
              <a:gd name="connsiteY293" fmla="*/ 5578040 h 6263958"/>
              <a:gd name="connsiteX294" fmla="*/ 1 w 502573"/>
              <a:gd name="connsiteY294" fmla="*/ 5845749 h 6263958"/>
              <a:gd name="connsiteX295" fmla="*/ 1 w 502573"/>
              <a:gd name="connsiteY295" fmla="*/ 5868148 h 6263958"/>
              <a:gd name="connsiteX296" fmla="*/ 1 w 502573"/>
              <a:gd name="connsiteY296" fmla="*/ 5881361 h 6263958"/>
              <a:gd name="connsiteX297" fmla="*/ 1 w 502573"/>
              <a:gd name="connsiteY297" fmla="*/ 5903761 h 6263958"/>
              <a:gd name="connsiteX298" fmla="*/ 1 w 502573"/>
              <a:gd name="connsiteY298" fmla="*/ 5939350 h 6263958"/>
              <a:gd name="connsiteX299" fmla="*/ 1 w 502573"/>
              <a:gd name="connsiteY299" fmla="*/ 5961749 h 6263958"/>
              <a:gd name="connsiteX300" fmla="*/ 1 w 502573"/>
              <a:gd name="connsiteY300" fmla="*/ 5974963 h 6263958"/>
              <a:gd name="connsiteX301" fmla="*/ 1 w 502573"/>
              <a:gd name="connsiteY301" fmla="*/ 5997362 h 6263958"/>
              <a:gd name="connsiteX302" fmla="*/ 1 w 502573"/>
              <a:gd name="connsiteY302" fmla="*/ 6253853 h 6263958"/>
              <a:gd name="connsiteX303" fmla="*/ 1 w 502573"/>
              <a:gd name="connsiteY303" fmla="*/ 6263958 h 6263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Lst>
            <a:rect l="l" t="t" r="r" b="b"/>
            <a:pathLst>
              <a:path w="502572" h="6263958">
                <a:moveTo>
                  <a:pt x="502573" y="6263958"/>
                </a:moveTo>
                <a:lnTo>
                  <a:pt x="502573" y="6246085"/>
                </a:lnTo>
                <a:lnTo>
                  <a:pt x="502573" y="6223684"/>
                </a:lnTo>
                <a:lnTo>
                  <a:pt x="502573" y="6210472"/>
                </a:lnTo>
                <a:lnTo>
                  <a:pt x="502573" y="6188073"/>
                </a:lnTo>
                <a:lnTo>
                  <a:pt x="502573" y="6152483"/>
                </a:lnTo>
                <a:lnTo>
                  <a:pt x="502573" y="6116871"/>
                </a:lnTo>
                <a:lnTo>
                  <a:pt x="502573" y="5997362"/>
                </a:lnTo>
                <a:lnTo>
                  <a:pt x="502573" y="5974963"/>
                </a:lnTo>
                <a:lnTo>
                  <a:pt x="502573" y="5961749"/>
                </a:lnTo>
                <a:lnTo>
                  <a:pt x="502573" y="5939350"/>
                </a:lnTo>
                <a:lnTo>
                  <a:pt x="502573" y="5903761"/>
                </a:lnTo>
                <a:lnTo>
                  <a:pt x="502573" y="5881361"/>
                </a:lnTo>
                <a:lnTo>
                  <a:pt x="502573" y="5868148"/>
                </a:lnTo>
                <a:lnTo>
                  <a:pt x="502573" y="5845749"/>
                </a:lnTo>
                <a:lnTo>
                  <a:pt x="502573" y="5441058"/>
                </a:lnTo>
                <a:lnTo>
                  <a:pt x="502573" y="5418658"/>
                </a:lnTo>
                <a:lnTo>
                  <a:pt x="502573" y="5405446"/>
                </a:lnTo>
                <a:lnTo>
                  <a:pt x="502573" y="5383046"/>
                </a:lnTo>
                <a:lnTo>
                  <a:pt x="502573" y="5347456"/>
                </a:lnTo>
                <a:lnTo>
                  <a:pt x="502573" y="5331011"/>
                </a:lnTo>
                <a:lnTo>
                  <a:pt x="502573" y="5325055"/>
                </a:lnTo>
                <a:lnTo>
                  <a:pt x="502573" y="5311844"/>
                </a:lnTo>
                <a:lnTo>
                  <a:pt x="502573" y="5295398"/>
                </a:lnTo>
                <a:lnTo>
                  <a:pt x="502573" y="5289444"/>
                </a:lnTo>
                <a:lnTo>
                  <a:pt x="502573" y="5259808"/>
                </a:lnTo>
                <a:lnTo>
                  <a:pt x="502573" y="5237408"/>
                </a:lnTo>
                <a:lnTo>
                  <a:pt x="502573" y="5224197"/>
                </a:lnTo>
                <a:lnTo>
                  <a:pt x="502573" y="5201796"/>
                </a:lnTo>
                <a:lnTo>
                  <a:pt x="502572" y="4965544"/>
                </a:lnTo>
                <a:lnTo>
                  <a:pt x="502572" y="4943145"/>
                </a:lnTo>
                <a:lnTo>
                  <a:pt x="502572" y="4929933"/>
                </a:lnTo>
                <a:lnTo>
                  <a:pt x="502572" y="4907532"/>
                </a:lnTo>
                <a:lnTo>
                  <a:pt x="502572" y="4877897"/>
                </a:lnTo>
                <a:lnTo>
                  <a:pt x="502572" y="4871943"/>
                </a:lnTo>
                <a:lnTo>
                  <a:pt x="502572" y="4855496"/>
                </a:lnTo>
                <a:lnTo>
                  <a:pt x="502572" y="4842285"/>
                </a:lnTo>
                <a:lnTo>
                  <a:pt x="502572" y="4841558"/>
                </a:lnTo>
                <a:lnTo>
                  <a:pt x="502573" y="4841558"/>
                </a:lnTo>
                <a:lnTo>
                  <a:pt x="502573" y="4823685"/>
                </a:lnTo>
                <a:lnTo>
                  <a:pt x="502573" y="4801284"/>
                </a:lnTo>
                <a:lnTo>
                  <a:pt x="502573" y="4788072"/>
                </a:lnTo>
                <a:lnTo>
                  <a:pt x="502573" y="4765673"/>
                </a:lnTo>
                <a:lnTo>
                  <a:pt x="502573" y="4730083"/>
                </a:lnTo>
                <a:lnTo>
                  <a:pt x="502573" y="4694471"/>
                </a:lnTo>
                <a:lnTo>
                  <a:pt x="502573" y="4574962"/>
                </a:lnTo>
                <a:lnTo>
                  <a:pt x="502573" y="4552563"/>
                </a:lnTo>
                <a:lnTo>
                  <a:pt x="502573" y="4539349"/>
                </a:lnTo>
                <a:lnTo>
                  <a:pt x="502573" y="4516950"/>
                </a:lnTo>
                <a:lnTo>
                  <a:pt x="502573" y="4481361"/>
                </a:lnTo>
                <a:lnTo>
                  <a:pt x="502573" y="4458962"/>
                </a:lnTo>
                <a:lnTo>
                  <a:pt x="502573" y="4445748"/>
                </a:lnTo>
                <a:lnTo>
                  <a:pt x="502573" y="4423349"/>
                </a:lnTo>
                <a:lnTo>
                  <a:pt x="502573" y="4018658"/>
                </a:lnTo>
                <a:lnTo>
                  <a:pt x="502573" y="3996258"/>
                </a:lnTo>
                <a:lnTo>
                  <a:pt x="502573" y="3983046"/>
                </a:lnTo>
                <a:lnTo>
                  <a:pt x="502573" y="3960646"/>
                </a:lnTo>
                <a:lnTo>
                  <a:pt x="502573" y="3925056"/>
                </a:lnTo>
                <a:lnTo>
                  <a:pt x="502573" y="3908611"/>
                </a:lnTo>
                <a:lnTo>
                  <a:pt x="502573" y="3902655"/>
                </a:lnTo>
                <a:lnTo>
                  <a:pt x="502573" y="3889444"/>
                </a:lnTo>
                <a:lnTo>
                  <a:pt x="502573" y="3872998"/>
                </a:lnTo>
                <a:lnTo>
                  <a:pt x="502573" y="3867044"/>
                </a:lnTo>
                <a:lnTo>
                  <a:pt x="502573" y="3837408"/>
                </a:lnTo>
                <a:lnTo>
                  <a:pt x="502573" y="3815008"/>
                </a:lnTo>
                <a:lnTo>
                  <a:pt x="502573" y="3801797"/>
                </a:lnTo>
                <a:lnTo>
                  <a:pt x="502573" y="3779396"/>
                </a:lnTo>
                <a:lnTo>
                  <a:pt x="502572" y="3543143"/>
                </a:lnTo>
                <a:lnTo>
                  <a:pt x="502572" y="3520745"/>
                </a:lnTo>
                <a:lnTo>
                  <a:pt x="502572" y="3507532"/>
                </a:lnTo>
                <a:lnTo>
                  <a:pt x="502572" y="3485131"/>
                </a:lnTo>
                <a:lnTo>
                  <a:pt x="502572" y="3455496"/>
                </a:lnTo>
                <a:lnTo>
                  <a:pt x="502572" y="3449543"/>
                </a:lnTo>
                <a:lnTo>
                  <a:pt x="502572" y="3433096"/>
                </a:lnTo>
                <a:lnTo>
                  <a:pt x="502572" y="3419885"/>
                </a:lnTo>
                <a:lnTo>
                  <a:pt x="502572" y="3413932"/>
                </a:lnTo>
                <a:lnTo>
                  <a:pt x="502572" y="3397484"/>
                </a:lnTo>
                <a:lnTo>
                  <a:pt x="502572" y="3361896"/>
                </a:lnTo>
                <a:lnTo>
                  <a:pt x="502572" y="3339495"/>
                </a:lnTo>
                <a:lnTo>
                  <a:pt x="502572" y="3326282"/>
                </a:lnTo>
                <a:lnTo>
                  <a:pt x="502572" y="3303883"/>
                </a:lnTo>
                <a:lnTo>
                  <a:pt x="502572" y="2899192"/>
                </a:lnTo>
                <a:lnTo>
                  <a:pt x="502572" y="2876791"/>
                </a:lnTo>
                <a:lnTo>
                  <a:pt x="502572" y="2863581"/>
                </a:lnTo>
                <a:lnTo>
                  <a:pt x="502572" y="2841180"/>
                </a:lnTo>
                <a:lnTo>
                  <a:pt x="502572" y="2805591"/>
                </a:lnTo>
                <a:lnTo>
                  <a:pt x="502572" y="2783191"/>
                </a:lnTo>
                <a:lnTo>
                  <a:pt x="502572" y="2769978"/>
                </a:lnTo>
                <a:lnTo>
                  <a:pt x="502572" y="2747577"/>
                </a:lnTo>
                <a:lnTo>
                  <a:pt x="502572" y="2547091"/>
                </a:lnTo>
                <a:lnTo>
                  <a:pt x="502572" y="2529218"/>
                </a:lnTo>
                <a:lnTo>
                  <a:pt x="502572" y="2506817"/>
                </a:lnTo>
                <a:lnTo>
                  <a:pt x="502572" y="2493605"/>
                </a:lnTo>
                <a:lnTo>
                  <a:pt x="502572" y="2471206"/>
                </a:lnTo>
                <a:lnTo>
                  <a:pt x="502572" y="2435616"/>
                </a:lnTo>
                <a:lnTo>
                  <a:pt x="502572" y="2423679"/>
                </a:lnTo>
                <a:lnTo>
                  <a:pt x="502572" y="2401280"/>
                </a:lnTo>
                <a:lnTo>
                  <a:pt x="502572" y="2400004"/>
                </a:lnTo>
                <a:lnTo>
                  <a:pt x="502572" y="2388068"/>
                </a:lnTo>
                <a:lnTo>
                  <a:pt x="502572" y="2365667"/>
                </a:lnTo>
                <a:lnTo>
                  <a:pt x="502572" y="2330078"/>
                </a:lnTo>
                <a:lnTo>
                  <a:pt x="502572" y="2294467"/>
                </a:lnTo>
                <a:lnTo>
                  <a:pt x="502572" y="2280495"/>
                </a:lnTo>
                <a:lnTo>
                  <a:pt x="502572" y="2258096"/>
                </a:lnTo>
                <a:lnTo>
                  <a:pt x="502572" y="2244882"/>
                </a:lnTo>
                <a:lnTo>
                  <a:pt x="502572" y="2222483"/>
                </a:lnTo>
                <a:lnTo>
                  <a:pt x="502572" y="2186894"/>
                </a:lnTo>
                <a:lnTo>
                  <a:pt x="502572" y="2164494"/>
                </a:lnTo>
                <a:lnTo>
                  <a:pt x="502572" y="2151281"/>
                </a:lnTo>
                <a:lnTo>
                  <a:pt x="502572" y="2128882"/>
                </a:lnTo>
                <a:lnTo>
                  <a:pt x="502572" y="1724191"/>
                </a:lnTo>
                <a:lnTo>
                  <a:pt x="502572" y="1701791"/>
                </a:lnTo>
                <a:lnTo>
                  <a:pt x="502572" y="1688579"/>
                </a:lnTo>
                <a:lnTo>
                  <a:pt x="502572" y="1666179"/>
                </a:lnTo>
                <a:lnTo>
                  <a:pt x="502572" y="1630590"/>
                </a:lnTo>
                <a:lnTo>
                  <a:pt x="502572" y="1614144"/>
                </a:lnTo>
                <a:lnTo>
                  <a:pt x="502572" y="1608189"/>
                </a:lnTo>
                <a:lnTo>
                  <a:pt x="502572" y="1594978"/>
                </a:lnTo>
                <a:lnTo>
                  <a:pt x="502572" y="1578531"/>
                </a:lnTo>
                <a:lnTo>
                  <a:pt x="502572" y="1572578"/>
                </a:lnTo>
                <a:lnTo>
                  <a:pt x="502572" y="1542942"/>
                </a:lnTo>
                <a:lnTo>
                  <a:pt x="502572" y="1520542"/>
                </a:lnTo>
                <a:lnTo>
                  <a:pt x="502572" y="1507331"/>
                </a:lnTo>
                <a:lnTo>
                  <a:pt x="502572" y="1484930"/>
                </a:lnTo>
                <a:lnTo>
                  <a:pt x="502571" y="1248677"/>
                </a:lnTo>
                <a:lnTo>
                  <a:pt x="502571" y="1226279"/>
                </a:lnTo>
                <a:lnTo>
                  <a:pt x="502571" y="1213066"/>
                </a:lnTo>
                <a:lnTo>
                  <a:pt x="502571" y="1190665"/>
                </a:lnTo>
                <a:lnTo>
                  <a:pt x="502571" y="1161030"/>
                </a:lnTo>
                <a:lnTo>
                  <a:pt x="502571" y="1155076"/>
                </a:lnTo>
                <a:lnTo>
                  <a:pt x="502571" y="1138629"/>
                </a:lnTo>
                <a:lnTo>
                  <a:pt x="502571" y="1125419"/>
                </a:lnTo>
                <a:lnTo>
                  <a:pt x="502571" y="1119465"/>
                </a:lnTo>
                <a:lnTo>
                  <a:pt x="502571" y="1103018"/>
                </a:lnTo>
                <a:lnTo>
                  <a:pt x="502571" y="1067429"/>
                </a:lnTo>
                <a:lnTo>
                  <a:pt x="502571" y="1045028"/>
                </a:lnTo>
                <a:lnTo>
                  <a:pt x="502571" y="1031815"/>
                </a:lnTo>
                <a:lnTo>
                  <a:pt x="502571" y="1009417"/>
                </a:lnTo>
                <a:lnTo>
                  <a:pt x="502571" y="604725"/>
                </a:lnTo>
                <a:lnTo>
                  <a:pt x="502571" y="582324"/>
                </a:lnTo>
                <a:lnTo>
                  <a:pt x="502571" y="569114"/>
                </a:lnTo>
                <a:lnTo>
                  <a:pt x="502571" y="546713"/>
                </a:lnTo>
                <a:lnTo>
                  <a:pt x="502571" y="511125"/>
                </a:lnTo>
                <a:lnTo>
                  <a:pt x="502571" y="488725"/>
                </a:lnTo>
                <a:lnTo>
                  <a:pt x="502571" y="475511"/>
                </a:lnTo>
                <a:lnTo>
                  <a:pt x="502571" y="453110"/>
                </a:lnTo>
                <a:lnTo>
                  <a:pt x="502571" y="129212"/>
                </a:lnTo>
                <a:lnTo>
                  <a:pt x="502571" y="106814"/>
                </a:lnTo>
                <a:lnTo>
                  <a:pt x="502571" y="93601"/>
                </a:lnTo>
                <a:lnTo>
                  <a:pt x="502571" y="71200"/>
                </a:lnTo>
                <a:lnTo>
                  <a:pt x="502571" y="35611"/>
                </a:lnTo>
                <a:lnTo>
                  <a:pt x="502571" y="0"/>
                </a:lnTo>
                <a:lnTo>
                  <a:pt x="0" y="136982"/>
                </a:lnTo>
                <a:lnTo>
                  <a:pt x="0" y="172593"/>
                </a:lnTo>
                <a:lnTo>
                  <a:pt x="0" y="208184"/>
                </a:lnTo>
                <a:lnTo>
                  <a:pt x="0" y="230582"/>
                </a:lnTo>
                <a:lnTo>
                  <a:pt x="0" y="243795"/>
                </a:lnTo>
                <a:lnTo>
                  <a:pt x="0" y="266196"/>
                </a:lnTo>
                <a:lnTo>
                  <a:pt x="0" y="590095"/>
                </a:lnTo>
                <a:lnTo>
                  <a:pt x="0" y="612495"/>
                </a:lnTo>
                <a:lnTo>
                  <a:pt x="0" y="625706"/>
                </a:lnTo>
                <a:lnTo>
                  <a:pt x="0" y="648106"/>
                </a:lnTo>
                <a:lnTo>
                  <a:pt x="0" y="683695"/>
                </a:lnTo>
                <a:lnTo>
                  <a:pt x="0" y="706096"/>
                </a:lnTo>
                <a:lnTo>
                  <a:pt x="0" y="719308"/>
                </a:lnTo>
                <a:lnTo>
                  <a:pt x="0" y="741707"/>
                </a:lnTo>
                <a:lnTo>
                  <a:pt x="0" y="1009417"/>
                </a:lnTo>
                <a:lnTo>
                  <a:pt x="0" y="1031815"/>
                </a:lnTo>
                <a:lnTo>
                  <a:pt x="0" y="1045028"/>
                </a:lnTo>
                <a:lnTo>
                  <a:pt x="0" y="1067429"/>
                </a:lnTo>
                <a:lnTo>
                  <a:pt x="0" y="1103018"/>
                </a:lnTo>
                <a:lnTo>
                  <a:pt x="0" y="1125419"/>
                </a:lnTo>
                <a:lnTo>
                  <a:pt x="0" y="1138629"/>
                </a:lnTo>
                <a:lnTo>
                  <a:pt x="0" y="1161030"/>
                </a:lnTo>
                <a:lnTo>
                  <a:pt x="0" y="1256447"/>
                </a:lnTo>
                <a:lnTo>
                  <a:pt x="0" y="1292058"/>
                </a:lnTo>
                <a:lnTo>
                  <a:pt x="0" y="1327649"/>
                </a:lnTo>
                <a:lnTo>
                  <a:pt x="0" y="1350047"/>
                </a:lnTo>
                <a:lnTo>
                  <a:pt x="0" y="1363260"/>
                </a:lnTo>
                <a:lnTo>
                  <a:pt x="0" y="1385661"/>
                </a:lnTo>
                <a:lnTo>
                  <a:pt x="0" y="1484930"/>
                </a:lnTo>
                <a:lnTo>
                  <a:pt x="0" y="1507331"/>
                </a:lnTo>
                <a:lnTo>
                  <a:pt x="0" y="1520542"/>
                </a:lnTo>
                <a:lnTo>
                  <a:pt x="0" y="1542942"/>
                </a:lnTo>
                <a:lnTo>
                  <a:pt x="0" y="1578531"/>
                </a:lnTo>
                <a:lnTo>
                  <a:pt x="0" y="1614144"/>
                </a:lnTo>
                <a:lnTo>
                  <a:pt x="0" y="1709559"/>
                </a:lnTo>
                <a:lnTo>
                  <a:pt x="0" y="1731960"/>
                </a:lnTo>
                <a:lnTo>
                  <a:pt x="0" y="1745172"/>
                </a:lnTo>
                <a:lnTo>
                  <a:pt x="0" y="1767573"/>
                </a:lnTo>
                <a:lnTo>
                  <a:pt x="0" y="1803161"/>
                </a:lnTo>
                <a:lnTo>
                  <a:pt x="0" y="1825562"/>
                </a:lnTo>
                <a:lnTo>
                  <a:pt x="0" y="1838773"/>
                </a:lnTo>
                <a:lnTo>
                  <a:pt x="0" y="1861173"/>
                </a:lnTo>
                <a:lnTo>
                  <a:pt x="0" y="2128882"/>
                </a:lnTo>
                <a:lnTo>
                  <a:pt x="0" y="2151281"/>
                </a:lnTo>
                <a:lnTo>
                  <a:pt x="0" y="2164494"/>
                </a:lnTo>
                <a:lnTo>
                  <a:pt x="0" y="2186894"/>
                </a:lnTo>
                <a:lnTo>
                  <a:pt x="0" y="2222483"/>
                </a:lnTo>
                <a:lnTo>
                  <a:pt x="0" y="2244882"/>
                </a:lnTo>
                <a:lnTo>
                  <a:pt x="0" y="2258096"/>
                </a:lnTo>
                <a:lnTo>
                  <a:pt x="0" y="2280495"/>
                </a:lnTo>
                <a:lnTo>
                  <a:pt x="0" y="2536986"/>
                </a:lnTo>
                <a:lnTo>
                  <a:pt x="0" y="2547091"/>
                </a:lnTo>
                <a:lnTo>
                  <a:pt x="1" y="2547091"/>
                </a:lnTo>
                <a:lnTo>
                  <a:pt x="1" y="2560663"/>
                </a:lnTo>
                <a:lnTo>
                  <a:pt x="1" y="2884561"/>
                </a:lnTo>
                <a:lnTo>
                  <a:pt x="1" y="2906961"/>
                </a:lnTo>
                <a:lnTo>
                  <a:pt x="1" y="2920173"/>
                </a:lnTo>
                <a:lnTo>
                  <a:pt x="1" y="2942573"/>
                </a:lnTo>
                <a:lnTo>
                  <a:pt x="1" y="2978161"/>
                </a:lnTo>
                <a:lnTo>
                  <a:pt x="1" y="3000562"/>
                </a:lnTo>
                <a:lnTo>
                  <a:pt x="1" y="3013775"/>
                </a:lnTo>
                <a:lnTo>
                  <a:pt x="1" y="3036173"/>
                </a:lnTo>
                <a:lnTo>
                  <a:pt x="1" y="3303883"/>
                </a:lnTo>
                <a:lnTo>
                  <a:pt x="1" y="3326282"/>
                </a:lnTo>
                <a:lnTo>
                  <a:pt x="1" y="3339495"/>
                </a:lnTo>
                <a:lnTo>
                  <a:pt x="1" y="3361896"/>
                </a:lnTo>
                <a:lnTo>
                  <a:pt x="1" y="3397484"/>
                </a:lnTo>
                <a:lnTo>
                  <a:pt x="1" y="3419885"/>
                </a:lnTo>
                <a:lnTo>
                  <a:pt x="1" y="3433096"/>
                </a:lnTo>
                <a:lnTo>
                  <a:pt x="1" y="3455496"/>
                </a:lnTo>
                <a:lnTo>
                  <a:pt x="1" y="3550913"/>
                </a:lnTo>
                <a:lnTo>
                  <a:pt x="1" y="3586524"/>
                </a:lnTo>
                <a:lnTo>
                  <a:pt x="1" y="3622115"/>
                </a:lnTo>
                <a:lnTo>
                  <a:pt x="1" y="3644514"/>
                </a:lnTo>
                <a:lnTo>
                  <a:pt x="1" y="3657727"/>
                </a:lnTo>
                <a:lnTo>
                  <a:pt x="1" y="3680127"/>
                </a:lnTo>
                <a:lnTo>
                  <a:pt x="1" y="3779396"/>
                </a:lnTo>
                <a:lnTo>
                  <a:pt x="1" y="3801797"/>
                </a:lnTo>
                <a:lnTo>
                  <a:pt x="1" y="3815009"/>
                </a:lnTo>
                <a:lnTo>
                  <a:pt x="1" y="3837408"/>
                </a:lnTo>
                <a:lnTo>
                  <a:pt x="1" y="3853848"/>
                </a:lnTo>
                <a:lnTo>
                  <a:pt x="1" y="3872998"/>
                </a:lnTo>
                <a:lnTo>
                  <a:pt x="1" y="3889459"/>
                </a:lnTo>
                <a:lnTo>
                  <a:pt x="1" y="3908611"/>
                </a:lnTo>
                <a:lnTo>
                  <a:pt x="1" y="3925051"/>
                </a:lnTo>
                <a:lnTo>
                  <a:pt x="1" y="3947449"/>
                </a:lnTo>
                <a:lnTo>
                  <a:pt x="1" y="3960662"/>
                </a:lnTo>
                <a:lnTo>
                  <a:pt x="1" y="3983063"/>
                </a:lnTo>
                <a:lnTo>
                  <a:pt x="1" y="4004025"/>
                </a:lnTo>
                <a:lnTo>
                  <a:pt x="1" y="4026426"/>
                </a:lnTo>
                <a:lnTo>
                  <a:pt x="1" y="4039638"/>
                </a:lnTo>
                <a:lnTo>
                  <a:pt x="1" y="4062039"/>
                </a:lnTo>
                <a:lnTo>
                  <a:pt x="1" y="4097628"/>
                </a:lnTo>
                <a:lnTo>
                  <a:pt x="1" y="4120029"/>
                </a:lnTo>
                <a:lnTo>
                  <a:pt x="1" y="4133240"/>
                </a:lnTo>
                <a:lnTo>
                  <a:pt x="1" y="4155640"/>
                </a:lnTo>
                <a:lnTo>
                  <a:pt x="1" y="4306961"/>
                </a:lnTo>
                <a:lnTo>
                  <a:pt x="1" y="4329362"/>
                </a:lnTo>
                <a:lnTo>
                  <a:pt x="1" y="4342573"/>
                </a:lnTo>
                <a:lnTo>
                  <a:pt x="1" y="4364973"/>
                </a:lnTo>
                <a:lnTo>
                  <a:pt x="1" y="4400561"/>
                </a:lnTo>
                <a:lnTo>
                  <a:pt x="1" y="4422962"/>
                </a:lnTo>
                <a:lnTo>
                  <a:pt x="1" y="4423349"/>
                </a:lnTo>
                <a:lnTo>
                  <a:pt x="1" y="4436175"/>
                </a:lnTo>
                <a:lnTo>
                  <a:pt x="1" y="4445748"/>
                </a:lnTo>
                <a:lnTo>
                  <a:pt x="1" y="4458573"/>
                </a:lnTo>
                <a:lnTo>
                  <a:pt x="1" y="4458962"/>
                </a:lnTo>
                <a:lnTo>
                  <a:pt x="1" y="4481361"/>
                </a:lnTo>
                <a:lnTo>
                  <a:pt x="1" y="4516950"/>
                </a:lnTo>
                <a:lnTo>
                  <a:pt x="1" y="4539349"/>
                </a:lnTo>
                <a:lnTo>
                  <a:pt x="1" y="4552563"/>
                </a:lnTo>
                <a:lnTo>
                  <a:pt x="1" y="4574962"/>
                </a:lnTo>
                <a:lnTo>
                  <a:pt x="1" y="4726284"/>
                </a:lnTo>
                <a:lnTo>
                  <a:pt x="1" y="4748682"/>
                </a:lnTo>
                <a:lnTo>
                  <a:pt x="1" y="4761895"/>
                </a:lnTo>
                <a:lnTo>
                  <a:pt x="1" y="4784296"/>
                </a:lnTo>
                <a:lnTo>
                  <a:pt x="1" y="4819885"/>
                </a:lnTo>
                <a:lnTo>
                  <a:pt x="1" y="4831453"/>
                </a:lnTo>
                <a:lnTo>
                  <a:pt x="1" y="4841558"/>
                </a:lnTo>
                <a:lnTo>
                  <a:pt x="1" y="4842285"/>
                </a:lnTo>
                <a:lnTo>
                  <a:pt x="1" y="4855496"/>
                </a:lnTo>
                <a:lnTo>
                  <a:pt x="1" y="4877897"/>
                </a:lnTo>
                <a:lnTo>
                  <a:pt x="1" y="4973313"/>
                </a:lnTo>
                <a:lnTo>
                  <a:pt x="1" y="5008924"/>
                </a:lnTo>
                <a:lnTo>
                  <a:pt x="1" y="5044516"/>
                </a:lnTo>
                <a:lnTo>
                  <a:pt x="1" y="5066914"/>
                </a:lnTo>
                <a:lnTo>
                  <a:pt x="1" y="5080127"/>
                </a:lnTo>
                <a:lnTo>
                  <a:pt x="1" y="5102528"/>
                </a:lnTo>
                <a:lnTo>
                  <a:pt x="1" y="5201796"/>
                </a:lnTo>
                <a:lnTo>
                  <a:pt x="1" y="5224197"/>
                </a:lnTo>
                <a:lnTo>
                  <a:pt x="1" y="5237409"/>
                </a:lnTo>
                <a:lnTo>
                  <a:pt x="1" y="5259808"/>
                </a:lnTo>
                <a:lnTo>
                  <a:pt x="1" y="5295398"/>
                </a:lnTo>
                <a:lnTo>
                  <a:pt x="1" y="5331011"/>
                </a:lnTo>
                <a:lnTo>
                  <a:pt x="1" y="5426426"/>
                </a:lnTo>
                <a:lnTo>
                  <a:pt x="1" y="5448826"/>
                </a:lnTo>
                <a:lnTo>
                  <a:pt x="1" y="5462038"/>
                </a:lnTo>
                <a:lnTo>
                  <a:pt x="1" y="5484439"/>
                </a:lnTo>
                <a:lnTo>
                  <a:pt x="1" y="5520028"/>
                </a:lnTo>
                <a:lnTo>
                  <a:pt x="1" y="5542429"/>
                </a:lnTo>
                <a:lnTo>
                  <a:pt x="1" y="5555640"/>
                </a:lnTo>
                <a:lnTo>
                  <a:pt x="1" y="5578040"/>
                </a:lnTo>
                <a:lnTo>
                  <a:pt x="1" y="5845749"/>
                </a:lnTo>
                <a:lnTo>
                  <a:pt x="1" y="5868148"/>
                </a:lnTo>
                <a:lnTo>
                  <a:pt x="1" y="5881361"/>
                </a:lnTo>
                <a:lnTo>
                  <a:pt x="1" y="5903761"/>
                </a:lnTo>
                <a:lnTo>
                  <a:pt x="1" y="5939350"/>
                </a:lnTo>
                <a:lnTo>
                  <a:pt x="1" y="5961749"/>
                </a:lnTo>
                <a:lnTo>
                  <a:pt x="1" y="5974963"/>
                </a:lnTo>
                <a:lnTo>
                  <a:pt x="1" y="5997362"/>
                </a:lnTo>
                <a:lnTo>
                  <a:pt x="1" y="6253853"/>
                </a:lnTo>
                <a:lnTo>
                  <a:pt x="1" y="626395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solidFill>
                <a:srgbClr val="4F062A"/>
              </a:solidFill>
            </a:endParaRPr>
          </a:p>
        </p:txBody>
      </p:sp>
      <p:sp>
        <p:nvSpPr>
          <p:cNvPr id="8" name="Rectangle 36">
            <a:extLst>
              <a:ext uri="{FF2B5EF4-FFF2-40B4-BE49-F238E27FC236}">
                <a16:creationId xmlns:a16="http://schemas.microsoft.com/office/drawing/2014/main" id="{D7EC7A44-A6E2-EE6F-2381-78EF12F81475}"/>
              </a:ext>
            </a:extLst>
          </p:cNvPr>
          <p:cNvSpPr>
            <a:spLocks noChangeArrowheads="1"/>
          </p:cNvSpPr>
          <p:nvPr/>
        </p:nvSpPr>
        <p:spPr bwMode="auto">
          <a:xfrm>
            <a:off x="312737" y="2503143"/>
            <a:ext cx="3708000" cy="298450"/>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4F062A"/>
                </a:solidFill>
              </a:rPr>
              <a:t>Actividades críticas</a:t>
            </a:r>
          </a:p>
        </p:txBody>
      </p:sp>
      <p:sp>
        <p:nvSpPr>
          <p:cNvPr id="44" name="Rectangle 37">
            <a:extLst>
              <a:ext uri="{FF2B5EF4-FFF2-40B4-BE49-F238E27FC236}">
                <a16:creationId xmlns:a16="http://schemas.microsoft.com/office/drawing/2014/main" id="{0A5308C6-59EF-3BDA-93FB-A7992906838C}"/>
              </a:ext>
            </a:extLst>
          </p:cNvPr>
          <p:cNvSpPr>
            <a:spLocks noChangeArrowheads="1"/>
          </p:cNvSpPr>
          <p:nvPr/>
        </p:nvSpPr>
        <p:spPr bwMode="auto">
          <a:xfrm>
            <a:off x="6240016" y="2503143"/>
            <a:ext cx="4389092" cy="298450"/>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4F062A"/>
                </a:solidFill>
              </a:rPr>
              <a:t>Resultados principales</a:t>
            </a:r>
          </a:p>
        </p:txBody>
      </p:sp>
      <p:sp>
        <p:nvSpPr>
          <p:cNvPr id="45" name="Rectangle 40">
            <a:extLst>
              <a:ext uri="{FF2B5EF4-FFF2-40B4-BE49-F238E27FC236}">
                <a16:creationId xmlns:a16="http://schemas.microsoft.com/office/drawing/2014/main" id="{079FEB11-DCCC-6D6A-D6A2-597C70262885}"/>
              </a:ext>
            </a:extLst>
          </p:cNvPr>
          <p:cNvSpPr>
            <a:spLocks noChangeArrowheads="1"/>
          </p:cNvSpPr>
          <p:nvPr/>
        </p:nvSpPr>
        <p:spPr bwMode="auto">
          <a:xfrm>
            <a:off x="6240017" y="2928006"/>
            <a:ext cx="5200753" cy="963408"/>
          </a:xfrm>
          <a:prstGeom prst="rect">
            <a:avLst/>
          </a:prstGeom>
          <a:noFill/>
          <a:ln w="12700">
            <a:noFill/>
            <a:miter lim="800000"/>
          </a:ln>
          <a:effectLst/>
        </p:spPr>
        <p:txBody>
          <a:bodyPr lIns="92075" tIns="108000" rIns="92075" bIns="46038"/>
          <a:lstStyle/>
          <a:p>
            <a:pPr marL="177800" indent="-177800">
              <a:spcBef>
                <a:spcPts val="200"/>
              </a:spcBef>
              <a:spcAft>
                <a:spcPts val="200"/>
              </a:spcAft>
              <a:buFont typeface="Wingdings" panose="05000000000000000000" pitchFamily="2" charset="2"/>
              <a:buChar char="§"/>
              <a:tabLst>
                <a:tab pos="5715000" algn="l"/>
              </a:tabLst>
              <a:defRPr b="0" i="0"/>
            </a:pPr>
            <a:r>
              <a:rPr lang="es-MX" sz="1100">
                <a:cs typeface="Times New Roman" pitchFamily="18" charset="0"/>
              </a:rPr>
              <a:t>Lanzamiento de la PMO</a:t>
            </a:r>
          </a:p>
          <a:p>
            <a:pPr marL="177800" indent="-177800">
              <a:spcBef>
                <a:spcPts val="200"/>
              </a:spcBef>
              <a:spcAft>
                <a:spcPts val="200"/>
              </a:spcAft>
              <a:buFont typeface="Wingdings" panose="05000000000000000000" pitchFamily="2" charset="2"/>
              <a:buChar char="§"/>
              <a:tabLst>
                <a:tab pos="5715000" algn="l"/>
              </a:tabLst>
              <a:defRPr b="0" i="0"/>
            </a:pPr>
            <a:r>
              <a:rPr lang="es-MX" sz="1100">
                <a:cs typeface="Times New Roman" pitchFamily="18" charset="0"/>
              </a:rPr>
              <a:t>Comunicación a todos los stakeholders</a:t>
            </a:r>
          </a:p>
          <a:p>
            <a:pPr marL="177800" indent="-177800">
              <a:spcBef>
                <a:spcPts val="200"/>
              </a:spcBef>
              <a:spcAft>
                <a:spcPts val="200"/>
              </a:spcAft>
              <a:buFont typeface="Wingdings" panose="05000000000000000000" pitchFamily="2" charset="2"/>
              <a:buChar char="§"/>
              <a:tabLst>
                <a:tab pos="5715000" algn="l"/>
              </a:tabLst>
              <a:defRPr b="0" i="0"/>
            </a:pPr>
            <a:r>
              <a:rPr lang="es-MX" sz="1100">
                <a:cs typeface="Times New Roman" pitchFamily="18" charset="0"/>
              </a:rPr>
              <a:t>Despliegue de los canales de comunicación</a:t>
            </a:r>
          </a:p>
          <a:p>
            <a:pPr marL="177800" indent="-177800">
              <a:spcBef>
                <a:spcPts val="200"/>
              </a:spcBef>
              <a:spcAft>
                <a:spcPts val="200"/>
              </a:spcAft>
              <a:buFont typeface="Wingdings" panose="05000000000000000000" pitchFamily="2" charset="2"/>
              <a:buChar char="§"/>
              <a:tabLst>
                <a:tab pos="5715000" algn="l"/>
              </a:tabLst>
              <a:defRPr b="0" i="0"/>
            </a:pPr>
            <a:r>
              <a:rPr lang="es-MX" sz="1100">
                <a:cs typeface="Times New Roman" pitchFamily="18" charset="0"/>
              </a:rPr>
              <a:t>Bitácora de controles</a:t>
            </a:r>
          </a:p>
        </p:txBody>
      </p:sp>
      <p:sp>
        <p:nvSpPr>
          <p:cNvPr id="46" name="Rectangle 44">
            <a:extLst>
              <a:ext uri="{FF2B5EF4-FFF2-40B4-BE49-F238E27FC236}">
                <a16:creationId xmlns:a16="http://schemas.microsoft.com/office/drawing/2014/main" id="{CA3BE4FB-C74F-B149-5939-9FA7C7247572}"/>
              </a:ext>
            </a:extLst>
          </p:cNvPr>
          <p:cNvSpPr>
            <a:spLocks noChangeArrowheads="1"/>
          </p:cNvSpPr>
          <p:nvPr/>
        </p:nvSpPr>
        <p:spPr bwMode="auto">
          <a:xfrm>
            <a:off x="242888" y="2928006"/>
            <a:ext cx="4917008" cy="2917238"/>
          </a:xfrm>
          <a:prstGeom prst="rect">
            <a:avLst/>
          </a:prstGeom>
          <a:noFill/>
          <a:ln w="12700">
            <a:noFill/>
            <a:miter lim="800000"/>
          </a:ln>
          <a:effectLst/>
        </p:spPr>
        <p:txBody>
          <a:bodyPr lIns="92075" tIns="108000" rIns="92075" bIns="46038"/>
          <a:lstStyle/>
          <a:p>
            <a:pPr marL="177800" indent="-177800">
              <a:spcBef>
                <a:spcPts val="600"/>
              </a:spcBef>
              <a:buFont typeface="Wingdings" panose="05000000000000000000" pitchFamily="2" charset="2"/>
              <a:buChar char="§"/>
              <a:tabLst>
                <a:tab pos="5715000" algn="l"/>
              </a:tabLst>
              <a:defRPr b="0" i="0"/>
            </a:pPr>
            <a:r>
              <a:rPr lang="es-MX" sz="1100" b="1">
                <a:cs typeface="Times New Roman" pitchFamily="18" charset="0"/>
              </a:rPr>
              <a:t>Publicación a todos los stakeholders </a:t>
            </a:r>
            <a:r>
              <a:rPr lang="es-MX" sz="1100">
                <a:cs typeface="Times New Roman" pitchFamily="18" charset="0"/>
              </a:rPr>
              <a:t>del funcionamiento de la PMO</a:t>
            </a:r>
          </a:p>
          <a:p>
            <a:pPr marL="177800" indent="-177800">
              <a:spcBef>
                <a:spcPts val="600"/>
              </a:spcBef>
              <a:buFont typeface="Wingdings" panose="05000000000000000000" pitchFamily="2" charset="2"/>
              <a:buChar char="§"/>
              <a:tabLst>
                <a:tab pos="5715000" algn="l"/>
              </a:tabLst>
              <a:defRPr b="0" i="0"/>
            </a:pPr>
            <a:r>
              <a:rPr lang="es-MX" sz="1100">
                <a:cs typeface="Times New Roman" pitchFamily="18" charset="0"/>
              </a:rPr>
              <a:t>Diseño y puesta en marcha de los </a:t>
            </a:r>
            <a:r>
              <a:rPr lang="es-MX" sz="1100" b="1">
                <a:cs typeface="Times New Roman" pitchFamily="18" charset="0"/>
              </a:rPr>
              <a:t>canales de comunicación y medios de coordinación</a:t>
            </a:r>
          </a:p>
          <a:p>
            <a:pPr marL="634695" lvl="1" indent="-177800">
              <a:spcBef>
                <a:spcPts val="600"/>
              </a:spcBef>
              <a:buFont typeface="Wingdings" panose="05000000000000000000" pitchFamily="2" charset="2"/>
              <a:buChar char="§"/>
              <a:tabLst>
                <a:tab pos="5715000" algn="l"/>
              </a:tabLst>
              <a:defRPr b="0" i="0"/>
            </a:pPr>
            <a:r>
              <a:rPr lang="es-MX" sz="1100">
                <a:cs typeface="Times New Roman" pitchFamily="18" charset="0"/>
              </a:rPr>
              <a:t>Grupos de seguimiento</a:t>
            </a:r>
          </a:p>
          <a:p>
            <a:pPr marL="634695" lvl="1" indent="-177800">
              <a:spcBef>
                <a:spcPts val="600"/>
              </a:spcBef>
              <a:buFont typeface="Wingdings" panose="05000000000000000000" pitchFamily="2" charset="2"/>
              <a:buChar char="§"/>
              <a:tabLst>
                <a:tab pos="5715000" algn="l"/>
              </a:tabLst>
              <a:defRPr b="0" i="0"/>
            </a:pPr>
            <a:r>
              <a:rPr lang="es-MX" sz="1100">
                <a:cs typeface="Times New Roman" pitchFamily="18" charset="0"/>
              </a:rPr>
              <a:t>Canales de escalamiento</a:t>
            </a:r>
          </a:p>
          <a:p>
            <a:pPr marL="634695" lvl="1" indent="-177800">
              <a:spcBef>
                <a:spcPts val="600"/>
              </a:spcBef>
              <a:buFont typeface="Wingdings" panose="05000000000000000000" pitchFamily="2" charset="2"/>
              <a:buChar char="§"/>
              <a:tabLst>
                <a:tab pos="5715000" algn="l"/>
              </a:tabLst>
              <a:defRPr b="0" i="0"/>
            </a:pPr>
            <a:r>
              <a:rPr lang="es-MX" sz="1100">
                <a:cs typeface="Times New Roman" pitchFamily="18" charset="0"/>
              </a:rPr>
              <a:t>Audiencias de las diferentes comunicaciones</a:t>
            </a:r>
          </a:p>
          <a:p>
            <a:pPr marL="177800" indent="-177800">
              <a:spcBef>
                <a:spcPts val="600"/>
              </a:spcBef>
              <a:buFont typeface="Wingdings" panose="05000000000000000000" pitchFamily="2" charset="2"/>
              <a:buChar char="§"/>
              <a:tabLst>
                <a:tab pos="5715000" algn="l"/>
              </a:tabLst>
              <a:defRPr b="0" i="0"/>
            </a:pPr>
            <a:r>
              <a:rPr lang="es-MX" sz="1100" b="1">
                <a:cs typeface="Times New Roman" pitchFamily="18" charset="0"/>
              </a:rPr>
              <a:t>Planificación de actividades periódicas </a:t>
            </a:r>
            <a:r>
              <a:rPr lang="es-MX" sz="1100">
                <a:cs typeface="Times New Roman" pitchFamily="18" charset="0"/>
              </a:rPr>
              <a:t>con los responsables </a:t>
            </a:r>
          </a:p>
          <a:p>
            <a:pPr marL="177800" indent="-177800">
              <a:spcBef>
                <a:spcPts val="600"/>
              </a:spcBef>
              <a:buFont typeface="Wingdings" panose="05000000000000000000" pitchFamily="2" charset="2"/>
              <a:buChar char="§"/>
              <a:tabLst>
                <a:tab pos="5715000" algn="l"/>
              </a:tabLst>
              <a:defRPr b="0" i="0"/>
            </a:pPr>
            <a:r>
              <a:rPr lang="es-MX" sz="1100" b="1">
                <a:cs typeface="Times New Roman" pitchFamily="18" charset="0"/>
              </a:rPr>
              <a:t>Creación y despliegue de la bitácora de controles</a:t>
            </a:r>
            <a:r>
              <a:rPr lang="es-MX" sz="1100">
                <a:cs typeface="Times New Roman" pitchFamily="18" charset="0"/>
              </a:rPr>
              <a:t>, donde se registrarán y gestionará todos los controles identificados</a:t>
            </a:r>
          </a:p>
          <a:p>
            <a:pPr marL="177800" indent="-177800">
              <a:spcBef>
                <a:spcPts val="600"/>
              </a:spcBef>
              <a:buFont typeface="Wingdings" panose="05000000000000000000" pitchFamily="2" charset="2"/>
              <a:buChar char="§"/>
              <a:tabLst>
                <a:tab pos="5715000" algn="l"/>
              </a:tabLst>
              <a:defRPr b="0" i="0"/>
            </a:pPr>
            <a:r>
              <a:rPr lang="es-MX" sz="1100">
                <a:cs typeface="Times New Roman" pitchFamily="18" charset="0"/>
              </a:rPr>
              <a:t>Lanzamiento de la PMO</a:t>
            </a:r>
          </a:p>
        </p:txBody>
      </p:sp>
      <p:sp>
        <p:nvSpPr>
          <p:cNvPr id="47" name="Rectangle 46">
            <a:extLst>
              <a:ext uri="{FF2B5EF4-FFF2-40B4-BE49-F238E27FC236}">
                <a16:creationId xmlns:a16="http://schemas.microsoft.com/office/drawing/2014/main" id="{B4FDAEBA-3DF6-FC10-FECB-89372BBA3B44}"/>
              </a:ext>
            </a:extLst>
          </p:cNvPr>
          <p:cNvSpPr>
            <a:spLocks noChangeArrowheads="1"/>
          </p:cNvSpPr>
          <p:nvPr/>
        </p:nvSpPr>
        <p:spPr bwMode="auto">
          <a:xfrm>
            <a:off x="3719735" y="1696231"/>
            <a:ext cx="8137303" cy="582040"/>
          </a:xfrm>
          <a:prstGeom prst="rect">
            <a:avLst/>
          </a:prstGeom>
          <a:noFill/>
          <a:ln w="12700">
            <a:noFill/>
            <a:miter lim="800000"/>
          </a:ln>
          <a:effectLst/>
        </p:spPr>
        <p:txBody>
          <a:bodyPr lIns="92075" tIns="108000" rIns="92075" bIns="46038" anchor="ctr"/>
          <a:lstStyle/>
          <a:p>
            <a:pPr>
              <a:lnSpc>
                <a:spcPct val="105000"/>
              </a:lnSpc>
              <a:spcBef>
                <a:spcPts val="300"/>
              </a:spcBef>
              <a:defRPr b="0" i="0"/>
            </a:pPr>
            <a:r>
              <a:rPr lang="es-MX" sz="1400" b="1">
                <a:solidFill>
                  <a:schemeClr val="bg1"/>
                </a:solidFill>
                <a:cs typeface="Times New Roman" pitchFamily="18" charset="0"/>
              </a:rPr>
              <a:t>Poner en marcha la PMO y capacitar al equipo interno para operarla según el modelo definido</a:t>
            </a:r>
          </a:p>
        </p:txBody>
      </p:sp>
      <p:sp>
        <p:nvSpPr>
          <p:cNvPr id="50" name="Round Diagonal Corner Rectangle 3">
            <a:extLst>
              <a:ext uri="{FF2B5EF4-FFF2-40B4-BE49-F238E27FC236}">
                <a16:creationId xmlns:a16="http://schemas.microsoft.com/office/drawing/2014/main" id="{255ACC49-E750-6FAA-0BCB-903BA9C999DD}"/>
              </a:ext>
            </a:extLst>
          </p:cNvPr>
          <p:cNvSpPr/>
          <p:nvPr/>
        </p:nvSpPr>
        <p:spPr>
          <a:xfrm>
            <a:off x="692185" y="1053986"/>
            <a:ext cx="2883535" cy="558429"/>
          </a:xfrm>
          <a:prstGeom prst="rect">
            <a:avLst/>
          </a:prstGeom>
          <a:noFill/>
          <a:ln w="19050" cap="flat" cmpd="sng" algn="ctr">
            <a:noFill/>
            <a:prstDash val="solid"/>
          </a:ln>
          <a:effectLst/>
        </p:spPr>
        <p:txBody>
          <a:bodyPr rtlCol="0" anchor="ctr"/>
          <a:lstStyle/>
          <a:p>
            <a:pPr defTabSz="914400" fontAlgn="base">
              <a:spcBef>
                <a:spcPct val="0"/>
              </a:spcBef>
              <a:spcAft>
                <a:spcPct val="0"/>
              </a:spcAft>
              <a:defRPr b="0" i="0"/>
            </a:pPr>
            <a:r>
              <a:rPr lang="es-ES" sz="1600" b="1">
                <a:solidFill>
                  <a:schemeClr val="bg1"/>
                </a:solidFill>
              </a:rPr>
              <a:t>Lanzamiento</a:t>
            </a:r>
          </a:p>
        </p:txBody>
      </p:sp>
      <p:sp>
        <p:nvSpPr>
          <p:cNvPr id="51" name="Rectángulo 50">
            <a:extLst>
              <a:ext uri="{FF2B5EF4-FFF2-40B4-BE49-F238E27FC236}">
                <a16:creationId xmlns:a16="http://schemas.microsoft.com/office/drawing/2014/main" id="{3331FEE1-FBB2-251F-782B-B7B0219742E1}"/>
              </a:ext>
            </a:extLst>
          </p:cNvPr>
          <p:cNvSpPr/>
          <p:nvPr/>
        </p:nvSpPr>
        <p:spPr>
          <a:xfrm>
            <a:off x="181886" y="1148534"/>
            <a:ext cx="476413" cy="369332"/>
          </a:xfrm>
          <a:prstGeom prst="rect">
            <a:avLst/>
          </a:prstGeom>
        </p:spPr>
        <p:txBody>
          <a:bodyPr wrap="none">
            <a:spAutoFit/>
          </a:bodyPr>
          <a:lstStyle/>
          <a:p>
            <a:pPr algn="ctr" defTabSz="873125">
              <a:defRPr b="0" i="0"/>
            </a:pPr>
            <a:r>
              <a:rPr lang="es-ES">
                <a:solidFill>
                  <a:schemeClr val="bg1"/>
                </a:solidFill>
                <a:latin typeface="Soho Gothic Pro" panose="020B0503030504020204" pitchFamily="34" charset="0"/>
              </a:rPr>
              <a:t>2</a:t>
            </a:r>
            <a:r>
              <a:rPr lang="es-ES" sz="1800">
                <a:solidFill>
                  <a:schemeClr val="bg1"/>
                </a:solidFill>
                <a:latin typeface="Soho Gothic Pro" panose="020B0503030504020204" pitchFamily="34" charset="0"/>
              </a:rPr>
              <a:t>.1</a:t>
            </a:r>
            <a:endParaRPr lang="x-none" sz="1800">
              <a:solidFill>
                <a:schemeClr val="bg1"/>
              </a:solidFill>
              <a:latin typeface="Soho Gothic Pro" panose="020B0503030504020204" pitchFamily="34" charset="0"/>
            </a:endParaRPr>
          </a:p>
        </p:txBody>
      </p:sp>
      <p:sp>
        <p:nvSpPr>
          <p:cNvPr id="52" name="Rectangle 35">
            <a:extLst>
              <a:ext uri="{FF2B5EF4-FFF2-40B4-BE49-F238E27FC236}">
                <a16:creationId xmlns:a16="http://schemas.microsoft.com/office/drawing/2014/main" id="{ACEE9C83-7D19-B8B6-B93A-A95F0A56D955}"/>
              </a:ext>
            </a:extLst>
          </p:cNvPr>
          <p:cNvSpPr>
            <a:spLocks noChangeArrowheads="1"/>
          </p:cNvSpPr>
          <p:nvPr/>
        </p:nvSpPr>
        <p:spPr bwMode="auto">
          <a:xfrm>
            <a:off x="306392" y="1873492"/>
            <a:ext cx="1462087" cy="227518"/>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FFFFFF"/>
                </a:solidFill>
              </a:rPr>
              <a:t>Objetivos</a:t>
            </a:r>
            <a:endParaRPr lang="pt-PT" sz="1600" b="1">
              <a:solidFill>
                <a:schemeClr val="bg1"/>
              </a:solidFill>
              <a:latin typeface="Arial"/>
            </a:endParaRPr>
          </a:p>
        </p:txBody>
      </p:sp>
      <p:sp>
        <p:nvSpPr>
          <p:cNvPr id="53" name="Forma libre 52">
            <a:extLst>
              <a:ext uri="{FF2B5EF4-FFF2-40B4-BE49-F238E27FC236}">
                <a16:creationId xmlns:a16="http://schemas.microsoft.com/office/drawing/2014/main" id="{B6301618-8ED9-5DDC-03E5-476E74C9F28E}"/>
              </a:ext>
            </a:extLst>
          </p:cNvPr>
          <p:cNvSpPr/>
          <p:nvPr/>
        </p:nvSpPr>
        <p:spPr>
          <a:xfrm rot="16200000" flipV="1">
            <a:off x="8609080" y="2452541"/>
            <a:ext cx="502574" cy="5631811"/>
          </a:xfrm>
          <a:custGeom>
            <a:avLst/>
            <a:gdLst>
              <a:gd name="connsiteX0" fmla="*/ 502574 w 502574"/>
              <a:gd name="connsiteY0" fmla="*/ 5494829 h 5631811"/>
              <a:gd name="connsiteX1" fmla="*/ 502574 w 502574"/>
              <a:gd name="connsiteY1" fmla="*/ 5483294 h 5631811"/>
              <a:gd name="connsiteX2" fmla="*/ 502574 w 502574"/>
              <a:gd name="connsiteY2" fmla="*/ 5466848 h 5631811"/>
              <a:gd name="connsiteX3" fmla="*/ 502574 w 502574"/>
              <a:gd name="connsiteY3" fmla="*/ 5460894 h 5631811"/>
              <a:gd name="connsiteX4" fmla="*/ 502574 w 502574"/>
              <a:gd name="connsiteY4" fmla="*/ 5431258 h 5631811"/>
              <a:gd name="connsiteX5" fmla="*/ 502574 w 502574"/>
              <a:gd name="connsiteY5" fmla="*/ 5408858 h 5631811"/>
              <a:gd name="connsiteX6" fmla="*/ 502574 w 502574"/>
              <a:gd name="connsiteY6" fmla="*/ 5395647 h 5631811"/>
              <a:gd name="connsiteX7" fmla="*/ 502574 w 502574"/>
              <a:gd name="connsiteY7" fmla="*/ 5373246 h 5631811"/>
              <a:gd name="connsiteX8" fmla="*/ 502573 w 502574"/>
              <a:gd name="connsiteY8" fmla="*/ 5136994 h 5631811"/>
              <a:gd name="connsiteX9" fmla="*/ 502573 w 502574"/>
              <a:gd name="connsiteY9" fmla="*/ 5114595 h 5631811"/>
              <a:gd name="connsiteX10" fmla="*/ 502573 w 502574"/>
              <a:gd name="connsiteY10" fmla="*/ 5101383 h 5631811"/>
              <a:gd name="connsiteX11" fmla="*/ 502573 w 502574"/>
              <a:gd name="connsiteY11" fmla="*/ 5078982 h 5631811"/>
              <a:gd name="connsiteX12" fmla="*/ 502573 w 502574"/>
              <a:gd name="connsiteY12" fmla="*/ 5049347 h 5631811"/>
              <a:gd name="connsiteX13" fmla="*/ 502573 w 502574"/>
              <a:gd name="connsiteY13" fmla="*/ 5043393 h 5631811"/>
              <a:gd name="connsiteX14" fmla="*/ 502573 w 502574"/>
              <a:gd name="connsiteY14" fmla="*/ 5026946 h 5631811"/>
              <a:gd name="connsiteX15" fmla="*/ 502573 w 502574"/>
              <a:gd name="connsiteY15" fmla="*/ 5013735 h 5631811"/>
              <a:gd name="connsiteX16" fmla="*/ 502573 w 502574"/>
              <a:gd name="connsiteY16" fmla="*/ 5013008 h 5631811"/>
              <a:gd name="connsiteX17" fmla="*/ 502574 w 502574"/>
              <a:gd name="connsiteY17" fmla="*/ 5013008 h 5631811"/>
              <a:gd name="connsiteX18" fmla="*/ 502574 w 502574"/>
              <a:gd name="connsiteY18" fmla="*/ 4995135 h 5631811"/>
              <a:gd name="connsiteX19" fmla="*/ 502574 w 502574"/>
              <a:gd name="connsiteY19" fmla="*/ 4972734 h 5631811"/>
              <a:gd name="connsiteX20" fmla="*/ 502574 w 502574"/>
              <a:gd name="connsiteY20" fmla="*/ 4959522 h 5631811"/>
              <a:gd name="connsiteX21" fmla="*/ 502574 w 502574"/>
              <a:gd name="connsiteY21" fmla="*/ 4937123 h 5631811"/>
              <a:gd name="connsiteX22" fmla="*/ 502574 w 502574"/>
              <a:gd name="connsiteY22" fmla="*/ 4901533 h 5631811"/>
              <a:gd name="connsiteX23" fmla="*/ 502574 w 502574"/>
              <a:gd name="connsiteY23" fmla="*/ 4865921 h 5631811"/>
              <a:gd name="connsiteX24" fmla="*/ 502574 w 502574"/>
              <a:gd name="connsiteY24" fmla="*/ 4746412 h 5631811"/>
              <a:gd name="connsiteX25" fmla="*/ 502574 w 502574"/>
              <a:gd name="connsiteY25" fmla="*/ 4724013 h 5631811"/>
              <a:gd name="connsiteX26" fmla="*/ 502574 w 502574"/>
              <a:gd name="connsiteY26" fmla="*/ 4710799 h 5631811"/>
              <a:gd name="connsiteX27" fmla="*/ 502574 w 502574"/>
              <a:gd name="connsiteY27" fmla="*/ 4688400 h 5631811"/>
              <a:gd name="connsiteX28" fmla="*/ 502574 w 502574"/>
              <a:gd name="connsiteY28" fmla="*/ 4652811 h 5631811"/>
              <a:gd name="connsiteX29" fmla="*/ 502574 w 502574"/>
              <a:gd name="connsiteY29" fmla="*/ 4630412 h 5631811"/>
              <a:gd name="connsiteX30" fmla="*/ 502574 w 502574"/>
              <a:gd name="connsiteY30" fmla="*/ 4617198 h 5631811"/>
              <a:gd name="connsiteX31" fmla="*/ 502574 w 502574"/>
              <a:gd name="connsiteY31" fmla="*/ 4594799 h 5631811"/>
              <a:gd name="connsiteX32" fmla="*/ 502574 w 502574"/>
              <a:gd name="connsiteY32" fmla="*/ 4190108 h 5631811"/>
              <a:gd name="connsiteX33" fmla="*/ 502574 w 502574"/>
              <a:gd name="connsiteY33" fmla="*/ 4167708 h 5631811"/>
              <a:gd name="connsiteX34" fmla="*/ 502574 w 502574"/>
              <a:gd name="connsiteY34" fmla="*/ 4154496 h 5631811"/>
              <a:gd name="connsiteX35" fmla="*/ 502574 w 502574"/>
              <a:gd name="connsiteY35" fmla="*/ 4132096 h 5631811"/>
              <a:gd name="connsiteX36" fmla="*/ 502574 w 502574"/>
              <a:gd name="connsiteY36" fmla="*/ 4096506 h 5631811"/>
              <a:gd name="connsiteX37" fmla="*/ 502574 w 502574"/>
              <a:gd name="connsiteY37" fmla="*/ 4080061 h 5631811"/>
              <a:gd name="connsiteX38" fmla="*/ 502574 w 502574"/>
              <a:gd name="connsiteY38" fmla="*/ 4074105 h 5631811"/>
              <a:gd name="connsiteX39" fmla="*/ 502574 w 502574"/>
              <a:gd name="connsiteY39" fmla="*/ 4060894 h 5631811"/>
              <a:gd name="connsiteX40" fmla="*/ 502574 w 502574"/>
              <a:gd name="connsiteY40" fmla="*/ 4044448 h 5631811"/>
              <a:gd name="connsiteX41" fmla="*/ 502574 w 502574"/>
              <a:gd name="connsiteY41" fmla="*/ 4038494 h 5631811"/>
              <a:gd name="connsiteX42" fmla="*/ 502574 w 502574"/>
              <a:gd name="connsiteY42" fmla="*/ 4008858 h 5631811"/>
              <a:gd name="connsiteX43" fmla="*/ 502574 w 502574"/>
              <a:gd name="connsiteY43" fmla="*/ 3986458 h 5631811"/>
              <a:gd name="connsiteX44" fmla="*/ 502574 w 502574"/>
              <a:gd name="connsiteY44" fmla="*/ 3973247 h 5631811"/>
              <a:gd name="connsiteX45" fmla="*/ 502574 w 502574"/>
              <a:gd name="connsiteY45" fmla="*/ 3950846 h 5631811"/>
              <a:gd name="connsiteX46" fmla="*/ 502573 w 502574"/>
              <a:gd name="connsiteY46" fmla="*/ 3714593 h 5631811"/>
              <a:gd name="connsiteX47" fmla="*/ 502573 w 502574"/>
              <a:gd name="connsiteY47" fmla="*/ 3692195 h 5631811"/>
              <a:gd name="connsiteX48" fmla="*/ 502573 w 502574"/>
              <a:gd name="connsiteY48" fmla="*/ 3678982 h 5631811"/>
              <a:gd name="connsiteX49" fmla="*/ 502573 w 502574"/>
              <a:gd name="connsiteY49" fmla="*/ 3656581 h 5631811"/>
              <a:gd name="connsiteX50" fmla="*/ 502573 w 502574"/>
              <a:gd name="connsiteY50" fmla="*/ 3626946 h 5631811"/>
              <a:gd name="connsiteX51" fmla="*/ 502573 w 502574"/>
              <a:gd name="connsiteY51" fmla="*/ 3620993 h 5631811"/>
              <a:gd name="connsiteX52" fmla="*/ 502573 w 502574"/>
              <a:gd name="connsiteY52" fmla="*/ 3604546 h 5631811"/>
              <a:gd name="connsiteX53" fmla="*/ 502573 w 502574"/>
              <a:gd name="connsiteY53" fmla="*/ 3591335 h 5631811"/>
              <a:gd name="connsiteX54" fmla="*/ 502573 w 502574"/>
              <a:gd name="connsiteY54" fmla="*/ 3585382 h 5631811"/>
              <a:gd name="connsiteX55" fmla="*/ 502573 w 502574"/>
              <a:gd name="connsiteY55" fmla="*/ 3568934 h 5631811"/>
              <a:gd name="connsiteX56" fmla="*/ 502573 w 502574"/>
              <a:gd name="connsiteY56" fmla="*/ 3533346 h 5631811"/>
              <a:gd name="connsiteX57" fmla="*/ 502573 w 502574"/>
              <a:gd name="connsiteY57" fmla="*/ 3510945 h 5631811"/>
              <a:gd name="connsiteX58" fmla="*/ 502573 w 502574"/>
              <a:gd name="connsiteY58" fmla="*/ 3497732 h 5631811"/>
              <a:gd name="connsiteX59" fmla="*/ 502573 w 502574"/>
              <a:gd name="connsiteY59" fmla="*/ 3475333 h 5631811"/>
              <a:gd name="connsiteX60" fmla="*/ 502573 w 502574"/>
              <a:gd name="connsiteY60" fmla="*/ 3070642 h 5631811"/>
              <a:gd name="connsiteX61" fmla="*/ 502573 w 502574"/>
              <a:gd name="connsiteY61" fmla="*/ 3048242 h 5631811"/>
              <a:gd name="connsiteX62" fmla="*/ 502573 w 502574"/>
              <a:gd name="connsiteY62" fmla="*/ 3035032 h 5631811"/>
              <a:gd name="connsiteX63" fmla="*/ 502573 w 502574"/>
              <a:gd name="connsiteY63" fmla="*/ 3012630 h 5631811"/>
              <a:gd name="connsiteX64" fmla="*/ 502573 w 502574"/>
              <a:gd name="connsiteY64" fmla="*/ 2977042 h 5631811"/>
              <a:gd name="connsiteX65" fmla="*/ 502573 w 502574"/>
              <a:gd name="connsiteY65" fmla="*/ 2954642 h 5631811"/>
              <a:gd name="connsiteX66" fmla="*/ 502573 w 502574"/>
              <a:gd name="connsiteY66" fmla="*/ 2941428 h 5631811"/>
              <a:gd name="connsiteX67" fmla="*/ 502573 w 502574"/>
              <a:gd name="connsiteY67" fmla="*/ 2919028 h 5631811"/>
              <a:gd name="connsiteX68" fmla="*/ 502573 w 502574"/>
              <a:gd name="connsiteY68" fmla="*/ 2718542 h 5631811"/>
              <a:gd name="connsiteX69" fmla="*/ 502573 w 502574"/>
              <a:gd name="connsiteY69" fmla="*/ 2700668 h 5631811"/>
              <a:gd name="connsiteX70" fmla="*/ 502573 w 502574"/>
              <a:gd name="connsiteY70" fmla="*/ 2678268 h 5631811"/>
              <a:gd name="connsiteX71" fmla="*/ 502573 w 502574"/>
              <a:gd name="connsiteY71" fmla="*/ 2665056 h 5631811"/>
              <a:gd name="connsiteX72" fmla="*/ 502573 w 502574"/>
              <a:gd name="connsiteY72" fmla="*/ 2642656 h 5631811"/>
              <a:gd name="connsiteX73" fmla="*/ 502573 w 502574"/>
              <a:gd name="connsiteY73" fmla="*/ 2607066 h 5631811"/>
              <a:gd name="connsiteX74" fmla="*/ 502573 w 502574"/>
              <a:gd name="connsiteY74" fmla="*/ 2595130 h 5631811"/>
              <a:gd name="connsiteX75" fmla="*/ 502573 w 502574"/>
              <a:gd name="connsiteY75" fmla="*/ 2572730 h 5631811"/>
              <a:gd name="connsiteX76" fmla="*/ 502573 w 502574"/>
              <a:gd name="connsiteY76" fmla="*/ 2571454 h 5631811"/>
              <a:gd name="connsiteX77" fmla="*/ 502573 w 502574"/>
              <a:gd name="connsiteY77" fmla="*/ 2559518 h 5631811"/>
              <a:gd name="connsiteX78" fmla="*/ 502573 w 502574"/>
              <a:gd name="connsiteY78" fmla="*/ 2537118 h 5631811"/>
              <a:gd name="connsiteX79" fmla="*/ 502573 w 502574"/>
              <a:gd name="connsiteY79" fmla="*/ 2501528 h 5631811"/>
              <a:gd name="connsiteX80" fmla="*/ 502573 w 502574"/>
              <a:gd name="connsiteY80" fmla="*/ 2465918 h 5631811"/>
              <a:gd name="connsiteX81" fmla="*/ 502573 w 502574"/>
              <a:gd name="connsiteY81" fmla="*/ 2451946 h 5631811"/>
              <a:gd name="connsiteX82" fmla="*/ 502573 w 502574"/>
              <a:gd name="connsiteY82" fmla="*/ 2429546 h 5631811"/>
              <a:gd name="connsiteX83" fmla="*/ 502573 w 502574"/>
              <a:gd name="connsiteY83" fmla="*/ 2416332 h 5631811"/>
              <a:gd name="connsiteX84" fmla="*/ 502573 w 502574"/>
              <a:gd name="connsiteY84" fmla="*/ 2393934 h 5631811"/>
              <a:gd name="connsiteX85" fmla="*/ 502573 w 502574"/>
              <a:gd name="connsiteY85" fmla="*/ 2358344 h 5631811"/>
              <a:gd name="connsiteX86" fmla="*/ 502573 w 502574"/>
              <a:gd name="connsiteY86" fmla="*/ 2335944 h 5631811"/>
              <a:gd name="connsiteX87" fmla="*/ 502573 w 502574"/>
              <a:gd name="connsiteY87" fmla="*/ 2322732 h 5631811"/>
              <a:gd name="connsiteX88" fmla="*/ 502573 w 502574"/>
              <a:gd name="connsiteY88" fmla="*/ 2300332 h 5631811"/>
              <a:gd name="connsiteX89" fmla="*/ 502573 w 502574"/>
              <a:gd name="connsiteY89" fmla="*/ 1895642 h 5631811"/>
              <a:gd name="connsiteX90" fmla="*/ 502573 w 502574"/>
              <a:gd name="connsiteY90" fmla="*/ 1873242 h 5631811"/>
              <a:gd name="connsiteX91" fmla="*/ 502573 w 502574"/>
              <a:gd name="connsiteY91" fmla="*/ 1860030 h 5631811"/>
              <a:gd name="connsiteX92" fmla="*/ 502573 w 502574"/>
              <a:gd name="connsiteY92" fmla="*/ 1837630 h 5631811"/>
              <a:gd name="connsiteX93" fmla="*/ 502573 w 502574"/>
              <a:gd name="connsiteY93" fmla="*/ 1802040 h 5631811"/>
              <a:gd name="connsiteX94" fmla="*/ 502573 w 502574"/>
              <a:gd name="connsiteY94" fmla="*/ 1785594 h 5631811"/>
              <a:gd name="connsiteX95" fmla="*/ 502573 w 502574"/>
              <a:gd name="connsiteY95" fmla="*/ 1779640 h 5631811"/>
              <a:gd name="connsiteX96" fmla="*/ 502573 w 502574"/>
              <a:gd name="connsiteY96" fmla="*/ 1766428 h 5631811"/>
              <a:gd name="connsiteX97" fmla="*/ 502573 w 502574"/>
              <a:gd name="connsiteY97" fmla="*/ 1749982 h 5631811"/>
              <a:gd name="connsiteX98" fmla="*/ 502573 w 502574"/>
              <a:gd name="connsiteY98" fmla="*/ 1744028 h 5631811"/>
              <a:gd name="connsiteX99" fmla="*/ 502573 w 502574"/>
              <a:gd name="connsiteY99" fmla="*/ 1714392 h 5631811"/>
              <a:gd name="connsiteX100" fmla="*/ 502573 w 502574"/>
              <a:gd name="connsiteY100" fmla="*/ 1691992 h 5631811"/>
              <a:gd name="connsiteX101" fmla="*/ 502573 w 502574"/>
              <a:gd name="connsiteY101" fmla="*/ 1678782 h 5631811"/>
              <a:gd name="connsiteX102" fmla="*/ 502573 w 502574"/>
              <a:gd name="connsiteY102" fmla="*/ 1656380 h 5631811"/>
              <a:gd name="connsiteX103" fmla="*/ 502572 w 502574"/>
              <a:gd name="connsiteY103" fmla="*/ 1420128 h 5631811"/>
              <a:gd name="connsiteX104" fmla="*/ 502572 w 502574"/>
              <a:gd name="connsiteY104" fmla="*/ 1397730 h 5631811"/>
              <a:gd name="connsiteX105" fmla="*/ 502572 w 502574"/>
              <a:gd name="connsiteY105" fmla="*/ 1384516 h 5631811"/>
              <a:gd name="connsiteX106" fmla="*/ 502572 w 502574"/>
              <a:gd name="connsiteY106" fmla="*/ 1362116 h 5631811"/>
              <a:gd name="connsiteX107" fmla="*/ 502572 w 502574"/>
              <a:gd name="connsiteY107" fmla="*/ 1332480 h 5631811"/>
              <a:gd name="connsiteX108" fmla="*/ 502572 w 502574"/>
              <a:gd name="connsiteY108" fmla="*/ 1326526 h 5631811"/>
              <a:gd name="connsiteX109" fmla="*/ 502572 w 502574"/>
              <a:gd name="connsiteY109" fmla="*/ 1310080 h 5631811"/>
              <a:gd name="connsiteX110" fmla="*/ 502572 w 502574"/>
              <a:gd name="connsiteY110" fmla="*/ 1296870 h 5631811"/>
              <a:gd name="connsiteX111" fmla="*/ 502572 w 502574"/>
              <a:gd name="connsiteY111" fmla="*/ 1290916 h 5631811"/>
              <a:gd name="connsiteX112" fmla="*/ 502572 w 502574"/>
              <a:gd name="connsiteY112" fmla="*/ 1274468 h 5631811"/>
              <a:gd name="connsiteX113" fmla="*/ 502572 w 502574"/>
              <a:gd name="connsiteY113" fmla="*/ 1238880 h 5631811"/>
              <a:gd name="connsiteX114" fmla="*/ 502572 w 502574"/>
              <a:gd name="connsiteY114" fmla="*/ 1216478 h 5631811"/>
              <a:gd name="connsiteX115" fmla="*/ 502572 w 502574"/>
              <a:gd name="connsiteY115" fmla="*/ 1203266 h 5631811"/>
              <a:gd name="connsiteX116" fmla="*/ 502572 w 502574"/>
              <a:gd name="connsiteY116" fmla="*/ 1180868 h 5631811"/>
              <a:gd name="connsiteX117" fmla="*/ 502572 w 502574"/>
              <a:gd name="connsiteY117" fmla="*/ 776176 h 5631811"/>
              <a:gd name="connsiteX118" fmla="*/ 502572 w 502574"/>
              <a:gd name="connsiteY118" fmla="*/ 753774 h 5631811"/>
              <a:gd name="connsiteX119" fmla="*/ 502572 w 502574"/>
              <a:gd name="connsiteY119" fmla="*/ 740564 h 5631811"/>
              <a:gd name="connsiteX120" fmla="*/ 502572 w 502574"/>
              <a:gd name="connsiteY120" fmla="*/ 718164 h 5631811"/>
              <a:gd name="connsiteX121" fmla="*/ 502572 w 502574"/>
              <a:gd name="connsiteY121" fmla="*/ 682576 h 5631811"/>
              <a:gd name="connsiteX122" fmla="*/ 502572 w 502574"/>
              <a:gd name="connsiteY122" fmla="*/ 660176 h 5631811"/>
              <a:gd name="connsiteX123" fmla="*/ 502572 w 502574"/>
              <a:gd name="connsiteY123" fmla="*/ 646962 h 5631811"/>
              <a:gd name="connsiteX124" fmla="*/ 502572 w 502574"/>
              <a:gd name="connsiteY124" fmla="*/ 624560 h 5631811"/>
              <a:gd name="connsiteX125" fmla="*/ 502572 w 502574"/>
              <a:gd name="connsiteY125" fmla="*/ 300662 h 5631811"/>
              <a:gd name="connsiteX126" fmla="*/ 502572 w 502574"/>
              <a:gd name="connsiteY126" fmla="*/ 278264 h 5631811"/>
              <a:gd name="connsiteX127" fmla="*/ 502572 w 502574"/>
              <a:gd name="connsiteY127" fmla="*/ 265052 h 5631811"/>
              <a:gd name="connsiteX128" fmla="*/ 502572 w 502574"/>
              <a:gd name="connsiteY128" fmla="*/ 242650 h 5631811"/>
              <a:gd name="connsiteX129" fmla="*/ 502572 w 502574"/>
              <a:gd name="connsiteY129" fmla="*/ 207062 h 5631811"/>
              <a:gd name="connsiteX130" fmla="*/ 502572 w 502574"/>
              <a:gd name="connsiteY130" fmla="*/ 171450 h 5631811"/>
              <a:gd name="connsiteX131" fmla="*/ 502571 w 502574"/>
              <a:gd name="connsiteY131" fmla="*/ 171450 h 5631811"/>
              <a:gd name="connsiteX132" fmla="*/ 502571 w 502574"/>
              <a:gd name="connsiteY132" fmla="*/ 129212 h 5631811"/>
              <a:gd name="connsiteX133" fmla="*/ 502571 w 502574"/>
              <a:gd name="connsiteY133" fmla="*/ 106814 h 5631811"/>
              <a:gd name="connsiteX134" fmla="*/ 502571 w 502574"/>
              <a:gd name="connsiteY134" fmla="*/ 93602 h 5631811"/>
              <a:gd name="connsiteX135" fmla="*/ 502571 w 502574"/>
              <a:gd name="connsiteY135" fmla="*/ 71200 h 5631811"/>
              <a:gd name="connsiteX136" fmla="*/ 502571 w 502574"/>
              <a:gd name="connsiteY136" fmla="*/ 35612 h 5631811"/>
              <a:gd name="connsiteX137" fmla="*/ 502571 w 502574"/>
              <a:gd name="connsiteY137" fmla="*/ 0 h 5631811"/>
              <a:gd name="connsiteX138" fmla="*/ 0 w 502574"/>
              <a:gd name="connsiteY138" fmla="*/ 136982 h 5631811"/>
              <a:gd name="connsiteX139" fmla="*/ 0 w 502574"/>
              <a:gd name="connsiteY139" fmla="*/ 172594 h 5631811"/>
              <a:gd name="connsiteX140" fmla="*/ 0 w 502574"/>
              <a:gd name="connsiteY140" fmla="*/ 208184 h 5631811"/>
              <a:gd name="connsiteX141" fmla="*/ 0 w 502574"/>
              <a:gd name="connsiteY141" fmla="*/ 230582 h 5631811"/>
              <a:gd name="connsiteX142" fmla="*/ 0 w 502574"/>
              <a:gd name="connsiteY142" fmla="*/ 243796 h 5631811"/>
              <a:gd name="connsiteX143" fmla="*/ 0 w 502574"/>
              <a:gd name="connsiteY143" fmla="*/ 266196 h 5631811"/>
              <a:gd name="connsiteX144" fmla="*/ 0 w 502574"/>
              <a:gd name="connsiteY144" fmla="*/ 590096 h 5631811"/>
              <a:gd name="connsiteX145" fmla="*/ 0 w 502574"/>
              <a:gd name="connsiteY145" fmla="*/ 612496 h 5631811"/>
              <a:gd name="connsiteX146" fmla="*/ 0 w 502574"/>
              <a:gd name="connsiteY146" fmla="*/ 625706 h 5631811"/>
              <a:gd name="connsiteX147" fmla="*/ 0 w 502574"/>
              <a:gd name="connsiteY147" fmla="*/ 648106 h 5631811"/>
              <a:gd name="connsiteX148" fmla="*/ 0 w 502574"/>
              <a:gd name="connsiteY148" fmla="*/ 683696 h 5631811"/>
              <a:gd name="connsiteX149" fmla="*/ 0 w 502574"/>
              <a:gd name="connsiteY149" fmla="*/ 706096 h 5631811"/>
              <a:gd name="connsiteX150" fmla="*/ 0 w 502574"/>
              <a:gd name="connsiteY150" fmla="*/ 719308 h 5631811"/>
              <a:gd name="connsiteX151" fmla="*/ 0 w 502574"/>
              <a:gd name="connsiteY151" fmla="*/ 741708 h 5631811"/>
              <a:gd name="connsiteX152" fmla="*/ 0 w 502574"/>
              <a:gd name="connsiteY152" fmla="*/ 1009418 h 5631811"/>
              <a:gd name="connsiteX153" fmla="*/ 0 w 502574"/>
              <a:gd name="connsiteY153" fmla="*/ 1031816 h 5631811"/>
              <a:gd name="connsiteX154" fmla="*/ 0 w 502574"/>
              <a:gd name="connsiteY154" fmla="*/ 1045028 h 5631811"/>
              <a:gd name="connsiteX155" fmla="*/ 0 w 502574"/>
              <a:gd name="connsiteY155" fmla="*/ 1067430 h 5631811"/>
              <a:gd name="connsiteX156" fmla="*/ 0 w 502574"/>
              <a:gd name="connsiteY156" fmla="*/ 1103018 h 5631811"/>
              <a:gd name="connsiteX157" fmla="*/ 0 w 502574"/>
              <a:gd name="connsiteY157" fmla="*/ 1125420 h 5631811"/>
              <a:gd name="connsiteX158" fmla="*/ 0 w 502574"/>
              <a:gd name="connsiteY158" fmla="*/ 1138630 h 5631811"/>
              <a:gd name="connsiteX159" fmla="*/ 0 w 502574"/>
              <a:gd name="connsiteY159" fmla="*/ 1161030 h 5631811"/>
              <a:gd name="connsiteX160" fmla="*/ 0 w 502574"/>
              <a:gd name="connsiteY160" fmla="*/ 1256448 h 5631811"/>
              <a:gd name="connsiteX161" fmla="*/ 0 w 502574"/>
              <a:gd name="connsiteY161" fmla="*/ 1292058 h 5631811"/>
              <a:gd name="connsiteX162" fmla="*/ 0 w 502574"/>
              <a:gd name="connsiteY162" fmla="*/ 1327650 h 5631811"/>
              <a:gd name="connsiteX163" fmla="*/ 0 w 502574"/>
              <a:gd name="connsiteY163" fmla="*/ 1350048 h 5631811"/>
              <a:gd name="connsiteX164" fmla="*/ 0 w 502574"/>
              <a:gd name="connsiteY164" fmla="*/ 1363260 h 5631811"/>
              <a:gd name="connsiteX165" fmla="*/ 0 w 502574"/>
              <a:gd name="connsiteY165" fmla="*/ 1385662 h 5631811"/>
              <a:gd name="connsiteX166" fmla="*/ 0 w 502574"/>
              <a:gd name="connsiteY166" fmla="*/ 1484930 h 5631811"/>
              <a:gd name="connsiteX167" fmla="*/ 0 w 502574"/>
              <a:gd name="connsiteY167" fmla="*/ 1507332 h 5631811"/>
              <a:gd name="connsiteX168" fmla="*/ 0 w 502574"/>
              <a:gd name="connsiteY168" fmla="*/ 1520542 h 5631811"/>
              <a:gd name="connsiteX169" fmla="*/ 0 w 502574"/>
              <a:gd name="connsiteY169" fmla="*/ 1542942 h 5631811"/>
              <a:gd name="connsiteX170" fmla="*/ 0 w 502574"/>
              <a:gd name="connsiteY170" fmla="*/ 1578532 h 5631811"/>
              <a:gd name="connsiteX171" fmla="*/ 0 w 502574"/>
              <a:gd name="connsiteY171" fmla="*/ 1614144 h 5631811"/>
              <a:gd name="connsiteX172" fmla="*/ 0 w 502574"/>
              <a:gd name="connsiteY172" fmla="*/ 1709560 h 5631811"/>
              <a:gd name="connsiteX173" fmla="*/ 0 w 502574"/>
              <a:gd name="connsiteY173" fmla="*/ 1731960 h 5631811"/>
              <a:gd name="connsiteX174" fmla="*/ 0 w 502574"/>
              <a:gd name="connsiteY174" fmla="*/ 1745172 h 5631811"/>
              <a:gd name="connsiteX175" fmla="*/ 0 w 502574"/>
              <a:gd name="connsiteY175" fmla="*/ 1767574 h 5631811"/>
              <a:gd name="connsiteX176" fmla="*/ 0 w 502574"/>
              <a:gd name="connsiteY176" fmla="*/ 1803162 h 5631811"/>
              <a:gd name="connsiteX177" fmla="*/ 0 w 502574"/>
              <a:gd name="connsiteY177" fmla="*/ 1825562 h 5631811"/>
              <a:gd name="connsiteX178" fmla="*/ 0 w 502574"/>
              <a:gd name="connsiteY178" fmla="*/ 1838774 h 5631811"/>
              <a:gd name="connsiteX179" fmla="*/ 0 w 502574"/>
              <a:gd name="connsiteY179" fmla="*/ 1861174 h 5631811"/>
              <a:gd name="connsiteX180" fmla="*/ 0 w 502574"/>
              <a:gd name="connsiteY180" fmla="*/ 2128882 h 5631811"/>
              <a:gd name="connsiteX181" fmla="*/ 0 w 502574"/>
              <a:gd name="connsiteY181" fmla="*/ 2151282 h 5631811"/>
              <a:gd name="connsiteX182" fmla="*/ 0 w 502574"/>
              <a:gd name="connsiteY182" fmla="*/ 2164494 h 5631811"/>
              <a:gd name="connsiteX183" fmla="*/ 0 w 502574"/>
              <a:gd name="connsiteY183" fmla="*/ 2186894 h 5631811"/>
              <a:gd name="connsiteX184" fmla="*/ 0 w 502574"/>
              <a:gd name="connsiteY184" fmla="*/ 2222484 h 5631811"/>
              <a:gd name="connsiteX185" fmla="*/ 0 w 502574"/>
              <a:gd name="connsiteY185" fmla="*/ 2244882 h 5631811"/>
              <a:gd name="connsiteX186" fmla="*/ 0 w 502574"/>
              <a:gd name="connsiteY186" fmla="*/ 2258096 h 5631811"/>
              <a:gd name="connsiteX187" fmla="*/ 0 w 502574"/>
              <a:gd name="connsiteY187" fmla="*/ 2280496 h 5631811"/>
              <a:gd name="connsiteX188" fmla="*/ 0 w 502574"/>
              <a:gd name="connsiteY188" fmla="*/ 2536986 h 5631811"/>
              <a:gd name="connsiteX189" fmla="*/ 0 w 502574"/>
              <a:gd name="connsiteY189" fmla="*/ 2547092 h 5631811"/>
              <a:gd name="connsiteX190" fmla="*/ 1 w 502574"/>
              <a:gd name="connsiteY190" fmla="*/ 2547092 h 5631811"/>
              <a:gd name="connsiteX191" fmla="*/ 1 w 502574"/>
              <a:gd name="connsiteY191" fmla="*/ 2560664 h 5631811"/>
              <a:gd name="connsiteX192" fmla="*/ 1 w 502574"/>
              <a:gd name="connsiteY192" fmla="*/ 2708436 h 5631811"/>
              <a:gd name="connsiteX193" fmla="*/ 1 w 502574"/>
              <a:gd name="connsiteY193" fmla="*/ 2718542 h 5631811"/>
              <a:gd name="connsiteX194" fmla="*/ 1 w 502574"/>
              <a:gd name="connsiteY194" fmla="*/ 2884562 h 5631811"/>
              <a:gd name="connsiteX195" fmla="*/ 1 w 502574"/>
              <a:gd name="connsiteY195" fmla="*/ 2906962 h 5631811"/>
              <a:gd name="connsiteX196" fmla="*/ 1 w 502574"/>
              <a:gd name="connsiteY196" fmla="*/ 2920174 h 5631811"/>
              <a:gd name="connsiteX197" fmla="*/ 1 w 502574"/>
              <a:gd name="connsiteY197" fmla="*/ 2942574 h 5631811"/>
              <a:gd name="connsiteX198" fmla="*/ 1 w 502574"/>
              <a:gd name="connsiteY198" fmla="*/ 2978162 h 5631811"/>
              <a:gd name="connsiteX199" fmla="*/ 1 w 502574"/>
              <a:gd name="connsiteY199" fmla="*/ 3000562 h 5631811"/>
              <a:gd name="connsiteX200" fmla="*/ 1 w 502574"/>
              <a:gd name="connsiteY200" fmla="*/ 3013776 h 5631811"/>
              <a:gd name="connsiteX201" fmla="*/ 1 w 502574"/>
              <a:gd name="connsiteY201" fmla="*/ 3036174 h 5631811"/>
              <a:gd name="connsiteX202" fmla="*/ 1 w 502574"/>
              <a:gd name="connsiteY202" fmla="*/ 3303883 h 5631811"/>
              <a:gd name="connsiteX203" fmla="*/ 1 w 502574"/>
              <a:gd name="connsiteY203" fmla="*/ 3326282 h 5631811"/>
              <a:gd name="connsiteX204" fmla="*/ 1 w 502574"/>
              <a:gd name="connsiteY204" fmla="*/ 3339495 h 5631811"/>
              <a:gd name="connsiteX205" fmla="*/ 1 w 502574"/>
              <a:gd name="connsiteY205" fmla="*/ 3361896 h 5631811"/>
              <a:gd name="connsiteX206" fmla="*/ 1 w 502574"/>
              <a:gd name="connsiteY206" fmla="*/ 3397484 h 5631811"/>
              <a:gd name="connsiteX207" fmla="*/ 1 w 502574"/>
              <a:gd name="connsiteY207" fmla="*/ 3419885 h 5631811"/>
              <a:gd name="connsiteX208" fmla="*/ 1 w 502574"/>
              <a:gd name="connsiteY208" fmla="*/ 3433096 h 5631811"/>
              <a:gd name="connsiteX209" fmla="*/ 1 w 502574"/>
              <a:gd name="connsiteY209" fmla="*/ 3455496 h 5631811"/>
              <a:gd name="connsiteX210" fmla="*/ 1 w 502574"/>
              <a:gd name="connsiteY210" fmla="*/ 3550913 h 5631811"/>
              <a:gd name="connsiteX211" fmla="*/ 1 w 502574"/>
              <a:gd name="connsiteY211" fmla="*/ 3586524 h 5631811"/>
              <a:gd name="connsiteX212" fmla="*/ 1 w 502574"/>
              <a:gd name="connsiteY212" fmla="*/ 3622115 h 5631811"/>
              <a:gd name="connsiteX213" fmla="*/ 1 w 502574"/>
              <a:gd name="connsiteY213" fmla="*/ 3644514 h 5631811"/>
              <a:gd name="connsiteX214" fmla="*/ 1 w 502574"/>
              <a:gd name="connsiteY214" fmla="*/ 3657727 h 5631811"/>
              <a:gd name="connsiteX215" fmla="*/ 1 w 502574"/>
              <a:gd name="connsiteY215" fmla="*/ 3680127 h 5631811"/>
              <a:gd name="connsiteX216" fmla="*/ 1 w 502574"/>
              <a:gd name="connsiteY216" fmla="*/ 3779396 h 5631811"/>
              <a:gd name="connsiteX217" fmla="*/ 1 w 502574"/>
              <a:gd name="connsiteY217" fmla="*/ 3801797 h 5631811"/>
              <a:gd name="connsiteX218" fmla="*/ 1 w 502574"/>
              <a:gd name="connsiteY218" fmla="*/ 3815009 h 5631811"/>
              <a:gd name="connsiteX219" fmla="*/ 1 w 502574"/>
              <a:gd name="connsiteY219" fmla="*/ 3837408 h 5631811"/>
              <a:gd name="connsiteX220" fmla="*/ 1 w 502574"/>
              <a:gd name="connsiteY220" fmla="*/ 3853848 h 5631811"/>
              <a:gd name="connsiteX221" fmla="*/ 1 w 502574"/>
              <a:gd name="connsiteY221" fmla="*/ 3872998 h 5631811"/>
              <a:gd name="connsiteX222" fmla="*/ 1 w 502574"/>
              <a:gd name="connsiteY222" fmla="*/ 3889459 h 5631811"/>
              <a:gd name="connsiteX223" fmla="*/ 1 w 502574"/>
              <a:gd name="connsiteY223" fmla="*/ 3908611 h 5631811"/>
              <a:gd name="connsiteX224" fmla="*/ 1 w 502574"/>
              <a:gd name="connsiteY224" fmla="*/ 3925051 h 5631811"/>
              <a:gd name="connsiteX225" fmla="*/ 1 w 502574"/>
              <a:gd name="connsiteY225" fmla="*/ 3947449 h 5631811"/>
              <a:gd name="connsiteX226" fmla="*/ 1 w 502574"/>
              <a:gd name="connsiteY226" fmla="*/ 3960662 h 5631811"/>
              <a:gd name="connsiteX227" fmla="*/ 1 w 502574"/>
              <a:gd name="connsiteY227" fmla="*/ 3983063 h 5631811"/>
              <a:gd name="connsiteX228" fmla="*/ 1 w 502574"/>
              <a:gd name="connsiteY228" fmla="*/ 4004025 h 5631811"/>
              <a:gd name="connsiteX229" fmla="*/ 1 w 502574"/>
              <a:gd name="connsiteY229" fmla="*/ 4026426 h 5631811"/>
              <a:gd name="connsiteX230" fmla="*/ 1 w 502574"/>
              <a:gd name="connsiteY230" fmla="*/ 4039638 h 5631811"/>
              <a:gd name="connsiteX231" fmla="*/ 1 w 502574"/>
              <a:gd name="connsiteY231" fmla="*/ 4062039 h 5631811"/>
              <a:gd name="connsiteX232" fmla="*/ 1 w 502574"/>
              <a:gd name="connsiteY232" fmla="*/ 4097628 h 5631811"/>
              <a:gd name="connsiteX233" fmla="*/ 1 w 502574"/>
              <a:gd name="connsiteY233" fmla="*/ 4120029 h 5631811"/>
              <a:gd name="connsiteX234" fmla="*/ 1 w 502574"/>
              <a:gd name="connsiteY234" fmla="*/ 4133240 h 5631811"/>
              <a:gd name="connsiteX235" fmla="*/ 1 w 502574"/>
              <a:gd name="connsiteY235" fmla="*/ 4155640 h 5631811"/>
              <a:gd name="connsiteX236" fmla="*/ 1 w 502574"/>
              <a:gd name="connsiteY236" fmla="*/ 4306961 h 5631811"/>
              <a:gd name="connsiteX237" fmla="*/ 1 w 502574"/>
              <a:gd name="connsiteY237" fmla="*/ 4329362 h 5631811"/>
              <a:gd name="connsiteX238" fmla="*/ 1 w 502574"/>
              <a:gd name="connsiteY238" fmla="*/ 4342573 h 5631811"/>
              <a:gd name="connsiteX239" fmla="*/ 1 w 502574"/>
              <a:gd name="connsiteY239" fmla="*/ 4364973 h 5631811"/>
              <a:gd name="connsiteX240" fmla="*/ 1 w 502574"/>
              <a:gd name="connsiteY240" fmla="*/ 4400561 h 5631811"/>
              <a:gd name="connsiteX241" fmla="*/ 1 w 502574"/>
              <a:gd name="connsiteY241" fmla="*/ 4422962 h 5631811"/>
              <a:gd name="connsiteX242" fmla="*/ 1 w 502574"/>
              <a:gd name="connsiteY242" fmla="*/ 4423349 h 5631811"/>
              <a:gd name="connsiteX243" fmla="*/ 1 w 502574"/>
              <a:gd name="connsiteY243" fmla="*/ 4436175 h 5631811"/>
              <a:gd name="connsiteX244" fmla="*/ 1 w 502574"/>
              <a:gd name="connsiteY244" fmla="*/ 4445748 h 5631811"/>
              <a:gd name="connsiteX245" fmla="*/ 1 w 502574"/>
              <a:gd name="connsiteY245" fmla="*/ 4458573 h 5631811"/>
              <a:gd name="connsiteX246" fmla="*/ 1 w 502574"/>
              <a:gd name="connsiteY246" fmla="*/ 4458962 h 5631811"/>
              <a:gd name="connsiteX247" fmla="*/ 1 w 502574"/>
              <a:gd name="connsiteY247" fmla="*/ 4481361 h 5631811"/>
              <a:gd name="connsiteX248" fmla="*/ 1 w 502574"/>
              <a:gd name="connsiteY248" fmla="*/ 4516950 h 5631811"/>
              <a:gd name="connsiteX249" fmla="*/ 1 w 502574"/>
              <a:gd name="connsiteY249" fmla="*/ 4539349 h 5631811"/>
              <a:gd name="connsiteX250" fmla="*/ 1 w 502574"/>
              <a:gd name="connsiteY250" fmla="*/ 4552563 h 5631811"/>
              <a:gd name="connsiteX251" fmla="*/ 1 w 502574"/>
              <a:gd name="connsiteY251" fmla="*/ 4574962 h 5631811"/>
              <a:gd name="connsiteX252" fmla="*/ 1 w 502574"/>
              <a:gd name="connsiteY252" fmla="*/ 4726284 h 5631811"/>
              <a:gd name="connsiteX253" fmla="*/ 1 w 502574"/>
              <a:gd name="connsiteY253" fmla="*/ 4748682 h 5631811"/>
              <a:gd name="connsiteX254" fmla="*/ 1 w 502574"/>
              <a:gd name="connsiteY254" fmla="*/ 4761895 h 5631811"/>
              <a:gd name="connsiteX255" fmla="*/ 1 w 502574"/>
              <a:gd name="connsiteY255" fmla="*/ 4784296 h 5631811"/>
              <a:gd name="connsiteX256" fmla="*/ 1 w 502574"/>
              <a:gd name="connsiteY256" fmla="*/ 4819885 h 5631811"/>
              <a:gd name="connsiteX257" fmla="*/ 1 w 502574"/>
              <a:gd name="connsiteY257" fmla="*/ 4831453 h 5631811"/>
              <a:gd name="connsiteX258" fmla="*/ 1 w 502574"/>
              <a:gd name="connsiteY258" fmla="*/ 4841558 h 5631811"/>
              <a:gd name="connsiteX259" fmla="*/ 1 w 502574"/>
              <a:gd name="connsiteY259" fmla="*/ 4842285 h 5631811"/>
              <a:gd name="connsiteX260" fmla="*/ 1 w 502574"/>
              <a:gd name="connsiteY260" fmla="*/ 4855496 h 5631811"/>
              <a:gd name="connsiteX261" fmla="*/ 1 w 502574"/>
              <a:gd name="connsiteY261" fmla="*/ 4877897 h 5631811"/>
              <a:gd name="connsiteX262" fmla="*/ 1 w 502574"/>
              <a:gd name="connsiteY262" fmla="*/ 4973313 h 5631811"/>
              <a:gd name="connsiteX263" fmla="*/ 1 w 502574"/>
              <a:gd name="connsiteY263" fmla="*/ 5008924 h 5631811"/>
              <a:gd name="connsiteX264" fmla="*/ 1 w 502574"/>
              <a:gd name="connsiteY264" fmla="*/ 5044516 h 5631811"/>
              <a:gd name="connsiteX265" fmla="*/ 1 w 502574"/>
              <a:gd name="connsiteY265" fmla="*/ 5066914 h 5631811"/>
              <a:gd name="connsiteX266" fmla="*/ 1 w 502574"/>
              <a:gd name="connsiteY266" fmla="*/ 5080127 h 5631811"/>
              <a:gd name="connsiteX267" fmla="*/ 1 w 502574"/>
              <a:gd name="connsiteY267" fmla="*/ 5102528 h 5631811"/>
              <a:gd name="connsiteX268" fmla="*/ 1 w 502574"/>
              <a:gd name="connsiteY268" fmla="*/ 5201796 h 5631811"/>
              <a:gd name="connsiteX269" fmla="*/ 1 w 502574"/>
              <a:gd name="connsiteY269" fmla="*/ 5224197 h 5631811"/>
              <a:gd name="connsiteX270" fmla="*/ 1 w 502574"/>
              <a:gd name="connsiteY270" fmla="*/ 5237409 h 5631811"/>
              <a:gd name="connsiteX271" fmla="*/ 1 w 502574"/>
              <a:gd name="connsiteY271" fmla="*/ 5259808 h 5631811"/>
              <a:gd name="connsiteX272" fmla="*/ 1 w 502574"/>
              <a:gd name="connsiteY272" fmla="*/ 5295398 h 5631811"/>
              <a:gd name="connsiteX273" fmla="*/ 1 w 502574"/>
              <a:gd name="connsiteY273" fmla="*/ 5331011 h 5631811"/>
              <a:gd name="connsiteX274" fmla="*/ 1 w 502574"/>
              <a:gd name="connsiteY274" fmla="*/ 5426426 h 5631811"/>
              <a:gd name="connsiteX275" fmla="*/ 1 w 502574"/>
              <a:gd name="connsiteY275" fmla="*/ 5448826 h 5631811"/>
              <a:gd name="connsiteX276" fmla="*/ 1 w 502574"/>
              <a:gd name="connsiteY276" fmla="*/ 5460361 h 5631811"/>
              <a:gd name="connsiteX277" fmla="*/ 2 w 502574"/>
              <a:gd name="connsiteY277" fmla="*/ 5460361 h 5631811"/>
              <a:gd name="connsiteX278" fmla="*/ 2 w 502574"/>
              <a:gd name="connsiteY278" fmla="*/ 5466848 h 5631811"/>
              <a:gd name="connsiteX279" fmla="*/ 2 w 502574"/>
              <a:gd name="connsiteY279" fmla="*/ 5502461 h 5631811"/>
              <a:gd name="connsiteX280" fmla="*/ 2 w 502574"/>
              <a:gd name="connsiteY280" fmla="*/ 5597876 h 5631811"/>
              <a:gd name="connsiteX281" fmla="*/ 2 w 502574"/>
              <a:gd name="connsiteY281" fmla="*/ 5620276 h 5631811"/>
              <a:gd name="connsiteX282" fmla="*/ 2 w 502574"/>
              <a:gd name="connsiteY282" fmla="*/ 5631811 h 563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Lst>
            <a:rect l="l" t="t" r="r" b="b"/>
            <a:pathLst>
              <a:path w="502574" h="5631811">
                <a:moveTo>
                  <a:pt x="502574" y="5494829"/>
                </a:moveTo>
                <a:lnTo>
                  <a:pt x="502574" y="5483294"/>
                </a:lnTo>
                <a:lnTo>
                  <a:pt x="502574" y="5466848"/>
                </a:lnTo>
                <a:lnTo>
                  <a:pt x="502574" y="5460894"/>
                </a:lnTo>
                <a:lnTo>
                  <a:pt x="502574" y="5431258"/>
                </a:lnTo>
                <a:lnTo>
                  <a:pt x="502574" y="5408858"/>
                </a:lnTo>
                <a:lnTo>
                  <a:pt x="502574" y="5395647"/>
                </a:lnTo>
                <a:lnTo>
                  <a:pt x="502574" y="5373246"/>
                </a:lnTo>
                <a:lnTo>
                  <a:pt x="502573" y="5136994"/>
                </a:lnTo>
                <a:lnTo>
                  <a:pt x="502573" y="5114595"/>
                </a:lnTo>
                <a:lnTo>
                  <a:pt x="502573" y="5101383"/>
                </a:lnTo>
                <a:lnTo>
                  <a:pt x="502573" y="5078982"/>
                </a:lnTo>
                <a:lnTo>
                  <a:pt x="502573" y="5049347"/>
                </a:lnTo>
                <a:lnTo>
                  <a:pt x="502573" y="5043393"/>
                </a:lnTo>
                <a:lnTo>
                  <a:pt x="502573" y="5026946"/>
                </a:lnTo>
                <a:lnTo>
                  <a:pt x="502573" y="5013735"/>
                </a:lnTo>
                <a:lnTo>
                  <a:pt x="502573" y="5013008"/>
                </a:lnTo>
                <a:lnTo>
                  <a:pt x="502574" y="5013008"/>
                </a:lnTo>
                <a:lnTo>
                  <a:pt x="502574" y="4995135"/>
                </a:lnTo>
                <a:lnTo>
                  <a:pt x="502574" y="4972734"/>
                </a:lnTo>
                <a:lnTo>
                  <a:pt x="502574" y="4959522"/>
                </a:lnTo>
                <a:lnTo>
                  <a:pt x="502574" y="4937123"/>
                </a:lnTo>
                <a:lnTo>
                  <a:pt x="502574" y="4901533"/>
                </a:lnTo>
                <a:lnTo>
                  <a:pt x="502574" y="4865921"/>
                </a:lnTo>
                <a:lnTo>
                  <a:pt x="502574" y="4746412"/>
                </a:lnTo>
                <a:lnTo>
                  <a:pt x="502574" y="4724013"/>
                </a:lnTo>
                <a:lnTo>
                  <a:pt x="502574" y="4710799"/>
                </a:lnTo>
                <a:lnTo>
                  <a:pt x="502574" y="4688400"/>
                </a:lnTo>
                <a:lnTo>
                  <a:pt x="502574" y="4652811"/>
                </a:lnTo>
                <a:lnTo>
                  <a:pt x="502574" y="4630412"/>
                </a:lnTo>
                <a:lnTo>
                  <a:pt x="502574" y="4617198"/>
                </a:lnTo>
                <a:lnTo>
                  <a:pt x="502574" y="4594799"/>
                </a:lnTo>
                <a:lnTo>
                  <a:pt x="502574" y="4190108"/>
                </a:lnTo>
                <a:lnTo>
                  <a:pt x="502574" y="4167708"/>
                </a:lnTo>
                <a:lnTo>
                  <a:pt x="502574" y="4154496"/>
                </a:lnTo>
                <a:lnTo>
                  <a:pt x="502574" y="4132096"/>
                </a:lnTo>
                <a:lnTo>
                  <a:pt x="502574" y="4096506"/>
                </a:lnTo>
                <a:lnTo>
                  <a:pt x="502574" y="4080061"/>
                </a:lnTo>
                <a:lnTo>
                  <a:pt x="502574" y="4074105"/>
                </a:lnTo>
                <a:lnTo>
                  <a:pt x="502574" y="4060894"/>
                </a:lnTo>
                <a:lnTo>
                  <a:pt x="502574" y="4044448"/>
                </a:lnTo>
                <a:lnTo>
                  <a:pt x="502574" y="4038494"/>
                </a:lnTo>
                <a:lnTo>
                  <a:pt x="502574" y="4008858"/>
                </a:lnTo>
                <a:lnTo>
                  <a:pt x="502574" y="3986458"/>
                </a:lnTo>
                <a:lnTo>
                  <a:pt x="502574" y="3973247"/>
                </a:lnTo>
                <a:lnTo>
                  <a:pt x="502574" y="3950846"/>
                </a:lnTo>
                <a:lnTo>
                  <a:pt x="502573" y="3714593"/>
                </a:lnTo>
                <a:lnTo>
                  <a:pt x="502573" y="3692195"/>
                </a:lnTo>
                <a:lnTo>
                  <a:pt x="502573" y="3678982"/>
                </a:lnTo>
                <a:lnTo>
                  <a:pt x="502573" y="3656581"/>
                </a:lnTo>
                <a:lnTo>
                  <a:pt x="502573" y="3626946"/>
                </a:lnTo>
                <a:lnTo>
                  <a:pt x="502573" y="3620993"/>
                </a:lnTo>
                <a:lnTo>
                  <a:pt x="502573" y="3604546"/>
                </a:lnTo>
                <a:lnTo>
                  <a:pt x="502573" y="3591335"/>
                </a:lnTo>
                <a:lnTo>
                  <a:pt x="502573" y="3585382"/>
                </a:lnTo>
                <a:lnTo>
                  <a:pt x="502573" y="3568934"/>
                </a:lnTo>
                <a:lnTo>
                  <a:pt x="502573" y="3533346"/>
                </a:lnTo>
                <a:lnTo>
                  <a:pt x="502573" y="3510945"/>
                </a:lnTo>
                <a:lnTo>
                  <a:pt x="502573" y="3497732"/>
                </a:lnTo>
                <a:lnTo>
                  <a:pt x="502573" y="3475333"/>
                </a:lnTo>
                <a:lnTo>
                  <a:pt x="502573" y="3070642"/>
                </a:lnTo>
                <a:lnTo>
                  <a:pt x="502573" y="3048242"/>
                </a:lnTo>
                <a:lnTo>
                  <a:pt x="502573" y="3035032"/>
                </a:lnTo>
                <a:lnTo>
                  <a:pt x="502573" y="3012630"/>
                </a:lnTo>
                <a:lnTo>
                  <a:pt x="502573" y="2977042"/>
                </a:lnTo>
                <a:lnTo>
                  <a:pt x="502573" y="2954642"/>
                </a:lnTo>
                <a:lnTo>
                  <a:pt x="502573" y="2941428"/>
                </a:lnTo>
                <a:lnTo>
                  <a:pt x="502573" y="2919028"/>
                </a:lnTo>
                <a:lnTo>
                  <a:pt x="502573" y="2718542"/>
                </a:lnTo>
                <a:lnTo>
                  <a:pt x="502573" y="2700668"/>
                </a:lnTo>
                <a:lnTo>
                  <a:pt x="502573" y="2678268"/>
                </a:lnTo>
                <a:lnTo>
                  <a:pt x="502573" y="2665056"/>
                </a:lnTo>
                <a:lnTo>
                  <a:pt x="502573" y="2642656"/>
                </a:lnTo>
                <a:lnTo>
                  <a:pt x="502573" y="2607066"/>
                </a:lnTo>
                <a:lnTo>
                  <a:pt x="502573" y="2595130"/>
                </a:lnTo>
                <a:lnTo>
                  <a:pt x="502573" y="2572730"/>
                </a:lnTo>
                <a:lnTo>
                  <a:pt x="502573" y="2571454"/>
                </a:lnTo>
                <a:lnTo>
                  <a:pt x="502573" y="2559518"/>
                </a:lnTo>
                <a:lnTo>
                  <a:pt x="502573" y="2537118"/>
                </a:lnTo>
                <a:lnTo>
                  <a:pt x="502573" y="2501528"/>
                </a:lnTo>
                <a:lnTo>
                  <a:pt x="502573" y="2465918"/>
                </a:lnTo>
                <a:lnTo>
                  <a:pt x="502573" y="2451946"/>
                </a:lnTo>
                <a:lnTo>
                  <a:pt x="502573" y="2429546"/>
                </a:lnTo>
                <a:lnTo>
                  <a:pt x="502573" y="2416332"/>
                </a:lnTo>
                <a:lnTo>
                  <a:pt x="502573" y="2393934"/>
                </a:lnTo>
                <a:lnTo>
                  <a:pt x="502573" y="2358344"/>
                </a:lnTo>
                <a:lnTo>
                  <a:pt x="502573" y="2335944"/>
                </a:lnTo>
                <a:lnTo>
                  <a:pt x="502573" y="2322732"/>
                </a:lnTo>
                <a:lnTo>
                  <a:pt x="502573" y="2300332"/>
                </a:lnTo>
                <a:lnTo>
                  <a:pt x="502573" y="1895642"/>
                </a:lnTo>
                <a:lnTo>
                  <a:pt x="502573" y="1873242"/>
                </a:lnTo>
                <a:lnTo>
                  <a:pt x="502573" y="1860030"/>
                </a:lnTo>
                <a:lnTo>
                  <a:pt x="502573" y="1837630"/>
                </a:lnTo>
                <a:lnTo>
                  <a:pt x="502573" y="1802040"/>
                </a:lnTo>
                <a:lnTo>
                  <a:pt x="502573" y="1785594"/>
                </a:lnTo>
                <a:lnTo>
                  <a:pt x="502573" y="1779640"/>
                </a:lnTo>
                <a:lnTo>
                  <a:pt x="502573" y="1766428"/>
                </a:lnTo>
                <a:lnTo>
                  <a:pt x="502573" y="1749982"/>
                </a:lnTo>
                <a:lnTo>
                  <a:pt x="502573" y="1744028"/>
                </a:lnTo>
                <a:lnTo>
                  <a:pt x="502573" y="1714392"/>
                </a:lnTo>
                <a:lnTo>
                  <a:pt x="502573" y="1691992"/>
                </a:lnTo>
                <a:lnTo>
                  <a:pt x="502573" y="1678782"/>
                </a:lnTo>
                <a:lnTo>
                  <a:pt x="502573" y="1656380"/>
                </a:lnTo>
                <a:lnTo>
                  <a:pt x="502572" y="1420128"/>
                </a:lnTo>
                <a:lnTo>
                  <a:pt x="502572" y="1397730"/>
                </a:lnTo>
                <a:lnTo>
                  <a:pt x="502572" y="1384516"/>
                </a:lnTo>
                <a:lnTo>
                  <a:pt x="502572" y="1362116"/>
                </a:lnTo>
                <a:lnTo>
                  <a:pt x="502572" y="1332480"/>
                </a:lnTo>
                <a:lnTo>
                  <a:pt x="502572" y="1326526"/>
                </a:lnTo>
                <a:lnTo>
                  <a:pt x="502572" y="1310080"/>
                </a:lnTo>
                <a:lnTo>
                  <a:pt x="502572" y="1296870"/>
                </a:lnTo>
                <a:lnTo>
                  <a:pt x="502572" y="1290916"/>
                </a:lnTo>
                <a:lnTo>
                  <a:pt x="502572" y="1274468"/>
                </a:lnTo>
                <a:lnTo>
                  <a:pt x="502572" y="1238880"/>
                </a:lnTo>
                <a:lnTo>
                  <a:pt x="502572" y="1216478"/>
                </a:lnTo>
                <a:lnTo>
                  <a:pt x="502572" y="1203266"/>
                </a:lnTo>
                <a:lnTo>
                  <a:pt x="502572" y="1180868"/>
                </a:lnTo>
                <a:lnTo>
                  <a:pt x="502572" y="776176"/>
                </a:lnTo>
                <a:lnTo>
                  <a:pt x="502572" y="753774"/>
                </a:lnTo>
                <a:lnTo>
                  <a:pt x="502572" y="740564"/>
                </a:lnTo>
                <a:lnTo>
                  <a:pt x="502572" y="718164"/>
                </a:lnTo>
                <a:lnTo>
                  <a:pt x="502572" y="682576"/>
                </a:lnTo>
                <a:lnTo>
                  <a:pt x="502572" y="660176"/>
                </a:lnTo>
                <a:lnTo>
                  <a:pt x="502572" y="646962"/>
                </a:lnTo>
                <a:lnTo>
                  <a:pt x="502572" y="624560"/>
                </a:lnTo>
                <a:lnTo>
                  <a:pt x="502572" y="300662"/>
                </a:lnTo>
                <a:lnTo>
                  <a:pt x="502572" y="278264"/>
                </a:lnTo>
                <a:lnTo>
                  <a:pt x="502572" y="265052"/>
                </a:lnTo>
                <a:lnTo>
                  <a:pt x="502572" y="242650"/>
                </a:lnTo>
                <a:lnTo>
                  <a:pt x="502572" y="207062"/>
                </a:lnTo>
                <a:lnTo>
                  <a:pt x="502572" y="171450"/>
                </a:lnTo>
                <a:lnTo>
                  <a:pt x="502571" y="171450"/>
                </a:lnTo>
                <a:lnTo>
                  <a:pt x="502571" y="129212"/>
                </a:lnTo>
                <a:lnTo>
                  <a:pt x="502571" y="106814"/>
                </a:lnTo>
                <a:lnTo>
                  <a:pt x="502571" y="93602"/>
                </a:lnTo>
                <a:lnTo>
                  <a:pt x="502571" y="71200"/>
                </a:lnTo>
                <a:lnTo>
                  <a:pt x="502571" y="35612"/>
                </a:lnTo>
                <a:lnTo>
                  <a:pt x="502571" y="0"/>
                </a:lnTo>
                <a:lnTo>
                  <a:pt x="0" y="136982"/>
                </a:lnTo>
                <a:lnTo>
                  <a:pt x="0" y="172594"/>
                </a:lnTo>
                <a:lnTo>
                  <a:pt x="0" y="208184"/>
                </a:lnTo>
                <a:lnTo>
                  <a:pt x="0" y="230582"/>
                </a:lnTo>
                <a:lnTo>
                  <a:pt x="0" y="243796"/>
                </a:lnTo>
                <a:lnTo>
                  <a:pt x="0" y="266196"/>
                </a:lnTo>
                <a:lnTo>
                  <a:pt x="0" y="590096"/>
                </a:lnTo>
                <a:lnTo>
                  <a:pt x="0" y="612496"/>
                </a:lnTo>
                <a:lnTo>
                  <a:pt x="0" y="625706"/>
                </a:lnTo>
                <a:lnTo>
                  <a:pt x="0" y="648106"/>
                </a:lnTo>
                <a:lnTo>
                  <a:pt x="0" y="683696"/>
                </a:lnTo>
                <a:lnTo>
                  <a:pt x="0" y="706096"/>
                </a:lnTo>
                <a:lnTo>
                  <a:pt x="0" y="719308"/>
                </a:lnTo>
                <a:lnTo>
                  <a:pt x="0" y="741708"/>
                </a:lnTo>
                <a:lnTo>
                  <a:pt x="0" y="1009418"/>
                </a:lnTo>
                <a:lnTo>
                  <a:pt x="0" y="1031816"/>
                </a:lnTo>
                <a:lnTo>
                  <a:pt x="0" y="1045028"/>
                </a:lnTo>
                <a:lnTo>
                  <a:pt x="0" y="1067430"/>
                </a:lnTo>
                <a:lnTo>
                  <a:pt x="0" y="1103018"/>
                </a:lnTo>
                <a:lnTo>
                  <a:pt x="0" y="1125420"/>
                </a:lnTo>
                <a:lnTo>
                  <a:pt x="0" y="1138630"/>
                </a:lnTo>
                <a:lnTo>
                  <a:pt x="0" y="1161030"/>
                </a:lnTo>
                <a:lnTo>
                  <a:pt x="0" y="1256448"/>
                </a:lnTo>
                <a:lnTo>
                  <a:pt x="0" y="1292058"/>
                </a:lnTo>
                <a:lnTo>
                  <a:pt x="0" y="1327650"/>
                </a:lnTo>
                <a:lnTo>
                  <a:pt x="0" y="1350048"/>
                </a:lnTo>
                <a:lnTo>
                  <a:pt x="0" y="1363260"/>
                </a:lnTo>
                <a:lnTo>
                  <a:pt x="0" y="1385662"/>
                </a:lnTo>
                <a:lnTo>
                  <a:pt x="0" y="1484930"/>
                </a:lnTo>
                <a:lnTo>
                  <a:pt x="0" y="1507332"/>
                </a:lnTo>
                <a:lnTo>
                  <a:pt x="0" y="1520542"/>
                </a:lnTo>
                <a:lnTo>
                  <a:pt x="0" y="1542942"/>
                </a:lnTo>
                <a:lnTo>
                  <a:pt x="0" y="1578532"/>
                </a:lnTo>
                <a:lnTo>
                  <a:pt x="0" y="1614144"/>
                </a:lnTo>
                <a:lnTo>
                  <a:pt x="0" y="1709560"/>
                </a:lnTo>
                <a:lnTo>
                  <a:pt x="0" y="1731960"/>
                </a:lnTo>
                <a:lnTo>
                  <a:pt x="0" y="1745172"/>
                </a:lnTo>
                <a:lnTo>
                  <a:pt x="0" y="1767574"/>
                </a:lnTo>
                <a:lnTo>
                  <a:pt x="0" y="1803162"/>
                </a:lnTo>
                <a:lnTo>
                  <a:pt x="0" y="1825562"/>
                </a:lnTo>
                <a:lnTo>
                  <a:pt x="0" y="1838774"/>
                </a:lnTo>
                <a:lnTo>
                  <a:pt x="0" y="1861174"/>
                </a:lnTo>
                <a:lnTo>
                  <a:pt x="0" y="2128882"/>
                </a:lnTo>
                <a:lnTo>
                  <a:pt x="0" y="2151282"/>
                </a:lnTo>
                <a:lnTo>
                  <a:pt x="0" y="2164494"/>
                </a:lnTo>
                <a:lnTo>
                  <a:pt x="0" y="2186894"/>
                </a:lnTo>
                <a:lnTo>
                  <a:pt x="0" y="2222484"/>
                </a:lnTo>
                <a:lnTo>
                  <a:pt x="0" y="2244882"/>
                </a:lnTo>
                <a:lnTo>
                  <a:pt x="0" y="2258096"/>
                </a:lnTo>
                <a:lnTo>
                  <a:pt x="0" y="2280496"/>
                </a:lnTo>
                <a:lnTo>
                  <a:pt x="0" y="2536986"/>
                </a:lnTo>
                <a:lnTo>
                  <a:pt x="0" y="2547092"/>
                </a:lnTo>
                <a:lnTo>
                  <a:pt x="1" y="2547092"/>
                </a:lnTo>
                <a:lnTo>
                  <a:pt x="1" y="2560664"/>
                </a:lnTo>
                <a:lnTo>
                  <a:pt x="1" y="2708436"/>
                </a:lnTo>
                <a:lnTo>
                  <a:pt x="1" y="2718542"/>
                </a:lnTo>
                <a:lnTo>
                  <a:pt x="1" y="2884562"/>
                </a:lnTo>
                <a:lnTo>
                  <a:pt x="1" y="2906962"/>
                </a:lnTo>
                <a:lnTo>
                  <a:pt x="1" y="2920174"/>
                </a:lnTo>
                <a:lnTo>
                  <a:pt x="1" y="2942574"/>
                </a:lnTo>
                <a:lnTo>
                  <a:pt x="1" y="2978162"/>
                </a:lnTo>
                <a:lnTo>
                  <a:pt x="1" y="3000562"/>
                </a:lnTo>
                <a:lnTo>
                  <a:pt x="1" y="3013776"/>
                </a:lnTo>
                <a:lnTo>
                  <a:pt x="1" y="3036174"/>
                </a:lnTo>
                <a:lnTo>
                  <a:pt x="1" y="3303883"/>
                </a:lnTo>
                <a:lnTo>
                  <a:pt x="1" y="3326282"/>
                </a:lnTo>
                <a:lnTo>
                  <a:pt x="1" y="3339495"/>
                </a:lnTo>
                <a:lnTo>
                  <a:pt x="1" y="3361896"/>
                </a:lnTo>
                <a:lnTo>
                  <a:pt x="1" y="3397484"/>
                </a:lnTo>
                <a:lnTo>
                  <a:pt x="1" y="3419885"/>
                </a:lnTo>
                <a:lnTo>
                  <a:pt x="1" y="3433096"/>
                </a:lnTo>
                <a:lnTo>
                  <a:pt x="1" y="3455496"/>
                </a:lnTo>
                <a:lnTo>
                  <a:pt x="1" y="3550913"/>
                </a:lnTo>
                <a:lnTo>
                  <a:pt x="1" y="3586524"/>
                </a:lnTo>
                <a:lnTo>
                  <a:pt x="1" y="3622115"/>
                </a:lnTo>
                <a:lnTo>
                  <a:pt x="1" y="3644514"/>
                </a:lnTo>
                <a:lnTo>
                  <a:pt x="1" y="3657727"/>
                </a:lnTo>
                <a:lnTo>
                  <a:pt x="1" y="3680127"/>
                </a:lnTo>
                <a:lnTo>
                  <a:pt x="1" y="3779396"/>
                </a:lnTo>
                <a:lnTo>
                  <a:pt x="1" y="3801797"/>
                </a:lnTo>
                <a:lnTo>
                  <a:pt x="1" y="3815009"/>
                </a:lnTo>
                <a:lnTo>
                  <a:pt x="1" y="3837408"/>
                </a:lnTo>
                <a:lnTo>
                  <a:pt x="1" y="3853848"/>
                </a:lnTo>
                <a:lnTo>
                  <a:pt x="1" y="3872998"/>
                </a:lnTo>
                <a:lnTo>
                  <a:pt x="1" y="3889459"/>
                </a:lnTo>
                <a:lnTo>
                  <a:pt x="1" y="3908611"/>
                </a:lnTo>
                <a:lnTo>
                  <a:pt x="1" y="3925051"/>
                </a:lnTo>
                <a:lnTo>
                  <a:pt x="1" y="3947449"/>
                </a:lnTo>
                <a:lnTo>
                  <a:pt x="1" y="3960662"/>
                </a:lnTo>
                <a:lnTo>
                  <a:pt x="1" y="3983063"/>
                </a:lnTo>
                <a:lnTo>
                  <a:pt x="1" y="4004025"/>
                </a:lnTo>
                <a:lnTo>
                  <a:pt x="1" y="4026426"/>
                </a:lnTo>
                <a:lnTo>
                  <a:pt x="1" y="4039638"/>
                </a:lnTo>
                <a:lnTo>
                  <a:pt x="1" y="4062039"/>
                </a:lnTo>
                <a:lnTo>
                  <a:pt x="1" y="4097628"/>
                </a:lnTo>
                <a:lnTo>
                  <a:pt x="1" y="4120029"/>
                </a:lnTo>
                <a:lnTo>
                  <a:pt x="1" y="4133240"/>
                </a:lnTo>
                <a:lnTo>
                  <a:pt x="1" y="4155640"/>
                </a:lnTo>
                <a:lnTo>
                  <a:pt x="1" y="4306961"/>
                </a:lnTo>
                <a:lnTo>
                  <a:pt x="1" y="4329362"/>
                </a:lnTo>
                <a:lnTo>
                  <a:pt x="1" y="4342573"/>
                </a:lnTo>
                <a:lnTo>
                  <a:pt x="1" y="4364973"/>
                </a:lnTo>
                <a:lnTo>
                  <a:pt x="1" y="4400561"/>
                </a:lnTo>
                <a:lnTo>
                  <a:pt x="1" y="4422962"/>
                </a:lnTo>
                <a:lnTo>
                  <a:pt x="1" y="4423349"/>
                </a:lnTo>
                <a:lnTo>
                  <a:pt x="1" y="4436175"/>
                </a:lnTo>
                <a:lnTo>
                  <a:pt x="1" y="4445748"/>
                </a:lnTo>
                <a:lnTo>
                  <a:pt x="1" y="4458573"/>
                </a:lnTo>
                <a:lnTo>
                  <a:pt x="1" y="4458962"/>
                </a:lnTo>
                <a:lnTo>
                  <a:pt x="1" y="4481361"/>
                </a:lnTo>
                <a:lnTo>
                  <a:pt x="1" y="4516950"/>
                </a:lnTo>
                <a:lnTo>
                  <a:pt x="1" y="4539349"/>
                </a:lnTo>
                <a:lnTo>
                  <a:pt x="1" y="4552563"/>
                </a:lnTo>
                <a:lnTo>
                  <a:pt x="1" y="4574962"/>
                </a:lnTo>
                <a:lnTo>
                  <a:pt x="1" y="4726284"/>
                </a:lnTo>
                <a:lnTo>
                  <a:pt x="1" y="4748682"/>
                </a:lnTo>
                <a:lnTo>
                  <a:pt x="1" y="4761895"/>
                </a:lnTo>
                <a:lnTo>
                  <a:pt x="1" y="4784296"/>
                </a:lnTo>
                <a:lnTo>
                  <a:pt x="1" y="4819885"/>
                </a:lnTo>
                <a:lnTo>
                  <a:pt x="1" y="4831453"/>
                </a:lnTo>
                <a:lnTo>
                  <a:pt x="1" y="4841558"/>
                </a:lnTo>
                <a:lnTo>
                  <a:pt x="1" y="4842285"/>
                </a:lnTo>
                <a:lnTo>
                  <a:pt x="1" y="4855496"/>
                </a:lnTo>
                <a:lnTo>
                  <a:pt x="1" y="4877897"/>
                </a:lnTo>
                <a:lnTo>
                  <a:pt x="1" y="4973313"/>
                </a:lnTo>
                <a:lnTo>
                  <a:pt x="1" y="5008924"/>
                </a:lnTo>
                <a:lnTo>
                  <a:pt x="1" y="5044516"/>
                </a:lnTo>
                <a:lnTo>
                  <a:pt x="1" y="5066914"/>
                </a:lnTo>
                <a:lnTo>
                  <a:pt x="1" y="5080127"/>
                </a:lnTo>
                <a:lnTo>
                  <a:pt x="1" y="5102528"/>
                </a:lnTo>
                <a:lnTo>
                  <a:pt x="1" y="5201796"/>
                </a:lnTo>
                <a:lnTo>
                  <a:pt x="1" y="5224197"/>
                </a:lnTo>
                <a:lnTo>
                  <a:pt x="1" y="5237409"/>
                </a:lnTo>
                <a:lnTo>
                  <a:pt x="1" y="5259808"/>
                </a:lnTo>
                <a:lnTo>
                  <a:pt x="1" y="5295398"/>
                </a:lnTo>
                <a:lnTo>
                  <a:pt x="1" y="5331011"/>
                </a:lnTo>
                <a:lnTo>
                  <a:pt x="1" y="5426426"/>
                </a:lnTo>
                <a:lnTo>
                  <a:pt x="1" y="5448826"/>
                </a:lnTo>
                <a:lnTo>
                  <a:pt x="1" y="5460361"/>
                </a:lnTo>
                <a:lnTo>
                  <a:pt x="2" y="5460361"/>
                </a:lnTo>
                <a:lnTo>
                  <a:pt x="2" y="5466848"/>
                </a:lnTo>
                <a:lnTo>
                  <a:pt x="2" y="5502461"/>
                </a:lnTo>
                <a:lnTo>
                  <a:pt x="2" y="5597876"/>
                </a:lnTo>
                <a:lnTo>
                  <a:pt x="2" y="5620276"/>
                </a:lnTo>
                <a:lnTo>
                  <a:pt x="2" y="563181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54" name="Rectangle 37">
            <a:extLst>
              <a:ext uri="{FF2B5EF4-FFF2-40B4-BE49-F238E27FC236}">
                <a16:creationId xmlns:a16="http://schemas.microsoft.com/office/drawing/2014/main" id="{82E23D31-5DC6-D2F8-FED5-281E90B3DEAA}"/>
              </a:ext>
            </a:extLst>
          </p:cNvPr>
          <p:cNvSpPr>
            <a:spLocks noChangeArrowheads="1"/>
          </p:cNvSpPr>
          <p:nvPr/>
        </p:nvSpPr>
        <p:spPr bwMode="auto">
          <a:xfrm>
            <a:off x="6240016" y="5119221"/>
            <a:ext cx="4389092" cy="298450"/>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4F062A"/>
                </a:solidFill>
              </a:rPr>
              <a:t>Aspectos metodológicos</a:t>
            </a:r>
          </a:p>
        </p:txBody>
      </p:sp>
      <p:sp>
        <p:nvSpPr>
          <p:cNvPr id="55" name="Rectangle 40">
            <a:extLst>
              <a:ext uri="{FF2B5EF4-FFF2-40B4-BE49-F238E27FC236}">
                <a16:creationId xmlns:a16="http://schemas.microsoft.com/office/drawing/2014/main" id="{99210AEA-E30A-CAD1-76BC-7C0862792E39}"/>
              </a:ext>
            </a:extLst>
          </p:cNvPr>
          <p:cNvSpPr>
            <a:spLocks noChangeArrowheads="1"/>
          </p:cNvSpPr>
          <p:nvPr/>
        </p:nvSpPr>
        <p:spPr bwMode="auto">
          <a:xfrm>
            <a:off x="6240017" y="5544084"/>
            <a:ext cx="5306106" cy="561388"/>
          </a:xfrm>
          <a:prstGeom prst="rect">
            <a:avLst/>
          </a:prstGeom>
          <a:noFill/>
          <a:ln w="12700">
            <a:noFill/>
            <a:miter lim="800000"/>
          </a:ln>
          <a:effectLst/>
        </p:spPr>
        <p:txBody>
          <a:bodyPr lIns="92075" tIns="108000" rIns="92075" bIns="46038"/>
          <a:lstStyle/>
          <a:p>
            <a:pPr marL="177800" indent="-177800">
              <a:spcBef>
                <a:spcPts val="200"/>
              </a:spcBef>
              <a:spcAft>
                <a:spcPts val="200"/>
              </a:spcAft>
              <a:buFont typeface="Wingdings" panose="05000000000000000000" pitchFamily="2" charset="2"/>
              <a:buChar char="§"/>
              <a:tabLst>
                <a:tab pos="5715000" algn="l"/>
              </a:tabLst>
              <a:defRPr b="0" i="0"/>
            </a:pPr>
            <a:r>
              <a:rPr lang="es-MX" sz="1100" b="1">
                <a:cs typeface="Times New Roman" pitchFamily="18" charset="0"/>
              </a:rPr>
              <a:t>Realización de sesiones de presentación de la misión y funcionamiento de la oficina </a:t>
            </a:r>
            <a:r>
              <a:rPr lang="es-MX" sz="1100">
                <a:cs typeface="Times New Roman" pitchFamily="18" charset="0"/>
              </a:rPr>
              <a:t>a los diferentes stakeholders</a:t>
            </a:r>
          </a:p>
        </p:txBody>
      </p:sp>
      <p:pic>
        <p:nvPicPr>
          <p:cNvPr id="56" name="Imagen 55">
            <a:extLst>
              <a:ext uri="{FF2B5EF4-FFF2-40B4-BE49-F238E27FC236}">
                <a16:creationId xmlns:a16="http://schemas.microsoft.com/office/drawing/2014/main" id="{8BAACA16-1F40-8C1C-83C7-9B766CBB3B58}"/>
              </a:ext>
            </a:extLst>
          </p:cNvPr>
          <p:cNvPicPr>
            <a:picLocks noChangeAspect="1"/>
          </p:cNvPicPr>
          <p:nvPr/>
        </p:nvPicPr>
        <p:blipFill>
          <a:blip r:embed="rId6">
            <a:lum bright="100000"/>
          </a:blip>
          <a:stretch>
            <a:fillRect/>
          </a:stretch>
        </p:blipFill>
        <p:spPr>
          <a:xfrm>
            <a:off x="1521500" y="1743534"/>
            <a:ext cx="488118" cy="472468"/>
          </a:xfrm>
          <a:prstGeom prst="rect">
            <a:avLst/>
          </a:prstGeom>
        </p:spPr>
      </p:pic>
      <p:pic>
        <p:nvPicPr>
          <p:cNvPr id="57" name="Imagen 56">
            <a:extLst>
              <a:ext uri="{FF2B5EF4-FFF2-40B4-BE49-F238E27FC236}">
                <a16:creationId xmlns:a16="http://schemas.microsoft.com/office/drawing/2014/main" id="{EB955369-58F7-6864-3B50-86E47291C4F1}"/>
              </a:ext>
            </a:extLst>
          </p:cNvPr>
          <p:cNvPicPr>
            <a:picLocks noChangeAspect="1"/>
          </p:cNvPicPr>
          <p:nvPr/>
        </p:nvPicPr>
        <p:blipFill>
          <a:blip r:embed="rId7"/>
          <a:stretch>
            <a:fillRect/>
          </a:stretch>
        </p:blipFill>
        <p:spPr>
          <a:xfrm>
            <a:off x="8906865" y="5039567"/>
            <a:ext cx="463597" cy="457759"/>
          </a:xfrm>
          <a:prstGeom prst="rect">
            <a:avLst/>
          </a:prstGeom>
        </p:spPr>
      </p:pic>
      <p:pic>
        <p:nvPicPr>
          <p:cNvPr id="58" name="Imagen 57">
            <a:extLst>
              <a:ext uri="{FF2B5EF4-FFF2-40B4-BE49-F238E27FC236}">
                <a16:creationId xmlns:a16="http://schemas.microsoft.com/office/drawing/2014/main" id="{DE93683E-4331-0DCB-EFC4-75987BA257A9}"/>
              </a:ext>
            </a:extLst>
          </p:cNvPr>
          <p:cNvPicPr>
            <a:picLocks noChangeAspect="1"/>
          </p:cNvPicPr>
          <p:nvPr/>
        </p:nvPicPr>
        <p:blipFill>
          <a:blip r:embed="rId8"/>
          <a:stretch>
            <a:fillRect/>
          </a:stretch>
        </p:blipFill>
        <p:spPr>
          <a:xfrm>
            <a:off x="2485399" y="2457860"/>
            <a:ext cx="394971" cy="389016"/>
          </a:xfrm>
          <a:prstGeom prst="rect">
            <a:avLst/>
          </a:prstGeom>
        </p:spPr>
      </p:pic>
      <p:pic>
        <p:nvPicPr>
          <p:cNvPr id="59" name="Imagen 58">
            <a:extLst>
              <a:ext uri="{FF2B5EF4-FFF2-40B4-BE49-F238E27FC236}">
                <a16:creationId xmlns:a16="http://schemas.microsoft.com/office/drawing/2014/main" id="{72F26F0E-0B87-52A0-A069-2039F144EF3D}"/>
              </a:ext>
            </a:extLst>
          </p:cNvPr>
          <p:cNvPicPr>
            <a:picLocks noChangeAspect="1"/>
          </p:cNvPicPr>
          <p:nvPr/>
        </p:nvPicPr>
        <p:blipFill>
          <a:blip r:embed="rId9"/>
          <a:stretch>
            <a:fillRect/>
          </a:stretch>
        </p:blipFill>
        <p:spPr>
          <a:xfrm>
            <a:off x="8756369" y="2557774"/>
            <a:ext cx="448307" cy="221640"/>
          </a:xfrm>
          <a:prstGeom prst="rect">
            <a:avLst/>
          </a:prstGeom>
        </p:spPr>
      </p:pic>
      <p:pic>
        <p:nvPicPr>
          <p:cNvPr id="11" name="Imagen 10">
            <a:extLst>
              <a:ext uri="{FF2B5EF4-FFF2-40B4-BE49-F238E27FC236}">
                <a16:creationId xmlns:a16="http://schemas.microsoft.com/office/drawing/2014/main" id="{A699E9DC-37AA-B358-0CF5-02AE9A1B68BA}"/>
              </a:ext>
            </a:extLst>
          </p:cNvPr>
          <p:cNvPicPr>
            <a:picLocks noChangeAspect="1"/>
          </p:cNvPicPr>
          <p:nvPr/>
        </p:nvPicPr>
        <p:blipFill>
          <a:blip r:embed="rId10"/>
          <a:srcRect t="7513" b="-1"/>
          <a:stretch>
            <a:fillRect/>
          </a:stretch>
        </p:blipFill>
        <p:spPr>
          <a:xfrm>
            <a:off x="7543012" y="347868"/>
            <a:ext cx="4300054" cy="429308"/>
          </a:xfrm>
          <a:prstGeom prst="rect">
            <a:avLst/>
          </a:prstGeom>
        </p:spPr>
      </p:pic>
      <p:sp>
        <p:nvSpPr>
          <p:cNvPr id="12" name="Paralelogramo 11">
            <a:extLst>
              <a:ext uri="{FF2B5EF4-FFF2-40B4-BE49-F238E27FC236}">
                <a16:creationId xmlns:a16="http://schemas.microsoft.com/office/drawing/2014/main" id="{9EC37872-F99E-1128-5E71-C52827675276}"/>
              </a:ext>
            </a:extLst>
          </p:cNvPr>
          <p:cNvSpPr/>
          <p:nvPr/>
        </p:nvSpPr>
        <p:spPr>
          <a:xfrm>
            <a:off x="10949354" y="456398"/>
            <a:ext cx="907285" cy="375409"/>
          </a:xfrm>
          <a:prstGeom prst="parallelogram">
            <a:avLst>
              <a:gd name="adj" fmla="val 0"/>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sz="1351">
              <a:solidFill>
                <a:srgbClr val="FFFFFF"/>
              </a:solidFill>
              <a:latin typeface="Soho Gothic Pro Light"/>
            </a:endParaRPr>
          </a:p>
        </p:txBody>
      </p:sp>
      <p:sp>
        <p:nvSpPr>
          <p:cNvPr id="2" name="Paralelogramo 1">
            <a:extLst>
              <a:ext uri="{FF2B5EF4-FFF2-40B4-BE49-F238E27FC236}">
                <a16:creationId xmlns:a16="http://schemas.microsoft.com/office/drawing/2014/main" id="{F7EDFBE8-3943-2C51-E011-C20738F56758}"/>
              </a:ext>
            </a:extLst>
          </p:cNvPr>
          <p:cNvSpPr/>
          <p:nvPr/>
        </p:nvSpPr>
        <p:spPr>
          <a:xfrm>
            <a:off x="7543012" y="456398"/>
            <a:ext cx="2576784" cy="478669"/>
          </a:xfrm>
          <a:prstGeom prst="parallelogram">
            <a:avLst>
              <a:gd name="adj" fmla="val 0"/>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sz="1351">
              <a:solidFill>
                <a:srgbClr val="FFFFFF"/>
              </a:solidFill>
              <a:latin typeface="Soho Gothic Pro Light"/>
            </a:endParaRPr>
          </a:p>
        </p:txBody>
      </p:sp>
      <p:pic>
        <p:nvPicPr>
          <p:cNvPr id="10" name="Imagen 9">
            <a:extLst>
              <a:ext uri="{FF2B5EF4-FFF2-40B4-BE49-F238E27FC236}">
                <a16:creationId xmlns:a16="http://schemas.microsoft.com/office/drawing/2014/main" id="{2D8BEF83-B8B4-D201-7506-856858B8ED50}"/>
              </a:ext>
            </a:extLst>
          </p:cNvPr>
          <p:cNvPicPr>
            <a:picLocks noChangeAspect="1"/>
          </p:cNvPicPr>
          <p:nvPr/>
        </p:nvPicPr>
        <p:blipFill>
          <a:blip r:embed="rId11"/>
          <a:stretch>
            <a:fillRect/>
          </a:stretch>
        </p:blipFill>
        <p:spPr>
          <a:xfrm>
            <a:off x="8827626" y="3956547"/>
            <a:ext cx="1315142" cy="866373"/>
          </a:xfrm>
          <a:prstGeom prst="rect">
            <a:avLst/>
          </a:prstGeom>
          <a:solidFill>
            <a:schemeClr val="bg1"/>
          </a:solidFill>
          <a:ln>
            <a:noFill/>
          </a:ln>
          <a:effectLst>
            <a:outerShdw blurRad="50800" dist="38100" dir="2700000" algn="tl" rotWithShape="0">
              <a:prstClr val="black">
                <a:alpha val="40000"/>
              </a:prstClr>
            </a:outerShdw>
          </a:effectLst>
        </p:spPr>
      </p:pic>
      <p:pic>
        <p:nvPicPr>
          <p:cNvPr id="13" name="Imagen 12">
            <a:extLst>
              <a:ext uri="{FF2B5EF4-FFF2-40B4-BE49-F238E27FC236}">
                <a16:creationId xmlns:a16="http://schemas.microsoft.com/office/drawing/2014/main" id="{42E53F0F-1482-27E6-4BFF-6B6257FF0CBF}"/>
              </a:ext>
            </a:extLst>
          </p:cNvPr>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600497" y="4009363"/>
            <a:ext cx="1134237" cy="760257"/>
          </a:xfrm>
          <a:prstGeom prst="rect">
            <a:avLst/>
          </a:prstGeom>
          <a:solidFill>
            <a:schemeClr val="bg1"/>
          </a:solidFill>
          <a:ln>
            <a:noFill/>
          </a:ln>
          <a:effectLst>
            <a:outerShdw blurRad="50800" dist="38100" dir="2700000" algn="tl" rotWithShape="0">
              <a:prstClr val="black">
                <a:alpha val="40000"/>
              </a:prstClr>
            </a:outerShdw>
          </a:effectLst>
        </p:spPr>
      </p:pic>
      <p:sp>
        <p:nvSpPr>
          <p:cNvPr id="9" name="Marcador de pie de página 2">
            <a:extLst>
              <a:ext uri="{FF2B5EF4-FFF2-40B4-BE49-F238E27FC236}">
                <a16:creationId xmlns:a16="http://schemas.microsoft.com/office/drawing/2014/main" id="{6C758859-6DD7-6A11-7063-EA90A09F2C50}"/>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Tree>
    <p:extLst>
      <p:ext uri="{BB962C8B-B14F-4D97-AF65-F5344CB8AC3E}">
        <p14:creationId xmlns:p14="http://schemas.microsoft.com/office/powerpoint/2010/main" val="556999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257D959-D761-97EC-CE65-60E930B34EF2}"/>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300DDBBB-73DB-C0C2-E941-B770835B951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300DDBBB-73DB-C0C2-E941-B770835B951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F18234AE-B346-15B4-6A61-B8A5459EFCF0}"/>
              </a:ext>
            </a:extLst>
          </p:cNvPr>
          <p:cNvSpPr>
            <a:spLocks noGrp="1"/>
          </p:cNvSpPr>
          <p:nvPr>
            <p:ph type="title"/>
          </p:nvPr>
        </p:nvSpPr>
        <p:spPr>
          <a:xfrm>
            <a:off x="335360" y="548680"/>
            <a:ext cx="11521678" cy="873124"/>
          </a:xfrm>
        </p:spPr>
        <p:txBody>
          <a:bodyPr vert="horz"/>
          <a:lstStyle/>
          <a:p>
            <a:r>
              <a:rPr lang="es-MX" sz="2000"/>
              <a:t>Fase 1 – Preparación y puesta en marcha de la PMO</a:t>
            </a:r>
            <a:endParaRPr lang="es-ES" sz="2000">
              <a:latin typeface="+mn-lt"/>
            </a:endParaRPr>
          </a:p>
        </p:txBody>
      </p:sp>
      <p:sp>
        <p:nvSpPr>
          <p:cNvPr id="3" name="Marcador de texto 2">
            <a:extLst>
              <a:ext uri="{FF2B5EF4-FFF2-40B4-BE49-F238E27FC236}">
                <a16:creationId xmlns:a16="http://schemas.microsoft.com/office/drawing/2014/main" id="{72DEB249-FCED-F574-4F56-F7D3931CBC19}"/>
              </a:ext>
            </a:extLst>
          </p:cNvPr>
          <p:cNvSpPr>
            <a:spLocks noGrp="1"/>
          </p:cNvSpPr>
          <p:nvPr>
            <p:ph type="body" sz="quarter" idx="16"/>
          </p:nvPr>
        </p:nvSpPr>
        <p:spPr>
          <a:xfrm>
            <a:off x="334963" y="323850"/>
            <a:ext cx="11522075" cy="159018"/>
          </a:xfrm>
        </p:spPr>
        <p:txBody>
          <a:bodyPr/>
          <a:lstStyle/>
          <a:p>
            <a:r>
              <a:rPr lang="es-ES"/>
              <a:t>02. </a:t>
            </a:r>
            <a:r>
              <a:rPr lang="es-MX"/>
              <a:t>Nuestro enfoque de trabajo PMO </a:t>
            </a:r>
            <a:endParaRPr lang="es-CO"/>
          </a:p>
        </p:txBody>
      </p:sp>
      <p:sp>
        <p:nvSpPr>
          <p:cNvPr id="4" name="Forma libre 37">
            <a:extLst>
              <a:ext uri="{FF2B5EF4-FFF2-40B4-BE49-F238E27FC236}">
                <a16:creationId xmlns:a16="http://schemas.microsoft.com/office/drawing/2014/main" id="{6A8E58D7-BC51-0AD4-7CE6-35E98B1A4D64}"/>
              </a:ext>
            </a:extLst>
          </p:cNvPr>
          <p:cNvSpPr/>
          <p:nvPr/>
        </p:nvSpPr>
        <p:spPr>
          <a:xfrm rot="16200000" flipV="1">
            <a:off x="7382370" y="-2182425"/>
            <a:ext cx="582039" cy="8339352"/>
          </a:xfrm>
          <a:custGeom>
            <a:avLst/>
            <a:gdLst>
              <a:gd name="connsiteX0" fmla="*/ 582039 w 582039"/>
              <a:gd name="connsiteY0" fmla="*/ 9006210 h 9164851"/>
              <a:gd name="connsiteX1" fmla="*/ 582039 w 582039"/>
              <a:gd name="connsiteY1" fmla="*/ 8987721 h 9164851"/>
              <a:gd name="connsiteX2" fmla="*/ 582039 w 582039"/>
              <a:gd name="connsiteY2" fmla="*/ 8968675 h 9164851"/>
              <a:gd name="connsiteX3" fmla="*/ 582039 w 582039"/>
              <a:gd name="connsiteY3" fmla="*/ 8961778 h 9164851"/>
              <a:gd name="connsiteX4" fmla="*/ 582039 w 582039"/>
              <a:gd name="connsiteY4" fmla="*/ 8946478 h 9164851"/>
              <a:gd name="connsiteX5" fmla="*/ 582039 w 582039"/>
              <a:gd name="connsiteY5" fmla="*/ 8927431 h 9164851"/>
              <a:gd name="connsiteX6" fmla="*/ 582039 w 582039"/>
              <a:gd name="connsiteY6" fmla="*/ 8920536 h 9164851"/>
              <a:gd name="connsiteX7" fmla="*/ 582039 w 582039"/>
              <a:gd name="connsiteY7" fmla="*/ 8886214 h 9164851"/>
              <a:gd name="connsiteX8" fmla="*/ 582039 w 582039"/>
              <a:gd name="connsiteY8" fmla="*/ 8860272 h 9164851"/>
              <a:gd name="connsiteX9" fmla="*/ 582039 w 582039"/>
              <a:gd name="connsiteY9" fmla="*/ 8844972 h 9164851"/>
              <a:gd name="connsiteX10" fmla="*/ 582039 w 582039"/>
              <a:gd name="connsiteY10" fmla="*/ 8819029 h 9164851"/>
              <a:gd name="connsiteX11" fmla="*/ 582039 w 582039"/>
              <a:gd name="connsiteY11" fmla="*/ 8797673 h 9164851"/>
              <a:gd name="connsiteX12" fmla="*/ 582039 w 582039"/>
              <a:gd name="connsiteY12" fmla="*/ 8771731 h 9164851"/>
              <a:gd name="connsiteX13" fmla="*/ 582039 w 582039"/>
              <a:gd name="connsiteY13" fmla="*/ 8756430 h 9164851"/>
              <a:gd name="connsiteX14" fmla="*/ 582039 w 582039"/>
              <a:gd name="connsiteY14" fmla="*/ 8730488 h 9164851"/>
              <a:gd name="connsiteX15" fmla="*/ 582039 w 582039"/>
              <a:gd name="connsiteY15" fmla="*/ 8689271 h 9164851"/>
              <a:gd name="connsiteX16" fmla="*/ 582039 w 582039"/>
              <a:gd name="connsiteY16" fmla="*/ 8670225 h 9164851"/>
              <a:gd name="connsiteX17" fmla="*/ 582039 w 582039"/>
              <a:gd name="connsiteY17" fmla="*/ 8663328 h 9164851"/>
              <a:gd name="connsiteX18" fmla="*/ 582039 w 582039"/>
              <a:gd name="connsiteY18" fmla="*/ 8648028 h 9164851"/>
              <a:gd name="connsiteX19" fmla="*/ 582039 w 582039"/>
              <a:gd name="connsiteY19" fmla="*/ 8628981 h 9164851"/>
              <a:gd name="connsiteX20" fmla="*/ 582039 w 582039"/>
              <a:gd name="connsiteY20" fmla="*/ 8622086 h 9164851"/>
              <a:gd name="connsiteX21" fmla="*/ 582039 w 582039"/>
              <a:gd name="connsiteY21" fmla="*/ 8587764 h 9164851"/>
              <a:gd name="connsiteX22" fmla="*/ 582039 w 582039"/>
              <a:gd name="connsiteY22" fmla="*/ 8561822 h 9164851"/>
              <a:gd name="connsiteX23" fmla="*/ 582039 w 582039"/>
              <a:gd name="connsiteY23" fmla="*/ 8546522 h 9164851"/>
              <a:gd name="connsiteX24" fmla="*/ 582039 w 582039"/>
              <a:gd name="connsiteY24" fmla="*/ 8520579 h 9164851"/>
              <a:gd name="connsiteX25" fmla="*/ 582038 w 582039"/>
              <a:gd name="connsiteY25" fmla="*/ 8246970 h 9164851"/>
              <a:gd name="connsiteX26" fmla="*/ 582038 w 582039"/>
              <a:gd name="connsiteY26" fmla="*/ 8221030 h 9164851"/>
              <a:gd name="connsiteX27" fmla="*/ 582038 w 582039"/>
              <a:gd name="connsiteY27" fmla="*/ 8205728 h 9164851"/>
              <a:gd name="connsiteX28" fmla="*/ 582038 w 582039"/>
              <a:gd name="connsiteY28" fmla="*/ 8179785 h 9164851"/>
              <a:gd name="connsiteX29" fmla="*/ 582038 w 582039"/>
              <a:gd name="connsiteY29" fmla="*/ 8145464 h 9164851"/>
              <a:gd name="connsiteX30" fmla="*/ 582038 w 582039"/>
              <a:gd name="connsiteY30" fmla="*/ 8138569 h 9164851"/>
              <a:gd name="connsiteX31" fmla="*/ 582038 w 582039"/>
              <a:gd name="connsiteY31" fmla="*/ 8119521 h 9164851"/>
              <a:gd name="connsiteX32" fmla="*/ 582038 w 582039"/>
              <a:gd name="connsiteY32" fmla="*/ 8104222 h 9164851"/>
              <a:gd name="connsiteX33" fmla="*/ 582038 w 582039"/>
              <a:gd name="connsiteY33" fmla="*/ 8097327 h 9164851"/>
              <a:gd name="connsiteX34" fmla="*/ 582038 w 582039"/>
              <a:gd name="connsiteY34" fmla="*/ 8078279 h 9164851"/>
              <a:gd name="connsiteX35" fmla="*/ 582038 w 582039"/>
              <a:gd name="connsiteY35" fmla="*/ 8037063 h 9164851"/>
              <a:gd name="connsiteX36" fmla="*/ 582038 w 582039"/>
              <a:gd name="connsiteY36" fmla="*/ 8011120 h 9164851"/>
              <a:gd name="connsiteX37" fmla="*/ 582038 w 582039"/>
              <a:gd name="connsiteY37" fmla="*/ 7995818 h 9164851"/>
              <a:gd name="connsiteX38" fmla="*/ 582038 w 582039"/>
              <a:gd name="connsiteY38" fmla="*/ 7969878 h 9164851"/>
              <a:gd name="connsiteX39" fmla="*/ 582038 w 582039"/>
              <a:gd name="connsiteY39" fmla="*/ 7799646 h 9164851"/>
              <a:gd name="connsiteX40" fmla="*/ 582038 w 582039"/>
              <a:gd name="connsiteY40" fmla="*/ 7773703 h 9164851"/>
              <a:gd name="connsiteX41" fmla="*/ 582038 w 582039"/>
              <a:gd name="connsiteY41" fmla="*/ 7758404 h 9164851"/>
              <a:gd name="connsiteX42" fmla="*/ 582038 w 582039"/>
              <a:gd name="connsiteY42" fmla="*/ 7732461 h 9164851"/>
              <a:gd name="connsiteX43" fmla="*/ 582038 w 582039"/>
              <a:gd name="connsiteY43" fmla="*/ 7691245 h 9164851"/>
              <a:gd name="connsiteX44" fmla="*/ 582038 w 582039"/>
              <a:gd name="connsiteY44" fmla="*/ 7665303 h 9164851"/>
              <a:gd name="connsiteX45" fmla="*/ 582038 w 582039"/>
              <a:gd name="connsiteY45" fmla="*/ 7650000 h 9164851"/>
              <a:gd name="connsiteX46" fmla="*/ 582038 w 582039"/>
              <a:gd name="connsiteY46" fmla="*/ 7624057 h 9164851"/>
              <a:gd name="connsiteX47" fmla="*/ 582038 w 582039"/>
              <a:gd name="connsiteY47" fmla="*/ 7501196 h 9164851"/>
              <a:gd name="connsiteX48" fmla="*/ 582038 w 582039"/>
              <a:gd name="connsiteY48" fmla="*/ 7475253 h 9164851"/>
              <a:gd name="connsiteX49" fmla="*/ 582038 w 582039"/>
              <a:gd name="connsiteY49" fmla="*/ 7459954 h 9164851"/>
              <a:gd name="connsiteX50" fmla="*/ 582038 w 582039"/>
              <a:gd name="connsiteY50" fmla="*/ 7434011 h 9164851"/>
              <a:gd name="connsiteX51" fmla="*/ 582038 w 582039"/>
              <a:gd name="connsiteY51" fmla="*/ 7392795 h 9164851"/>
              <a:gd name="connsiteX52" fmla="*/ 582038 w 582039"/>
              <a:gd name="connsiteY52" fmla="*/ 7366853 h 9164851"/>
              <a:gd name="connsiteX53" fmla="*/ 582038 w 582039"/>
              <a:gd name="connsiteY53" fmla="*/ 7351550 h 9164851"/>
              <a:gd name="connsiteX54" fmla="*/ 582038 w 582039"/>
              <a:gd name="connsiteY54" fmla="*/ 7325607 h 9164851"/>
              <a:gd name="connsiteX55" fmla="*/ 582038 w 582039"/>
              <a:gd name="connsiteY55" fmla="*/ 7305940 h 9164851"/>
              <a:gd name="connsiteX56" fmla="*/ 582039 w 582039"/>
              <a:gd name="connsiteY56" fmla="*/ 7305940 h 9164851"/>
              <a:gd name="connsiteX57" fmla="*/ 582039 w 582039"/>
              <a:gd name="connsiteY57" fmla="*/ 7285241 h 9164851"/>
              <a:gd name="connsiteX58" fmla="*/ 582039 w 582039"/>
              <a:gd name="connsiteY58" fmla="*/ 7259298 h 9164851"/>
              <a:gd name="connsiteX59" fmla="*/ 582039 w 582039"/>
              <a:gd name="connsiteY59" fmla="*/ 7243997 h 9164851"/>
              <a:gd name="connsiteX60" fmla="*/ 582039 w 582039"/>
              <a:gd name="connsiteY60" fmla="*/ 7218056 h 9164851"/>
              <a:gd name="connsiteX61" fmla="*/ 582039 w 582039"/>
              <a:gd name="connsiteY61" fmla="*/ 7176839 h 9164851"/>
              <a:gd name="connsiteX62" fmla="*/ 582039 w 582039"/>
              <a:gd name="connsiteY62" fmla="*/ 7135595 h 9164851"/>
              <a:gd name="connsiteX63" fmla="*/ 582039 w 582039"/>
              <a:gd name="connsiteY63" fmla="*/ 7007490 h 9164851"/>
              <a:gd name="connsiteX64" fmla="*/ 582039 w 582039"/>
              <a:gd name="connsiteY64" fmla="*/ 6997190 h 9164851"/>
              <a:gd name="connsiteX65" fmla="*/ 582039 w 582039"/>
              <a:gd name="connsiteY65" fmla="*/ 6986791 h 9164851"/>
              <a:gd name="connsiteX66" fmla="*/ 582039 w 582039"/>
              <a:gd name="connsiteY66" fmla="*/ 6971249 h 9164851"/>
              <a:gd name="connsiteX67" fmla="*/ 582039 w 582039"/>
              <a:gd name="connsiteY67" fmla="*/ 6960848 h 9164851"/>
              <a:gd name="connsiteX68" fmla="*/ 582039 w 582039"/>
              <a:gd name="connsiteY68" fmla="*/ 6955946 h 9164851"/>
              <a:gd name="connsiteX69" fmla="*/ 582039 w 582039"/>
              <a:gd name="connsiteY69" fmla="*/ 6945547 h 9164851"/>
              <a:gd name="connsiteX70" fmla="*/ 582039 w 582039"/>
              <a:gd name="connsiteY70" fmla="*/ 6930005 h 9164851"/>
              <a:gd name="connsiteX71" fmla="*/ 582039 w 582039"/>
              <a:gd name="connsiteY71" fmla="*/ 6919606 h 9164851"/>
              <a:gd name="connsiteX72" fmla="*/ 582039 w 582039"/>
              <a:gd name="connsiteY72" fmla="*/ 6888788 h 9164851"/>
              <a:gd name="connsiteX73" fmla="*/ 582039 w 582039"/>
              <a:gd name="connsiteY73" fmla="*/ 6878389 h 9164851"/>
              <a:gd name="connsiteX74" fmla="*/ 582039 w 582039"/>
              <a:gd name="connsiteY74" fmla="*/ 6862847 h 9164851"/>
              <a:gd name="connsiteX75" fmla="*/ 582039 w 582039"/>
              <a:gd name="connsiteY75" fmla="*/ 6847544 h 9164851"/>
              <a:gd name="connsiteX76" fmla="*/ 582039 w 582039"/>
              <a:gd name="connsiteY76" fmla="*/ 6837145 h 9164851"/>
              <a:gd name="connsiteX77" fmla="*/ 582039 w 582039"/>
              <a:gd name="connsiteY77" fmla="*/ 6821603 h 9164851"/>
              <a:gd name="connsiteX78" fmla="*/ 582039 w 582039"/>
              <a:gd name="connsiteY78" fmla="*/ 6698740 h 9164851"/>
              <a:gd name="connsiteX79" fmla="*/ 582039 w 582039"/>
              <a:gd name="connsiteY79" fmla="*/ 6672799 h 9164851"/>
              <a:gd name="connsiteX80" fmla="*/ 582039 w 582039"/>
              <a:gd name="connsiteY80" fmla="*/ 6657496 h 9164851"/>
              <a:gd name="connsiteX81" fmla="*/ 582039 w 582039"/>
              <a:gd name="connsiteY81" fmla="*/ 6631555 h 9164851"/>
              <a:gd name="connsiteX82" fmla="*/ 582039 w 582039"/>
              <a:gd name="connsiteY82" fmla="*/ 6590338 h 9164851"/>
              <a:gd name="connsiteX83" fmla="*/ 582039 w 582039"/>
              <a:gd name="connsiteY83" fmla="*/ 6564397 h 9164851"/>
              <a:gd name="connsiteX84" fmla="*/ 582039 w 582039"/>
              <a:gd name="connsiteY84" fmla="*/ 6549094 h 9164851"/>
              <a:gd name="connsiteX85" fmla="*/ 582039 w 582039"/>
              <a:gd name="connsiteY85" fmla="*/ 6523153 h 9164851"/>
              <a:gd name="connsiteX86" fmla="*/ 582039 w 582039"/>
              <a:gd name="connsiteY86" fmla="*/ 6352922 h 9164851"/>
              <a:gd name="connsiteX87" fmla="*/ 582039 w 582039"/>
              <a:gd name="connsiteY87" fmla="*/ 6326980 h 9164851"/>
              <a:gd name="connsiteX88" fmla="*/ 582039 w 582039"/>
              <a:gd name="connsiteY88" fmla="*/ 6311679 h 9164851"/>
              <a:gd name="connsiteX89" fmla="*/ 582039 w 582039"/>
              <a:gd name="connsiteY89" fmla="*/ 6285737 h 9164851"/>
              <a:gd name="connsiteX90" fmla="*/ 582039 w 582039"/>
              <a:gd name="connsiteY90" fmla="*/ 6244520 h 9164851"/>
              <a:gd name="connsiteX91" fmla="*/ 582039 w 582039"/>
              <a:gd name="connsiteY91" fmla="*/ 6225474 h 9164851"/>
              <a:gd name="connsiteX92" fmla="*/ 582039 w 582039"/>
              <a:gd name="connsiteY92" fmla="*/ 6218577 h 9164851"/>
              <a:gd name="connsiteX93" fmla="*/ 582039 w 582039"/>
              <a:gd name="connsiteY93" fmla="*/ 6203277 h 9164851"/>
              <a:gd name="connsiteX94" fmla="*/ 582039 w 582039"/>
              <a:gd name="connsiteY94" fmla="*/ 6184230 h 9164851"/>
              <a:gd name="connsiteX95" fmla="*/ 582039 w 582039"/>
              <a:gd name="connsiteY95" fmla="*/ 6177335 h 9164851"/>
              <a:gd name="connsiteX96" fmla="*/ 582039 w 582039"/>
              <a:gd name="connsiteY96" fmla="*/ 6143013 h 9164851"/>
              <a:gd name="connsiteX97" fmla="*/ 582039 w 582039"/>
              <a:gd name="connsiteY97" fmla="*/ 6117071 h 9164851"/>
              <a:gd name="connsiteX98" fmla="*/ 582039 w 582039"/>
              <a:gd name="connsiteY98" fmla="*/ 6101771 h 9164851"/>
              <a:gd name="connsiteX99" fmla="*/ 582039 w 582039"/>
              <a:gd name="connsiteY99" fmla="*/ 6075828 h 9164851"/>
              <a:gd name="connsiteX100" fmla="*/ 582039 w 582039"/>
              <a:gd name="connsiteY100" fmla="*/ 6054472 h 9164851"/>
              <a:gd name="connsiteX101" fmla="*/ 582039 w 582039"/>
              <a:gd name="connsiteY101" fmla="*/ 6028530 h 9164851"/>
              <a:gd name="connsiteX102" fmla="*/ 582039 w 582039"/>
              <a:gd name="connsiteY102" fmla="*/ 6013229 h 9164851"/>
              <a:gd name="connsiteX103" fmla="*/ 582039 w 582039"/>
              <a:gd name="connsiteY103" fmla="*/ 5991491 h 9164851"/>
              <a:gd name="connsiteX104" fmla="*/ 582039 w 582039"/>
              <a:gd name="connsiteY104" fmla="*/ 5987287 h 9164851"/>
              <a:gd name="connsiteX105" fmla="*/ 582039 w 582039"/>
              <a:gd name="connsiteY105" fmla="*/ 5970792 h 9164851"/>
              <a:gd name="connsiteX106" fmla="*/ 582039 w 582039"/>
              <a:gd name="connsiteY106" fmla="*/ 5946070 h 9164851"/>
              <a:gd name="connsiteX107" fmla="*/ 582039 w 582039"/>
              <a:gd name="connsiteY107" fmla="*/ 5944849 h 9164851"/>
              <a:gd name="connsiteX108" fmla="*/ 582039 w 582039"/>
              <a:gd name="connsiteY108" fmla="*/ 5929548 h 9164851"/>
              <a:gd name="connsiteX109" fmla="*/ 582039 w 582039"/>
              <a:gd name="connsiteY109" fmla="*/ 5927024 h 9164851"/>
              <a:gd name="connsiteX110" fmla="*/ 582039 w 582039"/>
              <a:gd name="connsiteY110" fmla="*/ 5920127 h 9164851"/>
              <a:gd name="connsiteX111" fmla="*/ 582039 w 582039"/>
              <a:gd name="connsiteY111" fmla="*/ 5904827 h 9164851"/>
              <a:gd name="connsiteX112" fmla="*/ 582039 w 582039"/>
              <a:gd name="connsiteY112" fmla="*/ 5903607 h 9164851"/>
              <a:gd name="connsiteX113" fmla="*/ 582039 w 582039"/>
              <a:gd name="connsiteY113" fmla="*/ 5885780 h 9164851"/>
              <a:gd name="connsiteX114" fmla="*/ 582039 w 582039"/>
              <a:gd name="connsiteY114" fmla="*/ 5878885 h 9164851"/>
              <a:gd name="connsiteX115" fmla="*/ 582039 w 582039"/>
              <a:gd name="connsiteY115" fmla="*/ 5862390 h 9164851"/>
              <a:gd name="connsiteX116" fmla="*/ 582039 w 582039"/>
              <a:gd name="connsiteY116" fmla="*/ 5844563 h 9164851"/>
              <a:gd name="connsiteX117" fmla="*/ 582039 w 582039"/>
              <a:gd name="connsiteY117" fmla="*/ 5821146 h 9164851"/>
              <a:gd name="connsiteX118" fmla="*/ 582039 w 582039"/>
              <a:gd name="connsiteY118" fmla="*/ 5818621 h 9164851"/>
              <a:gd name="connsiteX119" fmla="*/ 582039 w 582039"/>
              <a:gd name="connsiteY119" fmla="*/ 5803321 h 9164851"/>
              <a:gd name="connsiteX120" fmla="*/ 582039 w 582039"/>
              <a:gd name="connsiteY120" fmla="*/ 5777378 h 9164851"/>
              <a:gd name="connsiteX121" fmla="*/ 582039 w 582039"/>
              <a:gd name="connsiteY121" fmla="*/ 5693041 h 9164851"/>
              <a:gd name="connsiteX122" fmla="*/ 582039 w 582039"/>
              <a:gd name="connsiteY122" fmla="*/ 5682741 h 9164851"/>
              <a:gd name="connsiteX123" fmla="*/ 582039 w 582039"/>
              <a:gd name="connsiteY123" fmla="*/ 5672342 h 9164851"/>
              <a:gd name="connsiteX124" fmla="*/ 582039 w 582039"/>
              <a:gd name="connsiteY124" fmla="*/ 5656800 h 9164851"/>
              <a:gd name="connsiteX125" fmla="*/ 582039 w 582039"/>
              <a:gd name="connsiteY125" fmla="*/ 5646399 h 9164851"/>
              <a:gd name="connsiteX126" fmla="*/ 582039 w 582039"/>
              <a:gd name="connsiteY126" fmla="*/ 5641497 h 9164851"/>
              <a:gd name="connsiteX127" fmla="*/ 582039 w 582039"/>
              <a:gd name="connsiteY127" fmla="*/ 5631098 h 9164851"/>
              <a:gd name="connsiteX128" fmla="*/ 582039 w 582039"/>
              <a:gd name="connsiteY128" fmla="*/ 5615556 h 9164851"/>
              <a:gd name="connsiteX129" fmla="*/ 582039 w 582039"/>
              <a:gd name="connsiteY129" fmla="*/ 5605157 h 9164851"/>
              <a:gd name="connsiteX130" fmla="*/ 582039 w 582039"/>
              <a:gd name="connsiteY130" fmla="*/ 5574339 h 9164851"/>
              <a:gd name="connsiteX131" fmla="*/ 582039 w 582039"/>
              <a:gd name="connsiteY131" fmla="*/ 5563940 h 9164851"/>
              <a:gd name="connsiteX132" fmla="*/ 582039 w 582039"/>
              <a:gd name="connsiteY132" fmla="*/ 5548398 h 9164851"/>
              <a:gd name="connsiteX133" fmla="*/ 582039 w 582039"/>
              <a:gd name="connsiteY133" fmla="*/ 5533095 h 9164851"/>
              <a:gd name="connsiteX134" fmla="*/ 582039 w 582039"/>
              <a:gd name="connsiteY134" fmla="*/ 5522696 h 9164851"/>
              <a:gd name="connsiteX135" fmla="*/ 582039 w 582039"/>
              <a:gd name="connsiteY135" fmla="*/ 5507154 h 9164851"/>
              <a:gd name="connsiteX136" fmla="*/ 582039 w 582039"/>
              <a:gd name="connsiteY136" fmla="*/ 5384291 h 9164851"/>
              <a:gd name="connsiteX137" fmla="*/ 582039 w 582039"/>
              <a:gd name="connsiteY137" fmla="*/ 5358350 h 9164851"/>
              <a:gd name="connsiteX138" fmla="*/ 582039 w 582039"/>
              <a:gd name="connsiteY138" fmla="*/ 5343047 h 9164851"/>
              <a:gd name="connsiteX139" fmla="*/ 582039 w 582039"/>
              <a:gd name="connsiteY139" fmla="*/ 5317106 h 9164851"/>
              <a:gd name="connsiteX140" fmla="*/ 582039 w 582039"/>
              <a:gd name="connsiteY140" fmla="*/ 5275889 h 9164851"/>
              <a:gd name="connsiteX141" fmla="*/ 582039 w 582039"/>
              <a:gd name="connsiteY141" fmla="*/ 5249948 h 9164851"/>
              <a:gd name="connsiteX142" fmla="*/ 582039 w 582039"/>
              <a:gd name="connsiteY142" fmla="*/ 5234645 h 9164851"/>
              <a:gd name="connsiteX143" fmla="*/ 582039 w 582039"/>
              <a:gd name="connsiteY143" fmla="*/ 5208704 h 9164851"/>
              <a:gd name="connsiteX144" fmla="*/ 582039 w 582039"/>
              <a:gd name="connsiteY144" fmla="*/ 5038473 h 9164851"/>
              <a:gd name="connsiteX145" fmla="*/ 582039 w 582039"/>
              <a:gd name="connsiteY145" fmla="*/ 5012531 h 9164851"/>
              <a:gd name="connsiteX146" fmla="*/ 582039 w 582039"/>
              <a:gd name="connsiteY146" fmla="*/ 4997230 h 9164851"/>
              <a:gd name="connsiteX147" fmla="*/ 582039 w 582039"/>
              <a:gd name="connsiteY147" fmla="*/ 4971288 h 9164851"/>
              <a:gd name="connsiteX148" fmla="*/ 582039 w 582039"/>
              <a:gd name="connsiteY148" fmla="*/ 4930071 h 9164851"/>
              <a:gd name="connsiteX149" fmla="*/ 582039 w 582039"/>
              <a:gd name="connsiteY149" fmla="*/ 4911025 h 9164851"/>
              <a:gd name="connsiteX150" fmla="*/ 582039 w 582039"/>
              <a:gd name="connsiteY150" fmla="*/ 4904128 h 9164851"/>
              <a:gd name="connsiteX151" fmla="*/ 582039 w 582039"/>
              <a:gd name="connsiteY151" fmla="*/ 4888828 h 9164851"/>
              <a:gd name="connsiteX152" fmla="*/ 582039 w 582039"/>
              <a:gd name="connsiteY152" fmla="*/ 4869781 h 9164851"/>
              <a:gd name="connsiteX153" fmla="*/ 582039 w 582039"/>
              <a:gd name="connsiteY153" fmla="*/ 4862886 h 9164851"/>
              <a:gd name="connsiteX154" fmla="*/ 582039 w 582039"/>
              <a:gd name="connsiteY154" fmla="*/ 4828564 h 9164851"/>
              <a:gd name="connsiteX155" fmla="*/ 582039 w 582039"/>
              <a:gd name="connsiteY155" fmla="*/ 4802622 h 9164851"/>
              <a:gd name="connsiteX156" fmla="*/ 582039 w 582039"/>
              <a:gd name="connsiteY156" fmla="*/ 4787322 h 9164851"/>
              <a:gd name="connsiteX157" fmla="*/ 582039 w 582039"/>
              <a:gd name="connsiteY157" fmla="*/ 4761379 h 9164851"/>
              <a:gd name="connsiteX158" fmla="*/ 582039 w 582039"/>
              <a:gd name="connsiteY158" fmla="*/ 4740023 h 9164851"/>
              <a:gd name="connsiteX159" fmla="*/ 582039 w 582039"/>
              <a:gd name="connsiteY159" fmla="*/ 4714081 h 9164851"/>
              <a:gd name="connsiteX160" fmla="*/ 582039 w 582039"/>
              <a:gd name="connsiteY160" fmla="*/ 4698780 h 9164851"/>
              <a:gd name="connsiteX161" fmla="*/ 582039 w 582039"/>
              <a:gd name="connsiteY161" fmla="*/ 4672838 h 9164851"/>
              <a:gd name="connsiteX162" fmla="*/ 582039 w 582039"/>
              <a:gd name="connsiteY162" fmla="*/ 4631621 h 9164851"/>
              <a:gd name="connsiteX163" fmla="*/ 582039 w 582039"/>
              <a:gd name="connsiteY163" fmla="*/ 4612575 h 9164851"/>
              <a:gd name="connsiteX164" fmla="*/ 582039 w 582039"/>
              <a:gd name="connsiteY164" fmla="*/ 4605678 h 9164851"/>
              <a:gd name="connsiteX165" fmla="*/ 582039 w 582039"/>
              <a:gd name="connsiteY165" fmla="*/ 4590378 h 9164851"/>
              <a:gd name="connsiteX166" fmla="*/ 582039 w 582039"/>
              <a:gd name="connsiteY166" fmla="*/ 4571331 h 9164851"/>
              <a:gd name="connsiteX167" fmla="*/ 582039 w 582039"/>
              <a:gd name="connsiteY167" fmla="*/ 4564436 h 9164851"/>
              <a:gd name="connsiteX168" fmla="*/ 582039 w 582039"/>
              <a:gd name="connsiteY168" fmla="*/ 4530114 h 9164851"/>
              <a:gd name="connsiteX169" fmla="*/ 582039 w 582039"/>
              <a:gd name="connsiteY169" fmla="*/ 4504172 h 9164851"/>
              <a:gd name="connsiteX170" fmla="*/ 582039 w 582039"/>
              <a:gd name="connsiteY170" fmla="*/ 4488872 h 9164851"/>
              <a:gd name="connsiteX171" fmla="*/ 582039 w 582039"/>
              <a:gd name="connsiteY171" fmla="*/ 4462929 h 9164851"/>
              <a:gd name="connsiteX172" fmla="*/ 582038 w 582039"/>
              <a:gd name="connsiteY172" fmla="*/ 4189320 h 9164851"/>
              <a:gd name="connsiteX173" fmla="*/ 582038 w 582039"/>
              <a:gd name="connsiteY173" fmla="*/ 4181353 h 9164851"/>
              <a:gd name="connsiteX174" fmla="*/ 582038 w 582039"/>
              <a:gd name="connsiteY174" fmla="*/ 4166051 h 9164851"/>
              <a:gd name="connsiteX175" fmla="*/ 582038 w 582039"/>
              <a:gd name="connsiteY175" fmla="*/ 4163380 h 9164851"/>
              <a:gd name="connsiteX176" fmla="*/ 582038 w 582039"/>
              <a:gd name="connsiteY176" fmla="*/ 4148078 h 9164851"/>
              <a:gd name="connsiteX177" fmla="*/ 582038 w 582039"/>
              <a:gd name="connsiteY177" fmla="*/ 4140108 h 9164851"/>
              <a:gd name="connsiteX178" fmla="*/ 582038 w 582039"/>
              <a:gd name="connsiteY178" fmla="*/ 4122135 h 9164851"/>
              <a:gd name="connsiteX179" fmla="*/ 582038 w 582039"/>
              <a:gd name="connsiteY179" fmla="*/ 4098892 h 9164851"/>
              <a:gd name="connsiteX180" fmla="*/ 582038 w 582039"/>
              <a:gd name="connsiteY180" fmla="*/ 4087814 h 9164851"/>
              <a:gd name="connsiteX181" fmla="*/ 582038 w 582039"/>
              <a:gd name="connsiteY181" fmla="*/ 4080919 h 9164851"/>
              <a:gd name="connsiteX182" fmla="*/ 582038 w 582039"/>
              <a:gd name="connsiteY182" fmla="*/ 4061871 h 9164851"/>
              <a:gd name="connsiteX183" fmla="*/ 582038 w 582039"/>
              <a:gd name="connsiteY183" fmla="*/ 4057650 h 9164851"/>
              <a:gd name="connsiteX184" fmla="*/ 582038 w 582039"/>
              <a:gd name="connsiteY184" fmla="*/ 4046572 h 9164851"/>
              <a:gd name="connsiteX185" fmla="*/ 582038 w 582039"/>
              <a:gd name="connsiteY185" fmla="*/ 4039677 h 9164851"/>
              <a:gd name="connsiteX186" fmla="*/ 582038 w 582039"/>
              <a:gd name="connsiteY186" fmla="*/ 4020629 h 9164851"/>
              <a:gd name="connsiteX187" fmla="*/ 582038 w 582039"/>
              <a:gd name="connsiteY187" fmla="*/ 3979413 h 9164851"/>
              <a:gd name="connsiteX188" fmla="*/ 582038 w 582039"/>
              <a:gd name="connsiteY188" fmla="*/ 3953470 h 9164851"/>
              <a:gd name="connsiteX189" fmla="*/ 582038 w 582039"/>
              <a:gd name="connsiteY189" fmla="*/ 3938168 h 9164851"/>
              <a:gd name="connsiteX190" fmla="*/ 582038 w 582039"/>
              <a:gd name="connsiteY190" fmla="*/ 3912228 h 9164851"/>
              <a:gd name="connsiteX191" fmla="*/ 582038 w 582039"/>
              <a:gd name="connsiteY191" fmla="*/ 3741996 h 9164851"/>
              <a:gd name="connsiteX192" fmla="*/ 582038 w 582039"/>
              <a:gd name="connsiteY192" fmla="*/ 3716053 h 9164851"/>
              <a:gd name="connsiteX193" fmla="*/ 582038 w 582039"/>
              <a:gd name="connsiteY193" fmla="*/ 3700754 h 9164851"/>
              <a:gd name="connsiteX194" fmla="*/ 582038 w 582039"/>
              <a:gd name="connsiteY194" fmla="*/ 3674811 h 9164851"/>
              <a:gd name="connsiteX195" fmla="*/ 582038 w 582039"/>
              <a:gd name="connsiteY195" fmla="*/ 3633595 h 9164851"/>
              <a:gd name="connsiteX196" fmla="*/ 582038 w 582039"/>
              <a:gd name="connsiteY196" fmla="*/ 3607653 h 9164851"/>
              <a:gd name="connsiteX197" fmla="*/ 582038 w 582039"/>
              <a:gd name="connsiteY197" fmla="*/ 3592350 h 9164851"/>
              <a:gd name="connsiteX198" fmla="*/ 582038 w 582039"/>
              <a:gd name="connsiteY198" fmla="*/ 3566407 h 9164851"/>
              <a:gd name="connsiteX199" fmla="*/ 582038 w 582039"/>
              <a:gd name="connsiteY199" fmla="*/ 3443546 h 9164851"/>
              <a:gd name="connsiteX200" fmla="*/ 582038 w 582039"/>
              <a:gd name="connsiteY200" fmla="*/ 3417603 h 9164851"/>
              <a:gd name="connsiteX201" fmla="*/ 582038 w 582039"/>
              <a:gd name="connsiteY201" fmla="*/ 3402304 h 9164851"/>
              <a:gd name="connsiteX202" fmla="*/ 582038 w 582039"/>
              <a:gd name="connsiteY202" fmla="*/ 3376361 h 9164851"/>
              <a:gd name="connsiteX203" fmla="*/ 582038 w 582039"/>
              <a:gd name="connsiteY203" fmla="*/ 3335145 h 9164851"/>
              <a:gd name="connsiteX204" fmla="*/ 582038 w 582039"/>
              <a:gd name="connsiteY204" fmla="*/ 3309203 h 9164851"/>
              <a:gd name="connsiteX205" fmla="*/ 582038 w 582039"/>
              <a:gd name="connsiteY205" fmla="*/ 3293900 h 9164851"/>
              <a:gd name="connsiteX206" fmla="*/ 582038 w 582039"/>
              <a:gd name="connsiteY206" fmla="*/ 3267957 h 9164851"/>
              <a:gd name="connsiteX207" fmla="*/ 582038 w 582039"/>
              <a:gd name="connsiteY207" fmla="*/ 3248290 h 9164851"/>
              <a:gd name="connsiteX208" fmla="*/ 582039 w 582039"/>
              <a:gd name="connsiteY208" fmla="*/ 3248290 h 9164851"/>
              <a:gd name="connsiteX209" fmla="*/ 582039 w 582039"/>
              <a:gd name="connsiteY209" fmla="*/ 3227591 h 9164851"/>
              <a:gd name="connsiteX210" fmla="*/ 582039 w 582039"/>
              <a:gd name="connsiteY210" fmla="*/ 3201648 h 9164851"/>
              <a:gd name="connsiteX211" fmla="*/ 582039 w 582039"/>
              <a:gd name="connsiteY211" fmla="*/ 3186347 h 9164851"/>
              <a:gd name="connsiteX212" fmla="*/ 582039 w 582039"/>
              <a:gd name="connsiteY212" fmla="*/ 3160406 h 9164851"/>
              <a:gd name="connsiteX213" fmla="*/ 582039 w 582039"/>
              <a:gd name="connsiteY213" fmla="*/ 3119189 h 9164851"/>
              <a:gd name="connsiteX214" fmla="*/ 582039 w 582039"/>
              <a:gd name="connsiteY214" fmla="*/ 3077945 h 9164851"/>
              <a:gd name="connsiteX215" fmla="*/ 582039 w 582039"/>
              <a:gd name="connsiteY215" fmla="*/ 2949840 h 9164851"/>
              <a:gd name="connsiteX216" fmla="*/ 582039 w 582039"/>
              <a:gd name="connsiteY216" fmla="*/ 2939540 h 9164851"/>
              <a:gd name="connsiteX217" fmla="*/ 582039 w 582039"/>
              <a:gd name="connsiteY217" fmla="*/ 2929141 h 9164851"/>
              <a:gd name="connsiteX218" fmla="*/ 582039 w 582039"/>
              <a:gd name="connsiteY218" fmla="*/ 2913599 h 9164851"/>
              <a:gd name="connsiteX219" fmla="*/ 582039 w 582039"/>
              <a:gd name="connsiteY219" fmla="*/ 2903198 h 9164851"/>
              <a:gd name="connsiteX220" fmla="*/ 582039 w 582039"/>
              <a:gd name="connsiteY220" fmla="*/ 2898296 h 9164851"/>
              <a:gd name="connsiteX221" fmla="*/ 582039 w 582039"/>
              <a:gd name="connsiteY221" fmla="*/ 2887897 h 9164851"/>
              <a:gd name="connsiteX222" fmla="*/ 582039 w 582039"/>
              <a:gd name="connsiteY222" fmla="*/ 2872355 h 9164851"/>
              <a:gd name="connsiteX223" fmla="*/ 582039 w 582039"/>
              <a:gd name="connsiteY223" fmla="*/ 2861956 h 9164851"/>
              <a:gd name="connsiteX224" fmla="*/ 582039 w 582039"/>
              <a:gd name="connsiteY224" fmla="*/ 2831138 h 9164851"/>
              <a:gd name="connsiteX225" fmla="*/ 582039 w 582039"/>
              <a:gd name="connsiteY225" fmla="*/ 2820739 h 9164851"/>
              <a:gd name="connsiteX226" fmla="*/ 582039 w 582039"/>
              <a:gd name="connsiteY226" fmla="*/ 2805197 h 9164851"/>
              <a:gd name="connsiteX227" fmla="*/ 582039 w 582039"/>
              <a:gd name="connsiteY227" fmla="*/ 2789894 h 9164851"/>
              <a:gd name="connsiteX228" fmla="*/ 582039 w 582039"/>
              <a:gd name="connsiteY228" fmla="*/ 2779495 h 9164851"/>
              <a:gd name="connsiteX229" fmla="*/ 582039 w 582039"/>
              <a:gd name="connsiteY229" fmla="*/ 2763953 h 9164851"/>
              <a:gd name="connsiteX230" fmla="*/ 582039 w 582039"/>
              <a:gd name="connsiteY230" fmla="*/ 2641090 h 9164851"/>
              <a:gd name="connsiteX231" fmla="*/ 582039 w 582039"/>
              <a:gd name="connsiteY231" fmla="*/ 2615149 h 9164851"/>
              <a:gd name="connsiteX232" fmla="*/ 582039 w 582039"/>
              <a:gd name="connsiteY232" fmla="*/ 2599846 h 9164851"/>
              <a:gd name="connsiteX233" fmla="*/ 582039 w 582039"/>
              <a:gd name="connsiteY233" fmla="*/ 2573905 h 9164851"/>
              <a:gd name="connsiteX234" fmla="*/ 582039 w 582039"/>
              <a:gd name="connsiteY234" fmla="*/ 2532688 h 9164851"/>
              <a:gd name="connsiteX235" fmla="*/ 582039 w 582039"/>
              <a:gd name="connsiteY235" fmla="*/ 2506747 h 9164851"/>
              <a:gd name="connsiteX236" fmla="*/ 582039 w 582039"/>
              <a:gd name="connsiteY236" fmla="*/ 2491444 h 9164851"/>
              <a:gd name="connsiteX237" fmla="*/ 582039 w 582039"/>
              <a:gd name="connsiteY237" fmla="*/ 2465503 h 9164851"/>
              <a:gd name="connsiteX238" fmla="*/ 582039 w 582039"/>
              <a:gd name="connsiteY238" fmla="*/ 2295272 h 9164851"/>
              <a:gd name="connsiteX239" fmla="*/ 582039 w 582039"/>
              <a:gd name="connsiteY239" fmla="*/ 2269330 h 9164851"/>
              <a:gd name="connsiteX240" fmla="*/ 582039 w 582039"/>
              <a:gd name="connsiteY240" fmla="*/ 2254029 h 9164851"/>
              <a:gd name="connsiteX241" fmla="*/ 582039 w 582039"/>
              <a:gd name="connsiteY241" fmla="*/ 2228087 h 9164851"/>
              <a:gd name="connsiteX242" fmla="*/ 582039 w 582039"/>
              <a:gd name="connsiteY242" fmla="*/ 2186870 h 9164851"/>
              <a:gd name="connsiteX243" fmla="*/ 582039 w 582039"/>
              <a:gd name="connsiteY243" fmla="*/ 2167824 h 9164851"/>
              <a:gd name="connsiteX244" fmla="*/ 582039 w 582039"/>
              <a:gd name="connsiteY244" fmla="*/ 2160927 h 9164851"/>
              <a:gd name="connsiteX245" fmla="*/ 582039 w 582039"/>
              <a:gd name="connsiteY245" fmla="*/ 2145627 h 9164851"/>
              <a:gd name="connsiteX246" fmla="*/ 582039 w 582039"/>
              <a:gd name="connsiteY246" fmla="*/ 2126580 h 9164851"/>
              <a:gd name="connsiteX247" fmla="*/ 582039 w 582039"/>
              <a:gd name="connsiteY247" fmla="*/ 2119685 h 9164851"/>
              <a:gd name="connsiteX248" fmla="*/ 582039 w 582039"/>
              <a:gd name="connsiteY248" fmla="*/ 2085363 h 9164851"/>
              <a:gd name="connsiteX249" fmla="*/ 582039 w 582039"/>
              <a:gd name="connsiteY249" fmla="*/ 2059421 h 9164851"/>
              <a:gd name="connsiteX250" fmla="*/ 582039 w 582039"/>
              <a:gd name="connsiteY250" fmla="*/ 2044121 h 9164851"/>
              <a:gd name="connsiteX251" fmla="*/ 582039 w 582039"/>
              <a:gd name="connsiteY251" fmla="*/ 2018178 h 9164851"/>
              <a:gd name="connsiteX252" fmla="*/ 582039 w 582039"/>
              <a:gd name="connsiteY252" fmla="*/ 1996822 h 9164851"/>
              <a:gd name="connsiteX253" fmla="*/ 582039 w 582039"/>
              <a:gd name="connsiteY253" fmla="*/ 1970880 h 9164851"/>
              <a:gd name="connsiteX254" fmla="*/ 582039 w 582039"/>
              <a:gd name="connsiteY254" fmla="*/ 1955579 h 9164851"/>
              <a:gd name="connsiteX255" fmla="*/ 582039 w 582039"/>
              <a:gd name="connsiteY255" fmla="*/ 1929637 h 9164851"/>
              <a:gd name="connsiteX256" fmla="*/ 582039 w 582039"/>
              <a:gd name="connsiteY256" fmla="*/ 1888420 h 9164851"/>
              <a:gd name="connsiteX257" fmla="*/ 582039 w 582039"/>
              <a:gd name="connsiteY257" fmla="*/ 1869374 h 9164851"/>
              <a:gd name="connsiteX258" fmla="*/ 582039 w 582039"/>
              <a:gd name="connsiteY258" fmla="*/ 1862477 h 9164851"/>
              <a:gd name="connsiteX259" fmla="*/ 582039 w 582039"/>
              <a:gd name="connsiteY259" fmla="*/ 1847177 h 9164851"/>
              <a:gd name="connsiteX260" fmla="*/ 582039 w 582039"/>
              <a:gd name="connsiteY260" fmla="*/ 1828130 h 9164851"/>
              <a:gd name="connsiteX261" fmla="*/ 582039 w 582039"/>
              <a:gd name="connsiteY261" fmla="*/ 1821235 h 9164851"/>
              <a:gd name="connsiteX262" fmla="*/ 582039 w 582039"/>
              <a:gd name="connsiteY262" fmla="*/ 1786913 h 9164851"/>
              <a:gd name="connsiteX263" fmla="*/ 582039 w 582039"/>
              <a:gd name="connsiteY263" fmla="*/ 1760971 h 9164851"/>
              <a:gd name="connsiteX264" fmla="*/ 582039 w 582039"/>
              <a:gd name="connsiteY264" fmla="*/ 1745671 h 9164851"/>
              <a:gd name="connsiteX265" fmla="*/ 582039 w 582039"/>
              <a:gd name="connsiteY265" fmla="*/ 1719728 h 9164851"/>
              <a:gd name="connsiteX266" fmla="*/ 582038 w 582039"/>
              <a:gd name="connsiteY266" fmla="*/ 1446119 h 9164851"/>
              <a:gd name="connsiteX267" fmla="*/ 582038 w 582039"/>
              <a:gd name="connsiteY267" fmla="*/ 1420179 h 9164851"/>
              <a:gd name="connsiteX268" fmla="*/ 582038 w 582039"/>
              <a:gd name="connsiteY268" fmla="*/ 1404877 h 9164851"/>
              <a:gd name="connsiteX269" fmla="*/ 582038 w 582039"/>
              <a:gd name="connsiteY269" fmla="*/ 1378934 h 9164851"/>
              <a:gd name="connsiteX270" fmla="*/ 582038 w 582039"/>
              <a:gd name="connsiteY270" fmla="*/ 1344613 h 9164851"/>
              <a:gd name="connsiteX271" fmla="*/ 582038 w 582039"/>
              <a:gd name="connsiteY271" fmla="*/ 1337718 h 9164851"/>
              <a:gd name="connsiteX272" fmla="*/ 582038 w 582039"/>
              <a:gd name="connsiteY272" fmla="*/ 1318670 h 9164851"/>
              <a:gd name="connsiteX273" fmla="*/ 582038 w 582039"/>
              <a:gd name="connsiteY273" fmla="*/ 1303371 h 9164851"/>
              <a:gd name="connsiteX274" fmla="*/ 582038 w 582039"/>
              <a:gd name="connsiteY274" fmla="*/ 1296476 h 9164851"/>
              <a:gd name="connsiteX275" fmla="*/ 582038 w 582039"/>
              <a:gd name="connsiteY275" fmla="*/ 1277428 h 9164851"/>
              <a:gd name="connsiteX276" fmla="*/ 582038 w 582039"/>
              <a:gd name="connsiteY276" fmla="*/ 1236212 h 9164851"/>
              <a:gd name="connsiteX277" fmla="*/ 582038 w 582039"/>
              <a:gd name="connsiteY277" fmla="*/ 1210269 h 9164851"/>
              <a:gd name="connsiteX278" fmla="*/ 582038 w 582039"/>
              <a:gd name="connsiteY278" fmla="*/ 1194967 h 9164851"/>
              <a:gd name="connsiteX279" fmla="*/ 582038 w 582039"/>
              <a:gd name="connsiteY279" fmla="*/ 1169027 h 9164851"/>
              <a:gd name="connsiteX280" fmla="*/ 582038 w 582039"/>
              <a:gd name="connsiteY280" fmla="*/ 998795 h 9164851"/>
              <a:gd name="connsiteX281" fmla="*/ 582038 w 582039"/>
              <a:gd name="connsiteY281" fmla="*/ 972852 h 9164851"/>
              <a:gd name="connsiteX282" fmla="*/ 582038 w 582039"/>
              <a:gd name="connsiteY282" fmla="*/ 957553 h 9164851"/>
              <a:gd name="connsiteX283" fmla="*/ 582038 w 582039"/>
              <a:gd name="connsiteY283" fmla="*/ 931610 h 9164851"/>
              <a:gd name="connsiteX284" fmla="*/ 582038 w 582039"/>
              <a:gd name="connsiteY284" fmla="*/ 890394 h 9164851"/>
              <a:gd name="connsiteX285" fmla="*/ 582038 w 582039"/>
              <a:gd name="connsiteY285" fmla="*/ 864452 h 9164851"/>
              <a:gd name="connsiteX286" fmla="*/ 582038 w 582039"/>
              <a:gd name="connsiteY286" fmla="*/ 849149 h 9164851"/>
              <a:gd name="connsiteX287" fmla="*/ 582038 w 582039"/>
              <a:gd name="connsiteY287" fmla="*/ 823206 h 9164851"/>
              <a:gd name="connsiteX288" fmla="*/ 582038 w 582039"/>
              <a:gd name="connsiteY288" fmla="*/ 700345 h 9164851"/>
              <a:gd name="connsiteX289" fmla="*/ 582038 w 582039"/>
              <a:gd name="connsiteY289" fmla="*/ 674402 h 9164851"/>
              <a:gd name="connsiteX290" fmla="*/ 582038 w 582039"/>
              <a:gd name="connsiteY290" fmla="*/ 659103 h 9164851"/>
              <a:gd name="connsiteX291" fmla="*/ 582038 w 582039"/>
              <a:gd name="connsiteY291" fmla="*/ 633160 h 9164851"/>
              <a:gd name="connsiteX292" fmla="*/ 582038 w 582039"/>
              <a:gd name="connsiteY292" fmla="*/ 591944 h 9164851"/>
              <a:gd name="connsiteX293" fmla="*/ 582038 w 582039"/>
              <a:gd name="connsiteY293" fmla="*/ 566002 h 9164851"/>
              <a:gd name="connsiteX294" fmla="*/ 582038 w 582039"/>
              <a:gd name="connsiteY294" fmla="*/ 550699 h 9164851"/>
              <a:gd name="connsiteX295" fmla="*/ 582038 w 582039"/>
              <a:gd name="connsiteY295" fmla="*/ 524756 h 9164851"/>
              <a:gd name="connsiteX296" fmla="*/ 582038 w 582039"/>
              <a:gd name="connsiteY296" fmla="*/ 448093 h 9164851"/>
              <a:gd name="connsiteX297" fmla="*/ 582038 w 582039"/>
              <a:gd name="connsiteY297" fmla="*/ 422153 h 9164851"/>
              <a:gd name="connsiteX298" fmla="*/ 582038 w 582039"/>
              <a:gd name="connsiteY298" fmla="*/ 406851 h 9164851"/>
              <a:gd name="connsiteX299" fmla="*/ 582038 w 582039"/>
              <a:gd name="connsiteY299" fmla="*/ 380908 h 9164851"/>
              <a:gd name="connsiteX300" fmla="*/ 582038 w 582039"/>
              <a:gd name="connsiteY300" fmla="*/ 339692 h 9164851"/>
              <a:gd name="connsiteX301" fmla="*/ 582038 w 582039"/>
              <a:gd name="connsiteY301" fmla="*/ 298450 h 9164851"/>
              <a:gd name="connsiteX302" fmla="*/ 582038 w 582039"/>
              <a:gd name="connsiteY302" fmla="*/ 149643 h 9164851"/>
              <a:gd name="connsiteX303" fmla="*/ 582038 w 582039"/>
              <a:gd name="connsiteY303" fmla="*/ 123703 h 9164851"/>
              <a:gd name="connsiteX304" fmla="*/ 582038 w 582039"/>
              <a:gd name="connsiteY304" fmla="*/ 108401 h 9164851"/>
              <a:gd name="connsiteX305" fmla="*/ 582038 w 582039"/>
              <a:gd name="connsiteY305" fmla="*/ 82458 h 9164851"/>
              <a:gd name="connsiteX306" fmla="*/ 582038 w 582039"/>
              <a:gd name="connsiteY306" fmla="*/ 41242 h 9164851"/>
              <a:gd name="connsiteX307" fmla="*/ 582038 w 582039"/>
              <a:gd name="connsiteY307" fmla="*/ 0 h 9164851"/>
              <a:gd name="connsiteX308" fmla="*/ 0 w 582039"/>
              <a:gd name="connsiteY308" fmla="*/ 158641 h 9164851"/>
              <a:gd name="connsiteX309" fmla="*/ 0 w 582039"/>
              <a:gd name="connsiteY309" fmla="*/ 199883 h 9164851"/>
              <a:gd name="connsiteX310" fmla="*/ 0 w 582039"/>
              <a:gd name="connsiteY310" fmla="*/ 241102 h 9164851"/>
              <a:gd name="connsiteX311" fmla="*/ 0 w 582039"/>
              <a:gd name="connsiteY311" fmla="*/ 267042 h 9164851"/>
              <a:gd name="connsiteX312" fmla="*/ 0 w 582039"/>
              <a:gd name="connsiteY312" fmla="*/ 282344 h 9164851"/>
              <a:gd name="connsiteX313" fmla="*/ 0 w 582039"/>
              <a:gd name="connsiteY313" fmla="*/ 308287 h 9164851"/>
              <a:gd name="connsiteX314" fmla="*/ 0 w 582039"/>
              <a:gd name="connsiteY314" fmla="*/ 457091 h 9164851"/>
              <a:gd name="connsiteX315" fmla="*/ 0 w 582039"/>
              <a:gd name="connsiteY315" fmla="*/ 498333 h 9164851"/>
              <a:gd name="connsiteX316" fmla="*/ 0 w 582039"/>
              <a:gd name="connsiteY316" fmla="*/ 539552 h 9164851"/>
              <a:gd name="connsiteX317" fmla="*/ 0 w 582039"/>
              <a:gd name="connsiteY317" fmla="*/ 565492 h 9164851"/>
              <a:gd name="connsiteX318" fmla="*/ 0 w 582039"/>
              <a:gd name="connsiteY318" fmla="*/ 580794 h 9164851"/>
              <a:gd name="connsiteX319" fmla="*/ 0 w 582039"/>
              <a:gd name="connsiteY319" fmla="*/ 606737 h 9164851"/>
              <a:gd name="connsiteX320" fmla="*/ 0 w 582039"/>
              <a:gd name="connsiteY320" fmla="*/ 683401 h 9164851"/>
              <a:gd name="connsiteX321" fmla="*/ 0 w 582039"/>
              <a:gd name="connsiteY321" fmla="*/ 709343 h 9164851"/>
              <a:gd name="connsiteX322" fmla="*/ 0 w 582039"/>
              <a:gd name="connsiteY322" fmla="*/ 724643 h 9164851"/>
              <a:gd name="connsiteX323" fmla="*/ 0 w 582039"/>
              <a:gd name="connsiteY323" fmla="*/ 750585 h 9164851"/>
              <a:gd name="connsiteX324" fmla="*/ 0 w 582039"/>
              <a:gd name="connsiteY324" fmla="*/ 791801 h 9164851"/>
              <a:gd name="connsiteX325" fmla="*/ 0 w 582039"/>
              <a:gd name="connsiteY325" fmla="*/ 817744 h 9164851"/>
              <a:gd name="connsiteX326" fmla="*/ 0 w 582039"/>
              <a:gd name="connsiteY326" fmla="*/ 833046 h 9164851"/>
              <a:gd name="connsiteX327" fmla="*/ 0 w 582039"/>
              <a:gd name="connsiteY327" fmla="*/ 858986 h 9164851"/>
              <a:gd name="connsiteX328" fmla="*/ 0 w 582039"/>
              <a:gd name="connsiteY328" fmla="*/ 981851 h 9164851"/>
              <a:gd name="connsiteX329" fmla="*/ 0 w 582039"/>
              <a:gd name="connsiteY329" fmla="*/ 1007793 h 9164851"/>
              <a:gd name="connsiteX330" fmla="*/ 0 w 582039"/>
              <a:gd name="connsiteY330" fmla="*/ 1023093 h 9164851"/>
              <a:gd name="connsiteX331" fmla="*/ 0 w 582039"/>
              <a:gd name="connsiteY331" fmla="*/ 1049035 h 9164851"/>
              <a:gd name="connsiteX332" fmla="*/ 0 w 582039"/>
              <a:gd name="connsiteY332" fmla="*/ 1090251 h 9164851"/>
              <a:gd name="connsiteX333" fmla="*/ 0 w 582039"/>
              <a:gd name="connsiteY333" fmla="*/ 1116194 h 9164851"/>
              <a:gd name="connsiteX334" fmla="*/ 0 w 582039"/>
              <a:gd name="connsiteY334" fmla="*/ 1131496 h 9164851"/>
              <a:gd name="connsiteX335" fmla="*/ 0 w 582039"/>
              <a:gd name="connsiteY335" fmla="*/ 1157436 h 9164851"/>
              <a:gd name="connsiteX336" fmla="*/ 0 w 582039"/>
              <a:gd name="connsiteY336" fmla="*/ 1169027 h 9164851"/>
              <a:gd name="connsiteX337" fmla="*/ 0 w 582039"/>
              <a:gd name="connsiteY337" fmla="*/ 1194967 h 9164851"/>
              <a:gd name="connsiteX338" fmla="*/ 0 w 582039"/>
              <a:gd name="connsiteY338" fmla="*/ 1210269 h 9164851"/>
              <a:gd name="connsiteX339" fmla="*/ 0 w 582039"/>
              <a:gd name="connsiteY339" fmla="*/ 1236212 h 9164851"/>
              <a:gd name="connsiteX340" fmla="*/ 0 w 582039"/>
              <a:gd name="connsiteY340" fmla="*/ 1277428 h 9164851"/>
              <a:gd name="connsiteX341" fmla="*/ 0 w 582039"/>
              <a:gd name="connsiteY341" fmla="*/ 1303371 h 9164851"/>
              <a:gd name="connsiteX342" fmla="*/ 0 w 582039"/>
              <a:gd name="connsiteY342" fmla="*/ 1318670 h 9164851"/>
              <a:gd name="connsiteX343" fmla="*/ 0 w 582039"/>
              <a:gd name="connsiteY343" fmla="*/ 1344613 h 9164851"/>
              <a:gd name="connsiteX344" fmla="*/ 0 w 582039"/>
              <a:gd name="connsiteY344" fmla="*/ 1455117 h 9164851"/>
              <a:gd name="connsiteX345" fmla="*/ 0 w 582039"/>
              <a:gd name="connsiteY345" fmla="*/ 1467477 h 9164851"/>
              <a:gd name="connsiteX346" fmla="*/ 0 w 582039"/>
              <a:gd name="connsiteY346" fmla="*/ 1493417 h 9164851"/>
              <a:gd name="connsiteX347" fmla="*/ 0 w 582039"/>
              <a:gd name="connsiteY347" fmla="*/ 1496359 h 9164851"/>
              <a:gd name="connsiteX348" fmla="*/ 0 w 582039"/>
              <a:gd name="connsiteY348" fmla="*/ 1508719 h 9164851"/>
              <a:gd name="connsiteX349" fmla="*/ 0 w 582039"/>
              <a:gd name="connsiteY349" fmla="*/ 1534662 h 9164851"/>
              <a:gd name="connsiteX350" fmla="*/ 0 w 582039"/>
              <a:gd name="connsiteY350" fmla="*/ 1537578 h 9164851"/>
              <a:gd name="connsiteX351" fmla="*/ 0 w 582039"/>
              <a:gd name="connsiteY351" fmla="*/ 1563518 h 9164851"/>
              <a:gd name="connsiteX352" fmla="*/ 0 w 582039"/>
              <a:gd name="connsiteY352" fmla="*/ 1575878 h 9164851"/>
              <a:gd name="connsiteX353" fmla="*/ 0 w 582039"/>
              <a:gd name="connsiteY353" fmla="*/ 1578820 h 9164851"/>
              <a:gd name="connsiteX354" fmla="*/ 0 w 582039"/>
              <a:gd name="connsiteY354" fmla="*/ 1601821 h 9164851"/>
              <a:gd name="connsiteX355" fmla="*/ 0 w 582039"/>
              <a:gd name="connsiteY355" fmla="*/ 1604763 h 9164851"/>
              <a:gd name="connsiteX356" fmla="*/ 0 w 582039"/>
              <a:gd name="connsiteY356" fmla="*/ 1617120 h 9164851"/>
              <a:gd name="connsiteX357" fmla="*/ 0 w 582039"/>
              <a:gd name="connsiteY357" fmla="*/ 1643063 h 9164851"/>
              <a:gd name="connsiteX358" fmla="*/ 0 w 582039"/>
              <a:gd name="connsiteY358" fmla="*/ 1719728 h 9164851"/>
              <a:gd name="connsiteX359" fmla="*/ 0 w 582039"/>
              <a:gd name="connsiteY359" fmla="*/ 1745671 h 9164851"/>
              <a:gd name="connsiteX360" fmla="*/ 0 w 582039"/>
              <a:gd name="connsiteY360" fmla="*/ 1753567 h 9164851"/>
              <a:gd name="connsiteX361" fmla="*/ 0 w 582039"/>
              <a:gd name="connsiteY361" fmla="*/ 1760972 h 9164851"/>
              <a:gd name="connsiteX362" fmla="*/ 0 w 582039"/>
              <a:gd name="connsiteY362" fmla="*/ 1786913 h 9164851"/>
              <a:gd name="connsiteX363" fmla="*/ 0 w 582039"/>
              <a:gd name="connsiteY363" fmla="*/ 1794809 h 9164851"/>
              <a:gd name="connsiteX364" fmla="*/ 0 w 582039"/>
              <a:gd name="connsiteY364" fmla="*/ 1828130 h 9164851"/>
              <a:gd name="connsiteX365" fmla="*/ 0 w 582039"/>
              <a:gd name="connsiteY365" fmla="*/ 1836028 h 9164851"/>
              <a:gd name="connsiteX366" fmla="*/ 0 w 582039"/>
              <a:gd name="connsiteY366" fmla="*/ 1861968 h 9164851"/>
              <a:gd name="connsiteX367" fmla="*/ 0 w 582039"/>
              <a:gd name="connsiteY367" fmla="*/ 1869374 h 9164851"/>
              <a:gd name="connsiteX368" fmla="*/ 0 w 582039"/>
              <a:gd name="connsiteY368" fmla="*/ 1877270 h 9164851"/>
              <a:gd name="connsiteX369" fmla="*/ 0 w 582039"/>
              <a:gd name="connsiteY369" fmla="*/ 1903213 h 9164851"/>
              <a:gd name="connsiteX370" fmla="*/ 0 w 582039"/>
              <a:gd name="connsiteY370" fmla="*/ 1979876 h 9164851"/>
              <a:gd name="connsiteX371" fmla="*/ 0 w 582039"/>
              <a:gd name="connsiteY371" fmla="*/ 2005819 h 9164851"/>
              <a:gd name="connsiteX372" fmla="*/ 0 w 582039"/>
              <a:gd name="connsiteY372" fmla="*/ 2018178 h 9164851"/>
              <a:gd name="connsiteX373" fmla="*/ 0 w 582039"/>
              <a:gd name="connsiteY373" fmla="*/ 2021120 h 9164851"/>
              <a:gd name="connsiteX374" fmla="*/ 0 w 582039"/>
              <a:gd name="connsiteY374" fmla="*/ 2044121 h 9164851"/>
              <a:gd name="connsiteX375" fmla="*/ 0 w 582039"/>
              <a:gd name="connsiteY375" fmla="*/ 2047063 h 9164851"/>
              <a:gd name="connsiteX376" fmla="*/ 0 w 582039"/>
              <a:gd name="connsiteY376" fmla="*/ 2059422 h 9164851"/>
              <a:gd name="connsiteX377" fmla="*/ 0 w 582039"/>
              <a:gd name="connsiteY377" fmla="*/ 2085363 h 9164851"/>
              <a:gd name="connsiteX378" fmla="*/ 0 w 582039"/>
              <a:gd name="connsiteY378" fmla="*/ 2088279 h 9164851"/>
              <a:gd name="connsiteX379" fmla="*/ 0 w 582039"/>
              <a:gd name="connsiteY379" fmla="*/ 2114222 h 9164851"/>
              <a:gd name="connsiteX380" fmla="*/ 0 w 582039"/>
              <a:gd name="connsiteY380" fmla="*/ 2126580 h 9164851"/>
              <a:gd name="connsiteX381" fmla="*/ 0 w 582039"/>
              <a:gd name="connsiteY381" fmla="*/ 2129522 h 9164851"/>
              <a:gd name="connsiteX382" fmla="*/ 0 w 582039"/>
              <a:gd name="connsiteY382" fmla="*/ 2155464 h 9164851"/>
              <a:gd name="connsiteX383" fmla="*/ 0 w 582039"/>
              <a:gd name="connsiteY383" fmla="*/ 2167824 h 9164851"/>
              <a:gd name="connsiteX384" fmla="*/ 0 w 582039"/>
              <a:gd name="connsiteY384" fmla="*/ 2278326 h 9164851"/>
              <a:gd name="connsiteX385" fmla="*/ 0 w 582039"/>
              <a:gd name="connsiteY385" fmla="*/ 2304269 h 9164851"/>
              <a:gd name="connsiteX386" fmla="*/ 0 w 582039"/>
              <a:gd name="connsiteY386" fmla="*/ 2319570 h 9164851"/>
              <a:gd name="connsiteX387" fmla="*/ 0 w 582039"/>
              <a:gd name="connsiteY387" fmla="*/ 2345513 h 9164851"/>
              <a:gd name="connsiteX388" fmla="*/ 0 w 582039"/>
              <a:gd name="connsiteY388" fmla="*/ 2386729 h 9164851"/>
              <a:gd name="connsiteX389" fmla="*/ 0 w 582039"/>
              <a:gd name="connsiteY389" fmla="*/ 2412672 h 9164851"/>
              <a:gd name="connsiteX390" fmla="*/ 0 w 582039"/>
              <a:gd name="connsiteY390" fmla="*/ 2427972 h 9164851"/>
              <a:gd name="connsiteX391" fmla="*/ 0 w 582039"/>
              <a:gd name="connsiteY391" fmla="*/ 2453914 h 9164851"/>
              <a:gd name="connsiteX392" fmla="*/ 0 w 582039"/>
              <a:gd name="connsiteY392" fmla="*/ 2465503 h 9164851"/>
              <a:gd name="connsiteX393" fmla="*/ 0 w 582039"/>
              <a:gd name="connsiteY393" fmla="*/ 2491444 h 9164851"/>
              <a:gd name="connsiteX394" fmla="*/ 0 w 582039"/>
              <a:gd name="connsiteY394" fmla="*/ 2506747 h 9164851"/>
              <a:gd name="connsiteX395" fmla="*/ 0 w 582039"/>
              <a:gd name="connsiteY395" fmla="*/ 2532688 h 9164851"/>
              <a:gd name="connsiteX396" fmla="*/ 0 w 582039"/>
              <a:gd name="connsiteY396" fmla="*/ 2573905 h 9164851"/>
              <a:gd name="connsiteX397" fmla="*/ 0 w 582039"/>
              <a:gd name="connsiteY397" fmla="*/ 2599846 h 9164851"/>
              <a:gd name="connsiteX398" fmla="*/ 0 w 582039"/>
              <a:gd name="connsiteY398" fmla="*/ 2615149 h 9164851"/>
              <a:gd name="connsiteX399" fmla="*/ 0 w 582039"/>
              <a:gd name="connsiteY399" fmla="*/ 2641090 h 9164851"/>
              <a:gd name="connsiteX400" fmla="*/ 0 w 582039"/>
              <a:gd name="connsiteY400" fmla="*/ 2763953 h 9164851"/>
              <a:gd name="connsiteX401" fmla="*/ 0 w 582039"/>
              <a:gd name="connsiteY401" fmla="*/ 2789894 h 9164851"/>
              <a:gd name="connsiteX402" fmla="*/ 0 w 582039"/>
              <a:gd name="connsiteY402" fmla="*/ 2805197 h 9164851"/>
              <a:gd name="connsiteX403" fmla="*/ 0 w 582039"/>
              <a:gd name="connsiteY403" fmla="*/ 2831138 h 9164851"/>
              <a:gd name="connsiteX404" fmla="*/ 0 w 582039"/>
              <a:gd name="connsiteY404" fmla="*/ 2872355 h 9164851"/>
              <a:gd name="connsiteX405" fmla="*/ 0 w 582039"/>
              <a:gd name="connsiteY405" fmla="*/ 2898296 h 9164851"/>
              <a:gd name="connsiteX406" fmla="*/ 0 w 582039"/>
              <a:gd name="connsiteY406" fmla="*/ 2901842 h 9164851"/>
              <a:gd name="connsiteX407" fmla="*/ 0 w 582039"/>
              <a:gd name="connsiteY407" fmla="*/ 2913599 h 9164851"/>
              <a:gd name="connsiteX408" fmla="*/ 0 w 582039"/>
              <a:gd name="connsiteY408" fmla="*/ 2938137 h 9164851"/>
              <a:gd name="connsiteX409" fmla="*/ 0 w 582039"/>
              <a:gd name="connsiteY409" fmla="*/ 2939540 h 9164851"/>
              <a:gd name="connsiteX410" fmla="*/ 0 w 582039"/>
              <a:gd name="connsiteY410" fmla="*/ 2943084 h 9164851"/>
              <a:gd name="connsiteX411" fmla="*/ 0 w 582039"/>
              <a:gd name="connsiteY411" fmla="*/ 2949840 h 9164851"/>
              <a:gd name="connsiteX412" fmla="*/ 0 w 582039"/>
              <a:gd name="connsiteY412" fmla="*/ 2984303 h 9164851"/>
              <a:gd name="connsiteX413" fmla="*/ 0 w 582039"/>
              <a:gd name="connsiteY413" fmla="*/ 3010243 h 9164851"/>
              <a:gd name="connsiteX414" fmla="*/ 0 w 582039"/>
              <a:gd name="connsiteY414" fmla="*/ 3025545 h 9164851"/>
              <a:gd name="connsiteX415" fmla="*/ 0 w 582039"/>
              <a:gd name="connsiteY415" fmla="*/ 3051488 h 9164851"/>
              <a:gd name="connsiteX416" fmla="*/ 0 w 582039"/>
              <a:gd name="connsiteY416" fmla="*/ 3200292 h 9164851"/>
              <a:gd name="connsiteX417" fmla="*/ 0 w 582039"/>
              <a:gd name="connsiteY417" fmla="*/ 3236587 h 9164851"/>
              <a:gd name="connsiteX418" fmla="*/ 0 w 582039"/>
              <a:gd name="connsiteY418" fmla="*/ 3241534 h 9164851"/>
              <a:gd name="connsiteX419" fmla="*/ 0 w 582039"/>
              <a:gd name="connsiteY419" fmla="*/ 3248290 h 9164851"/>
              <a:gd name="connsiteX420" fmla="*/ 0 w 582039"/>
              <a:gd name="connsiteY420" fmla="*/ 3282753 h 9164851"/>
              <a:gd name="connsiteX421" fmla="*/ 0 w 582039"/>
              <a:gd name="connsiteY421" fmla="*/ 3308693 h 9164851"/>
              <a:gd name="connsiteX422" fmla="*/ 0 w 582039"/>
              <a:gd name="connsiteY422" fmla="*/ 3323995 h 9164851"/>
              <a:gd name="connsiteX423" fmla="*/ 0 w 582039"/>
              <a:gd name="connsiteY423" fmla="*/ 3349938 h 9164851"/>
              <a:gd name="connsiteX424" fmla="*/ 0 w 582039"/>
              <a:gd name="connsiteY424" fmla="*/ 3426602 h 9164851"/>
              <a:gd name="connsiteX425" fmla="*/ 0 w 582039"/>
              <a:gd name="connsiteY425" fmla="*/ 3452544 h 9164851"/>
              <a:gd name="connsiteX426" fmla="*/ 0 w 582039"/>
              <a:gd name="connsiteY426" fmla="*/ 3467844 h 9164851"/>
              <a:gd name="connsiteX427" fmla="*/ 0 w 582039"/>
              <a:gd name="connsiteY427" fmla="*/ 3493786 h 9164851"/>
              <a:gd name="connsiteX428" fmla="*/ 0 w 582039"/>
              <a:gd name="connsiteY428" fmla="*/ 3535002 h 9164851"/>
              <a:gd name="connsiteX429" fmla="*/ 0 w 582039"/>
              <a:gd name="connsiteY429" fmla="*/ 3560945 h 9164851"/>
              <a:gd name="connsiteX430" fmla="*/ 0 w 582039"/>
              <a:gd name="connsiteY430" fmla="*/ 3576247 h 9164851"/>
              <a:gd name="connsiteX431" fmla="*/ 0 w 582039"/>
              <a:gd name="connsiteY431" fmla="*/ 3602187 h 9164851"/>
              <a:gd name="connsiteX432" fmla="*/ 0 w 582039"/>
              <a:gd name="connsiteY432" fmla="*/ 3725052 h 9164851"/>
              <a:gd name="connsiteX433" fmla="*/ 0 w 582039"/>
              <a:gd name="connsiteY433" fmla="*/ 3750994 h 9164851"/>
              <a:gd name="connsiteX434" fmla="*/ 0 w 582039"/>
              <a:gd name="connsiteY434" fmla="*/ 3766294 h 9164851"/>
              <a:gd name="connsiteX435" fmla="*/ 0 w 582039"/>
              <a:gd name="connsiteY435" fmla="*/ 3792236 h 9164851"/>
              <a:gd name="connsiteX436" fmla="*/ 0 w 582039"/>
              <a:gd name="connsiteY436" fmla="*/ 3833452 h 9164851"/>
              <a:gd name="connsiteX437" fmla="*/ 0 w 582039"/>
              <a:gd name="connsiteY437" fmla="*/ 3859395 h 9164851"/>
              <a:gd name="connsiteX438" fmla="*/ 0 w 582039"/>
              <a:gd name="connsiteY438" fmla="*/ 3874697 h 9164851"/>
              <a:gd name="connsiteX439" fmla="*/ 0 w 582039"/>
              <a:gd name="connsiteY439" fmla="*/ 3900637 h 9164851"/>
              <a:gd name="connsiteX440" fmla="*/ 0 w 582039"/>
              <a:gd name="connsiteY440" fmla="*/ 3912228 h 9164851"/>
              <a:gd name="connsiteX441" fmla="*/ 0 w 582039"/>
              <a:gd name="connsiteY441" fmla="*/ 3938168 h 9164851"/>
              <a:gd name="connsiteX442" fmla="*/ 0 w 582039"/>
              <a:gd name="connsiteY442" fmla="*/ 3953470 h 9164851"/>
              <a:gd name="connsiteX443" fmla="*/ 0 w 582039"/>
              <a:gd name="connsiteY443" fmla="*/ 3979413 h 9164851"/>
              <a:gd name="connsiteX444" fmla="*/ 0 w 582039"/>
              <a:gd name="connsiteY444" fmla="*/ 4020629 h 9164851"/>
              <a:gd name="connsiteX445" fmla="*/ 0 w 582039"/>
              <a:gd name="connsiteY445" fmla="*/ 4046572 h 9164851"/>
              <a:gd name="connsiteX446" fmla="*/ 0 w 582039"/>
              <a:gd name="connsiteY446" fmla="*/ 4061871 h 9164851"/>
              <a:gd name="connsiteX447" fmla="*/ 0 w 582039"/>
              <a:gd name="connsiteY447" fmla="*/ 4087814 h 9164851"/>
              <a:gd name="connsiteX448" fmla="*/ 0 w 582039"/>
              <a:gd name="connsiteY448" fmla="*/ 4198318 h 9164851"/>
              <a:gd name="connsiteX449" fmla="*/ 0 w 582039"/>
              <a:gd name="connsiteY449" fmla="*/ 4210678 h 9164851"/>
              <a:gd name="connsiteX450" fmla="*/ 0 w 582039"/>
              <a:gd name="connsiteY450" fmla="*/ 4216291 h 9164851"/>
              <a:gd name="connsiteX451" fmla="*/ 0 w 582039"/>
              <a:gd name="connsiteY451" fmla="*/ 4236618 h 9164851"/>
              <a:gd name="connsiteX452" fmla="*/ 0 w 582039"/>
              <a:gd name="connsiteY452" fmla="*/ 4239560 h 9164851"/>
              <a:gd name="connsiteX453" fmla="*/ 0 w 582039"/>
              <a:gd name="connsiteY453" fmla="*/ 4251920 h 9164851"/>
              <a:gd name="connsiteX454" fmla="*/ 0 w 582039"/>
              <a:gd name="connsiteY454" fmla="*/ 4257533 h 9164851"/>
              <a:gd name="connsiteX455" fmla="*/ 0 w 582039"/>
              <a:gd name="connsiteY455" fmla="*/ 4277863 h 9164851"/>
              <a:gd name="connsiteX456" fmla="*/ 0 w 582039"/>
              <a:gd name="connsiteY456" fmla="*/ 4280779 h 9164851"/>
              <a:gd name="connsiteX457" fmla="*/ 0 w 582039"/>
              <a:gd name="connsiteY457" fmla="*/ 4298752 h 9164851"/>
              <a:gd name="connsiteX458" fmla="*/ 0 w 582039"/>
              <a:gd name="connsiteY458" fmla="*/ 4306719 h 9164851"/>
              <a:gd name="connsiteX459" fmla="*/ 0 w 582039"/>
              <a:gd name="connsiteY459" fmla="*/ 4319079 h 9164851"/>
              <a:gd name="connsiteX460" fmla="*/ 0 w 582039"/>
              <a:gd name="connsiteY460" fmla="*/ 4322021 h 9164851"/>
              <a:gd name="connsiteX461" fmla="*/ 0 w 582039"/>
              <a:gd name="connsiteY461" fmla="*/ 4324692 h 9164851"/>
              <a:gd name="connsiteX462" fmla="*/ 0 w 582039"/>
              <a:gd name="connsiteY462" fmla="*/ 4339994 h 9164851"/>
              <a:gd name="connsiteX463" fmla="*/ 0 w 582039"/>
              <a:gd name="connsiteY463" fmla="*/ 4345022 h 9164851"/>
              <a:gd name="connsiteX464" fmla="*/ 0 w 582039"/>
              <a:gd name="connsiteY464" fmla="*/ 4347964 h 9164851"/>
              <a:gd name="connsiteX465" fmla="*/ 0 w 582039"/>
              <a:gd name="connsiteY465" fmla="*/ 4360321 h 9164851"/>
              <a:gd name="connsiteX466" fmla="*/ 0 w 582039"/>
              <a:gd name="connsiteY466" fmla="*/ 4365937 h 9164851"/>
              <a:gd name="connsiteX467" fmla="*/ 0 w 582039"/>
              <a:gd name="connsiteY467" fmla="*/ 4386264 h 9164851"/>
              <a:gd name="connsiteX468" fmla="*/ 0 w 582039"/>
              <a:gd name="connsiteY468" fmla="*/ 4462929 h 9164851"/>
              <a:gd name="connsiteX469" fmla="*/ 0 w 582039"/>
              <a:gd name="connsiteY469" fmla="*/ 4488872 h 9164851"/>
              <a:gd name="connsiteX470" fmla="*/ 0 w 582039"/>
              <a:gd name="connsiteY470" fmla="*/ 4496768 h 9164851"/>
              <a:gd name="connsiteX471" fmla="*/ 0 w 582039"/>
              <a:gd name="connsiteY471" fmla="*/ 4504173 h 9164851"/>
              <a:gd name="connsiteX472" fmla="*/ 0 w 582039"/>
              <a:gd name="connsiteY472" fmla="*/ 4514741 h 9164851"/>
              <a:gd name="connsiteX473" fmla="*/ 0 w 582039"/>
              <a:gd name="connsiteY473" fmla="*/ 4530114 h 9164851"/>
              <a:gd name="connsiteX474" fmla="*/ 0 w 582039"/>
              <a:gd name="connsiteY474" fmla="*/ 4538010 h 9164851"/>
              <a:gd name="connsiteX475" fmla="*/ 0 w 582039"/>
              <a:gd name="connsiteY475" fmla="*/ 4555983 h 9164851"/>
              <a:gd name="connsiteX476" fmla="*/ 0 w 582039"/>
              <a:gd name="connsiteY476" fmla="*/ 4571331 h 9164851"/>
              <a:gd name="connsiteX477" fmla="*/ 0 w 582039"/>
              <a:gd name="connsiteY477" fmla="*/ 4579229 h 9164851"/>
              <a:gd name="connsiteX478" fmla="*/ 0 w 582039"/>
              <a:gd name="connsiteY478" fmla="*/ 4597202 h 9164851"/>
              <a:gd name="connsiteX479" fmla="*/ 0 w 582039"/>
              <a:gd name="connsiteY479" fmla="*/ 4605169 h 9164851"/>
              <a:gd name="connsiteX480" fmla="*/ 0 w 582039"/>
              <a:gd name="connsiteY480" fmla="*/ 4612575 h 9164851"/>
              <a:gd name="connsiteX481" fmla="*/ 0 w 582039"/>
              <a:gd name="connsiteY481" fmla="*/ 4620471 h 9164851"/>
              <a:gd name="connsiteX482" fmla="*/ 0 w 582039"/>
              <a:gd name="connsiteY482" fmla="*/ 4623142 h 9164851"/>
              <a:gd name="connsiteX483" fmla="*/ 0 w 582039"/>
              <a:gd name="connsiteY483" fmla="*/ 4638444 h 9164851"/>
              <a:gd name="connsiteX484" fmla="*/ 0 w 582039"/>
              <a:gd name="connsiteY484" fmla="*/ 4646414 h 9164851"/>
              <a:gd name="connsiteX485" fmla="*/ 0 w 582039"/>
              <a:gd name="connsiteY485" fmla="*/ 4664387 h 9164851"/>
              <a:gd name="connsiteX486" fmla="*/ 0 w 582039"/>
              <a:gd name="connsiteY486" fmla="*/ 4723077 h 9164851"/>
              <a:gd name="connsiteX487" fmla="*/ 0 w 582039"/>
              <a:gd name="connsiteY487" fmla="*/ 4741051 h 9164851"/>
              <a:gd name="connsiteX488" fmla="*/ 0 w 582039"/>
              <a:gd name="connsiteY488" fmla="*/ 4749020 h 9164851"/>
              <a:gd name="connsiteX489" fmla="*/ 0 w 582039"/>
              <a:gd name="connsiteY489" fmla="*/ 4761379 h 9164851"/>
              <a:gd name="connsiteX490" fmla="*/ 0 w 582039"/>
              <a:gd name="connsiteY490" fmla="*/ 4764321 h 9164851"/>
              <a:gd name="connsiteX491" fmla="*/ 0 w 582039"/>
              <a:gd name="connsiteY491" fmla="*/ 4766993 h 9164851"/>
              <a:gd name="connsiteX492" fmla="*/ 0 w 582039"/>
              <a:gd name="connsiteY492" fmla="*/ 4782293 h 9164851"/>
              <a:gd name="connsiteX493" fmla="*/ 0 w 582039"/>
              <a:gd name="connsiteY493" fmla="*/ 4787322 h 9164851"/>
              <a:gd name="connsiteX494" fmla="*/ 0 w 582039"/>
              <a:gd name="connsiteY494" fmla="*/ 4790264 h 9164851"/>
              <a:gd name="connsiteX495" fmla="*/ 0 w 582039"/>
              <a:gd name="connsiteY495" fmla="*/ 4802623 h 9164851"/>
              <a:gd name="connsiteX496" fmla="*/ 0 w 582039"/>
              <a:gd name="connsiteY496" fmla="*/ 4808235 h 9164851"/>
              <a:gd name="connsiteX497" fmla="*/ 0 w 582039"/>
              <a:gd name="connsiteY497" fmla="*/ 4828564 h 9164851"/>
              <a:gd name="connsiteX498" fmla="*/ 0 w 582039"/>
              <a:gd name="connsiteY498" fmla="*/ 4831480 h 9164851"/>
              <a:gd name="connsiteX499" fmla="*/ 0 w 582039"/>
              <a:gd name="connsiteY499" fmla="*/ 4849451 h 9164851"/>
              <a:gd name="connsiteX500" fmla="*/ 0 w 582039"/>
              <a:gd name="connsiteY500" fmla="*/ 4857423 h 9164851"/>
              <a:gd name="connsiteX501" fmla="*/ 0 w 582039"/>
              <a:gd name="connsiteY501" fmla="*/ 4869781 h 9164851"/>
              <a:gd name="connsiteX502" fmla="*/ 0 w 582039"/>
              <a:gd name="connsiteY502" fmla="*/ 4872723 h 9164851"/>
              <a:gd name="connsiteX503" fmla="*/ 0 w 582039"/>
              <a:gd name="connsiteY503" fmla="*/ 4875394 h 9164851"/>
              <a:gd name="connsiteX504" fmla="*/ 0 w 582039"/>
              <a:gd name="connsiteY504" fmla="*/ 4890696 h 9164851"/>
              <a:gd name="connsiteX505" fmla="*/ 0 w 582039"/>
              <a:gd name="connsiteY505" fmla="*/ 4898665 h 9164851"/>
              <a:gd name="connsiteX506" fmla="*/ 0 w 582039"/>
              <a:gd name="connsiteY506" fmla="*/ 4911025 h 9164851"/>
              <a:gd name="connsiteX507" fmla="*/ 0 w 582039"/>
              <a:gd name="connsiteY507" fmla="*/ 4916636 h 9164851"/>
              <a:gd name="connsiteX508" fmla="*/ 0 w 582039"/>
              <a:gd name="connsiteY508" fmla="*/ 5021527 h 9164851"/>
              <a:gd name="connsiteX509" fmla="*/ 0 w 582039"/>
              <a:gd name="connsiteY509" fmla="*/ 5039501 h 9164851"/>
              <a:gd name="connsiteX510" fmla="*/ 0 w 582039"/>
              <a:gd name="connsiteY510" fmla="*/ 5047470 h 9164851"/>
              <a:gd name="connsiteX511" fmla="*/ 0 w 582039"/>
              <a:gd name="connsiteY511" fmla="*/ 5062771 h 9164851"/>
              <a:gd name="connsiteX512" fmla="*/ 0 w 582039"/>
              <a:gd name="connsiteY512" fmla="*/ 5065443 h 9164851"/>
              <a:gd name="connsiteX513" fmla="*/ 0 w 582039"/>
              <a:gd name="connsiteY513" fmla="*/ 5080743 h 9164851"/>
              <a:gd name="connsiteX514" fmla="*/ 0 w 582039"/>
              <a:gd name="connsiteY514" fmla="*/ 5088714 h 9164851"/>
              <a:gd name="connsiteX515" fmla="*/ 0 w 582039"/>
              <a:gd name="connsiteY515" fmla="*/ 5106685 h 9164851"/>
              <a:gd name="connsiteX516" fmla="*/ 0 w 582039"/>
              <a:gd name="connsiteY516" fmla="*/ 5129930 h 9164851"/>
              <a:gd name="connsiteX517" fmla="*/ 0 w 582039"/>
              <a:gd name="connsiteY517" fmla="*/ 5147901 h 9164851"/>
              <a:gd name="connsiteX518" fmla="*/ 0 w 582039"/>
              <a:gd name="connsiteY518" fmla="*/ 5155873 h 9164851"/>
              <a:gd name="connsiteX519" fmla="*/ 0 w 582039"/>
              <a:gd name="connsiteY519" fmla="*/ 5171173 h 9164851"/>
              <a:gd name="connsiteX520" fmla="*/ 0 w 582039"/>
              <a:gd name="connsiteY520" fmla="*/ 5173844 h 9164851"/>
              <a:gd name="connsiteX521" fmla="*/ 0 w 582039"/>
              <a:gd name="connsiteY521" fmla="*/ 5189146 h 9164851"/>
              <a:gd name="connsiteX522" fmla="*/ 0 w 582039"/>
              <a:gd name="connsiteY522" fmla="*/ 5197115 h 9164851"/>
              <a:gd name="connsiteX523" fmla="*/ 0 w 582039"/>
              <a:gd name="connsiteY523" fmla="*/ 5208704 h 9164851"/>
              <a:gd name="connsiteX524" fmla="*/ 0 w 582039"/>
              <a:gd name="connsiteY524" fmla="*/ 5215086 h 9164851"/>
              <a:gd name="connsiteX525" fmla="*/ 0 w 582039"/>
              <a:gd name="connsiteY525" fmla="*/ 5226677 h 9164851"/>
              <a:gd name="connsiteX526" fmla="*/ 0 w 582039"/>
              <a:gd name="connsiteY526" fmla="*/ 5234645 h 9164851"/>
              <a:gd name="connsiteX527" fmla="*/ 0 w 582039"/>
              <a:gd name="connsiteY527" fmla="*/ 5249948 h 9164851"/>
              <a:gd name="connsiteX528" fmla="*/ 0 w 582039"/>
              <a:gd name="connsiteY528" fmla="*/ 5252617 h 9164851"/>
              <a:gd name="connsiteX529" fmla="*/ 0 w 582039"/>
              <a:gd name="connsiteY529" fmla="*/ 5267919 h 9164851"/>
              <a:gd name="connsiteX530" fmla="*/ 0 w 582039"/>
              <a:gd name="connsiteY530" fmla="*/ 5275889 h 9164851"/>
              <a:gd name="connsiteX531" fmla="*/ 0 w 582039"/>
              <a:gd name="connsiteY531" fmla="*/ 5293862 h 9164851"/>
              <a:gd name="connsiteX532" fmla="*/ 0 w 582039"/>
              <a:gd name="connsiteY532" fmla="*/ 5317106 h 9164851"/>
              <a:gd name="connsiteX533" fmla="*/ 0 w 582039"/>
              <a:gd name="connsiteY533" fmla="*/ 5335078 h 9164851"/>
              <a:gd name="connsiteX534" fmla="*/ 0 w 582039"/>
              <a:gd name="connsiteY534" fmla="*/ 5343047 h 9164851"/>
              <a:gd name="connsiteX535" fmla="*/ 0 w 582039"/>
              <a:gd name="connsiteY535" fmla="*/ 5358350 h 9164851"/>
              <a:gd name="connsiteX536" fmla="*/ 0 w 582039"/>
              <a:gd name="connsiteY536" fmla="*/ 5361021 h 9164851"/>
              <a:gd name="connsiteX537" fmla="*/ 0 w 582039"/>
              <a:gd name="connsiteY537" fmla="*/ 5376320 h 9164851"/>
              <a:gd name="connsiteX538" fmla="*/ 0 w 582039"/>
              <a:gd name="connsiteY538" fmla="*/ 5384291 h 9164851"/>
              <a:gd name="connsiteX539" fmla="*/ 0 w 582039"/>
              <a:gd name="connsiteY539" fmla="*/ 5402263 h 9164851"/>
              <a:gd name="connsiteX540" fmla="*/ 0 w 582039"/>
              <a:gd name="connsiteY540" fmla="*/ 5507154 h 9164851"/>
              <a:gd name="connsiteX541" fmla="*/ 0 w 582039"/>
              <a:gd name="connsiteY541" fmla="*/ 5512767 h 9164851"/>
              <a:gd name="connsiteX542" fmla="*/ 0 w 582039"/>
              <a:gd name="connsiteY542" fmla="*/ 5525127 h 9164851"/>
              <a:gd name="connsiteX543" fmla="*/ 0 w 582039"/>
              <a:gd name="connsiteY543" fmla="*/ 5533095 h 9164851"/>
              <a:gd name="connsiteX544" fmla="*/ 0 w 582039"/>
              <a:gd name="connsiteY544" fmla="*/ 5548398 h 9164851"/>
              <a:gd name="connsiteX545" fmla="*/ 0 w 582039"/>
              <a:gd name="connsiteY545" fmla="*/ 5551067 h 9164851"/>
              <a:gd name="connsiteX546" fmla="*/ 0 w 582039"/>
              <a:gd name="connsiteY546" fmla="*/ 5554009 h 9164851"/>
              <a:gd name="connsiteX547" fmla="*/ 0 w 582039"/>
              <a:gd name="connsiteY547" fmla="*/ 5566369 h 9164851"/>
              <a:gd name="connsiteX548" fmla="*/ 0 w 582039"/>
              <a:gd name="connsiteY548" fmla="*/ 5574339 h 9164851"/>
              <a:gd name="connsiteX549" fmla="*/ 0 w 582039"/>
              <a:gd name="connsiteY549" fmla="*/ 5592312 h 9164851"/>
              <a:gd name="connsiteX550" fmla="*/ 0 w 582039"/>
              <a:gd name="connsiteY550" fmla="*/ 5595228 h 9164851"/>
              <a:gd name="connsiteX551" fmla="*/ 0 w 582039"/>
              <a:gd name="connsiteY551" fmla="*/ 5615556 h 9164851"/>
              <a:gd name="connsiteX552" fmla="*/ 0 w 582039"/>
              <a:gd name="connsiteY552" fmla="*/ 5621168 h 9164851"/>
              <a:gd name="connsiteX553" fmla="*/ 0 w 582039"/>
              <a:gd name="connsiteY553" fmla="*/ 5633528 h 9164851"/>
              <a:gd name="connsiteX554" fmla="*/ 0 w 582039"/>
              <a:gd name="connsiteY554" fmla="*/ 5636470 h 9164851"/>
              <a:gd name="connsiteX555" fmla="*/ 0 w 582039"/>
              <a:gd name="connsiteY555" fmla="*/ 5641497 h 9164851"/>
              <a:gd name="connsiteX556" fmla="*/ 0 w 582039"/>
              <a:gd name="connsiteY556" fmla="*/ 5656800 h 9164851"/>
              <a:gd name="connsiteX557" fmla="*/ 0 w 582039"/>
              <a:gd name="connsiteY557" fmla="*/ 5659471 h 9164851"/>
              <a:gd name="connsiteX558" fmla="*/ 0 w 582039"/>
              <a:gd name="connsiteY558" fmla="*/ 5662413 h 9164851"/>
              <a:gd name="connsiteX559" fmla="*/ 0 w 582039"/>
              <a:gd name="connsiteY559" fmla="*/ 5674770 h 9164851"/>
              <a:gd name="connsiteX560" fmla="*/ 0 w 582039"/>
              <a:gd name="connsiteY560" fmla="*/ 5681338 h 9164851"/>
              <a:gd name="connsiteX561" fmla="*/ 0 w 582039"/>
              <a:gd name="connsiteY561" fmla="*/ 5682741 h 9164851"/>
              <a:gd name="connsiteX562" fmla="*/ 0 w 582039"/>
              <a:gd name="connsiteY562" fmla="*/ 5693041 h 9164851"/>
              <a:gd name="connsiteX563" fmla="*/ 0 w 582039"/>
              <a:gd name="connsiteY563" fmla="*/ 5700713 h 9164851"/>
              <a:gd name="connsiteX564" fmla="*/ 0 w 582039"/>
              <a:gd name="connsiteY564" fmla="*/ 5777378 h 9164851"/>
              <a:gd name="connsiteX565" fmla="*/ 0 w 582039"/>
              <a:gd name="connsiteY565" fmla="*/ 5803321 h 9164851"/>
              <a:gd name="connsiteX566" fmla="*/ 0 w 582039"/>
              <a:gd name="connsiteY566" fmla="*/ 5811217 h 9164851"/>
              <a:gd name="connsiteX567" fmla="*/ 0 w 582039"/>
              <a:gd name="connsiteY567" fmla="*/ 5818622 h 9164851"/>
              <a:gd name="connsiteX568" fmla="*/ 0 w 582039"/>
              <a:gd name="connsiteY568" fmla="*/ 5844563 h 9164851"/>
              <a:gd name="connsiteX569" fmla="*/ 0 w 582039"/>
              <a:gd name="connsiteY569" fmla="*/ 5852459 h 9164851"/>
              <a:gd name="connsiteX570" fmla="*/ 0 w 582039"/>
              <a:gd name="connsiteY570" fmla="*/ 5885780 h 9164851"/>
              <a:gd name="connsiteX571" fmla="*/ 0 w 582039"/>
              <a:gd name="connsiteY571" fmla="*/ 5893678 h 9164851"/>
              <a:gd name="connsiteX572" fmla="*/ 0 w 582039"/>
              <a:gd name="connsiteY572" fmla="*/ 5919618 h 9164851"/>
              <a:gd name="connsiteX573" fmla="*/ 0 w 582039"/>
              <a:gd name="connsiteY573" fmla="*/ 5927024 h 9164851"/>
              <a:gd name="connsiteX574" fmla="*/ 0 w 582039"/>
              <a:gd name="connsiteY574" fmla="*/ 5934920 h 9164851"/>
              <a:gd name="connsiteX575" fmla="*/ 0 w 582039"/>
              <a:gd name="connsiteY575" fmla="*/ 5960863 h 9164851"/>
              <a:gd name="connsiteX576" fmla="*/ 0 w 582039"/>
              <a:gd name="connsiteY576" fmla="*/ 5979788 h 9164851"/>
              <a:gd name="connsiteX577" fmla="*/ 0 w 582039"/>
              <a:gd name="connsiteY577" fmla="*/ 5991491 h 9164851"/>
              <a:gd name="connsiteX578" fmla="*/ 0 w 582039"/>
              <a:gd name="connsiteY578" fmla="*/ 6037526 h 9164851"/>
              <a:gd name="connsiteX579" fmla="*/ 0 w 582039"/>
              <a:gd name="connsiteY579" fmla="*/ 6063469 h 9164851"/>
              <a:gd name="connsiteX580" fmla="*/ 0 w 582039"/>
              <a:gd name="connsiteY580" fmla="*/ 6075828 h 9164851"/>
              <a:gd name="connsiteX581" fmla="*/ 0 w 582039"/>
              <a:gd name="connsiteY581" fmla="*/ 6078770 h 9164851"/>
              <a:gd name="connsiteX582" fmla="*/ 0 w 582039"/>
              <a:gd name="connsiteY582" fmla="*/ 6101771 h 9164851"/>
              <a:gd name="connsiteX583" fmla="*/ 0 w 582039"/>
              <a:gd name="connsiteY583" fmla="*/ 6104713 h 9164851"/>
              <a:gd name="connsiteX584" fmla="*/ 0 w 582039"/>
              <a:gd name="connsiteY584" fmla="*/ 6117072 h 9164851"/>
              <a:gd name="connsiteX585" fmla="*/ 0 w 582039"/>
              <a:gd name="connsiteY585" fmla="*/ 6143013 h 9164851"/>
              <a:gd name="connsiteX586" fmla="*/ 0 w 582039"/>
              <a:gd name="connsiteY586" fmla="*/ 6145929 h 9164851"/>
              <a:gd name="connsiteX587" fmla="*/ 0 w 582039"/>
              <a:gd name="connsiteY587" fmla="*/ 6171872 h 9164851"/>
              <a:gd name="connsiteX588" fmla="*/ 0 w 582039"/>
              <a:gd name="connsiteY588" fmla="*/ 6184230 h 9164851"/>
              <a:gd name="connsiteX589" fmla="*/ 0 w 582039"/>
              <a:gd name="connsiteY589" fmla="*/ 6187172 h 9164851"/>
              <a:gd name="connsiteX590" fmla="*/ 0 w 582039"/>
              <a:gd name="connsiteY590" fmla="*/ 6213114 h 9164851"/>
              <a:gd name="connsiteX591" fmla="*/ 0 w 582039"/>
              <a:gd name="connsiteY591" fmla="*/ 6225474 h 9164851"/>
              <a:gd name="connsiteX592" fmla="*/ 0 w 582039"/>
              <a:gd name="connsiteY592" fmla="*/ 6335976 h 9164851"/>
              <a:gd name="connsiteX593" fmla="*/ 0 w 582039"/>
              <a:gd name="connsiteY593" fmla="*/ 6361919 h 9164851"/>
              <a:gd name="connsiteX594" fmla="*/ 0 w 582039"/>
              <a:gd name="connsiteY594" fmla="*/ 6377220 h 9164851"/>
              <a:gd name="connsiteX595" fmla="*/ 0 w 582039"/>
              <a:gd name="connsiteY595" fmla="*/ 6403163 h 9164851"/>
              <a:gd name="connsiteX596" fmla="*/ 0 w 582039"/>
              <a:gd name="connsiteY596" fmla="*/ 6444379 h 9164851"/>
              <a:gd name="connsiteX597" fmla="*/ 0 w 582039"/>
              <a:gd name="connsiteY597" fmla="*/ 6470322 h 9164851"/>
              <a:gd name="connsiteX598" fmla="*/ 0 w 582039"/>
              <a:gd name="connsiteY598" fmla="*/ 6485622 h 9164851"/>
              <a:gd name="connsiteX599" fmla="*/ 0 w 582039"/>
              <a:gd name="connsiteY599" fmla="*/ 6511564 h 9164851"/>
              <a:gd name="connsiteX600" fmla="*/ 0 w 582039"/>
              <a:gd name="connsiteY600" fmla="*/ 6523153 h 9164851"/>
              <a:gd name="connsiteX601" fmla="*/ 0 w 582039"/>
              <a:gd name="connsiteY601" fmla="*/ 6549094 h 9164851"/>
              <a:gd name="connsiteX602" fmla="*/ 0 w 582039"/>
              <a:gd name="connsiteY602" fmla="*/ 6564397 h 9164851"/>
              <a:gd name="connsiteX603" fmla="*/ 0 w 582039"/>
              <a:gd name="connsiteY603" fmla="*/ 6590338 h 9164851"/>
              <a:gd name="connsiteX604" fmla="*/ 0 w 582039"/>
              <a:gd name="connsiteY604" fmla="*/ 6631555 h 9164851"/>
              <a:gd name="connsiteX605" fmla="*/ 0 w 582039"/>
              <a:gd name="connsiteY605" fmla="*/ 6657496 h 9164851"/>
              <a:gd name="connsiteX606" fmla="*/ 0 w 582039"/>
              <a:gd name="connsiteY606" fmla="*/ 6672799 h 9164851"/>
              <a:gd name="connsiteX607" fmla="*/ 0 w 582039"/>
              <a:gd name="connsiteY607" fmla="*/ 6698740 h 9164851"/>
              <a:gd name="connsiteX608" fmla="*/ 0 w 582039"/>
              <a:gd name="connsiteY608" fmla="*/ 6821603 h 9164851"/>
              <a:gd name="connsiteX609" fmla="*/ 0 w 582039"/>
              <a:gd name="connsiteY609" fmla="*/ 6847544 h 9164851"/>
              <a:gd name="connsiteX610" fmla="*/ 0 w 582039"/>
              <a:gd name="connsiteY610" fmla="*/ 6862847 h 9164851"/>
              <a:gd name="connsiteX611" fmla="*/ 0 w 582039"/>
              <a:gd name="connsiteY611" fmla="*/ 6888788 h 9164851"/>
              <a:gd name="connsiteX612" fmla="*/ 0 w 582039"/>
              <a:gd name="connsiteY612" fmla="*/ 6930005 h 9164851"/>
              <a:gd name="connsiteX613" fmla="*/ 0 w 582039"/>
              <a:gd name="connsiteY613" fmla="*/ 6955946 h 9164851"/>
              <a:gd name="connsiteX614" fmla="*/ 0 w 582039"/>
              <a:gd name="connsiteY614" fmla="*/ 6959492 h 9164851"/>
              <a:gd name="connsiteX615" fmla="*/ 0 w 582039"/>
              <a:gd name="connsiteY615" fmla="*/ 6971249 h 9164851"/>
              <a:gd name="connsiteX616" fmla="*/ 0 w 582039"/>
              <a:gd name="connsiteY616" fmla="*/ 6995787 h 9164851"/>
              <a:gd name="connsiteX617" fmla="*/ 0 w 582039"/>
              <a:gd name="connsiteY617" fmla="*/ 6997190 h 9164851"/>
              <a:gd name="connsiteX618" fmla="*/ 0 w 582039"/>
              <a:gd name="connsiteY618" fmla="*/ 7000734 h 9164851"/>
              <a:gd name="connsiteX619" fmla="*/ 0 w 582039"/>
              <a:gd name="connsiteY619" fmla="*/ 7007490 h 9164851"/>
              <a:gd name="connsiteX620" fmla="*/ 0 w 582039"/>
              <a:gd name="connsiteY620" fmla="*/ 7041953 h 9164851"/>
              <a:gd name="connsiteX621" fmla="*/ 0 w 582039"/>
              <a:gd name="connsiteY621" fmla="*/ 7067893 h 9164851"/>
              <a:gd name="connsiteX622" fmla="*/ 0 w 582039"/>
              <a:gd name="connsiteY622" fmla="*/ 7083195 h 9164851"/>
              <a:gd name="connsiteX623" fmla="*/ 0 w 582039"/>
              <a:gd name="connsiteY623" fmla="*/ 7109138 h 9164851"/>
              <a:gd name="connsiteX624" fmla="*/ 0 w 582039"/>
              <a:gd name="connsiteY624" fmla="*/ 7257942 h 9164851"/>
              <a:gd name="connsiteX625" fmla="*/ 0 w 582039"/>
              <a:gd name="connsiteY625" fmla="*/ 7294237 h 9164851"/>
              <a:gd name="connsiteX626" fmla="*/ 0 w 582039"/>
              <a:gd name="connsiteY626" fmla="*/ 7299184 h 9164851"/>
              <a:gd name="connsiteX627" fmla="*/ 0 w 582039"/>
              <a:gd name="connsiteY627" fmla="*/ 7305940 h 9164851"/>
              <a:gd name="connsiteX628" fmla="*/ 0 w 582039"/>
              <a:gd name="connsiteY628" fmla="*/ 7340403 h 9164851"/>
              <a:gd name="connsiteX629" fmla="*/ 0 w 582039"/>
              <a:gd name="connsiteY629" fmla="*/ 7366343 h 9164851"/>
              <a:gd name="connsiteX630" fmla="*/ 0 w 582039"/>
              <a:gd name="connsiteY630" fmla="*/ 7381645 h 9164851"/>
              <a:gd name="connsiteX631" fmla="*/ 0 w 582039"/>
              <a:gd name="connsiteY631" fmla="*/ 7407588 h 9164851"/>
              <a:gd name="connsiteX632" fmla="*/ 0 w 582039"/>
              <a:gd name="connsiteY632" fmla="*/ 7484252 h 9164851"/>
              <a:gd name="connsiteX633" fmla="*/ 0 w 582039"/>
              <a:gd name="connsiteY633" fmla="*/ 7510194 h 9164851"/>
              <a:gd name="connsiteX634" fmla="*/ 0 w 582039"/>
              <a:gd name="connsiteY634" fmla="*/ 7525494 h 9164851"/>
              <a:gd name="connsiteX635" fmla="*/ 0 w 582039"/>
              <a:gd name="connsiteY635" fmla="*/ 7551436 h 9164851"/>
              <a:gd name="connsiteX636" fmla="*/ 0 w 582039"/>
              <a:gd name="connsiteY636" fmla="*/ 7592652 h 9164851"/>
              <a:gd name="connsiteX637" fmla="*/ 0 w 582039"/>
              <a:gd name="connsiteY637" fmla="*/ 7618595 h 9164851"/>
              <a:gd name="connsiteX638" fmla="*/ 0 w 582039"/>
              <a:gd name="connsiteY638" fmla="*/ 7633897 h 9164851"/>
              <a:gd name="connsiteX639" fmla="*/ 0 w 582039"/>
              <a:gd name="connsiteY639" fmla="*/ 7659837 h 9164851"/>
              <a:gd name="connsiteX640" fmla="*/ 0 w 582039"/>
              <a:gd name="connsiteY640" fmla="*/ 7782702 h 9164851"/>
              <a:gd name="connsiteX641" fmla="*/ 0 w 582039"/>
              <a:gd name="connsiteY641" fmla="*/ 7808644 h 9164851"/>
              <a:gd name="connsiteX642" fmla="*/ 0 w 582039"/>
              <a:gd name="connsiteY642" fmla="*/ 7823944 h 9164851"/>
              <a:gd name="connsiteX643" fmla="*/ 0 w 582039"/>
              <a:gd name="connsiteY643" fmla="*/ 7849886 h 9164851"/>
              <a:gd name="connsiteX644" fmla="*/ 0 w 582039"/>
              <a:gd name="connsiteY644" fmla="*/ 7891102 h 9164851"/>
              <a:gd name="connsiteX645" fmla="*/ 0 w 582039"/>
              <a:gd name="connsiteY645" fmla="*/ 7917045 h 9164851"/>
              <a:gd name="connsiteX646" fmla="*/ 0 w 582039"/>
              <a:gd name="connsiteY646" fmla="*/ 7932347 h 9164851"/>
              <a:gd name="connsiteX647" fmla="*/ 0 w 582039"/>
              <a:gd name="connsiteY647" fmla="*/ 7958287 h 9164851"/>
              <a:gd name="connsiteX648" fmla="*/ 0 w 582039"/>
              <a:gd name="connsiteY648" fmla="*/ 7969878 h 9164851"/>
              <a:gd name="connsiteX649" fmla="*/ 0 w 582039"/>
              <a:gd name="connsiteY649" fmla="*/ 7995818 h 9164851"/>
              <a:gd name="connsiteX650" fmla="*/ 0 w 582039"/>
              <a:gd name="connsiteY650" fmla="*/ 8011120 h 9164851"/>
              <a:gd name="connsiteX651" fmla="*/ 0 w 582039"/>
              <a:gd name="connsiteY651" fmla="*/ 8037063 h 9164851"/>
              <a:gd name="connsiteX652" fmla="*/ 0 w 582039"/>
              <a:gd name="connsiteY652" fmla="*/ 8078279 h 9164851"/>
              <a:gd name="connsiteX653" fmla="*/ 0 w 582039"/>
              <a:gd name="connsiteY653" fmla="*/ 8104222 h 9164851"/>
              <a:gd name="connsiteX654" fmla="*/ 0 w 582039"/>
              <a:gd name="connsiteY654" fmla="*/ 8119521 h 9164851"/>
              <a:gd name="connsiteX655" fmla="*/ 0 w 582039"/>
              <a:gd name="connsiteY655" fmla="*/ 8145464 h 9164851"/>
              <a:gd name="connsiteX656" fmla="*/ 0 w 582039"/>
              <a:gd name="connsiteY656" fmla="*/ 8255968 h 9164851"/>
              <a:gd name="connsiteX657" fmla="*/ 0 w 582039"/>
              <a:gd name="connsiteY657" fmla="*/ 8268328 h 9164851"/>
              <a:gd name="connsiteX658" fmla="*/ 0 w 582039"/>
              <a:gd name="connsiteY658" fmla="*/ 8294268 h 9164851"/>
              <a:gd name="connsiteX659" fmla="*/ 0 w 582039"/>
              <a:gd name="connsiteY659" fmla="*/ 8297210 h 9164851"/>
              <a:gd name="connsiteX660" fmla="*/ 0 w 582039"/>
              <a:gd name="connsiteY660" fmla="*/ 8309570 h 9164851"/>
              <a:gd name="connsiteX661" fmla="*/ 0 w 582039"/>
              <a:gd name="connsiteY661" fmla="*/ 8335513 h 9164851"/>
              <a:gd name="connsiteX662" fmla="*/ 0 w 582039"/>
              <a:gd name="connsiteY662" fmla="*/ 8338429 h 9164851"/>
              <a:gd name="connsiteX663" fmla="*/ 0 w 582039"/>
              <a:gd name="connsiteY663" fmla="*/ 8364369 h 9164851"/>
              <a:gd name="connsiteX664" fmla="*/ 0 w 582039"/>
              <a:gd name="connsiteY664" fmla="*/ 8376729 h 9164851"/>
              <a:gd name="connsiteX665" fmla="*/ 0 w 582039"/>
              <a:gd name="connsiteY665" fmla="*/ 8379671 h 9164851"/>
              <a:gd name="connsiteX666" fmla="*/ 0 w 582039"/>
              <a:gd name="connsiteY666" fmla="*/ 8402672 h 9164851"/>
              <a:gd name="connsiteX667" fmla="*/ 0 w 582039"/>
              <a:gd name="connsiteY667" fmla="*/ 8405614 h 9164851"/>
              <a:gd name="connsiteX668" fmla="*/ 0 w 582039"/>
              <a:gd name="connsiteY668" fmla="*/ 8417971 h 9164851"/>
              <a:gd name="connsiteX669" fmla="*/ 0 w 582039"/>
              <a:gd name="connsiteY669" fmla="*/ 8443914 h 9164851"/>
              <a:gd name="connsiteX670" fmla="*/ 0 w 582039"/>
              <a:gd name="connsiteY670" fmla="*/ 8520579 h 9164851"/>
              <a:gd name="connsiteX671" fmla="*/ 0 w 582039"/>
              <a:gd name="connsiteY671" fmla="*/ 8546522 h 9164851"/>
              <a:gd name="connsiteX672" fmla="*/ 0 w 582039"/>
              <a:gd name="connsiteY672" fmla="*/ 8554418 h 9164851"/>
              <a:gd name="connsiteX673" fmla="*/ 0 w 582039"/>
              <a:gd name="connsiteY673" fmla="*/ 8561823 h 9164851"/>
              <a:gd name="connsiteX674" fmla="*/ 0 w 582039"/>
              <a:gd name="connsiteY674" fmla="*/ 8587764 h 9164851"/>
              <a:gd name="connsiteX675" fmla="*/ 0 w 582039"/>
              <a:gd name="connsiteY675" fmla="*/ 8595660 h 9164851"/>
              <a:gd name="connsiteX676" fmla="*/ 0 w 582039"/>
              <a:gd name="connsiteY676" fmla="*/ 8628981 h 9164851"/>
              <a:gd name="connsiteX677" fmla="*/ 0 w 582039"/>
              <a:gd name="connsiteY677" fmla="*/ 8636879 h 9164851"/>
              <a:gd name="connsiteX678" fmla="*/ 0 w 582039"/>
              <a:gd name="connsiteY678" fmla="*/ 8662819 h 9164851"/>
              <a:gd name="connsiteX679" fmla="*/ 0 w 582039"/>
              <a:gd name="connsiteY679" fmla="*/ 8670225 h 9164851"/>
              <a:gd name="connsiteX680" fmla="*/ 0 w 582039"/>
              <a:gd name="connsiteY680" fmla="*/ 8678121 h 9164851"/>
              <a:gd name="connsiteX681" fmla="*/ 0 w 582039"/>
              <a:gd name="connsiteY681" fmla="*/ 8704064 h 9164851"/>
              <a:gd name="connsiteX682" fmla="*/ 0 w 582039"/>
              <a:gd name="connsiteY682" fmla="*/ 8780727 h 9164851"/>
              <a:gd name="connsiteX683" fmla="*/ 0 w 582039"/>
              <a:gd name="connsiteY683" fmla="*/ 8806670 h 9164851"/>
              <a:gd name="connsiteX684" fmla="*/ 0 w 582039"/>
              <a:gd name="connsiteY684" fmla="*/ 8819029 h 9164851"/>
              <a:gd name="connsiteX685" fmla="*/ 0 w 582039"/>
              <a:gd name="connsiteY685" fmla="*/ 8821971 h 9164851"/>
              <a:gd name="connsiteX686" fmla="*/ 0 w 582039"/>
              <a:gd name="connsiteY686" fmla="*/ 8844972 h 9164851"/>
              <a:gd name="connsiteX687" fmla="*/ 0 w 582039"/>
              <a:gd name="connsiteY687" fmla="*/ 8847914 h 9164851"/>
              <a:gd name="connsiteX688" fmla="*/ 0 w 582039"/>
              <a:gd name="connsiteY688" fmla="*/ 8860273 h 9164851"/>
              <a:gd name="connsiteX689" fmla="*/ 0 w 582039"/>
              <a:gd name="connsiteY689" fmla="*/ 8886214 h 9164851"/>
              <a:gd name="connsiteX690" fmla="*/ 0 w 582039"/>
              <a:gd name="connsiteY690" fmla="*/ 8889130 h 9164851"/>
              <a:gd name="connsiteX691" fmla="*/ 0 w 582039"/>
              <a:gd name="connsiteY691" fmla="*/ 8915073 h 9164851"/>
              <a:gd name="connsiteX692" fmla="*/ 0 w 582039"/>
              <a:gd name="connsiteY692" fmla="*/ 8927431 h 9164851"/>
              <a:gd name="connsiteX693" fmla="*/ 0 w 582039"/>
              <a:gd name="connsiteY693" fmla="*/ 8930373 h 9164851"/>
              <a:gd name="connsiteX694" fmla="*/ 0 w 582039"/>
              <a:gd name="connsiteY694" fmla="*/ 8956315 h 9164851"/>
              <a:gd name="connsiteX695" fmla="*/ 0 w 582039"/>
              <a:gd name="connsiteY695" fmla="*/ 8968675 h 9164851"/>
              <a:gd name="connsiteX696" fmla="*/ 0 w 582039"/>
              <a:gd name="connsiteY696" fmla="*/ 9079177 h 9164851"/>
              <a:gd name="connsiteX697" fmla="*/ 0 w 582039"/>
              <a:gd name="connsiteY697" fmla="*/ 9105120 h 9164851"/>
              <a:gd name="connsiteX698" fmla="*/ 0 w 582039"/>
              <a:gd name="connsiteY698" fmla="*/ 9120421 h 9164851"/>
              <a:gd name="connsiteX699" fmla="*/ 0 w 582039"/>
              <a:gd name="connsiteY699" fmla="*/ 9146364 h 9164851"/>
              <a:gd name="connsiteX700" fmla="*/ 0 w 582039"/>
              <a:gd name="connsiteY700" fmla="*/ 9164851 h 9164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Lst>
            <a:rect l="l" t="t" r="r" b="b"/>
            <a:pathLst>
              <a:path w="582039" h="9164851">
                <a:moveTo>
                  <a:pt x="582039" y="9006210"/>
                </a:moveTo>
                <a:lnTo>
                  <a:pt x="582039" y="8987721"/>
                </a:lnTo>
                <a:lnTo>
                  <a:pt x="582039" y="8968675"/>
                </a:lnTo>
                <a:lnTo>
                  <a:pt x="582039" y="8961778"/>
                </a:lnTo>
                <a:lnTo>
                  <a:pt x="582039" y="8946478"/>
                </a:lnTo>
                <a:lnTo>
                  <a:pt x="582039" y="8927431"/>
                </a:lnTo>
                <a:lnTo>
                  <a:pt x="582039" y="8920536"/>
                </a:lnTo>
                <a:lnTo>
                  <a:pt x="582039" y="8886214"/>
                </a:lnTo>
                <a:lnTo>
                  <a:pt x="582039" y="8860272"/>
                </a:lnTo>
                <a:lnTo>
                  <a:pt x="582039" y="8844972"/>
                </a:lnTo>
                <a:lnTo>
                  <a:pt x="582039" y="8819029"/>
                </a:lnTo>
                <a:lnTo>
                  <a:pt x="582039" y="8797673"/>
                </a:lnTo>
                <a:lnTo>
                  <a:pt x="582039" y="8771731"/>
                </a:lnTo>
                <a:lnTo>
                  <a:pt x="582039" y="8756430"/>
                </a:lnTo>
                <a:lnTo>
                  <a:pt x="582039" y="8730488"/>
                </a:lnTo>
                <a:lnTo>
                  <a:pt x="582039" y="8689271"/>
                </a:lnTo>
                <a:lnTo>
                  <a:pt x="582039" y="8670225"/>
                </a:lnTo>
                <a:lnTo>
                  <a:pt x="582039" y="8663328"/>
                </a:lnTo>
                <a:lnTo>
                  <a:pt x="582039" y="8648028"/>
                </a:lnTo>
                <a:lnTo>
                  <a:pt x="582039" y="8628981"/>
                </a:lnTo>
                <a:lnTo>
                  <a:pt x="582039" y="8622086"/>
                </a:lnTo>
                <a:lnTo>
                  <a:pt x="582039" y="8587764"/>
                </a:lnTo>
                <a:lnTo>
                  <a:pt x="582039" y="8561822"/>
                </a:lnTo>
                <a:lnTo>
                  <a:pt x="582039" y="8546522"/>
                </a:lnTo>
                <a:lnTo>
                  <a:pt x="582039" y="8520579"/>
                </a:lnTo>
                <a:lnTo>
                  <a:pt x="582038" y="8246970"/>
                </a:lnTo>
                <a:lnTo>
                  <a:pt x="582038" y="8221030"/>
                </a:lnTo>
                <a:lnTo>
                  <a:pt x="582038" y="8205728"/>
                </a:lnTo>
                <a:lnTo>
                  <a:pt x="582038" y="8179785"/>
                </a:lnTo>
                <a:lnTo>
                  <a:pt x="582038" y="8145464"/>
                </a:lnTo>
                <a:lnTo>
                  <a:pt x="582038" y="8138569"/>
                </a:lnTo>
                <a:lnTo>
                  <a:pt x="582038" y="8119521"/>
                </a:lnTo>
                <a:lnTo>
                  <a:pt x="582038" y="8104222"/>
                </a:lnTo>
                <a:lnTo>
                  <a:pt x="582038" y="8097327"/>
                </a:lnTo>
                <a:lnTo>
                  <a:pt x="582038" y="8078279"/>
                </a:lnTo>
                <a:lnTo>
                  <a:pt x="582038" y="8037063"/>
                </a:lnTo>
                <a:lnTo>
                  <a:pt x="582038" y="8011120"/>
                </a:lnTo>
                <a:lnTo>
                  <a:pt x="582038" y="7995818"/>
                </a:lnTo>
                <a:lnTo>
                  <a:pt x="582038" y="7969878"/>
                </a:lnTo>
                <a:lnTo>
                  <a:pt x="582038" y="7799646"/>
                </a:lnTo>
                <a:lnTo>
                  <a:pt x="582038" y="7773703"/>
                </a:lnTo>
                <a:lnTo>
                  <a:pt x="582038" y="7758404"/>
                </a:lnTo>
                <a:lnTo>
                  <a:pt x="582038" y="7732461"/>
                </a:lnTo>
                <a:lnTo>
                  <a:pt x="582038" y="7691245"/>
                </a:lnTo>
                <a:lnTo>
                  <a:pt x="582038" y="7665303"/>
                </a:lnTo>
                <a:lnTo>
                  <a:pt x="582038" y="7650000"/>
                </a:lnTo>
                <a:lnTo>
                  <a:pt x="582038" y="7624057"/>
                </a:lnTo>
                <a:lnTo>
                  <a:pt x="582038" y="7501196"/>
                </a:lnTo>
                <a:lnTo>
                  <a:pt x="582038" y="7475253"/>
                </a:lnTo>
                <a:lnTo>
                  <a:pt x="582038" y="7459954"/>
                </a:lnTo>
                <a:lnTo>
                  <a:pt x="582038" y="7434011"/>
                </a:lnTo>
                <a:lnTo>
                  <a:pt x="582038" y="7392795"/>
                </a:lnTo>
                <a:lnTo>
                  <a:pt x="582038" y="7366853"/>
                </a:lnTo>
                <a:lnTo>
                  <a:pt x="582038" y="7351550"/>
                </a:lnTo>
                <a:lnTo>
                  <a:pt x="582038" y="7325607"/>
                </a:lnTo>
                <a:lnTo>
                  <a:pt x="582038" y="7305940"/>
                </a:lnTo>
                <a:lnTo>
                  <a:pt x="582039" y="7305940"/>
                </a:lnTo>
                <a:lnTo>
                  <a:pt x="582039" y="7285241"/>
                </a:lnTo>
                <a:lnTo>
                  <a:pt x="582039" y="7259298"/>
                </a:lnTo>
                <a:lnTo>
                  <a:pt x="582039" y="7243997"/>
                </a:lnTo>
                <a:lnTo>
                  <a:pt x="582039" y="7218056"/>
                </a:lnTo>
                <a:lnTo>
                  <a:pt x="582039" y="7176839"/>
                </a:lnTo>
                <a:lnTo>
                  <a:pt x="582039" y="7135595"/>
                </a:lnTo>
                <a:lnTo>
                  <a:pt x="582039" y="7007490"/>
                </a:lnTo>
                <a:lnTo>
                  <a:pt x="582039" y="6997190"/>
                </a:lnTo>
                <a:lnTo>
                  <a:pt x="582039" y="6986791"/>
                </a:lnTo>
                <a:lnTo>
                  <a:pt x="582039" y="6971249"/>
                </a:lnTo>
                <a:lnTo>
                  <a:pt x="582039" y="6960848"/>
                </a:lnTo>
                <a:lnTo>
                  <a:pt x="582039" y="6955946"/>
                </a:lnTo>
                <a:lnTo>
                  <a:pt x="582039" y="6945547"/>
                </a:lnTo>
                <a:lnTo>
                  <a:pt x="582039" y="6930005"/>
                </a:lnTo>
                <a:lnTo>
                  <a:pt x="582039" y="6919606"/>
                </a:lnTo>
                <a:lnTo>
                  <a:pt x="582039" y="6888788"/>
                </a:lnTo>
                <a:lnTo>
                  <a:pt x="582039" y="6878389"/>
                </a:lnTo>
                <a:lnTo>
                  <a:pt x="582039" y="6862847"/>
                </a:lnTo>
                <a:lnTo>
                  <a:pt x="582039" y="6847544"/>
                </a:lnTo>
                <a:lnTo>
                  <a:pt x="582039" y="6837145"/>
                </a:lnTo>
                <a:lnTo>
                  <a:pt x="582039" y="6821603"/>
                </a:lnTo>
                <a:lnTo>
                  <a:pt x="582039" y="6698740"/>
                </a:lnTo>
                <a:lnTo>
                  <a:pt x="582039" y="6672799"/>
                </a:lnTo>
                <a:lnTo>
                  <a:pt x="582039" y="6657496"/>
                </a:lnTo>
                <a:lnTo>
                  <a:pt x="582039" y="6631555"/>
                </a:lnTo>
                <a:lnTo>
                  <a:pt x="582039" y="6590338"/>
                </a:lnTo>
                <a:lnTo>
                  <a:pt x="582039" y="6564397"/>
                </a:lnTo>
                <a:lnTo>
                  <a:pt x="582039" y="6549094"/>
                </a:lnTo>
                <a:lnTo>
                  <a:pt x="582039" y="6523153"/>
                </a:lnTo>
                <a:lnTo>
                  <a:pt x="582039" y="6352922"/>
                </a:lnTo>
                <a:lnTo>
                  <a:pt x="582039" y="6326980"/>
                </a:lnTo>
                <a:lnTo>
                  <a:pt x="582039" y="6311679"/>
                </a:lnTo>
                <a:lnTo>
                  <a:pt x="582039" y="6285737"/>
                </a:lnTo>
                <a:lnTo>
                  <a:pt x="582039" y="6244520"/>
                </a:lnTo>
                <a:lnTo>
                  <a:pt x="582039" y="6225474"/>
                </a:lnTo>
                <a:lnTo>
                  <a:pt x="582039" y="6218577"/>
                </a:lnTo>
                <a:lnTo>
                  <a:pt x="582039" y="6203277"/>
                </a:lnTo>
                <a:lnTo>
                  <a:pt x="582039" y="6184230"/>
                </a:lnTo>
                <a:lnTo>
                  <a:pt x="582039" y="6177335"/>
                </a:lnTo>
                <a:lnTo>
                  <a:pt x="582039" y="6143013"/>
                </a:lnTo>
                <a:lnTo>
                  <a:pt x="582039" y="6117071"/>
                </a:lnTo>
                <a:lnTo>
                  <a:pt x="582039" y="6101771"/>
                </a:lnTo>
                <a:lnTo>
                  <a:pt x="582039" y="6075828"/>
                </a:lnTo>
                <a:lnTo>
                  <a:pt x="582039" y="6054472"/>
                </a:lnTo>
                <a:lnTo>
                  <a:pt x="582039" y="6028530"/>
                </a:lnTo>
                <a:lnTo>
                  <a:pt x="582039" y="6013229"/>
                </a:lnTo>
                <a:lnTo>
                  <a:pt x="582039" y="5991491"/>
                </a:lnTo>
                <a:lnTo>
                  <a:pt x="582039" y="5987287"/>
                </a:lnTo>
                <a:lnTo>
                  <a:pt x="582039" y="5970792"/>
                </a:lnTo>
                <a:lnTo>
                  <a:pt x="582039" y="5946070"/>
                </a:lnTo>
                <a:lnTo>
                  <a:pt x="582039" y="5944849"/>
                </a:lnTo>
                <a:lnTo>
                  <a:pt x="582039" y="5929548"/>
                </a:lnTo>
                <a:lnTo>
                  <a:pt x="582039" y="5927024"/>
                </a:lnTo>
                <a:lnTo>
                  <a:pt x="582039" y="5920127"/>
                </a:lnTo>
                <a:lnTo>
                  <a:pt x="582039" y="5904827"/>
                </a:lnTo>
                <a:lnTo>
                  <a:pt x="582039" y="5903607"/>
                </a:lnTo>
                <a:lnTo>
                  <a:pt x="582039" y="5885780"/>
                </a:lnTo>
                <a:lnTo>
                  <a:pt x="582039" y="5878885"/>
                </a:lnTo>
                <a:lnTo>
                  <a:pt x="582039" y="5862390"/>
                </a:lnTo>
                <a:lnTo>
                  <a:pt x="582039" y="5844563"/>
                </a:lnTo>
                <a:lnTo>
                  <a:pt x="582039" y="5821146"/>
                </a:lnTo>
                <a:lnTo>
                  <a:pt x="582039" y="5818621"/>
                </a:lnTo>
                <a:lnTo>
                  <a:pt x="582039" y="5803321"/>
                </a:lnTo>
                <a:lnTo>
                  <a:pt x="582039" y="5777378"/>
                </a:lnTo>
                <a:lnTo>
                  <a:pt x="582039" y="5693041"/>
                </a:lnTo>
                <a:lnTo>
                  <a:pt x="582039" y="5682741"/>
                </a:lnTo>
                <a:lnTo>
                  <a:pt x="582039" y="5672342"/>
                </a:lnTo>
                <a:lnTo>
                  <a:pt x="582039" y="5656800"/>
                </a:lnTo>
                <a:lnTo>
                  <a:pt x="582039" y="5646399"/>
                </a:lnTo>
                <a:lnTo>
                  <a:pt x="582039" y="5641497"/>
                </a:lnTo>
                <a:lnTo>
                  <a:pt x="582039" y="5631098"/>
                </a:lnTo>
                <a:lnTo>
                  <a:pt x="582039" y="5615556"/>
                </a:lnTo>
                <a:lnTo>
                  <a:pt x="582039" y="5605157"/>
                </a:lnTo>
                <a:lnTo>
                  <a:pt x="582039" y="5574339"/>
                </a:lnTo>
                <a:lnTo>
                  <a:pt x="582039" y="5563940"/>
                </a:lnTo>
                <a:lnTo>
                  <a:pt x="582039" y="5548398"/>
                </a:lnTo>
                <a:lnTo>
                  <a:pt x="582039" y="5533095"/>
                </a:lnTo>
                <a:lnTo>
                  <a:pt x="582039" y="5522696"/>
                </a:lnTo>
                <a:lnTo>
                  <a:pt x="582039" y="5507154"/>
                </a:lnTo>
                <a:lnTo>
                  <a:pt x="582039" y="5384291"/>
                </a:lnTo>
                <a:lnTo>
                  <a:pt x="582039" y="5358350"/>
                </a:lnTo>
                <a:lnTo>
                  <a:pt x="582039" y="5343047"/>
                </a:lnTo>
                <a:lnTo>
                  <a:pt x="582039" y="5317106"/>
                </a:lnTo>
                <a:lnTo>
                  <a:pt x="582039" y="5275889"/>
                </a:lnTo>
                <a:lnTo>
                  <a:pt x="582039" y="5249948"/>
                </a:lnTo>
                <a:lnTo>
                  <a:pt x="582039" y="5234645"/>
                </a:lnTo>
                <a:lnTo>
                  <a:pt x="582039" y="5208704"/>
                </a:lnTo>
                <a:lnTo>
                  <a:pt x="582039" y="5038473"/>
                </a:lnTo>
                <a:lnTo>
                  <a:pt x="582039" y="5012531"/>
                </a:lnTo>
                <a:lnTo>
                  <a:pt x="582039" y="4997230"/>
                </a:lnTo>
                <a:lnTo>
                  <a:pt x="582039" y="4971288"/>
                </a:lnTo>
                <a:lnTo>
                  <a:pt x="582039" y="4930071"/>
                </a:lnTo>
                <a:lnTo>
                  <a:pt x="582039" y="4911025"/>
                </a:lnTo>
                <a:lnTo>
                  <a:pt x="582039" y="4904128"/>
                </a:lnTo>
                <a:lnTo>
                  <a:pt x="582039" y="4888828"/>
                </a:lnTo>
                <a:lnTo>
                  <a:pt x="582039" y="4869781"/>
                </a:lnTo>
                <a:lnTo>
                  <a:pt x="582039" y="4862886"/>
                </a:lnTo>
                <a:lnTo>
                  <a:pt x="582039" y="4828564"/>
                </a:lnTo>
                <a:lnTo>
                  <a:pt x="582039" y="4802622"/>
                </a:lnTo>
                <a:lnTo>
                  <a:pt x="582039" y="4787322"/>
                </a:lnTo>
                <a:lnTo>
                  <a:pt x="582039" y="4761379"/>
                </a:lnTo>
                <a:lnTo>
                  <a:pt x="582039" y="4740023"/>
                </a:lnTo>
                <a:lnTo>
                  <a:pt x="582039" y="4714081"/>
                </a:lnTo>
                <a:lnTo>
                  <a:pt x="582039" y="4698780"/>
                </a:lnTo>
                <a:lnTo>
                  <a:pt x="582039" y="4672838"/>
                </a:lnTo>
                <a:lnTo>
                  <a:pt x="582039" y="4631621"/>
                </a:lnTo>
                <a:lnTo>
                  <a:pt x="582039" y="4612575"/>
                </a:lnTo>
                <a:lnTo>
                  <a:pt x="582039" y="4605678"/>
                </a:lnTo>
                <a:lnTo>
                  <a:pt x="582039" y="4590378"/>
                </a:lnTo>
                <a:lnTo>
                  <a:pt x="582039" y="4571331"/>
                </a:lnTo>
                <a:lnTo>
                  <a:pt x="582039" y="4564436"/>
                </a:lnTo>
                <a:lnTo>
                  <a:pt x="582039" y="4530114"/>
                </a:lnTo>
                <a:lnTo>
                  <a:pt x="582039" y="4504172"/>
                </a:lnTo>
                <a:lnTo>
                  <a:pt x="582039" y="4488872"/>
                </a:lnTo>
                <a:lnTo>
                  <a:pt x="582039" y="4462929"/>
                </a:lnTo>
                <a:lnTo>
                  <a:pt x="582038" y="4189320"/>
                </a:lnTo>
                <a:lnTo>
                  <a:pt x="582038" y="4181353"/>
                </a:lnTo>
                <a:lnTo>
                  <a:pt x="582038" y="4166051"/>
                </a:lnTo>
                <a:lnTo>
                  <a:pt x="582038" y="4163380"/>
                </a:lnTo>
                <a:lnTo>
                  <a:pt x="582038" y="4148078"/>
                </a:lnTo>
                <a:lnTo>
                  <a:pt x="582038" y="4140108"/>
                </a:lnTo>
                <a:lnTo>
                  <a:pt x="582038" y="4122135"/>
                </a:lnTo>
                <a:lnTo>
                  <a:pt x="582038" y="4098892"/>
                </a:lnTo>
                <a:lnTo>
                  <a:pt x="582038" y="4087814"/>
                </a:lnTo>
                <a:lnTo>
                  <a:pt x="582038" y="4080919"/>
                </a:lnTo>
                <a:lnTo>
                  <a:pt x="582038" y="4061871"/>
                </a:lnTo>
                <a:lnTo>
                  <a:pt x="582038" y="4057650"/>
                </a:lnTo>
                <a:lnTo>
                  <a:pt x="582038" y="4046572"/>
                </a:lnTo>
                <a:lnTo>
                  <a:pt x="582038" y="4039677"/>
                </a:lnTo>
                <a:lnTo>
                  <a:pt x="582038" y="4020629"/>
                </a:lnTo>
                <a:lnTo>
                  <a:pt x="582038" y="3979413"/>
                </a:lnTo>
                <a:lnTo>
                  <a:pt x="582038" y="3953470"/>
                </a:lnTo>
                <a:lnTo>
                  <a:pt x="582038" y="3938168"/>
                </a:lnTo>
                <a:lnTo>
                  <a:pt x="582038" y="3912228"/>
                </a:lnTo>
                <a:lnTo>
                  <a:pt x="582038" y="3741996"/>
                </a:lnTo>
                <a:lnTo>
                  <a:pt x="582038" y="3716053"/>
                </a:lnTo>
                <a:lnTo>
                  <a:pt x="582038" y="3700754"/>
                </a:lnTo>
                <a:lnTo>
                  <a:pt x="582038" y="3674811"/>
                </a:lnTo>
                <a:lnTo>
                  <a:pt x="582038" y="3633595"/>
                </a:lnTo>
                <a:lnTo>
                  <a:pt x="582038" y="3607653"/>
                </a:lnTo>
                <a:lnTo>
                  <a:pt x="582038" y="3592350"/>
                </a:lnTo>
                <a:lnTo>
                  <a:pt x="582038" y="3566407"/>
                </a:lnTo>
                <a:lnTo>
                  <a:pt x="582038" y="3443546"/>
                </a:lnTo>
                <a:lnTo>
                  <a:pt x="582038" y="3417603"/>
                </a:lnTo>
                <a:lnTo>
                  <a:pt x="582038" y="3402304"/>
                </a:lnTo>
                <a:lnTo>
                  <a:pt x="582038" y="3376361"/>
                </a:lnTo>
                <a:lnTo>
                  <a:pt x="582038" y="3335145"/>
                </a:lnTo>
                <a:lnTo>
                  <a:pt x="582038" y="3309203"/>
                </a:lnTo>
                <a:lnTo>
                  <a:pt x="582038" y="3293900"/>
                </a:lnTo>
                <a:lnTo>
                  <a:pt x="582038" y="3267957"/>
                </a:lnTo>
                <a:lnTo>
                  <a:pt x="582038" y="3248290"/>
                </a:lnTo>
                <a:lnTo>
                  <a:pt x="582039" y="3248290"/>
                </a:lnTo>
                <a:lnTo>
                  <a:pt x="582039" y="3227591"/>
                </a:lnTo>
                <a:lnTo>
                  <a:pt x="582039" y="3201648"/>
                </a:lnTo>
                <a:lnTo>
                  <a:pt x="582039" y="3186347"/>
                </a:lnTo>
                <a:lnTo>
                  <a:pt x="582039" y="3160406"/>
                </a:lnTo>
                <a:lnTo>
                  <a:pt x="582039" y="3119189"/>
                </a:lnTo>
                <a:lnTo>
                  <a:pt x="582039" y="3077945"/>
                </a:lnTo>
                <a:lnTo>
                  <a:pt x="582039" y="2949840"/>
                </a:lnTo>
                <a:lnTo>
                  <a:pt x="582039" y="2939540"/>
                </a:lnTo>
                <a:lnTo>
                  <a:pt x="582039" y="2929141"/>
                </a:lnTo>
                <a:lnTo>
                  <a:pt x="582039" y="2913599"/>
                </a:lnTo>
                <a:lnTo>
                  <a:pt x="582039" y="2903198"/>
                </a:lnTo>
                <a:lnTo>
                  <a:pt x="582039" y="2898296"/>
                </a:lnTo>
                <a:lnTo>
                  <a:pt x="582039" y="2887897"/>
                </a:lnTo>
                <a:lnTo>
                  <a:pt x="582039" y="2872355"/>
                </a:lnTo>
                <a:lnTo>
                  <a:pt x="582039" y="2861956"/>
                </a:lnTo>
                <a:lnTo>
                  <a:pt x="582039" y="2831138"/>
                </a:lnTo>
                <a:lnTo>
                  <a:pt x="582039" y="2820739"/>
                </a:lnTo>
                <a:lnTo>
                  <a:pt x="582039" y="2805197"/>
                </a:lnTo>
                <a:lnTo>
                  <a:pt x="582039" y="2789894"/>
                </a:lnTo>
                <a:lnTo>
                  <a:pt x="582039" y="2779495"/>
                </a:lnTo>
                <a:lnTo>
                  <a:pt x="582039" y="2763953"/>
                </a:lnTo>
                <a:lnTo>
                  <a:pt x="582039" y="2641090"/>
                </a:lnTo>
                <a:lnTo>
                  <a:pt x="582039" y="2615149"/>
                </a:lnTo>
                <a:lnTo>
                  <a:pt x="582039" y="2599846"/>
                </a:lnTo>
                <a:lnTo>
                  <a:pt x="582039" y="2573905"/>
                </a:lnTo>
                <a:lnTo>
                  <a:pt x="582039" y="2532688"/>
                </a:lnTo>
                <a:lnTo>
                  <a:pt x="582039" y="2506747"/>
                </a:lnTo>
                <a:lnTo>
                  <a:pt x="582039" y="2491444"/>
                </a:lnTo>
                <a:lnTo>
                  <a:pt x="582039" y="2465503"/>
                </a:lnTo>
                <a:lnTo>
                  <a:pt x="582039" y="2295272"/>
                </a:lnTo>
                <a:lnTo>
                  <a:pt x="582039" y="2269330"/>
                </a:lnTo>
                <a:lnTo>
                  <a:pt x="582039" y="2254029"/>
                </a:lnTo>
                <a:lnTo>
                  <a:pt x="582039" y="2228087"/>
                </a:lnTo>
                <a:lnTo>
                  <a:pt x="582039" y="2186870"/>
                </a:lnTo>
                <a:lnTo>
                  <a:pt x="582039" y="2167824"/>
                </a:lnTo>
                <a:lnTo>
                  <a:pt x="582039" y="2160927"/>
                </a:lnTo>
                <a:lnTo>
                  <a:pt x="582039" y="2145627"/>
                </a:lnTo>
                <a:lnTo>
                  <a:pt x="582039" y="2126580"/>
                </a:lnTo>
                <a:lnTo>
                  <a:pt x="582039" y="2119685"/>
                </a:lnTo>
                <a:lnTo>
                  <a:pt x="582039" y="2085363"/>
                </a:lnTo>
                <a:lnTo>
                  <a:pt x="582039" y="2059421"/>
                </a:lnTo>
                <a:lnTo>
                  <a:pt x="582039" y="2044121"/>
                </a:lnTo>
                <a:lnTo>
                  <a:pt x="582039" y="2018178"/>
                </a:lnTo>
                <a:lnTo>
                  <a:pt x="582039" y="1996822"/>
                </a:lnTo>
                <a:lnTo>
                  <a:pt x="582039" y="1970880"/>
                </a:lnTo>
                <a:lnTo>
                  <a:pt x="582039" y="1955579"/>
                </a:lnTo>
                <a:lnTo>
                  <a:pt x="582039" y="1929637"/>
                </a:lnTo>
                <a:lnTo>
                  <a:pt x="582039" y="1888420"/>
                </a:lnTo>
                <a:lnTo>
                  <a:pt x="582039" y="1869374"/>
                </a:lnTo>
                <a:lnTo>
                  <a:pt x="582039" y="1862477"/>
                </a:lnTo>
                <a:lnTo>
                  <a:pt x="582039" y="1847177"/>
                </a:lnTo>
                <a:lnTo>
                  <a:pt x="582039" y="1828130"/>
                </a:lnTo>
                <a:lnTo>
                  <a:pt x="582039" y="1821235"/>
                </a:lnTo>
                <a:lnTo>
                  <a:pt x="582039" y="1786913"/>
                </a:lnTo>
                <a:lnTo>
                  <a:pt x="582039" y="1760971"/>
                </a:lnTo>
                <a:lnTo>
                  <a:pt x="582039" y="1745671"/>
                </a:lnTo>
                <a:lnTo>
                  <a:pt x="582039" y="1719728"/>
                </a:lnTo>
                <a:lnTo>
                  <a:pt x="582038" y="1446119"/>
                </a:lnTo>
                <a:lnTo>
                  <a:pt x="582038" y="1420179"/>
                </a:lnTo>
                <a:lnTo>
                  <a:pt x="582038" y="1404877"/>
                </a:lnTo>
                <a:lnTo>
                  <a:pt x="582038" y="1378934"/>
                </a:lnTo>
                <a:lnTo>
                  <a:pt x="582038" y="1344613"/>
                </a:lnTo>
                <a:lnTo>
                  <a:pt x="582038" y="1337718"/>
                </a:lnTo>
                <a:lnTo>
                  <a:pt x="582038" y="1318670"/>
                </a:lnTo>
                <a:lnTo>
                  <a:pt x="582038" y="1303371"/>
                </a:lnTo>
                <a:lnTo>
                  <a:pt x="582038" y="1296476"/>
                </a:lnTo>
                <a:lnTo>
                  <a:pt x="582038" y="1277428"/>
                </a:lnTo>
                <a:lnTo>
                  <a:pt x="582038" y="1236212"/>
                </a:lnTo>
                <a:lnTo>
                  <a:pt x="582038" y="1210269"/>
                </a:lnTo>
                <a:lnTo>
                  <a:pt x="582038" y="1194967"/>
                </a:lnTo>
                <a:lnTo>
                  <a:pt x="582038" y="1169027"/>
                </a:lnTo>
                <a:lnTo>
                  <a:pt x="582038" y="998795"/>
                </a:lnTo>
                <a:lnTo>
                  <a:pt x="582038" y="972852"/>
                </a:lnTo>
                <a:lnTo>
                  <a:pt x="582038" y="957553"/>
                </a:lnTo>
                <a:lnTo>
                  <a:pt x="582038" y="931610"/>
                </a:lnTo>
                <a:lnTo>
                  <a:pt x="582038" y="890394"/>
                </a:lnTo>
                <a:lnTo>
                  <a:pt x="582038" y="864452"/>
                </a:lnTo>
                <a:lnTo>
                  <a:pt x="582038" y="849149"/>
                </a:lnTo>
                <a:lnTo>
                  <a:pt x="582038" y="823206"/>
                </a:lnTo>
                <a:lnTo>
                  <a:pt x="582038" y="700345"/>
                </a:lnTo>
                <a:lnTo>
                  <a:pt x="582038" y="674402"/>
                </a:lnTo>
                <a:lnTo>
                  <a:pt x="582038" y="659103"/>
                </a:lnTo>
                <a:lnTo>
                  <a:pt x="582038" y="633160"/>
                </a:lnTo>
                <a:lnTo>
                  <a:pt x="582038" y="591944"/>
                </a:lnTo>
                <a:lnTo>
                  <a:pt x="582038" y="566002"/>
                </a:lnTo>
                <a:lnTo>
                  <a:pt x="582038" y="550699"/>
                </a:lnTo>
                <a:lnTo>
                  <a:pt x="582038" y="524756"/>
                </a:lnTo>
                <a:lnTo>
                  <a:pt x="582038" y="448093"/>
                </a:lnTo>
                <a:lnTo>
                  <a:pt x="582038" y="422153"/>
                </a:lnTo>
                <a:lnTo>
                  <a:pt x="582038" y="406851"/>
                </a:lnTo>
                <a:lnTo>
                  <a:pt x="582038" y="380908"/>
                </a:lnTo>
                <a:lnTo>
                  <a:pt x="582038" y="339692"/>
                </a:lnTo>
                <a:lnTo>
                  <a:pt x="582038" y="298450"/>
                </a:lnTo>
                <a:lnTo>
                  <a:pt x="582038" y="149643"/>
                </a:lnTo>
                <a:lnTo>
                  <a:pt x="582038" y="123703"/>
                </a:lnTo>
                <a:lnTo>
                  <a:pt x="582038" y="108401"/>
                </a:lnTo>
                <a:lnTo>
                  <a:pt x="582038" y="82458"/>
                </a:lnTo>
                <a:lnTo>
                  <a:pt x="582038" y="41242"/>
                </a:lnTo>
                <a:lnTo>
                  <a:pt x="582038" y="0"/>
                </a:lnTo>
                <a:lnTo>
                  <a:pt x="0" y="158641"/>
                </a:lnTo>
                <a:lnTo>
                  <a:pt x="0" y="199883"/>
                </a:lnTo>
                <a:lnTo>
                  <a:pt x="0" y="241102"/>
                </a:lnTo>
                <a:lnTo>
                  <a:pt x="0" y="267042"/>
                </a:lnTo>
                <a:lnTo>
                  <a:pt x="0" y="282344"/>
                </a:lnTo>
                <a:lnTo>
                  <a:pt x="0" y="308287"/>
                </a:lnTo>
                <a:lnTo>
                  <a:pt x="0" y="457091"/>
                </a:lnTo>
                <a:lnTo>
                  <a:pt x="0" y="498333"/>
                </a:lnTo>
                <a:lnTo>
                  <a:pt x="0" y="539552"/>
                </a:lnTo>
                <a:lnTo>
                  <a:pt x="0" y="565492"/>
                </a:lnTo>
                <a:lnTo>
                  <a:pt x="0" y="580794"/>
                </a:lnTo>
                <a:lnTo>
                  <a:pt x="0" y="606737"/>
                </a:lnTo>
                <a:lnTo>
                  <a:pt x="0" y="683401"/>
                </a:lnTo>
                <a:lnTo>
                  <a:pt x="0" y="709343"/>
                </a:lnTo>
                <a:lnTo>
                  <a:pt x="0" y="724643"/>
                </a:lnTo>
                <a:lnTo>
                  <a:pt x="0" y="750585"/>
                </a:lnTo>
                <a:lnTo>
                  <a:pt x="0" y="791801"/>
                </a:lnTo>
                <a:lnTo>
                  <a:pt x="0" y="817744"/>
                </a:lnTo>
                <a:lnTo>
                  <a:pt x="0" y="833046"/>
                </a:lnTo>
                <a:lnTo>
                  <a:pt x="0" y="858986"/>
                </a:lnTo>
                <a:lnTo>
                  <a:pt x="0" y="981851"/>
                </a:lnTo>
                <a:lnTo>
                  <a:pt x="0" y="1007793"/>
                </a:lnTo>
                <a:lnTo>
                  <a:pt x="0" y="1023093"/>
                </a:lnTo>
                <a:lnTo>
                  <a:pt x="0" y="1049035"/>
                </a:lnTo>
                <a:lnTo>
                  <a:pt x="0" y="1090251"/>
                </a:lnTo>
                <a:lnTo>
                  <a:pt x="0" y="1116194"/>
                </a:lnTo>
                <a:lnTo>
                  <a:pt x="0" y="1131496"/>
                </a:lnTo>
                <a:lnTo>
                  <a:pt x="0" y="1157436"/>
                </a:lnTo>
                <a:lnTo>
                  <a:pt x="0" y="1169027"/>
                </a:lnTo>
                <a:lnTo>
                  <a:pt x="0" y="1194967"/>
                </a:lnTo>
                <a:lnTo>
                  <a:pt x="0" y="1210269"/>
                </a:lnTo>
                <a:lnTo>
                  <a:pt x="0" y="1236212"/>
                </a:lnTo>
                <a:lnTo>
                  <a:pt x="0" y="1277428"/>
                </a:lnTo>
                <a:lnTo>
                  <a:pt x="0" y="1303371"/>
                </a:lnTo>
                <a:lnTo>
                  <a:pt x="0" y="1318670"/>
                </a:lnTo>
                <a:lnTo>
                  <a:pt x="0" y="1344613"/>
                </a:lnTo>
                <a:lnTo>
                  <a:pt x="0" y="1455117"/>
                </a:lnTo>
                <a:lnTo>
                  <a:pt x="0" y="1467477"/>
                </a:lnTo>
                <a:lnTo>
                  <a:pt x="0" y="1493417"/>
                </a:lnTo>
                <a:lnTo>
                  <a:pt x="0" y="1496359"/>
                </a:lnTo>
                <a:lnTo>
                  <a:pt x="0" y="1508719"/>
                </a:lnTo>
                <a:lnTo>
                  <a:pt x="0" y="1534662"/>
                </a:lnTo>
                <a:lnTo>
                  <a:pt x="0" y="1537578"/>
                </a:lnTo>
                <a:lnTo>
                  <a:pt x="0" y="1563518"/>
                </a:lnTo>
                <a:lnTo>
                  <a:pt x="0" y="1575878"/>
                </a:lnTo>
                <a:lnTo>
                  <a:pt x="0" y="1578820"/>
                </a:lnTo>
                <a:lnTo>
                  <a:pt x="0" y="1601821"/>
                </a:lnTo>
                <a:lnTo>
                  <a:pt x="0" y="1604763"/>
                </a:lnTo>
                <a:lnTo>
                  <a:pt x="0" y="1617120"/>
                </a:lnTo>
                <a:lnTo>
                  <a:pt x="0" y="1643063"/>
                </a:lnTo>
                <a:lnTo>
                  <a:pt x="0" y="1719728"/>
                </a:lnTo>
                <a:lnTo>
                  <a:pt x="0" y="1745671"/>
                </a:lnTo>
                <a:lnTo>
                  <a:pt x="0" y="1753567"/>
                </a:lnTo>
                <a:lnTo>
                  <a:pt x="0" y="1760972"/>
                </a:lnTo>
                <a:lnTo>
                  <a:pt x="0" y="1786913"/>
                </a:lnTo>
                <a:lnTo>
                  <a:pt x="0" y="1794809"/>
                </a:lnTo>
                <a:lnTo>
                  <a:pt x="0" y="1828130"/>
                </a:lnTo>
                <a:lnTo>
                  <a:pt x="0" y="1836028"/>
                </a:lnTo>
                <a:lnTo>
                  <a:pt x="0" y="1861968"/>
                </a:lnTo>
                <a:lnTo>
                  <a:pt x="0" y="1869374"/>
                </a:lnTo>
                <a:lnTo>
                  <a:pt x="0" y="1877270"/>
                </a:lnTo>
                <a:lnTo>
                  <a:pt x="0" y="1903213"/>
                </a:lnTo>
                <a:lnTo>
                  <a:pt x="0" y="1979876"/>
                </a:lnTo>
                <a:lnTo>
                  <a:pt x="0" y="2005819"/>
                </a:lnTo>
                <a:lnTo>
                  <a:pt x="0" y="2018178"/>
                </a:lnTo>
                <a:lnTo>
                  <a:pt x="0" y="2021120"/>
                </a:lnTo>
                <a:lnTo>
                  <a:pt x="0" y="2044121"/>
                </a:lnTo>
                <a:lnTo>
                  <a:pt x="0" y="2047063"/>
                </a:lnTo>
                <a:lnTo>
                  <a:pt x="0" y="2059422"/>
                </a:lnTo>
                <a:lnTo>
                  <a:pt x="0" y="2085363"/>
                </a:lnTo>
                <a:lnTo>
                  <a:pt x="0" y="2088279"/>
                </a:lnTo>
                <a:lnTo>
                  <a:pt x="0" y="2114222"/>
                </a:lnTo>
                <a:lnTo>
                  <a:pt x="0" y="2126580"/>
                </a:lnTo>
                <a:lnTo>
                  <a:pt x="0" y="2129522"/>
                </a:lnTo>
                <a:lnTo>
                  <a:pt x="0" y="2155464"/>
                </a:lnTo>
                <a:lnTo>
                  <a:pt x="0" y="2167824"/>
                </a:lnTo>
                <a:lnTo>
                  <a:pt x="0" y="2278326"/>
                </a:lnTo>
                <a:lnTo>
                  <a:pt x="0" y="2304269"/>
                </a:lnTo>
                <a:lnTo>
                  <a:pt x="0" y="2319570"/>
                </a:lnTo>
                <a:lnTo>
                  <a:pt x="0" y="2345513"/>
                </a:lnTo>
                <a:lnTo>
                  <a:pt x="0" y="2386729"/>
                </a:lnTo>
                <a:lnTo>
                  <a:pt x="0" y="2412672"/>
                </a:lnTo>
                <a:lnTo>
                  <a:pt x="0" y="2427972"/>
                </a:lnTo>
                <a:lnTo>
                  <a:pt x="0" y="2453914"/>
                </a:lnTo>
                <a:lnTo>
                  <a:pt x="0" y="2465503"/>
                </a:lnTo>
                <a:lnTo>
                  <a:pt x="0" y="2491444"/>
                </a:lnTo>
                <a:lnTo>
                  <a:pt x="0" y="2506747"/>
                </a:lnTo>
                <a:lnTo>
                  <a:pt x="0" y="2532688"/>
                </a:lnTo>
                <a:lnTo>
                  <a:pt x="0" y="2573905"/>
                </a:lnTo>
                <a:lnTo>
                  <a:pt x="0" y="2599846"/>
                </a:lnTo>
                <a:lnTo>
                  <a:pt x="0" y="2615149"/>
                </a:lnTo>
                <a:lnTo>
                  <a:pt x="0" y="2641090"/>
                </a:lnTo>
                <a:lnTo>
                  <a:pt x="0" y="2763953"/>
                </a:lnTo>
                <a:lnTo>
                  <a:pt x="0" y="2789894"/>
                </a:lnTo>
                <a:lnTo>
                  <a:pt x="0" y="2805197"/>
                </a:lnTo>
                <a:lnTo>
                  <a:pt x="0" y="2831138"/>
                </a:lnTo>
                <a:lnTo>
                  <a:pt x="0" y="2872355"/>
                </a:lnTo>
                <a:lnTo>
                  <a:pt x="0" y="2898296"/>
                </a:lnTo>
                <a:lnTo>
                  <a:pt x="0" y="2901842"/>
                </a:lnTo>
                <a:lnTo>
                  <a:pt x="0" y="2913599"/>
                </a:lnTo>
                <a:lnTo>
                  <a:pt x="0" y="2938137"/>
                </a:lnTo>
                <a:lnTo>
                  <a:pt x="0" y="2939540"/>
                </a:lnTo>
                <a:lnTo>
                  <a:pt x="0" y="2943084"/>
                </a:lnTo>
                <a:lnTo>
                  <a:pt x="0" y="2949840"/>
                </a:lnTo>
                <a:lnTo>
                  <a:pt x="0" y="2984303"/>
                </a:lnTo>
                <a:lnTo>
                  <a:pt x="0" y="3010243"/>
                </a:lnTo>
                <a:lnTo>
                  <a:pt x="0" y="3025545"/>
                </a:lnTo>
                <a:lnTo>
                  <a:pt x="0" y="3051488"/>
                </a:lnTo>
                <a:lnTo>
                  <a:pt x="0" y="3200292"/>
                </a:lnTo>
                <a:lnTo>
                  <a:pt x="0" y="3236587"/>
                </a:lnTo>
                <a:lnTo>
                  <a:pt x="0" y="3241534"/>
                </a:lnTo>
                <a:lnTo>
                  <a:pt x="0" y="3248290"/>
                </a:lnTo>
                <a:lnTo>
                  <a:pt x="0" y="3282753"/>
                </a:lnTo>
                <a:lnTo>
                  <a:pt x="0" y="3308693"/>
                </a:lnTo>
                <a:lnTo>
                  <a:pt x="0" y="3323995"/>
                </a:lnTo>
                <a:lnTo>
                  <a:pt x="0" y="3349938"/>
                </a:lnTo>
                <a:lnTo>
                  <a:pt x="0" y="3426602"/>
                </a:lnTo>
                <a:lnTo>
                  <a:pt x="0" y="3452544"/>
                </a:lnTo>
                <a:lnTo>
                  <a:pt x="0" y="3467844"/>
                </a:lnTo>
                <a:lnTo>
                  <a:pt x="0" y="3493786"/>
                </a:lnTo>
                <a:lnTo>
                  <a:pt x="0" y="3535002"/>
                </a:lnTo>
                <a:lnTo>
                  <a:pt x="0" y="3560945"/>
                </a:lnTo>
                <a:lnTo>
                  <a:pt x="0" y="3576247"/>
                </a:lnTo>
                <a:lnTo>
                  <a:pt x="0" y="3602187"/>
                </a:lnTo>
                <a:lnTo>
                  <a:pt x="0" y="3725052"/>
                </a:lnTo>
                <a:lnTo>
                  <a:pt x="0" y="3750994"/>
                </a:lnTo>
                <a:lnTo>
                  <a:pt x="0" y="3766294"/>
                </a:lnTo>
                <a:lnTo>
                  <a:pt x="0" y="3792236"/>
                </a:lnTo>
                <a:lnTo>
                  <a:pt x="0" y="3833452"/>
                </a:lnTo>
                <a:lnTo>
                  <a:pt x="0" y="3859395"/>
                </a:lnTo>
                <a:lnTo>
                  <a:pt x="0" y="3874697"/>
                </a:lnTo>
                <a:lnTo>
                  <a:pt x="0" y="3900637"/>
                </a:lnTo>
                <a:lnTo>
                  <a:pt x="0" y="3912228"/>
                </a:lnTo>
                <a:lnTo>
                  <a:pt x="0" y="3938168"/>
                </a:lnTo>
                <a:lnTo>
                  <a:pt x="0" y="3953470"/>
                </a:lnTo>
                <a:lnTo>
                  <a:pt x="0" y="3979413"/>
                </a:lnTo>
                <a:lnTo>
                  <a:pt x="0" y="4020629"/>
                </a:lnTo>
                <a:lnTo>
                  <a:pt x="0" y="4046572"/>
                </a:lnTo>
                <a:lnTo>
                  <a:pt x="0" y="4061871"/>
                </a:lnTo>
                <a:lnTo>
                  <a:pt x="0" y="4087814"/>
                </a:lnTo>
                <a:lnTo>
                  <a:pt x="0" y="4198318"/>
                </a:lnTo>
                <a:lnTo>
                  <a:pt x="0" y="4210678"/>
                </a:lnTo>
                <a:lnTo>
                  <a:pt x="0" y="4216291"/>
                </a:lnTo>
                <a:lnTo>
                  <a:pt x="0" y="4236618"/>
                </a:lnTo>
                <a:lnTo>
                  <a:pt x="0" y="4239560"/>
                </a:lnTo>
                <a:lnTo>
                  <a:pt x="0" y="4251920"/>
                </a:lnTo>
                <a:lnTo>
                  <a:pt x="0" y="4257533"/>
                </a:lnTo>
                <a:lnTo>
                  <a:pt x="0" y="4277863"/>
                </a:lnTo>
                <a:lnTo>
                  <a:pt x="0" y="4280779"/>
                </a:lnTo>
                <a:lnTo>
                  <a:pt x="0" y="4298752"/>
                </a:lnTo>
                <a:lnTo>
                  <a:pt x="0" y="4306719"/>
                </a:lnTo>
                <a:lnTo>
                  <a:pt x="0" y="4319079"/>
                </a:lnTo>
                <a:lnTo>
                  <a:pt x="0" y="4322021"/>
                </a:lnTo>
                <a:lnTo>
                  <a:pt x="0" y="4324692"/>
                </a:lnTo>
                <a:lnTo>
                  <a:pt x="0" y="4339994"/>
                </a:lnTo>
                <a:lnTo>
                  <a:pt x="0" y="4345022"/>
                </a:lnTo>
                <a:lnTo>
                  <a:pt x="0" y="4347964"/>
                </a:lnTo>
                <a:lnTo>
                  <a:pt x="0" y="4360321"/>
                </a:lnTo>
                <a:lnTo>
                  <a:pt x="0" y="4365937"/>
                </a:lnTo>
                <a:lnTo>
                  <a:pt x="0" y="4386264"/>
                </a:lnTo>
                <a:lnTo>
                  <a:pt x="0" y="4462929"/>
                </a:lnTo>
                <a:lnTo>
                  <a:pt x="0" y="4488872"/>
                </a:lnTo>
                <a:lnTo>
                  <a:pt x="0" y="4496768"/>
                </a:lnTo>
                <a:lnTo>
                  <a:pt x="0" y="4504173"/>
                </a:lnTo>
                <a:lnTo>
                  <a:pt x="0" y="4514741"/>
                </a:lnTo>
                <a:lnTo>
                  <a:pt x="0" y="4530114"/>
                </a:lnTo>
                <a:lnTo>
                  <a:pt x="0" y="4538010"/>
                </a:lnTo>
                <a:lnTo>
                  <a:pt x="0" y="4555983"/>
                </a:lnTo>
                <a:lnTo>
                  <a:pt x="0" y="4571331"/>
                </a:lnTo>
                <a:lnTo>
                  <a:pt x="0" y="4579229"/>
                </a:lnTo>
                <a:lnTo>
                  <a:pt x="0" y="4597202"/>
                </a:lnTo>
                <a:lnTo>
                  <a:pt x="0" y="4605169"/>
                </a:lnTo>
                <a:lnTo>
                  <a:pt x="0" y="4612575"/>
                </a:lnTo>
                <a:lnTo>
                  <a:pt x="0" y="4620471"/>
                </a:lnTo>
                <a:lnTo>
                  <a:pt x="0" y="4623142"/>
                </a:lnTo>
                <a:lnTo>
                  <a:pt x="0" y="4638444"/>
                </a:lnTo>
                <a:lnTo>
                  <a:pt x="0" y="4646414"/>
                </a:lnTo>
                <a:lnTo>
                  <a:pt x="0" y="4664387"/>
                </a:lnTo>
                <a:lnTo>
                  <a:pt x="0" y="4723077"/>
                </a:lnTo>
                <a:lnTo>
                  <a:pt x="0" y="4741051"/>
                </a:lnTo>
                <a:lnTo>
                  <a:pt x="0" y="4749020"/>
                </a:lnTo>
                <a:lnTo>
                  <a:pt x="0" y="4761379"/>
                </a:lnTo>
                <a:lnTo>
                  <a:pt x="0" y="4764321"/>
                </a:lnTo>
                <a:lnTo>
                  <a:pt x="0" y="4766993"/>
                </a:lnTo>
                <a:lnTo>
                  <a:pt x="0" y="4782293"/>
                </a:lnTo>
                <a:lnTo>
                  <a:pt x="0" y="4787322"/>
                </a:lnTo>
                <a:lnTo>
                  <a:pt x="0" y="4790264"/>
                </a:lnTo>
                <a:lnTo>
                  <a:pt x="0" y="4802623"/>
                </a:lnTo>
                <a:lnTo>
                  <a:pt x="0" y="4808235"/>
                </a:lnTo>
                <a:lnTo>
                  <a:pt x="0" y="4828564"/>
                </a:lnTo>
                <a:lnTo>
                  <a:pt x="0" y="4831480"/>
                </a:lnTo>
                <a:lnTo>
                  <a:pt x="0" y="4849451"/>
                </a:lnTo>
                <a:lnTo>
                  <a:pt x="0" y="4857423"/>
                </a:lnTo>
                <a:lnTo>
                  <a:pt x="0" y="4869781"/>
                </a:lnTo>
                <a:lnTo>
                  <a:pt x="0" y="4872723"/>
                </a:lnTo>
                <a:lnTo>
                  <a:pt x="0" y="4875394"/>
                </a:lnTo>
                <a:lnTo>
                  <a:pt x="0" y="4890696"/>
                </a:lnTo>
                <a:lnTo>
                  <a:pt x="0" y="4898665"/>
                </a:lnTo>
                <a:lnTo>
                  <a:pt x="0" y="4911025"/>
                </a:lnTo>
                <a:lnTo>
                  <a:pt x="0" y="4916636"/>
                </a:lnTo>
                <a:lnTo>
                  <a:pt x="0" y="5021527"/>
                </a:lnTo>
                <a:lnTo>
                  <a:pt x="0" y="5039501"/>
                </a:lnTo>
                <a:lnTo>
                  <a:pt x="0" y="5047470"/>
                </a:lnTo>
                <a:lnTo>
                  <a:pt x="0" y="5062771"/>
                </a:lnTo>
                <a:lnTo>
                  <a:pt x="0" y="5065443"/>
                </a:lnTo>
                <a:lnTo>
                  <a:pt x="0" y="5080743"/>
                </a:lnTo>
                <a:lnTo>
                  <a:pt x="0" y="5088714"/>
                </a:lnTo>
                <a:lnTo>
                  <a:pt x="0" y="5106685"/>
                </a:lnTo>
                <a:lnTo>
                  <a:pt x="0" y="5129930"/>
                </a:lnTo>
                <a:lnTo>
                  <a:pt x="0" y="5147901"/>
                </a:lnTo>
                <a:lnTo>
                  <a:pt x="0" y="5155873"/>
                </a:lnTo>
                <a:lnTo>
                  <a:pt x="0" y="5171173"/>
                </a:lnTo>
                <a:lnTo>
                  <a:pt x="0" y="5173844"/>
                </a:lnTo>
                <a:lnTo>
                  <a:pt x="0" y="5189146"/>
                </a:lnTo>
                <a:lnTo>
                  <a:pt x="0" y="5197115"/>
                </a:lnTo>
                <a:lnTo>
                  <a:pt x="0" y="5208704"/>
                </a:lnTo>
                <a:lnTo>
                  <a:pt x="0" y="5215086"/>
                </a:lnTo>
                <a:lnTo>
                  <a:pt x="0" y="5226677"/>
                </a:lnTo>
                <a:lnTo>
                  <a:pt x="0" y="5234645"/>
                </a:lnTo>
                <a:lnTo>
                  <a:pt x="0" y="5249948"/>
                </a:lnTo>
                <a:lnTo>
                  <a:pt x="0" y="5252617"/>
                </a:lnTo>
                <a:lnTo>
                  <a:pt x="0" y="5267919"/>
                </a:lnTo>
                <a:lnTo>
                  <a:pt x="0" y="5275889"/>
                </a:lnTo>
                <a:lnTo>
                  <a:pt x="0" y="5293862"/>
                </a:lnTo>
                <a:lnTo>
                  <a:pt x="0" y="5317106"/>
                </a:lnTo>
                <a:lnTo>
                  <a:pt x="0" y="5335078"/>
                </a:lnTo>
                <a:lnTo>
                  <a:pt x="0" y="5343047"/>
                </a:lnTo>
                <a:lnTo>
                  <a:pt x="0" y="5358350"/>
                </a:lnTo>
                <a:lnTo>
                  <a:pt x="0" y="5361021"/>
                </a:lnTo>
                <a:lnTo>
                  <a:pt x="0" y="5376320"/>
                </a:lnTo>
                <a:lnTo>
                  <a:pt x="0" y="5384291"/>
                </a:lnTo>
                <a:lnTo>
                  <a:pt x="0" y="5402263"/>
                </a:lnTo>
                <a:lnTo>
                  <a:pt x="0" y="5507154"/>
                </a:lnTo>
                <a:lnTo>
                  <a:pt x="0" y="5512767"/>
                </a:lnTo>
                <a:lnTo>
                  <a:pt x="0" y="5525127"/>
                </a:lnTo>
                <a:lnTo>
                  <a:pt x="0" y="5533095"/>
                </a:lnTo>
                <a:lnTo>
                  <a:pt x="0" y="5548398"/>
                </a:lnTo>
                <a:lnTo>
                  <a:pt x="0" y="5551067"/>
                </a:lnTo>
                <a:lnTo>
                  <a:pt x="0" y="5554009"/>
                </a:lnTo>
                <a:lnTo>
                  <a:pt x="0" y="5566369"/>
                </a:lnTo>
                <a:lnTo>
                  <a:pt x="0" y="5574339"/>
                </a:lnTo>
                <a:lnTo>
                  <a:pt x="0" y="5592312"/>
                </a:lnTo>
                <a:lnTo>
                  <a:pt x="0" y="5595228"/>
                </a:lnTo>
                <a:lnTo>
                  <a:pt x="0" y="5615556"/>
                </a:lnTo>
                <a:lnTo>
                  <a:pt x="0" y="5621168"/>
                </a:lnTo>
                <a:lnTo>
                  <a:pt x="0" y="5633528"/>
                </a:lnTo>
                <a:lnTo>
                  <a:pt x="0" y="5636470"/>
                </a:lnTo>
                <a:lnTo>
                  <a:pt x="0" y="5641497"/>
                </a:lnTo>
                <a:lnTo>
                  <a:pt x="0" y="5656800"/>
                </a:lnTo>
                <a:lnTo>
                  <a:pt x="0" y="5659471"/>
                </a:lnTo>
                <a:lnTo>
                  <a:pt x="0" y="5662413"/>
                </a:lnTo>
                <a:lnTo>
                  <a:pt x="0" y="5674770"/>
                </a:lnTo>
                <a:lnTo>
                  <a:pt x="0" y="5681338"/>
                </a:lnTo>
                <a:lnTo>
                  <a:pt x="0" y="5682741"/>
                </a:lnTo>
                <a:lnTo>
                  <a:pt x="0" y="5693041"/>
                </a:lnTo>
                <a:lnTo>
                  <a:pt x="0" y="5700713"/>
                </a:lnTo>
                <a:lnTo>
                  <a:pt x="0" y="5777378"/>
                </a:lnTo>
                <a:lnTo>
                  <a:pt x="0" y="5803321"/>
                </a:lnTo>
                <a:lnTo>
                  <a:pt x="0" y="5811217"/>
                </a:lnTo>
                <a:lnTo>
                  <a:pt x="0" y="5818622"/>
                </a:lnTo>
                <a:lnTo>
                  <a:pt x="0" y="5844563"/>
                </a:lnTo>
                <a:lnTo>
                  <a:pt x="0" y="5852459"/>
                </a:lnTo>
                <a:lnTo>
                  <a:pt x="0" y="5885780"/>
                </a:lnTo>
                <a:lnTo>
                  <a:pt x="0" y="5893678"/>
                </a:lnTo>
                <a:lnTo>
                  <a:pt x="0" y="5919618"/>
                </a:lnTo>
                <a:lnTo>
                  <a:pt x="0" y="5927024"/>
                </a:lnTo>
                <a:lnTo>
                  <a:pt x="0" y="5934920"/>
                </a:lnTo>
                <a:lnTo>
                  <a:pt x="0" y="5960863"/>
                </a:lnTo>
                <a:lnTo>
                  <a:pt x="0" y="5979788"/>
                </a:lnTo>
                <a:lnTo>
                  <a:pt x="0" y="5991491"/>
                </a:lnTo>
                <a:lnTo>
                  <a:pt x="0" y="6037526"/>
                </a:lnTo>
                <a:lnTo>
                  <a:pt x="0" y="6063469"/>
                </a:lnTo>
                <a:lnTo>
                  <a:pt x="0" y="6075828"/>
                </a:lnTo>
                <a:lnTo>
                  <a:pt x="0" y="6078770"/>
                </a:lnTo>
                <a:lnTo>
                  <a:pt x="0" y="6101771"/>
                </a:lnTo>
                <a:lnTo>
                  <a:pt x="0" y="6104713"/>
                </a:lnTo>
                <a:lnTo>
                  <a:pt x="0" y="6117072"/>
                </a:lnTo>
                <a:lnTo>
                  <a:pt x="0" y="6143013"/>
                </a:lnTo>
                <a:lnTo>
                  <a:pt x="0" y="6145929"/>
                </a:lnTo>
                <a:lnTo>
                  <a:pt x="0" y="6171872"/>
                </a:lnTo>
                <a:lnTo>
                  <a:pt x="0" y="6184230"/>
                </a:lnTo>
                <a:lnTo>
                  <a:pt x="0" y="6187172"/>
                </a:lnTo>
                <a:lnTo>
                  <a:pt x="0" y="6213114"/>
                </a:lnTo>
                <a:lnTo>
                  <a:pt x="0" y="6225474"/>
                </a:lnTo>
                <a:lnTo>
                  <a:pt x="0" y="6335976"/>
                </a:lnTo>
                <a:lnTo>
                  <a:pt x="0" y="6361919"/>
                </a:lnTo>
                <a:lnTo>
                  <a:pt x="0" y="6377220"/>
                </a:lnTo>
                <a:lnTo>
                  <a:pt x="0" y="6403163"/>
                </a:lnTo>
                <a:lnTo>
                  <a:pt x="0" y="6444379"/>
                </a:lnTo>
                <a:lnTo>
                  <a:pt x="0" y="6470322"/>
                </a:lnTo>
                <a:lnTo>
                  <a:pt x="0" y="6485622"/>
                </a:lnTo>
                <a:lnTo>
                  <a:pt x="0" y="6511564"/>
                </a:lnTo>
                <a:lnTo>
                  <a:pt x="0" y="6523153"/>
                </a:lnTo>
                <a:lnTo>
                  <a:pt x="0" y="6549094"/>
                </a:lnTo>
                <a:lnTo>
                  <a:pt x="0" y="6564397"/>
                </a:lnTo>
                <a:lnTo>
                  <a:pt x="0" y="6590338"/>
                </a:lnTo>
                <a:lnTo>
                  <a:pt x="0" y="6631555"/>
                </a:lnTo>
                <a:lnTo>
                  <a:pt x="0" y="6657496"/>
                </a:lnTo>
                <a:lnTo>
                  <a:pt x="0" y="6672799"/>
                </a:lnTo>
                <a:lnTo>
                  <a:pt x="0" y="6698740"/>
                </a:lnTo>
                <a:lnTo>
                  <a:pt x="0" y="6821603"/>
                </a:lnTo>
                <a:lnTo>
                  <a:pt x="0" y="6847544"/>
                </a:lnTo>
                <a:lnTo>
                  <a:pt x="0" y="6862847"/>
                </a:lnTo>
                <a:lnTo>
                  <a:pt x="0" y="6888788"/>
                </a:lnTo>
                <a:lnTo>
                  <a:pt x="0" y="6930005"/>
                </a:lnTo>
                <a:lnTo>
                  <a:pt x="0" y="6955946"/>
                </a:lnTo>
                <a:lnTo>
                  <a:pt x="0" y="6959492"/>
                </a:lnTo>
                <a:lnTo>
                  <a:pt x="0" y="6971249"/>
                </a:lnTo>
                <a:lnTo>
                  <a:pt x="0" y="6995787"/>
                </a:lnTo>
                <a:lnTo>
                  <a:pt x="0" y="6997190"/>
                </a:lnTo>
                <a:lnTo>
                  <a:pt x="0" y="7000734"/>
                </a:lnTo>
                <a:lnTo>
                  <a:pt x="0" y="7007490"/>
                </a:lnTo>
                <a:lnTo>
                  <a:pt x="0" y="7041953"/>
                </a:lnTo>
                <a:lnTo>
                  <a:pt x="0" y="7067893"/>
                </a:lnTo>
                <a:lnTo>
                  <a:pt x="0" y="7083195"/>
                </a:lnTo>
                <a:lnTo>
                  <a:pt x="0" y="7109138"/>
                </a:lnTo>
                <a:lnTo>
                  <a:pt x="0" y="7257942"/>
                </a:lnTo>
                <a:lnTo>
                  <a:pt x="0" y="7294237"/>
                </a:lnTo>
                <a:lnTo>
                  <a:pt x="0" y="7299184"/>
                </a:lnTo>
                <a:lnTo>
                  <a:pt x="0" y="7305940"/>
                </a:lnTo>
                <a:lnTo>
                  <a:pt x="0" y="7340403"/>
                </a:lnTo>
                <a:lnTo>
                  <a:pt x="0" y="7366343"/>
                </a:lnTo>
                <a:lnTo>
                  <a:pt x="0" y="7381645"/>
                </a:lnTo>
                <a:lnTo>
                  <a:pt x="0" y="7407588"/>
                </a:lnTo>
                <a:lnTo>
                  <a:pt x="0" y="7484252"/>
                </a:lnTo>
                <a:lnTo>
                  <a:pt x="0" y="7510194"/>
                </a:lnTo>
                <a:lnTo>
                  <a:pt x="0" y="7525494"/>
                </a:lnTo>
                <a:lnTo>
                  <a:pt x="0" y="7551436"/>
                </a:lnTo>
                <a:lnTo>
                  <a:pt x="0" y="7592652"/>
                </a:lnTo>
                <a:lnTo>
                  <a:pt x="0" y="7618595"/>
                </a:lnTo>
                <a:lnTo>
                  <a:pt x="0" y="7633897"/>
                </a:lnTo>
                <a:lnTo>
                  <a:pt x="0" y="7659837"/>
                </a:lnTo>
                <a:lnTo>
                  <a:pt x="0" y="7782702"/>
                </a:lnTo>
                <a:lnTo>
                  <a:pt x="0" y="7808644"/>
                </a:lnTo>
                <a:lnTo>
                  <a:pt x="0" y="7823944"/>
                </a:lnTo>
                <a:lnTo>
                  <a:pt x="0" y="7849886"/>
                </a:lnTo>
                <a:lnTo>
                  <a:pt x="0" y="7891102"/>
                </a:lnTo>
                <a:lnTo>
                  <a:pt x="0" y="7917045"/>
                </a:lnTo>
                <a:lnTo>
                  <a:pt x="0" y="7932347"/>
                </a:lnTo>
                <a:lnTo>
                  <a:pt x="0" y="7958287"/>
                </a:lnTo>
                <a:lnTo>
                  <a:pt x="0" y="7969878"/>
                </a:lnTo>
                <a:lnTo>
                  <a:pt x="0" y="7995818"/>
                </a:lnTo>
                <a:lnTo>
                  <a:pt x="0" y="8011120"/>
                </a:lnTo>
                <a:lnTo>
                  <a:pt x="0" y="8037063"/>
                </a:lnTo>
                <a:lnTo>
                  <a:pt x="0" y="8078279"/>
                </a:lnTo>
                <a:lnTo>
                  <a:pt x="0" y="8104222"/>
                </a:lnTo>
                <a:lnTo>
                  <a:pt x="0" y="8119521"/>
                </a:lnTo>
                <a:lnTo>
                  <a:pt x="0" y="8145464"/>
                </a:lnTo>
                <a:lnTo>
                  <a:pt x="0" y="8255968"/>
                </a:lnTo>
                <a:lnTo>
                  <a:pt x="0" y="8268328"/>
                </a:lnTo>
                <a:lnTo>
                  <a:pt x="0" y="8294268"/>
                </a:lnTo>
                <a:lnTo>
                  <a:pt x="0" y="8297210"/>
                </a:lnTo>
                <a:lnTo>
                  <a:pt x="0" y="8309570"/>
                </a:lnTo>
                <a:lnTo>
                  <a:pt x="0" y="8335513"/>
                </a:lnTo>
                <a:lnTo>
                  <a:pt x="0" y="8338429"/>
                </a:lnTo>
                <a:lnTo>
                  <a:pt x="0" y="8364369"/>
                </a:lnTo>
                <a:lnTo>
                  <a:pt x="0" y="8376729"/>
                </a:lnTo>
                <a:lnTo>
                  <a:pt x="0" y="8379671"/>
                </a:lnTo>
                <a:lnTo>
                  <a:pt x="0" y="8402672"/>
                </a:lnTo>
                <a:lnTo>
                  <a:pt x="0" y="8405614"/>
                </a:lnTo>
                <a:lnTo>
                  <a:pt x="0" y="8417971"/>
                </a:lnTo>
                <a:lnTo>
                  <a:pt x="0" y="8443914"/>
                </a:lnTo>
                <a:lnTo>
                  <a:pt x="0" y="8520579"/>
                </a:lnTo>
                <a:lnTo>
                  <a:pt x="0" y="8546522"/>
                </a:lnTo>
                <a:lnTo>
                  <a:pt x="0" y="8554418"/>
                </a:lnTo>
                <a:lnTo>
                  <a:pt x="0" y="8561823"/>
                </a:lnTo>
                <a:lnTo>
                  <a:pt x="0" y="8587764"/>
                </a:lnTo>
                <a:lnTo>
                  <a:pt x="0" y="8595660"/>
                </a:lnTo>
                <a:lnTo>
                  <a:pt x="0" y="8628981"/>
                </a:lnTo>
                <a:lnTo>
                  <a:pt x="0" y="8636879"/>
                </a:lnTo>
                <a:lnTo>
                  <a:pt x="0" y="8662819"/>
                </a:lnTo>
                <a:lnTo>
                  <a:pt x="0" y="8670225"/>
                </a:lnTo>
                <a:lnTo>
                  <a:pt x="0" y="8678121"/>
                </a:lnTo>
                <a:lnTo>
                  <a:pt x="0" y="8704064"/>
                </a:lnTo>
                <a:lnTo>
                  <a:pt x="0" y="8780727"/>
                </a:lnTo>
                <a:lnTo>
                  <a:pt x="0" y="8806670"/>
                </a:lnTo>
                <a:lnTo>
                  <a:pt x="0" y="8819029"/>
                </a:lnTo>
                <a:lnTo>
                  <a:pt x="0" y="8821971"/>
                </a:lnTo>
                <a:lnTo>
                  <a:pt x="0" y="8844972"/>
                </a:lnTo>
                <a:lnTo>
                  <a:pt x="0" y="8847914"/>
                </a:lnTo>
                <a:lnTo>
                  <a:pt x="0" y="8860273"/>
                </a:lnTo>
                <a:lnTo>
                  <a:pt x="0" y="8886214"/>
                </a:lnTo>
                <a:lnTo>
                  <a:pt x="0" y="8889130"/>
                </a:lnTo>
                <a:lnTo>
                  <a:pt x="0" y="8915073"/>
                </a:lnTo>
                <a:lnTo>
                  <a:pt x="0" y="8927431"/>
                </a:lnTo>
                <a:lnTo>
                  <a:pt x="0" y="8930373"/>
                </a:lnTo>
                <a:lnTo>
                  <a:pt x="0" y="8956315"/>
                </a:lnTo>
                <a:lnTo>
                  <a:pt x="0" y="8968675"/>
                </a:lnTo>
                <a:lnTo>
                  <a:pt x="0" y="9079177"/>
                </a:lnTo>
                <a:lnTo>
                  <a:pt x="0" y="9105120"/>
                </a:lnTo>
                <a:lnTo>
                  <a:pt x="0" y="9120421"/>
                </a:lnTo>
                <a:lnTo>
                  <a:pt x="0" y="9146364"/>
                </a:lnTo>
                <a:lnTo>
                  <a:pt x="0" y="9164851"/>
                </a:lnTo>
                <a:close/>
              </a:path>
            </a:pathLst>
          </a:custGeom>
          <a:solidFill>
            <a:srgbClr val="FF005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6" name="Forma libre 38">
            <a:extLst>
              <a:ext uri="{FF2B5EF4-FFF2-40B4-BE49-F238E27FC236}">
                <a16:creationId xmlns:a16="http://schemas.microsoft.com/office/drawing/2014/main" id="{B9826DDE-CC12-9934-79FB-4BBB50B482F5}"/>
              </a:ext>
            </a:extLst>
          </p:cNvPr>
          <p:cNvSpPr/>
          <p:nvPr/>
        </p:nvSpPr>
        <p:spPr>
          <a:xfrm rot="16200000" flipV="1">
            <a:off x="1557751" y="-537766"/>
            <a:ext cx="582039" cy="3741929"/>
          </a:xfrm>
          <a:custGeom>
            <a:avLst/>
            <a:gdLst>
              <a:gd name="connsiteX0" fmla="*/ 582039 w 582039"/>
              <a:gd name="connsiteY0" fmla="*/ 2949840 h 2949840"/>
              <a:gd name="connsiteX1" fmla="*/ 582039 w 582039"/>
              <a:gd name="connsiteY1" fmla="*/ 2929141 h 2949840"/>
              <a:gd name="connsiteX2" fmla="*/ 582039 w 582039"/>
              <a:gd name="connsiteY2" fmla="*/ 2903198 h 2949840"/>
              <a:gd name="connsiteX3" fmla="*/ 582039 w 582039"/>
              <a:gd name="connsiteY3" fmla="*/ 2887897 h 2949840"/>
              <a:gd name="connsiteX4" fmla="*/ 582039 w 582039"/>
              <a:gd name="connsiteY4" fmla="*/ 2861956 h 2949840"/>
              <a:gd name="connsiteX5" fmla="*/ 582039 w 582039"/>
              <a:gd name="connsiteY5" fmla="*/ 2820739 h 2949840"/>
              <a:gd name="connsiteX6" fmla="*/ 582039 w 582039"/>
              <a:gd name="connsiteY6" fmla="*/ 2779495 h 2949840"/>
              <a:gd name="connsiteX7" fmla="*/ 582039 w 582039"/>
              <a:gd name="connsiteY7" fmla="*/ 2641090 h 2949840"/>
              <a:gd name="connsiteX8" fmla="*/ 582039 w 582039"/>
              <a:gd name="connsiteY8" fmla="*/ 2615149 h 2949840"/>
              <a:gd name="connsiteX9" fmla="*/ 582039 w 582039"/>
              <a:gd name="connsiteY9" fmla="*/ 2599846 h 2949840"/>
              <a:gd name="connsiteX10" fmla="*/ 582039 w 582039"/>
              <a:gd name="connsiteY10" fmla="*/ 2573905 h 2949840"/>
              <a:gd name="connsiteX11" fmla="*/ 582039 w 582039"/>
              <a:gd name="connsiteY11" fmla="*/ 2532688 h 2949840"/>
              <a:gd name="connsiteX12" fmla="*/ 582039 w 582039"/>
              <a:gd name="connsiteY12" fmla="*/ 2506747 h 2949840"/>
              <a:gd name="connsiteX13" fmla="*/ 582039 w 582039"/>
              <a:gd name="connsiteY13" fmla="*/ 2491444 h 2949840"/>
              <a:gd name="connsiteX14" fmla="*/ 582039 w 582039"/>
              <a:gd name="connsiteY14" fmla="*/ 2465503 h 2949840"/>
              <a:gd name="connsiteX15" fmla="*/ 582039 w 582039"/>
              <a:gd name="connsiteY15" fmla="*/ 1996822 h 2949840"/>
              <a:gd name="connsiteX16" fmla="*/ 582039 w 582039"/>
              <a:gd name="connsiteY16" fmla="*/ 1970880 h 2949840"/>
              <a:gd name="connsiteX17" fmla="*/ 582039 w 582039"/>
              <a:gd name="connsiteY17" fmla="*/ 1955579 h 2949840"/>
              <a:gd name="connsiteX18" fmla="*/ 582039 w 582039"/>
              <a:gd name="connsiteY18" fmla="*/ 1929637 h 2949840"/>
              <a:gd name="connsiteX19" fmla="*/ 582039 w 582039"/>
              <a:gd name="connsiteY19" fmla="*/ 1888420 h 2949840"/>
              <a:gd name="connsiteX20" fmla="*/ 582039 w 582039"/>
              <a:gd name="connsiteY20" fmla="*/ 1869374 h 2949840"/>
              <a:gd name="connsiteX21" fmla="*/ 582039 w 582039"/>
              <a:gd name="connsiteY21" fmla="*/ 1862477 h 2949840"/>
              <a:gd name="connsiteX22" fmla="*/ 582039 w 582039"/>
              <a:gd name="connsiteY22" fmla="*/ 1847177 h 2949840"/>
              <a:gd name="connsiteX23" fmla="*/ 582039 w 582039"/>
              <a:gd name="connsiteY23" fmla="*/ 1828130 h 2949840"/>
              <a:gd name="connsiteX24" fmla="*/ 582039 w 582039"/>
              <a:gd name="connsiteY24" fmla="*/ 1821235 h 2949840"/>
              <a:gd name="connsiteX25" fmla="*/ 582039 w 582039"/>
              <a:gd name="connsiteY25" fmla="*/ 1786913 h 2949840"/>
              <a:gd name="connsiteX26" fmla="*/ 582039 w 582039"/>
              <a:gd name="connsiteY26" fmla="*/ 1760971 h 2949840"/>
              <a:gd name="connsiteX27" fmla="*/ 582039 w 582039"/>
              <a:gd name="connsiteY27" fmla="*/ 1745671 h 2949840"/>
              <a:gd name="connsiteX28" fmla="*/ 582039 w 582039"/>
              <a:gd name="connsiteY28" fmla="*/ 1719728 h 2949840"/>
              <a:gd name="connsiteX29" fmla="*/ 582038 w 582039"/>
              <a:gd name="connsiteY29" fmla="*/ 1446119 h 2949840"/>
              <a:gd name="connsiteX30" fmla="*/ 582038 w 582039"/>
              <a:gd name="connsiteY30" fmla="*/ 1420179 h 2949840"/>
              <a:gd name="connsiteX31" fmla="*/ 582038 w 582039"/>
              <a:gd name="connsiteY31" fmla="*/ 1404877 h 2949840"/>
              <a:gd name="connsiteX32" fmla="*/ 582038 w 582039"/>
              <a:gd name="connsiteY32" fmla="*/ 1378934 h 2949840"/>
              <a:gd name="connsiteX33" fmla="*/ 582038 w 582039"/>
              <a:gd name="connsiteY33" fmla="*/ 1344613 h 2949840"/>
              <a:gd name="connsiteX34" fmla="*/ 582038 w 582039"/>
              <a:gd name="connsiteY34" fmla="*/ 1337718 h 2949840"/>
              <a:gd name="connsiteX35" fmla="*/ 582038 w 582039"/>
              <a:gd name="connsiteY35" fmla="*/ 1318670 h 2949840"/>
              <a:gd name="connsiteX36" fmla="*/ 582038 w 582039"/>
              <a:gd name="connsiteY36" fmla="*/ 1303371 h 2949840"/>
              <a:gd name="connsiteX37" fmla="*/ 582038 w 582039"/>
              <a:gd name="connsiteY37" fmla="*/ 1296476 h 2949840"/>
              <a:gd name="connsiteX38" fmla="*/ 582038 w 582039"/>
              <a:gd name="connsiteY38" fmla="*/ 1277428 h 2949840"/>
              <a:gd name="connsiteX39" fmla="*/ 582038 w 582039"/>
              <a:gd name="connsiteY39" fmla="*/ 1236212 h 2949840"/>
              <a:gd name="connsiteX40" fmla="*/ 582038 w 582039"/>
              <a:gd name="connsiteY40" fmla="*/ 1210269 h 2949840"/>
              <a:gd name="connsiteX41" fmla="*/ 582038 w 582039"/>
              <a:gd name="connsiteY41" fmla="*/ 1194967 h 2949840"/>
              <a:gd name="connsiteX42" fmla="*/ 582038 w 582039"/>
              <a:gd name="connsiteY42" fmla="*/ 1169027 h 2949840"/>
              <a:gd name="connsiteX43" fmla="*/ 582038 w 582039"/>
              <a:gd name="connsiteY43" fmla="*/ 700345 h 2949840"/>
              <a:gd name="connsiteX44" fmla="*/ 582038 w 582039"/>
              <a:gd name="connsiteY44" fmla="*/ 674402 h 2949840"/>
              <a:gd name="connsiteX45" fmla="*/ 582038 w 582039"/>
              <a:gd name="connsiteY45" fmla="*/ 659103 h 2949840"/>
              <a:gd name="connsiteX46" fmla="*/ 582038 w 582039"/>
              <a:gd name="connsiteY46" fmla="*/ 633160 h 2949840"/>
              <a:gd name="connsiteX47" fmla="*/ 582038 w 582039"/>
              <a:gd name="connsiteY47" fmla="*/ 591944 h 2949840"/>
              <a:gd name="connsiteX48" fmla="*/ 582038 w 582039"/>
              <a:gd name="connsiteY48" fmla="*/ 566002 h 2949840"/>
              <a:gd name="connsiteX49" fmla="*/ 582038 w 582039"/>
              <a:gd name="connsiteY49" fmla="*/ 550699 h 2949840"/>
              <a:gd name="connsiteX50" fmla="*/ 582038 w 582039"/>
              <a:gd name="connsiteY50" fmla="*/ 524756 h 2949840"/>
              <a:gd name="connsiteX51" fmla="*/ 582038 w 582039"/>
              <a:gd name="connsiteY51" fmla="*/ 149643 h 2949840"/>
              <a:gd name="connsiteX52" fmla="*/ 582038 w 582039"/>
              <a:gd name="connsiteY52" fmla="*/ 123703 h 2949840"/>
              <a:gd name="connsiteX53" fmla="*/ 582038 w 582039"/>
              <a:gd name="connsiteY53" fmla="*/ 108401 h 2949840"/>
              <a:gd name="connsiteX54" fmla="*/ 582038 w 582039"/>
              <a:gd name="connsiteY54" fmla="*/ 82458 h 2949840"/>
              <a:gd name="connsiteX55" fmla="*/ 582038 w 582039"/>
              <a:gd name="connsiteY55" fmla="*/ 41242 h 2949840"/>
              <a:gd name="connsiteX56" fmla="*/ 582038 w 582039"/>
              <a:gd name="connsiteY56" fmla="*/ 0 h 2949840"/>
              <a:gd name="connsiteX57" fmla="*/ 0 w 582039"/>
              <a:gd name="connsiteY57" fmla="*/ 158641 h 2949840"/>
              <a:gd name="connsiteX58" fmla="*/ 0 w 582039"/>
              <a:gd name="connsiteY58" fmla="*/ 199883 h 2949840"/>
              <a:gd name="connsiteX59" fmla="*/ 0 w 582039"/>
              <a:gd name="connsiteY59" fmla="*/ 241102 h 2949840"/>
              <a:gd name="connsiteX60" fmla="*/ 0 w 582039"/>
              <a:gd name="connsiteY60" fmla="*/ 267042 h 2949840"/>
              <a:gd name="connsiteX61" fmla="*/ 0 w 582039"/>
              <a:gd name="connsiteY61" fmla="*/ 282344 h 2949840"/>
              <a:gd name="connsiteX62" fmla="*/ 0 w 582039"/>
              <a:gd name="connsiteY62" fmla="*/ 308287 h 2949840"/>
              <a:gd name="connsiteX63" fmla="*/ 0 w 582039"/>
              <a:gd name="connsiteY63" fmla="*/ 683401 h 2949840"/>
              <a:gd name="connsiteX64" fmla="*/ 0 w 582039"/>
              <a:gd name="connsiteY64" fmla="*/ 709343 h 2949840"/>
              <a:gd name="connsiteX65" fmla="*/ 0 w 582039"/>
              <a:gd name="connsiteY65" fmla="*/ 724643 h 2949840"/>
              <a:gd name="connsiteX66" fmla="*/ 0 w 582039"/>
              <a:gd name="connsiteY66" fmla="*/ 750585 h 2949840"/>
              <a:gd name="connsiteX67" fmla="*/ 0 w 582039"/>
              <a:gd name="connsiteY67" fmla="*/ 791801 h 2949840"/>
              <a:gd name="connsiteX68" fmla="*/ 0 w 582039"/>
              <a:gd name="connsiteY68" fmla="*/ 817744 h 2949840"/>
              <a:gd name="connsiteX69" fmla="*/ 0 w 582039"/>
              <a:gd name="connsiteY69" fmla="*/ 833046 h 2949840"/>
              <a:gd name="connsiteX70" fmla="*/ 0 w 582039"/>
              <a:gd name="connsiteY70" fmla="*/ 858986 h 2949840"/>
              <a:gd name="connsiteX71" fmla="*/ 0 w 582039"/>
              <a:gd name="connsiteY71" fmla="*/ 1169027 h 2949840"/>
              <a:gd name="connsiteX72" fmla="*/ 0 w 582039"/>
              <a:gd name="connsiteY72" fmla="*/ 1194967 h 2949840"/>
              <a:gd name="connsiteX73" fmla="*/ 0 w 582039"/>
              <a:gd name="connsiteY73" fmla="*/ 1210269 h 2949840"/>
              <a:gd name="connsiteX74" fmla="*/ 0 w 582039"/>
              <a:gd name="connsiteY74" fmla="*/ 1236212 h 2949840"/>
              <a:gd name="connsiteX75" fmla="*/ 0 w 582039"/>
              <a:gd name="connsiteY75" fmla="*/ 1277428 h 2949840"/>
              <a:gd name="connsiteX76" fmla="*/ 0 w 582039"/>
              <a:gd name="connsiteY76" fmla="*/ 1303371 h 2949840"/>
              <a:gd name="connsiteX77" fmla="*/ 0 w 582039"/>
              <a:gd name="connsiteY77" fmla="*/ 1318670 h 2949840"/>
              <a:gd name="connsiteX78" fmla="*/ 0 w 582039"/>
              <a:gd name="connsiteY78" fmla="*/ 1344613 h 2949840"/>
              <a:gd name="connsiteX79" fmla="*/ 0 w 582039"/>
              <a:gd name="connsiteY79" fmla="*/ 1455117 h 2949840"/>
              <a:gd name="connsiteX80" fmla="*/ 0 w 582039"/>
              <a:gd name="connsiteY80" fmla="*/ 1496359 h 2949840"/>
              <a:gd name="connsiteX81" fmla="*/ 0 w 582039"/>
              <a:gd name="connsiteY81" fmla="*/ 1537578 h 2949840"/>
              <a:gd name="connsiteX82" fmla="*/ 0 w 582039"/>
              <a:gd name="connsiteY82" fmla="*/ 1563518 h 2949840"/>
              <a:gd name="connsiteX83" fmla="*/ 0 w 582039"/>
              <a:gd name="connsiteY83" fmla="*/ 1578820 h 2949840"/>
              <a:gd name="connsiteX84" fmla="*/ 0 w 582039"/>
              <a:gd name="connsiteY84" fmla="*/ 1604763 h 2949840"/>
              <a:gd name="connsiteX85" fmla="*/ 0 w 582039"/>
              <a:gd name="connsiteY85" fmla="*/ 1719728 h 2949840"/>
              <a:gd name="connsiteX86" fmla="*/ 0 w 582039"/>
              <a:gd name="connsiteY86" fmla="*/ 1745671 h 2949840"/>
              <a:gd name="connsiteX87" fmla="*/ 0 w 582039"/>
              <a:gd name="connsiteY87" fmla="*/ 1760972 h 2949840"/>
              <a:gd name="connsiteX88" fmla="*/ 0 w 582039"/>
              <a:gd name="connsiteY88" fmla="*/ 1786913 h 2949840"/>
              <a:gd name="connsiteX89" fmla="*/ 0 w 582039"/>
              <a:gd name="connsiteY89" fmla="*/ 1828130 h 2949840"/>
              <a:gd name="connsiteX90" fmla="*/ 0 w 582039"/>
              <a:gd name="connsiteY90" fmla="*/ 1869374 h 2949840"/>
              <a:gd name="connsiteX91" fmla="*/ 0 w 582039"/>
              <a:gd name="connsiteY91" fmla="*/ 1979876 h 2949840"/>
              <a:gd name="connsiteX92" fmla="*/ 0 w 582039"/>
              <a:gd name="connsiteY92" fmla="*/ 2005819 h 2949840"/>
              <a:gd name="connsiteX93" fmla="*/ 0 w 582039"/>
              <a:gd name="connsiteY93" fmla="*/ 2021120 h 2949840"/>
              <a:gd name="connsiteX94" fmla="*/ 0 w 582039"/>
              <a:gd name="connsiteY94" fmla="*/ 2047063 h 2949840"/>
              <a:gd name="connsiteX95" fmla="*/ 0 w 582039"/>
              <a:gd name="connsiteY95" fmla="*/ 2088279 h 2949840"/>
              <a:gd name="connsiteX96" fmla="*/ 0 w 582039"/>
              <a:gd name="connsiteY96" fmla="*/ 2114222 h 2949840"/>
              <a:gd name="connsiteX97" fmla="*/ 0 w 582039"/>
              <a:gd name="connsiteY97" fmla="*/ 2129522 h 2949840"/>
              <a:gd name="connsiteX98" fmla="*/ 0 w 582039"/>
              <a:gd name="connsiteY98" fmla="*/ 2155464 h 2949840"/>
              <a:gd name="connsiteX99" fmla="*/ 0 w 582039"/>
              <a:gd name="connsiteY99" fmla="*/ 2465503 h 2949840"/>
              <a:gd name="connsiteX100" fmla="*/ 0 w 582039"/>
              <a:gd name="connsiteY100" fmla="*/ 2491444 h 2949840"/>
              <a:gd name="connsiteX101" fmla="*/ 0 w 582039"/>
              <a:gd name="connsiteY101" fmla="*/ 2506747 h 2949840"/>
              <a:gd name="connsiteX102" fmla="*/ 0 w 582039"/>
              <a:gd name="connsiteY102" fmla="*/ 2532688 h 2949840"/>
              <a:gd name="connsiteX103" fmla="*/ 0 w 582039"/>
              <a:gd name="connsiteY103" fmla="*/ 2573905 h 2949840"/>
              <a:gd name="connsiteX104" fmla="*/ 0 w 582039"/>
              <a:gd name="connsiteY104" fmla="*/ 2599846 h 2949840"/>
              <a:gd name="connsiteX105" fmla="*/ 0 w 582039"/>
              <a:gd name="connsiteY105" fmla="*/ 2615149 h 2949840"/>
              <a:gd name="connsiteX106" fmla="*/ 0 w 582039"/>
              <a:gd name="connsiteY106" fmla="*/ 2641090 h 2949840"/>
              <a:gd name="connsiteX107" fmla="*/ 0 w 582039"/>
              <a:gd name="connsiteY107" fmla="*/ 2938137 h 2949840"/>
              <a:gd name="connsiteX108" fmla="*/ 0 w 582039"/>
              <a:gd name="connsiteY108" fmla="*/ 2949840 h 294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2039" h="2949840">
                <a:moveTo>
                  <a:pt x="582039" y="2949840"/>
                </a:moveTo>
                <a:lnTo>
                  <a:pt x="582039" y="2929141"/>
                </a:lnTo>
                <a:lnTo>
                  <a:pt x="582039" y="2903198"/>
                </a:lnTo>
                <a:lnTo>
                  <a:pt x="582039" y="2887897"/>
                </a:lnTo>
                <a:lnTo>
                  <a:pt x="582039" y="2861956"/>
                </a:lnTo>
                <a:lnTo>
                  <a:pt x="582039" y="2820739"/>
                </a:lnTo>
                <a:lnTo>
                  <a:pt x="582039" y="2779495"/>
                </a:lnTo>
                <a:lnTo>
                  <a:pt x="582039" y="2641090"/>
                </a:lnTo>
                <a:lnTo>
                  <a:pt x="582039" y="2615149"/>
                </a:lnTo>
                <a:lnTo>
                  <a:pt x="582039" y="2599846"/>
                </a:lnTo>
                <a:lnTo>
                  <a:pt x="582039" y="2573905"/>
                </a:lnTo>
                <a:lnTo>
                  <a:pt x="582039" y="2532688"/>
                </a:lnTo>
                <a:lnTo>
                  <a:pt x="582039" y="2506747"/>
                </a:lnTo>
                <a:lnTo>
                  <a:pt x="582039" y="2491444"/>
                </a:lnTo>
                <a:lnTo>
                  <a:pt x="582039" y="2465503"/>
                </a:lnTo>
                <a:lnTo>
                  <a:pt x="582039" y="1996822"/>
                </a:lnTo>
                <a:lnTo>
                  <a:pt x="582039" y="1970880"/>
                </a:lnTo>
                <a:lnTo>
                  <a:pt x="582039" y="1955579"/>
                </a:lnTo>
                <a:lnTo>
                  <a:pt x="582039" y="1929637"/>
                </a:lnTo>
                <a:lnTo>
                  <a:pt x="582039" y="1888420"/>
                </a:lnTo>
                <a:lnTo>
                  <a:pt x="582039" y="1869374"/>
                </a:lnTo>
                <a:lnTo>
                  <a:pt x="582039" y="1862477"/>
                </a:lnTo>
                <a:lnTo>
                  <a:pt x="582039" y="1847177"/>
                </a:lnTo>
                <a:lnTo>
                  <a:pt x="582039" y="1828130"/>
                </a:lnTo>
                <a:lnTo>
                  <a:pt x="582039" y="1821235"/>
                </a:lnTo>
                <a:lnTo>
                  <a:pt x="582039" y="1786913"/>
                </a:lnTo>
                <a:lnTo>
                  <a:pt x="582039" y="1760971"/>
                </a:lnTo>
                <a:lnTo>
                  <a:pt x="582039" y="1745671"/>
                </a:lnTo>
                <a:lnTo>
                  <a:pt x="582039" y="1719728"/>
                </a:lnTo>
                <a:lnTo>
                  <a:pt x="582038" y="1446119"/>
                </a:lnTo>
                <a:lnTo>
                  <a:pt x="582038" y="1420179"/>
                </a:lnTo>
                <a:lnTo>
                  <a:pt x="582038" y="1404877"/>
                </a:lnTo>
                <a:lnTo>
                  <a:pt x="582038" y="1378934"/>
                </a:lnTo>
                <a:lnTo>
                  <a:pt x="582038" y="1344613"/>
                </a:lnTo>
                <a:lnTo>
                  <a:pt x="582038" y="1337718"/>
                </a:lnTo>
                <a:lnTo>
                  <a:pt x="582038" y="1318670"/>
                </a:lnTo>
                <a:lnTo>
                  <a:pt x="582038" y="1303371"/>
                </a:lnTo>
                <a:lnTo>
                  <a:pt x="582038" y="1296476"/>
                </a:lnTo>
                <a:lnTo>
                  <a:pt x="582038" y="1277428"/>
                </a:lnTo>
                <a:lnTo>
                  <a:pt x="582038" y="1236212"/>
                </a:lnTo>
                <a:lnTo>
                  <a:pt x="582038" y="1210269"/>
                </a:lnTo>
                <a:lnTo>
                  <a:pt x="582038" y="1194967"/>
                </a:lnTo>
                <a:lnTo>
                  <a:pt x="582038" y="1169027"/>
                </a:lnTo>
                <a:lnTo>
                  <a:pt x="582038" y="700345"/>
                </a:lnTo>
                <a:lnTo>
                  <a:pt x="582038" y="674402"/>
                </a:lnTo>
                <a:lnTo>
                  <a:pt x="582038" y="659103"/>
                </a:lnTo>
                <a:lnTo>
                  <a:pt x="582038" y="633160"/>
                </a:lnTo>
                <a:lnTo>
                  <a:pt x="582038" y="591944"/>
                </a:lnTo>
                <a:lnTo>
                  <a:pt x="582038" y="566002"/>
                </a:lnTo>
                <a:lnTo>
                  <a:pt x="582038" y="550699"/>
                </a:lnTo>
                <a:lnTo>
                  <a:pt x="582038" y="524756"/>
                </a:lnTo>
                <a:lnTo>
                  <a:pt x="582038" y="149643"/>
                </a:lnTo>
                <a:lnTo>
                  <a:pt x="582038" y="123703"/>
                </a:lnTo>
                <a:lnTo>
                  <a:pt x="582038" y="108401"/>
                </a:lnTo>
                <a:lnTo>
                  <a:pt x="582038" y="82458"/>
                </a:lnTo>
                <a:lnTo>
                  <a:pt x="582038" y="41242"/>
                </a:lnTo>
                <a:lnTo>
                  <a:pt x="582038" y="0"/>
                </a:lnTo>
                <a:lnTo>
                  <a:pt x="0" y="158641"/>
                </a:lnTo>
                <a:lnTo>
                  <a:pt x="0" y="199883"/>
                </a:lnTo>
                <a:lnTo>
                  <a:pt x="0" y="241102"/>
                </a:lnTo>
                <a:lnTo>
                  <a:pt x="0" y="267042"/>
                </a:lnTo>
                <a:lnTo>
                  <a:pt x="0" y="282344"/>
                </a:lnTo>
                <a:lnTo>
                  <a:pt x="0" y="308287"/>
                </a:lnTo>
                <a:lnTo>
                  <a:pt x="0" y="683401"/>
                </a:lnTo>
                <a:lnTo>
                  <a:pt x="0" y="709343"/>
                </a:lnTo>
                <a:lnTo>
                  <a:pt x="0" y="724643"/>
                </a:lnTo>
                <a:lnTo>
                  <a:pt x="0" y="750585"/>
                </a:lnTo>
                <a:lnTo>
                  <a:pt x="0" y="791801"/>
                </a:lnTo>
                <a:lnTo>
                  <a:pt x="0" y="817744"/>
                </a:lnTo>
                <a:lnTo>
                  <a:pt x="0" y="833046"/>
                </a:lnTo>
                <a:lnTo>
                  <a:pt x="0" y="858986"/>
                </a:lnTo>
                <a:lnTo>
                  <a:pt x="0" y="1169027"/>
                </a:lnTo>
                <a:lnTo>
                  <a:pt x="0" y="1194967"/>
                </a:lnTo>
                <a:lnTo>
                  <a:pt x="0" y="1210269"/>
                </a:lnTo>
                <a:lnTo>
                  <a:pt x="0" y="1236212"/>
                </a:lnTo>
                <a:lnTo>
                  <a:pt x="0" y="1277428"/>
                </a:lnTo>
                <a:lnTo>
                  <a:pt x="0" y="1303371"/>
                </a:lnTo>
                <a:lnTo>
                  <a:pt x="0" y="1318670"/>
                </a:lnTo>
                <a:lnTo>
                  <a:pt x="0" y="1344613"/>
                </a:lnTo>
                <a:lnTo>
                  <a:pt x="0" y="1455117"/>
                </a:lnTo>
                <a:lnTo>
                  <a:pt x="0" y="1496359"/>
                </a:lnTo>
                <a:lnTo>
                  <a:pt x="0" y="1537578"/>
                </a:lnTo>
                <a:lnTo>
                  <a:pt x="0" y="1563518"/>
                </a:lnTo>
                <a:lnTo>
                  <a:pt x="0" y="1578820"/>
                </a:lnTo>
                <a:lnTo>
                  <a:pt x="0" y="1604763"/>
                </a:lnTo>
                <a:lnTo>
                  <a:pt x="0" y="1719728"/>
                </a:lnTo>
                <a:lnTo>
                  <a:pt x="0" y="1745671"/>
                </a:lnTo>
                <a:lnTo>
                  <a:pt x="0" y="1760972"/>
                </a:lnTo>
                <a:lnTo>
                  <a:pt x="0" y="1786913"/>
                </a:lnTo>
                <a:lnTo>
                  <a:pt x="0" y="1828130"/>
                </a:lnTo>
                <a:lnTo>
                  <a:pt x="0" y="1869374"/>
                </a:lnTo>
                <a:lnTo>
                  <a:pt x="0" y="1979876"/>
                </a:lnTo>
                <a:lnTo>
                  <a:pt x="0" y="2005819"/>
                </a:lnTo>
                <a:lnTo>
                  <a:pt x="0" y="2021120"/>
                </a:lnTo>
                <a:lnTo>
                  <a:pt x="0" y="2047063"/>
                </a:lnTo>
                <a:lnTo>
                  <a:pt x="0" y="2088279"/>
                </a:lnTo>
                <a:lnTo>
                  <a:pt x="0" y="2114222"/>
                </a:lnTo>
                <a:lnTo>
                  <a:pt x="0" y="2129522"/>
                </a:lnTo>
                <a:lnTo>
                  <a:pt x="0" y="2155464"/>
                </a:lnTo>
                <a:lnTo>
                  <a:pt x="0" y="2465503"/>
                </a:lnTo>
                <a:lnTo>
                  <a:pt x="0" y="2491444"/>
                </a:lnTo>
                <a:lnTo>
                  <a:pt x="0" y="2506747"/>
                </a:lnTo>
                <a:lnTo>
                  <a:pt x="0" y="2532688"/>
                </a:lnTo>
                <a:lnTo>
                  <a:pt x="0" y="2573905"/>
                </a:lnTo>
                <a:lnTo>
                  <a:pt x="0" y="2599846"/>
                </a:lnTo>
                <a:lnTo>
                  <a:pt x="0" y="2615149"/>
                </a:lnTo>
                <a:lnTo>
                  <a:pt x="0" y="2641090"/>
                </a:lnTo>
                <a:lnTo>
                  <a:pt x="0" y="2938137"/>
                </a:lnTo>
                <a:lnTo>
                  <a:pt x="0" y="2949840"/>
                </a:lnTo>
                <a:close/>
              </a:path>
            </a:pathLst>
          </a:custGeom>
          <a:solidFill>
            <a:srgbClr val="26071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40" name="Forma libre 39">
            <a:extLst>
              <a:ext uri="{FF2B5EF4-FFF2-40B4-BE49-F238E27FC236}">
                <a16:creationId xmlns:a16="http://schemas.microsoft.com/office/drawing/2014/main" id="{C72240E3-4C58-5FB0-E521-5676A890E09E}"/>
              </a:ext>
            </a:extLst>
          </p:cNvPr>
          <p:cNvSpPr/>
          <p:nvPr/>
        </p:nvSpPr>
        <p:spPr>
          <a:xfrm rot="16200000" flipV="1">
            <a:off x="1360215" y="134772"/>
            <a:ext cx="582039" cy="3704958"/>
          </a:xfrm>
          <a:custGeom>
            <a:avLst/>
            <a:gdLst>
              <a:gd name="connsiteX0" fmla="*/ 582039 w 582039"/>
              <a:gd name="connsiteY0" fmla="*/ 2949840 h 2949840"/>
              <a:gd name="connsiteX1" fmla="*/ 582039 w 582039"/>
              <a:gd name="connsiteY1" fmla="*/ 2929141 h 2949840"/>
              <a:gd name="connsiteX2" fmla="*/ 582039 w 582039"/>
              <a:gd name="connsiteY2" fmla="*/ 2903198 h 2949840"/>
              <a:gd name="connsiteX3" fmla="*/ 582039 w 582039"/>
              <a:gd name="connsiteY3" fmla="*/ 2887897 h 2949840"/>
              <a:gd name="connsiteX4" fmla="*/ 582039 w 582039"/>
              <a:gd name="connsiteY4" fmla="*/ 2861956 h 2949840"/>
              <a:gd name="connsiteX5" fmla="*/ 582039 w 582039"/>
              <a:gd name="connsiteY5" fmla="*/ 2820739 h 2949840"/>
              <a:gd name="connsiteX6" fmla="*/ 582039 w 582039"/>
              <a:gd name="connsiteY6" fmla="*/ 2779495 h 2949840"/>
              <a:gd name="connsiteX7" fmla="*/ 582039 w 582039"/>
              <a:gd name="connsiteY7" fmla="*/ 2641090 h 2949840"/>
              <a:gd name="connsiteX8" fmla="*/ 582039 w 582039"/>
              <a:gd name="connsiteY8" fmla="*/ 2615149 h 2949840"/>
              <a:gd name="connsiteX9" fmla="*/ 582039 w 582039"/>
              <a:gd name="connsiteY9" fmla="*/ 2599846 h 2949840"/>
              <a:gd name="connsiteX10" fmla="*/ 582039 w 582039"/>
              <a:gd name="connsiteY10" fmla="*/ 2573905 h 2949840"/>
              <a:gd name="connsiteX11" fmla="*/ 582039 w 582039"/>
              <a:gd name="connsiteY11" fmla="*/ 2532688 h 2949840"/>
              <a:gd name="connsiteX12" fmla="*/ 582039 w 582039"/>
              <a:gd name="connsiteY12" fmla="*/ 2506747 h 2949840"/>
              <a:gd name="connsiteX13" fmla="*/ 582039 w 582039"/>
              <a:gd name="connsiteY13" fmla="*/ 2491444 h 2949840"/>
              <a:gd name="connsiteX14" fmla="*/ 582039 w 582039"/>
              <a:gd name="connsiteY14" fmla="*/ 2465503 h 2949840"/>
              <a:gd name="connsiteX15" fmla="*/ 582039 w 582039"/>
              <a:gd name="connsiteY15" fmla="*/ 1996822 h 2949840"/>
              <a:gd name="connsiteX16" fmla="*/ 582039 w 582039"/>
              <a:gd name="connsiteY16" fmla="*/ 1970880 h 2949840"/>
              <a:gd name="connsiteX17" fmla="*/ 582039 w 582039"/>
              <a:gd name="connsiteY17" fmla="*/ 1955579 h 2949840"/>
              <a:gd name="connsiteX18" fmla="*/ 582039 w 582039"/>
              <a:gd name="connsiteY18" fmla="*/ 1929637 h 2949840"/>
              <a:gd name="connsiteX19" fmla="*/ 582039 w 582039"/>
              <a:gd name="connsiteY19" fmla="*/ 1888420 h 2949840"/>
              <a:gd name="connsiteX20" fmla="*/ 582039 w 582039"/>
              <a:gd name="connsiteY20" fmla="*/ 1869374 h 2949840"/>
              <a:gd name="connsiteX21" fmla="*/ 582039 w 582039"/>
              <a:gd name="connsiteY21" fmla="*/ 1862477 h 2949840"/>
              <a:gd name="connsiteX22" fmla="*/ 582039 w 582039"/>
              <a:gd name="connsiteY22" fmla="*/ 1847177 h 2949840"/>
              <a:gd name="connsiteX23" fmla="*/ 582039 w 582039"/>
              <a:gd name="connsiteY23" fmla="*/ 1828130 h 2949840"/>
              <a:gd name="connsiteX24" fmla="*/ 582039 w 582039"/>
              <a:gd name="connsiteY24" fmla="*/ 1821235 h 2949840"/>
              <a:gd name="connsiteX25" fmla="*/ 582039 w 582039"/>
              <a:gd name="connsiteY25" fmla="*/ 1786913 h 2949840"/>
              <a:gd name="connsiteX26" fmla="*/ 582039 w 582039"/>
              <a:gd name="connsiteY26" fmla="*/ 1760971 h 2949840"/>
              <a:gd name="connsiteX27" fmla="*/ 582039 w 582039"/>
              <a:gd name="connsiteY27" fmla="*/ 1745671 h 2949840"/>
              <a:gd name="connsiteX28" fmla="*/ 582039 w 582039"/>
              <a:gd name="connsiteY28" fmla="*/ 1719728 h 2949840"/>
              <a:gd name="connsiteX29" fmla="*/ 582038 w 582039"/>
              <a:gd name="connsiteY29" fmla="*/ 1446119 h 2949840"/>
              <a:gd name="connsiteX30" fmla="*/ 582038 w 582039"/>
              <a:gd name="connsiteY30" fmla="*/ 1420179 h 2949840"/>
              <a:gd name="connsiteX31" fmla="*/ 582038 w 582039"/>
              <a:gd name="connsiteY31" fmla="*/ 1404877 h 2949840"/>
              <a:gd name="connsiteX32" fmla="*/ 582038 w 582039"/>
              <a:gd name="connsiteY32" fmla="*/ 1378934 h 2949840"/>
              <a:gd name="connsiteX33" fmla="*/ 582038 w 582039"/>
              <a:gd name="connsiteY33" fmla="*/ 1344613 h 2949840"/>
              <a:gd name="connsiteX34" fmla="*/ 582038 w 582039"/>
              <a:gd name="connsiteY34" fmla="*/ 1337718 h 2949840"/>
              <a:gd name="connsiteX35" fmla="*/ 582038 w 582039"/>
              <a:gd name="connsiteY35" fmla="*/ 1318670 h 2949840"/>
              <a:gd name="connsiteX36" fmla="*/ 582038 w 582039"/>
              <a:gd name="connsiteY36" fmla="*/ 1303371 h 2949840"/>
              <a:gd name="connsiteX37" fmla="*/ 582038 w 582039"/>
              <a:gd name="connsiteY37" fmla="*/ 1296476 h 2949840"/>
              <a:gd name="connsiteX38" fmla="*/ 582038 w 582039"/>
              <a:gd name="connsiteY38" fmla="*/ 1277428 h 2949840"/>
              <a:gd name="connsiteX39" fmla="*/ 582038 w 582039"/>
              <a:gd name="connsiteY39" fmla="*/ 1236212 h 2949840"/>
              <a:gd name="connsiteX40" fmla="*/ 582038 w 582039"/>
              <a:gd name="connsiteY40" fmla="*/ 1210269 h 2949840"/>
              <a:gd name="connsiteX41" fmla="*/ 582038 w 582039"/>
              <a:gd name="connsiteY41" fmla="*/ 1194967 h 2949840"/>
              <a:gd name="connsiteX42" fmla="*/ 582038 w 582039"/>
              <a:gd name="connsiteY42" fmla="*/ 1169027 h 2949840"/>
              <a:gd name="connsiteX43" fmla="*/ 582038 w 582039"/>
              <a:gd name="connsiteY43" fmla="*/ 700345 h 2949840"/>
              <a:gd name="connsiteX44" fmla="*/ 582038 w 582039"/>
              <a:gd name="connsiteY44" fmla="*/ 674402 h 2949840"/>
              <a:gd name="connsiteX45" fmla="*/ 582038 w 582039"/>
              <a:gd name="connsiteY45" fmla="*/ 659103 h 2949840"/>
              <a:gd name="connsiteX46" fmla="*/ 582038 w 582039"/>
              <a:gd name="connsiteY46" fmla="*/ 633160 h 2949840"/>
              <a:gd name="connsiteX47" fmla="*/ 582038 w 582039"/>
              <a:gd name="connsiteY47" fmla="*/ 591944 h 2949840"/>
              <a:gd name="connsiteX48" fmla="*/ 582038 w 582039"/>
              <a:gd name="connsiteY48" fmla="*/ 566002 h 2949840"/>
              <a:gd name="connsiteX49" fmla="*/ 582038 w 582039"/>
              <a:gd name="connsiteY49" fmla="*/ 550699 h 2949840"/>
              <a:gd name="connsiteX50" fmla="*/ 582038 w 582039"/>
              <a:gd name="connsiteY50" fmla="*/ 524756 h 2949840"/>
              <a:gd name="connsiteX51" fmla="*/ 582038 w 582039"/>
              <a:gd name="connsiteY51" fmla="*/ 149643 h 2949840"/>
              <a:gd name="connsiteX52" fmla="*/ 582038 w 582039"/>
              <a:gd name="connsiteY52" fmla="*/ 123703 h 2949840"/>
              <a:gd name="connsiteX53" fmla="*/ 582038 w 582039"/>
              <a:gd name="connsiteY53" fmla="*/ 108401 h 2949840"/>
              <a:gd name="connsiteX54" fmla="*/ 582038 w 582039"/>
              <a:gd name="connsiteY54" fmla="*/ 82458 h 2949840"/>
              <a:gd name="connsiteX55" fmla="*/ 582038 w 582039"/>
              <a:gd name="connsiteY55" fmla="*/ 41242 h 2949840"/>
              <a:gd name="connsiteX56" fmla="*/ 582038 w 582039"/>
              <a:gd name="connsiteY56" fmla="*/ 0 h 2949840"/>
              <a:gd name="connsiteX57" fmla="*/ 0 w 582039"/>
              <a:gd name="connsiteY57" fmla="*/ 158641 h 2949840"/>
              <a:gd name="connsiteX58" fmla="*/ 0 w 582039"/>
              <a:gd name="connsiteY58" fmla="*/ 199883 h 2949840"/>
              <a:gd name="connsiteX59" fmla="*/ 0 w 582039"/>
              <a:gd name="connsiteY59" fmla="*/ 241102 h 2949840"/>
              <a:gd name="connsiteX60" fmla="*/ 0 w 582039"/>
              <a:gd name="connsiteY60" fmla="*/ 267042 h 2949840"/>
              <a:gd name="connsiteX61" fmla="*/ 0 w 582039"/>
              <a:gd name="connsiteY61" fmla="*/ 282344 h 2949840"/>
              <a:gd name="connsiteX62" fmla="*/ 0 w 582039"/>
              <a:gd name="connsiteY62" fmla="*/ 308287 h 2949840"/>
              <a:gd name="connsiteX63" fmla="*/ 0 w 582039"/>
              <a:gd name="connsiteY63" fmla="*/ 683401 h 2949840"/>
              <a:gd name="connsiteX64" fmla="*/ 0 w 582039"/>
              <a:gd name="connsiteY64" fmla="*/ 709343 h 2949840"/>
              <a:gd name="connsiteX65" fmla="*/ 0 w 582039"/>
              <a:gd name="connsiteY65" fmla="*/ 724643 h 2949840"/>
              <a:gd name="connsiteX66" fmla="*/ 0 w 582039"/>
              <a:gd name="connsiteY66" fmla="*/ 750585 h 2949840"/>
              <a:gd name="connsiteX67" fmla="*/ 0 w 582039"/>
              <a:gd name="connsiteY67" fmla="*/ 791801 h 2949840"/>
              <a:gd name="connsiteX68" fmla="*/ 0 w 582039"/>
              <a:gd name="connsiteY68" fmla="*/ 817744 h 2949840"/>
              <a:gd name="connsiteX69" fmla="*/ 0 w 582039"/>
              <a:gd name="connsiteY69" fmla="*/ 833046 h 2949840"/>
              <a:gd name="connsiteX70" fmla="*/ 0 w 582039"/>
              <a:gd name="connsiteY70" fmla="*/ 858986 h 2949840"/>
              <a:gd name="connsiteX71" fmla="*/ 0 w 582039"/>
              <a:gd name="connsiteY71" fmla="*/ 1169027 h 2949840"/>
              <a:gd name="connsiteX72" fmla="*/ 0 w 582039"/>
              <a:gd name="connsiteY72" fmla="*/ 1194967 h 2949840"/>
              <a:gd name="connsiteX73" fmla="*/ 0 w 582039"/>
              <a:gd name="connsiteY73" fmla="*/ 1210269 h 2949840"/>
              <a:gd name="connsiteX74" fmla="*/ 0 w 582039"/>
              <a:gd name="connsiteY74" fmla="*/ 1236212 h 2949840"/>
              <a:gd name="connsiteX75" fmla="*/ 0 w 582039"/>
              <a:gd name="connsiteY75" fmla="*/ 1277428 h 2949840"/>
              <a:gd name="connsiteX76" fmla="*/ 0 w 582039"/>
              <a:gd name="connsiteY76" fmla="*/ 1303371 h 2949840"/>
              <a:gd name="connsiteX77" fmla="*/ 0 w 582039"/>
              <a:gd name="connsiteY77" fmla="*/ 1318670 h 2949840"/>
              <a:gd name="connsiteX78" fmla="*/ 0 w 582039"/>
              <a:gd name="connsiteY78" fmla="*/ 1344613 h 2949840"/>
              <a:gd name="connsiteX79" fmla="*/ 0 w 582039"/>
              <a:gd name="connsiteY79" fmla="*/ 1455117 h 2949840"/>
              <a:gd name="connsiteX80" fmla="*/ 0 w 582039"/>
              <a:gd name="connsiteY80" fmla="*/ 1496359 h 2949840"/>
              <a:gd name="connsiteX81" fmla="*/ 0 w 582039"/>
              <a:gd name="connsiteY81" fmla="*/ 1537578 h 2949840"/>
              <a:gd name="connsiteX82" fmla="*/ 0 w 582039"/>
              <a:gd name="connsiteY82" fmla="*/ 1563518 h 2949840"/>
              <a:gd name="connsiteX83" fmla="*/ 0 w 582039"/>
              <a:gd name="connsiteY83" fmla="*/ 1578820 h 2949840"/>
              <a:gd name="connsiteX84" fmla="*/ 0 w 582039"/>
              <a:gd name="connsiteY84" fmla="*/ 1604763 h 2949840"/>
              <a:gd name="connsiteX85" fmla="*/ 0 w 582039"/>
              <a:gd name="connsiteY85" fmla="*/ 1719728 h 2949840"/>
              <a:gd name="connsiteX86" fmla="*/ 0 w 582039"/>
              <a:gd name="connsiteY86" fmla="*/ 1745671 h 2949840"/>
              <a:gd name="connsiteX87" fmla="*/ 0 w 582039"/>
              <a:gd name="connsiteY87" fmla="*/ 1760972 h 2949840"/>
              <a:gd name="connsiteX88" fmla="*/ 0 w 582039"/>
              <a:gd name="connsiteY88" fmla="*/ 1786913 h 2949840"/>
              <a:gd name="connsiteX89" fmla="*/ 0 w 582039"/>
              <a:gd name="connsiteY89" fmla="*/ 1828130 h 2949840"/>
              <a:gd name="connsiteX90" fmla="*/ 0 w 582039"/>
              <a:gd name="connsiteY90" fmla="*/ 1869374 h 2949840"/>
              <a:gd name="connsiteX91" fmla="*/ 0 w 582039"/>
              <a:gd name="connsiteY91" fmla="*/ 1979876 h 2949840"/>
              <a:gd name="connsiteX92" fmla="*/ 0 w 582039"/>
              <a:gd name="connsiteY92" fmla="*/ 2005819 h 2949840"/>
              <a:gd name="connsiteX93" fmla="*/ 0 w 582039"/>
              <a:gd name="connsiteY93" fmla="*/ 2021120 h 2949840"/>
              <a:gd name="connsiteX94" fmla="*/ 0 w 582039"/>
              <a:gd name="connsiteY94" fmla="*/ 2047063 h 2949840"/>
              <a:gd name="connsiteX95" fmla="*/ 0 w 582039"/>
              <a:gd name="connsiteY95" fmla="*/ 2088279 h 2949840"/>
              <a:gd name="connsiteX96" fmla="*/ 0 w 582039"/>
              <a:gd name="connsiteY96" fmla="*/ 2114222 h 2949840"/>
              <a:gd name="connsiteX97" fmla="*/ 0 w 582039"/>
              <a:gd name="connsiteY97" fmla="*/ 2129522 h 2949840"/>
              <a:gd name="connsiteX98" fmla="*/ 0 w 582039"/>
              <a:gd name="connsiteY98" fmla="*/ 2155464 h 2949840"/>
              <a:gd name="connsiteX99" fmla="*/ 0 w 582039"/>
              <a:gd name="connsiteY99" fmla="*/ 2465503 h 2949840"/>
              <a:gd name="connsiteX100" fmla="*/ 0 w 582039"/>
              <a:gd name="connsiteY100" fmla="*/ 2491444 h 2949840"/>
              <a:gd name="connsiteX101" fmla="*/ 0 w 582039"/>
              <a:gd name="connsiteY101" fmla="*/ 2506747 h 2949840"/>
              <a:gd name="connsiteX102" fmla="*/ 0 w 582039"/>
              <a:gd name="connsiteY102" fmla="*/ 2532688 h 2949840"/>
              <a:gd name="connsiteX103" fmla="*/ 0 w 582039"/>
              <a:gd name="connsiteY103" fmla="*/ 2573905 h 2949840"/>
              <a:gd name="connsiteX104" fmla="*/ 0 w 582039"/>
              <a:gd name="connsiteY104" fmla="*/ 2599846 h 2949840"/>
              <a:gd name="connsiteX105" fmla="*/ 0 w 582039"/>
              <a:gd name="connsiteY105" fmla="*/ 2615149 h 2949840"/>
              <a:gd name="connsiteX106" fmla="*/ 0 w 582039"/>
              <a:gd name="connsiteY106" fmla="*/ 2641090 h 2949840"/>
              <a:gd name="connsiteX107" fmla="*/ 0 w 582039"/>
              <a:gd name="connsiteY107" fmla="*/ 2938137 h 2949840"/>
              <a:gd name="connsiteX108" fmla="*/ 0 w 582039"/>
              <a:gd name="connsiteY108" fmla="*/ 2949840 h 294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2039" h="2949840">
                <a:moveTo>
                  <a:pt x="582039" y="2949840"/>
                </a:moveTo>
                <a:lnTo>
                  <a:pt x="582039" y="2929141"/>
                </a:lnTo>
                <a:lnTo>
                  <a:pt x="582039" y="2903198"/>
                </a:lnTo>
                <a:lnTo>
                  <a:pt x="582039" y="2887897"/>
                </a:lnTo>
                <a:lnTo>
                  <a:pt x="582039" y="2861956"/>
                </a:lnTo>
                <a:lnTo>
                  <a:pt x="582039" y="2820739"/>
                </a:lnTo>
                <a:lnTo>
                  <a:pt x="582039" y="2779495"/>
                </a:lnTo>
                <a:lnTo>
                  <a:pt x="582039" y="2641090"/>
                </a:lnTo>
                <a:lnTo>
                  <a:pt x="582039" y="2615149"/>
                </a:lnTo>
                <a:lnTo>
                  <a:pt x="582039" y="2599846"/>
                </a:lnTo>
                <a:lnTo>
                  <a:pt x="582039" y="2573905"/>
                </a:lnTo>
                <a:lnTo>
                  <a:pt x="582039" y="2532688"/>
                </a:lnTo>
                <a:lnTo>
                  <a:pt x="582039" y="2506747"/>
                </a:lnTo>
                <a:lnTo>
                  <a:pt x="582039" y="2491444"/>
                </a:lnTo>
                <a:lnTo>
                  <a:pt x="582039" y="2465503"/>
                </a:lnTo>
                <a:lnTo>
                  <a:pt x="582039" y="1996822"/>
                </a:lnTo>
                <a:lnTo>
                  <a:pt x="582039" y="1970880"/>
                </a:lnTo>
                <a:lnTo>
                  <a:pt x="582039" y="1955579"/>
                </a:lnTo>
                <a:lnTo>
                  <a:pt x="582039" y="1929637"/>
                </a:lnTo>
                <a:lnTo>
                  <a:pt x="582039" y="1888420"/>
                </a:lnTo>
                <a:lnTo>
                  <a:pt x="582039" y="1869374"/>
                </a:lnTo>
                <a:lnTo>
                  <a:pt x="582039" y="1862477"/>
                </a:lnTo>
                <a:lnTo>
                  <a:pt x="582039" y="1847177"/>
                </a:lnTo>
                <a:lnTo>
                  <a:pt x="582039" y="1828130"/>
                </a:lnTo>
                <a:lnTo>
                  <a:pt x="582039" y="1821235"/>
                </a:lnTo>
                <a:lnTo>
                  <a:pt x="582039" y="1786913"/>
                </a:lnTo>
                <a:lnTo>
                  <a:pt x="582039" y="1760971"/>
                </a:lnTo>
                <a:lnTo>
                  <a:pt x="582039" y="1745671"/>
                </a:lnTo>
                <a:lnTo>
                  <a:pt x="582039" y="1719728"/>
                </a:lnTo>
                <a:lnTo>
                  <a:pt x="582038" y="1446119"/>
                </a:lnTo>
                <a:lnTo>
                  <a:pt x="582038" y="1420179"/>
                </a:lnTo>
                <a:lnTo>
                  <a:pt x="582038" y="1404877"/>
                </a:lnTo>
                <a:lnTo>
                  <a:pt x="582038" y="1378934"/>
                </a:lnTo>
                <a:lnTo>
                  <a:pt x="582038" y="1344613"/>
                </a:lnTo>
                <a:lnTo>
                  <a:pt x="582038" y="1337718"/>
                </a:lnTo>
                <a:lnTo>
                  <a:pt x="582038" y="1318670"/>
                </a:lnTo>
                <a:lnTo>
                  <a:pt x="582038" y="1303371"/>
                </a:lnTo>
                <a:lnTo>
                  <a:pt x="582038" y="1296476"/>
                </a:lnTo>
                <a:lnTo>
                  <a:pt x="582038" y="1277428"/>
                </a:lnTo>
                <a:lnTo>
                  <a:pt x="582038" y="1236212"/>
                </a:lnTo>
                <a:lnTo>
                  <a:pt x="582038" y="1210269"/>
                </a:lnTo>
                <a:lnTo>
                  <a:pt x="582038" y="1194967"/>
                </a:lnTo>
                <a:lnTo>
                  <a:pt x="582038" y="1169027"/>
                </a:lnTo>
                <a:lnTo>
                  <a:pt x="582038" y="700345"/>
                </a:lnTo>
                <a:lnTo>
                  <a:pt x="582038" y="674402"/>
                </a:lnTo>
                <a:lnTo>
                  <a:pt x="582038" y="659103"/>
                </a:lnTo>
                <a:lnTo>
                  <a:pt x="582038" y="633160"/>
                </a:lnTo>
                <a:lnTo>
                  <a:pt x="582038" y="591944"/>
                </a:lnTo>
                <a:lnTo>
                  <a:pt x="582038" y="566002"/>
                </a:lnTo>
                <a:lnTo>
                  <a:pt x="582038" y="550699"/>
                </a:lnTo>
                <a:lnTo>
                  <a:pt x="582038" y="524756"/>
                </a:lnTo>
                <a:lnTo>
                  <a:pt x="582038" y="149643"/>
                </a:lnTo>
                <a:lnTo>
                  <a:pt x="582038" y="123703"/>
                </a:lnTo>
                <a:lnTo>
                  <a:pt x="582038" y="108401"/>
                </a:lnTo>
                <a:lnTo>
                  <a:pt x="582038" y="82458"/>
                </a:lnTo>
                <a:lnTo>
                  <a:pt x="582038" y="41242"/>
                </a:lnTo>
                <a:lnTo>
                  <a:pt x="582038" y="0"/>
                </a:lnTo>
                <a:lnTo>
                  <a:pt x="0" y="158641"/>
                </a:lnTo>
                <a:lnTo>
                  <a:pt x="0" y="199883"/>
                </a:lnTo>
                <a:lnTo>
                  <a:pt x="0" y="241102"/>
                </a:lnTo>
                <a:lnTo>
                  <a:pt x="0" y="267042"/>
                </a:lnTo>
                <a:lnTo>
                  <a:pt x="0" y="282344"/>
                </a:lnTo>
                <a:lnTo>
                  <a:pt x="0" y="308287"/>
                </a:lnTo>
                <a:lnTo>
                  <a:pt x="0" y="683401"/>
                </a:lnTo>
                <a:lnTo>
                  <a:pt x="0" y="709343"/>
                </a:lnTo>
                <a:lnTo>
                  <a:pt x="0" y="724643"/>
                </a:lnTo>
                <a:lnTo>
                  <a:pt x="0" y="750585"/>
                </a:lnTo>
                <a:lnTo>
                  <a:pt x="0" y="791801"/>
                </a:lnTo>
                <a:lnTo>
                  <a:pt x="0" y="817744"/>
                </a:lnTo>
                <a:lnTo>
                  <a:pt x="0" y="833046"/>
                </a:lnTo>
                <a:lnTo>
                  <a:pt x="0" y="858986"/>
                </a:lnTo>
                <a:lnTo>
                  <a:pt x="0" y="1169027"/>
                </a:lnTo>
                <a:lnTo>
                  <a:pt x="0" y="1194967"/>
                </a:lnTo>
                <a:lnTo>
                  <a:pt x="0" y="1210269"/>
                </a:lnTo>
                <a:lnTo>
                  <a:pt x="0" y="1236212"/>
                </a:lnTo>
                <a:lnTo>
                  <a:pt x="0" y="1277428"/>
                </a:lnTo>
                <a:lnTo>
                  <a:pt x="0" y="1303371"/>
                </a:lnTo>
                <a:lnTo>
                  <a:pt x="0" y="1318670"/>
                </a:lnTo>
                <a:lnTo>
                  <a:pt x="0" y="1344613"/>
                </a:lnTo>
                <a:lnTo>
                  <a:pt x="0" y="1455117"/>
                </a:lnTo>
                <a:lnTo>
                  <a:pt x="0" y="1496359"/>
                </a:lnTo>
                <a:lnTo>
                  <a:pt x="0" y="1537578"/>
                </a:lnTo>
                <a:lnTo>
                  <a:pt x="0" y="1563518"/>
                </a:lnTo>
                <a:lnTo>
                  <a:pt x="0" y="1578820"/>
                </a:lnTo>
                <a:lnTo>
                  <a:pt x="0" y="1604763"/>
                </a:lnTo>
                <a:lnTo>
                  <a:pt x="0" y="1719728"/>
                </a:lnTo>
                <a:lnTo>
                  <a:pt x="0" y="1745671"/>
                </a:lnTo>
                <a:lnTo>
                  <a:pt x="0" y="1760972"/>
                </a:lnTo>
                <a:lnTo>
                  <a:pt x="0" y="1786913"/>
                </a:lnTo>
                <a:lnTo>
                  <a:pt x="0" y="1828130"/>
                </a:lnTo>
                <a:lnTo>
                  <a:pt x="0" y="1869374"/>
                </a:lnTo>
                <a:lnTo>
                  <a:pt x="0" y="1979876"/>
                </a:lnTo>
                <a:lnTo>
                  <a:pt x="0" y="2005819"/>
                </a:lnTo>
                <a:lnTo>
                  <a:pt x="0" y="2021120"/>
                </a:lnTo>
                <a:lnTo>
                  <a:pt x="0" y="2047063"/>
                </a:lnTo>
                <a:lnTo>
                  <a:pt x="0" y="2088279"/>
                </a:lnTo>
                <a:lnTo>
                  <a:pt x="0" y="2114222"/>
                </a:lnTo>
                <a:lnTo>
                  <a:pt x="0" y="2129522"/>
                </a:lnTo>
                <a:lnTo>
                  <a:pt x="0" y="2155464"/>
                </a:lnTo>
                <a:lnTo>
                  <a:pt x="0" y="2465503"/>
                </a:lnTo>
                <a:lnTo>
                  <a:pt x="0" y="2491444"/>
                </a:lnTo>
                <a:lnTo>
                  <a:pt x="0" y="2506747"/>
                </a:lnTo>
                <a:lnTo>
                  <a:pt x="0" y="2532688"/>
                </a:lnTo>
                <a:lnTo>
                  <a:pt x="0" y="2573905"/>
                </a:lnTo>
                <a:lnTo>
                  <a:pt x="0" y="2599846"/>
                </a:lnTo>
                <a:lnTo>
                  <a:pt x="0" y="2615149"/>
                </a:lnTo>
                <a:lnTo>
                  <a:pt x="0" y="2641090"/>
                </a:lnTo>
                <a:lnTo>
                  <a:pt x="0" y="2938137"/>
                </a:lnTo>
                <a:lnTo>
                  <a:pt x="0" y="294984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41" name="Forma libre 40">
            <a:extLst>
              <a:ext uri="{FF2B5EF4-FFF2-40B4-BE49-F238E27FC236}">
                <a16:creationId xmlns:a16="http://schemas.microsoft.com/office/drawing/2014/main" id="{B2B8747A-337B-F89E-8F9D-D7563E7CA499}"/>
              </a:ext>
            </a:extLst>
          </p:cNvPr>
          <p:cNvSpPr/>
          <p:nvPr/>
        </p:nvSpPr>
        <p:spPr>
          <a:xfrm rot="16200000" flipV="1">
            <a:off x="8609080" y="-163537"/>
            <a:ext cx="502574" cy="5631811"/>
          </a:xfrm>
          <a:custGeom>
            <a:avLst/>
            <a:gdLst>
              <a:gd name="connsiteX0" fmla="*/ 502574 w 502574"/>
              <a:gd name="connsiteY0" fmla="*/ 5494829 h 5631811"/>
              <a:gd name="connsiteX1" fmla="*/ 502574 w 502574"/>
              <a:gd name="connsiteY1" fmla="*/ 5483294 h 5631811"/>
              <a:gd name="connsiteX2" fmla="*/ 502574 w 502574"/>
              <a:gd name="connsiteY2" fmla="*/ 5466848 h 5631811"/>
              <a:gd name="connsiteX3" fmla="*/ 502574 w 502574"/>
              <a:gd name="connsiteY3" fmla="*/ 5460894 h 5631811"/>
              <a:gd name="connsiteX4" fmla="*/ 502574 w 502574"/>
              <a:gd name="connsiteY4" fmla="*/ 5431258 h 5631811"/>
              <a:gd name="connsiteX5" fmla="*/ 502574 w 502574"/>
              <a:gd name="connsiteY5" fmla="*/ 5408858 h 5631811"/>
              <a:gd name="connsiteX6" fmla="*/ 502574 w 502574"/>
              <a:gd name="connsiteY6" fmla="*/ 5395647 h 5631811"/>
              <a:gd name="connsiteX7" fmla="*/ 502574 w 502574"/>
              <a:gd name="connsiteY7" fmla="*/ 5373246 h 5631811"/>
              <a:gd name="connsiteX8" fmla="*/ 502573 w 502574"/>
              <a:gd name="connsiteY8" fmla="*/ 5136994 h 5631811"/>
              <a:gd name="connsiteX9" fmla="*/ 502573 w 502574"/>
              <a:gd name="connsiteY9" fmla="*/ 5114595 h 5631811"/>
              <a:gd name="connsiteX10" fmla="*/ 502573 w 502574"/>
              <a:gd name="connsiteY10" fmla="*/ 5101383 h 5631811"/>
              <a:gd name="connsiteX11" fmla="*/ 502573 w 502574"/>
              <a:gd name="connsiteY11" fmla="*/ 5078982 h 5631811"/>
              <a:gd name="connsiteX12" fmla="*/ 502573 w 502574"/>
              <a:gd name="connsiteY12" fmla="*/ 5049347 h 5631811"/>
              <a:gd name="connsiteX13" fmla="*/ 502573 w 502574"/>
              <a:gd name="connsiteY13" fmla="*/ 5043393 h 5631811"/>
              <a:gd name="connsiteX14" fmla="*/ 502573 w 502574"/>
              <a:gd name="connsiteY14" fmla="*/ 5026946 h 5631811"/>
              <a:gd name="connsiteX15" fmla="*/ 502573 w 502574"/>
              <a:gd name="connsiteY15" fmla="*/ 5013735 h 5631811"/>
              <a:gd name="connsiteX16" fmla="*/ 502573 w 502574"/>
              <a:gd name="connsiteY16" fmla="*/ 5013008 h 5631811"/>
              <a:gd name="connsiteX17" fmla="*/ 502574 w 502574"/>
              <a:gd name="connsiteY17" fmla="*/ 5013008 h 5631811"/>
              <a:gd name="connsiteX18" fmla="*/ 502574 w 502574"/>
              <a:gd name="connsiteY18" fmla="*/ 4995135 h 5631811"/>
              <a:gd name="connsiteX19" fmla="*/ 502574 w 502574"/>
              <a:gd name="connsiteY19" fmla="*/ 4972734 h 5631811"/>
              <a:gd name="connsiteX20" fmla="*/ 502574 w 502574"/>
              <a:gd name="connsiteY20" fmla="*/ 4959522 h 5631811"/>
              <a:gd name="connsiteX21" fmla="*/ 502574 w 502574"/>
              <a:gd name="connsiteY21" fmla="*/ 4937123 h 5631811"/>
              <a:gd name="connsiteX22" fmla="*/ 502574 w 502574"/>
              <a:gd name="connsiteY22" fmla="*/ 4901533 h 5631811"/>
              <a:gd name="connsiteX23" fmla="*/ 502574 w 502574"/>
              <a:gd name="connsiteY23" fmla="*/ 4865921 h 5631811"/>
              <a:gd name="connsiteX24" fmla="*/ 502574 w 502574"/>
              <a:gd name="connsiteY24" fmla="*/ 4746412 h 5631811"/>
              <a:gd name="connsiteX25" fmla="*/ 502574 w 502574"/>
              <a:gd name="connsiteY25" fmla="*/ 4724013 h 5631811"/>
              <a:gd name="connsiteX26" fmla="*/ 502574 w 502574"/>
              <a:gd name="connsiteY26" fmla="*/ 4710799 h 5631811"/>
              <a:gd name="connsiteX27" fmla="*/ 502574 w 502574"/>
              <a:gd name="connsiteY27" fmla="*/ 4688400 h 5631811"/>
              <a:gd name="connsiteX28" fmla="*/ 502574 w 502574"/>
              <a:gd name="connsiteY28" fmla="*/ 4652811 h 5631811"/>
              <a:gd name="connsiteX29" fmla="*/ 502574 w 502574"/>
              <a:gd name="connsiteY29" fmla="*/ 4630412 h 5631811"/>
              <a:gd name="connsiteX30" fmla="*/ 502574 w 502574"/>
              <a:gd name="connsiteY30" fmla="*/ 4617198 h 5631811"/>
              <a:gd name="connsiteX31" fmla="*/ 502574 w 502574"/>
              <a:gd name="connsiteY31" fmla="*/ 4594799 h 5631811"/>
              <a:gd name="connsiteX32" fmla="*/ 502574 w 502574"/>
              <a:gd name="connsiteY32" fmla="*/ 4190108 h 5631811"/>
              <a:gd name="connsiteX33" fmla="*/ 502574 w 502574"/>
              <a:gd name="connsiteY33" fmla="*/ 4167708 h 5631811"/>
              <a:gd name="connsiteX34" fmla="*/ 502574 w 502574"/>
              <a:gd name="connsiteY34" fmla="*/ 4154496 h 5631811"/>
              <a:gd name="connsiteX35" fmla="*/ 502574 w 502574"/>
              <a:gd name="connsiteY35" fmla="*/ 4132096 h 5631811"/>
              <a:gd name="connsiteX36" fmla="*/ 502574 w 502574"/>
              <a:gd name="connsiteY36" fmla="*/ 4096506 h 5631811"/>
              <a:gd name="connsiteX37" fmla="*/ 502574 w 502574"/>
              <a:gd name="connsiteY37" fmla="*/ 4080061 h 5631811"/>
              <a:gd name="connsiteX38" fmla="*/ 502574 w 502574"/>
              <a:gd name="connsiteY38" fmla="*/ 4074105 h 5631811"/>
              <a:gd name="connsiteX39" fmla="*/ 502574 w 502574"/>
              <a:gd name="connsiteY39" fmla="*/ 4060894 h 5631811"/>
              <a:gd name="connsiteX40" fmla="*/ 502574 w 502574"/>
              <a:gd name="connsiteY40" fmla="*/ 4044448 h 5631811"/>
              <a:gd name="connsiteX41" fmla="*/ 502574 w 502574"/>
              <a:gd name="connsiteY41" fmla="*/ 4038494 h 5631811"/>
              <a:gd name="connsiteX42" fmla="*/ 502574 w 502574"/>
              <a:gd name="connsiteY42" fmla="*/ 4008858 h 5631811"/>
              <a:gd name="connsiteX43" fmla="*/ 502574 w 502574"/>
              <a:gd name="connsiteY43" fmla="*/ 3986458 h 5631811"/>
              <a:gd name="connsiteX44" fmla="*/ 502574 w 502574"/>
              <a:gd name="connsiteY44" fmla="*/ 3973247 h 5631811"/>
              <a:gd name="connsiteX45" fmla="*/ 502574 w 502574"/>
              <a:gd name="connsiteY45" fmla="*/ 3950846 h 5631811"/>
              <a:gd name="connsiteX46" fmla="*/ 502573 w 502574"/>
              <a:gd name="connsiteY46" fmla="*/ 3714593 h 5631811"/>
              <a:gd name="connsiteX47" fmla="*/ 502573 w 502574"/>
              <a:gd name="connsiteY47" fmla="*/ 3692195 h 5631811"/>
              <a:gd name="connsiteX48" fmla="*/ 502573 w 502574"/>
              <a:gd name="connsiteY48" fmla="*/ 3678982 h 5631811"/>
              <a:gd name="connsiteX49" fmla="*/ 502573 w 502574"/>
              <a:gd name="connsiteY49" fmla="*/ 3656581 h 5631811"/>
              <a:gd name="connsiteX50" fmla="*/ 502573 w 502574"/>
              <a:gd name="connsiteY50" fmla="*/ 3626946 h 5631811"/>
              <a:gd name="connsiteX51" fmla="*/ 502573 w 502574"/>
              <a:gd name="connsiteY51" fmla="*/ 3620993 h 5631811"/>
              <a:gd name="connsiteX52" fmla="*/ 502573 w 502574"/>
              <a:gd name="connsiteY52" fmla="*/ 3604546 h 5631811"/>
              <a:gd name="connsiteX53" fmla="*/ 502573 w 502574"/>
              <a:gd name="connsiteY53" fmla="*/ 3591335 h 5631811"/>
              <a:gd name="connsiteX54" fmla="*/ 502573 w 502574"/>
              <a:gd name="connsiteY54" fmla="*/ 3585382 h 5631811"/>
              <a:gd name="connsiteX55" fmla="*/ 502573 w 502574"/>
              <a:gd name="connsiteY55" fmla="*/ 3568934 h 5631811"/>
              <a:gd name="connsiteX56" fmla="*/ 502573 w 502574"/>
              <a:gd name="connsiteY56" fmla="*/ 3533346 h 5631811"/>
              <a:gd name="connsiteX57" fmla="*/ 502573 w 502574"/>
              <a:gd name="connsiteY57" fmla="*/ 3510945 h 5631811"/>
              <a:gd name="connsiteX58" fmla="*/ 502573 w 502574"/>
              <a:gd name="connsiteY58" fmla="*/ 3497732 h 5631811"/>
              <a:gd name="connsiteX59" fmla="*/ 502573 w 502574"/>
              <a:gd name="connsiteY59" fmla="*/ 3475333 h 5631811"/>
              <a:gd name="connsiteX60" fmla="*/ 502573 w 502574"/>
              <a:gd name="connsiteY60" fmla="*/ 3070642 h 5631811"/>
              <a:gd name="connsiteX61" fmla="*/ 502573 w 502574"/>
              <a:gd name="connsiteY61" fmla="*/ 3048242 h 5631811"/>
              <a:gd name="connsiteX62" fmla="*/ 502573 w 502574"/>
              <a:gd name="connsiteY62" fmla="*/ 3035032 h 5631811"/>
              <a:gd name="connsiteX63" fmla="*/ 502573 w 502574"/>
              <a:gd name="connsiteY63" fmla="*/ 3012630 h 5631811"/>
              <a:gd name="connsiteX64" fmla="*/ 502573 w 502574"/>
              <a:gd name="connsiteY64" fmla="*/ 2977042 h 5631811"/>
              <a:gd name="connsiteX65" fmla="*/ 502573 w 502574"/>
              <a:gd name="connsiteY65" fmla="*/ 2954642 h 5631811"/>
              <a:gd name="connsiteX66" fmla="*/ 502573 w 502574"/>
              <a:gd name="connsiteY66" fmla="*/ 2941428 h 5631811"/>
              <a:gd name="connsiteX67" fmla="*/ 502573 w 502574"/>
              <a:gd name="connsiteY67" fmla="*/ 2919028 h 5631811"/>
              <a:gd name="connsiteX68" fmla="*/ 502573 w 502574"/>
              <a:gd name="connsiteY68" fmla="*/ 2718542 h 5631811"/>
              <a:gd name="connsiteX69" fmla="*/ 502573 w 502574"/>
              <a:gd name="connsiteY69" fmla="*/ 2700668 h 5631811"/>
              <a:gd name="connsiteX70" fmla="*/ 502573 w 502574"/>
              <a:gd name="connsiteY70" fmla="*/ 2678268 h 5631811"/>
              <a:gd name="connsiteX71" fmla="*/ 502573 w 502574"/>
              <a:gd name="connsiteY71" fmla="*/ 2665056 h 5631811"/>
              <a:gd name="connsiteX72" fmla="*/ 502573 w 502574"/>
              <a:gd name="connsiteY72" fmla="*/ 2642656 h 5631811"/>
              <a:gd name="connsiteX73" fmla="*/ 502573 w 502574"/>
              <a:gd name="connsiteY73" fmla="*/ 2607066 h 5631811"/>
              <a:gd name="connsiteX74" fmla="*/ 502573 w 502574"/>
              <a:gd name="connsiteY74" fmla="*/ 2595130 h 5631811"/>
              <a:gd name="connsiteX75" fmla="*/ 502573 w 502574"/>
              <a:gd name="connsiteY75" fmla="*/ 2572730 h 5631811"/>
              <a:gd name="connsiteX76" fmla="*/ 502573 w 502574"/>
              <a:gd name="connsiteY76" fmla="*/ 2571454 h 5631811"/>
              <a:gd name="connsiteX77" fmla="*/ 502573 w 502574"/>
              <a:gd name="connsiteY77" fmla="*/ 2559518 h 5631811"/>
              <a:gd name="connsiteX78" fmla="*/ 502573 w 502574"/>
              <a:gd name="connsiteY78" fmla="*/ 2537118 h 5631811"/>
              <a:gd name="connsiteX79" fmla="*/ 502573 w 502574"/>
              <a:gd name="connsiteY79" fmla="*/ 2501528 h 5631811"/>
              <a:gd name="connsiteX80" fmla="*/ 502573 w 502574"/>
              <a:gd name="connsiteY80" fmla="*/ 2465918 h 5631811"/>
              <a:gd name="connsiteX81" fmla="*/ 502573 w 502574"/>
              <a:gd name="connsiteY81" fmla="*/ 2451946 h 5631811"/>
              <a:gd name="connsiteX82" fmla="*/ 502573 w 502574"/>
              <a:gd name="connsiteY82" fmla="*/ 2429546 h 5631811"/>
              <a:gd name="connsiteX83" fmla="*/ 502573 w 502574"/>
              <a:gd name="connsiteY83" fmla="*/ 2416332 h 5631811"/>
              <a:gd name="connsiteX84" fmla="*/ 502573 w 502574"/>
              <a:gd name="connsiteY84" fmla="*/ 2393934 h 5631811"/>
              <a:gd name="connsiteX85" fmla="*/ 502573 w 502574"/>
              <a:gd name="connsiteY85" fmla="*/ 2358344 h 5631811"/>
              <a:gd name="connsiteX86" fmla="*/ 502573 w 502574"/>
              <a:gd name="connsiteY86" fmla="*/ 2335944 h 5631811"/>
              <a:gd name="connsiteX87" fmla="*/ 502573 w 502574"/>
              <a:gd name="connsiteY87" fmla="*/ 2322732 h 5631811"/>
              <a:gd name="connsiteX88" fmla="*/ 502573 w 502574"/>
              <a:gd name="connsiteY88" fmla="*/ 2300332 h 5631811"/>
              <a:gd name="connsiteX89" fmla="*/ 502573 w 502574"/>
              <a:gd name="connsiteY89" fmla="*/ 1895642 h 5631811"/>
              <a:gd name="connsiteX90" fmla="*/ 502573 w 502574"/>
              <a:gd name="connsiteY90" fmla="*/ 1873242 h 5631811"/>
              <a:gd name="connsiteX91" fmla="*/ 502573 w 502574"/>
              <a:gd name="connsiteY91" fmla="*/ 1860030 h 5631811"/>
              <a:gd name="connsiteX92" fmla="*/ 502573 w 502574"/>
              <a:gd name="connsiteY92" fmla="*/ 1837630 h 5631811"/>
              <a:gd name="connsiteX93" fmla="*/ 502573 w 502574"/>
              <a:gd name="connsiteY93" fmla="*/ 1802040 h 5631811"/>
              <a:gd name="connsiteX94" fmla="*/ 502573 w 502574"/>
              <a:gd name="connsiteY94" fmla="*/ 1785594 h 5631811"/>
              <a:gd name="connsiteX95" fmla="*/ 502573 w 502574"/>
              <a:gd name="connsiteY95" fmla="*/ 1779640 h 5631811"/>
              <a:gd name="connsiteX96" fmla="*/ 502573 w 502574"/>
              <a:gd name="connsiteY96" fmla="*/ 1766428 h 5631811"/>
              <a:gd name="connsiteX97" fmla="*/ 502573 w 502574"/>
              <a:gd name="connsiteY97" fmla="*/ 1749982 h 5631811"/>
              <a:gd name="connsiteX98" fmla="*/ 502573 w 502574"/>
              <a:gd name="connsiteY98" fmla="*/ 1744028 h 5631811"/>
              <a:gd name="connsiteX99" fmla="*/ 502573 w 502574"/>
              <a:gd name="connsiteY99" fmla="*/ 1714392 h 5631811"/>
              <a:gd name="connsiteX100" fmla="*/ 502573 w 502574"/>
              <a:gd name="connsiteY100" fmla="*/ 1691992 h 5631811"/>
              <a:gd name="connsiteX101" fmla="*/ 502573 w 502574"/>
              <a:gd name="connsiteY101" fmla="*/ 1678782 h 5631811"/>
              <a:gd name="connsiteX102" fmla="*/ 502573 w 502574"/>
              <a:gd name="connsiteY102" fmla="*/ 1656380 h 5631811"/>
              <a:gd name="connsiteX103" fmla="*/ 502572 w 502574"/>
              <a:gd name="connsiteY103" fmla="*/ 1420128 h 5631811"/>
              <a:gd name="connsiteX104" fmla="*/ 502572 w 502574"/>
              <a:gd name="connsiteY104" fmla="*/ 1397730 h 5631811"/>
              <a:gd name="connsiteX105" fmla="*/ 502572 w 502574"/>
              <a:gd name="connsiteY105" fmla="*/ 1384516 h 5631811"/>
              <a:gd name="connsiteX106" fmla="*/ 502572 w 502574"/>
              <a:gd name="connsiteY106" fmla="*/ 1362116 h 5631811"/>
              <a:gd name="connsiteX107" fmla="*/ 502572 w 502574"/>
              <a:gd name="connsiteY107" fmla="*/ 1332480 h 5631811"/>
              <a:gd name="connsiteX108" fmla="*/ 502572 w 502574"/>
              <a:gd name="connsiteY108" fmla="*/ 1326526 h 5631811"/>
              <a:gd name="connsiteX109" fmla="*/ 502572 w 502574"/>
              <a:gd name="connsiteY109" fmla="*/ 1310080 h 5631811"/>
              <a:gd name="connsiteX110" fmla="*/ 502572 w 502574"/>
              <a:gd name="connsiteY110" fmla="*/ 1296870 h 5631811"/>
              <a:gd name="connsiteX111" fmla="*/ 502572 w 502574"/>
              <a:gd name="connsiteY111" fmla="*/ 1290916 h 5631811"/>
              <a:gd name="connsiteX112" fmla="*/ 502572 w 502574"/>
              <a:gd name="connsiteY112" fmla="*/ 1274468 h 5631811"/>
              <a:gd name="connsiteX113" fmla="*/ 502572 w 502574"/>
              <a:gd name="connsiteY113" fmla="*/ 1238880 h 5631811"/>
              <a:gd name="connsiteX114" fmla="*/ 502572 w 502574"/>
              <a:gd name="connsiteY114" fmla="*/ 1216478 h 5631811"/>
              <a:gd name="connsiteX115" fmla="*/ 502572 w 502574"/>
              <a:gd name="connsiteY115" fmla="*/ 1203266 h 5631811"/>
              <a:gd name="connsiteX116" fmla="*/ 502572 w 502574"/>
              <a:gd name="connsiteY116" fmla="*/ 1180868 h 5631811"/>
              <a:gd name="connsiteX117" fmla="*/ 502572 w 502574"/>
              <a:gd name="connsiteY117" fmla="*/ 776176 h 5631811"/>
              <a:gd name="connsiteX118" fmla="*/ 502572 w 502574"/>
              <a:gd name="connsiteY118" fmla="*/ 753774 h 5631811"/>
              <a:gd name="connsiteX119" fmla="*/ 502572 w 502574"/>
              <a:gd name="connsiteY119" fmla="*/ 740564 h 5631811"/>
              <a:gd name="connsiteX120" fmla="*/ 502572 w 502574"/>
              <a:gd name="connsiteY120" fmla="*/ 718164 h 5631811"/>
              <a:gd name="connsiteX121" fmla="*/ 502572 w 502574"/>
              <a:gd name="connsiteY121" fmla="*/ 682576 h 5631811"/>
              <a:gd name="connsiteX122" fmla="*/ 502572 w 502574"/>
              <a:gd name="connsiteY122" fmla="*/ 660176 h 5631811"/>
              <a:gd name="connsiteX123" fmla="*/ 502572 w 502574"/>
              <a:gd name="connsiteY123" fmla="*/ 646962 h 5631811"/>
              <a:gd name="connsiteX124" fmla="*/ 502572 w 502574"/>
              <a:gd name="connsiteY124" fmla="*/ 624560 h 5631811"/>
              <a:gd name="connsiteX125" fmla="*/ 502572 w 502574"/>
              <a:gd name="connsiteY125" fmla="*/ 300662 h 5631811"/>
              <a:gd name="connsiteX126" fmla="*/ 502572 w 502574"/>
              <a:gd name="connsiteY126" fmla="*/ 278264 h 5631811"/>
              <a:gd name="connsiteX127" fmla="*/ 502572 w 502574"/>
              <a:gd name="connsiteY127" fmla="*/ 265052 h 5631811"/>
              <a:gd name="connsiteX128" fmla="*/ 502572 w 502574"/>
              <a:gd name="connsiteY128" fmla="*/ 242650 h 5631811"/>
              <a:gd name="connsiteX129" fmla="*/ 502572 w 502574"/>
              <a:gd name="connsiteY129" fmla="*/ 207062 h 5631811"/>
              <a:gd name="connsiteX130" fmla="*/ 502572 w 502574"/>
              <a:gd name="connsiteY130" fmla="*/ 171450 h 5631811"/>
              <a:gd name="connsiteX131" fmla="*/ 502571 w 502574"/>
              <a:gd name="connsiteY131" fmla="*/ 171450 h 5631811"/>
              <a:gd name="connsiteX132" fmla="*/ 502571 w 502574"/>
              <a:gd name="connsiteY132" fmla="*/ 129212 h 5631811"/>
              <a:gd name="connsiteX133" fmla="*/ 502571 w 502574"/>
              <a:gd name="connsiteY133" fmla="*/ 106814 h 5631811"/>
              <a:gd name="connsiteX134" fmla="*/ 502571 w 502574"/>
              <a:gd name="connsiteY134" fmla="*/ 93602 h 5631811"/>
              <a:gd name="connsiteX135" fmla="*/ 502571 w 502574"/>
              <a:gd name="connsiteY135" fmla="*/ 71200 h 5631811"/>
              <a:gd name="connsiteX136" fmla="*/ 502571 w 502574"/>
              <a:gd name="connsiteY136" fmla="*/ 35612 h 5631811"/>
              <a:gd name="connsiteX137" fmla="*/ 502571 w 502574"/>
              <a:gd name="connsiteY137" fmla="*/ 0 h 5631811"/>
              <a:gd name="connsiteX138" fmla="*/ 0 w 502574"/>
              <a:gd name="connsiteY138" fmla="*/ 136982 h 5631811"/>
              <a:gd name="connsiteX139" fmla="*/ 0 w 502574"/>
              <a:gd name="connsiteY139" fmla="*/ 172594 h 5631811"/>
              <a:gd name="connsiteX140" fmla="*/ 0 w 502574"/>
              <a:gd name="connsiteY140" fmla="*/ 208184 h 5631811"/>
              <a:gd name="connsiteX141" fmla="*/ 0 w 502574"/>
              <a:gd name="connsiteY141" fmla="*/ 230582 h 5631811"/>
              <a:gd name="connsiteX142" fmla="*/ 0 w 502574"/>
              <a:gd name="connsiteY142" fmla="*/ 243796 h 5631811"/>
              <a:gd name="connsiteX143" fmla="*/ 0 w 502574"/>
              <a:gd name="connsiteY143" fmla="*/ 266196 h 5631811"/>
              <a:gd name="connsiteX144" fmla="*/ 0 w 502574"/>
              <a:gd name="connsiteY144" fmla="*/ 590096 h 5631811"/>
              <a:gd name="connsiteX145" fmla="*/ 0 w 502574"/>
              <a:gd name="connsiteY145" fmla="*/ 612496 h 5631811"/>
              <a:gd name="connsiteX146" fmla="*/ 0 w 502574"/>
              <a:gd name="connsiteY146" fmla="*/ 625706 h 5631811"/>
              <a:gd name="connsiteX147" fmla="*/ 0 w 502574"/>
              <a:gd name="connsiteY147" fmla="*/ 648106 h 5631811"/>
              <a:gd name="connsiteX148" fmla="*/ 0 w 502574"/>
              <a:gd name="connsiteY148" fmla="*/ 683696 h 5631811"/>
              <a:gd name="connsiteX149" fmla="*/ 0 w 502574"/>
              <a:gd name="connsiteY149" fmla="*/ 706096 h 5631811"/>
              <a:gd name="connsiteX150" fmla="*/ 0 w 502574"/>
              <a:gd name="connsiteY150" fmla="*/ 719308 h 5631811"/>
              <a:gd name="connsiteX151" fmla="*/ 0 w 502574"/>
              <a:gd name="connsiteY151" fmla="*/ 741708 h 5631811"/>
              <a:gd name="connsiteX152" fmla="*/ 0 w 502574"/>
              <a:gd name="connsiteY152" fmla="*/ 1009418 h 5631811"/>
              <a:gd name="connsiteX153" fmla="*/ 0 w 502574"/>
              <a:gd name="connsiteY153" fmla="*/ 1031816 h 5631811"/>
              <a:gd name="connsiteX154" fmla="*/ 0 w 502574"/>
              <a:gd name="connsiteY154" fmla="*/ 1045028 h 5631811"/>
              <a:gd name="connsiteX155" fmla="*/ 0 w 502574"/>
              <a:gd name="connsiteY155" fmla="*/ 1067430 h 5631811"/>
              <a:gd name="connsiteX156" fmla="*/ 0 w 502574"/>
              <a:gd name="connsiteY156" fmla="*/ 1103018 h 5631811"/>
              <a:gd name="connsiteX157" fmla="*/ 0 w 502574"/>
              <a:gd name="connsiteY157" fmla="*/ 1125420 h 5631811"/>
              <a:gd name="connsiteX158" fmla="*/ 0 w 502574"/>
              <a:gd name="connsiteY158" fmla="*/ 1138630 h 5631811"/>
              <a:gd name="connsiteX159" fmla="*/ 0 w 502574"/>
              <a:gd name="connsiteY159" fmla="*/ 1161030 h 5631811"/>
              <a:gd name="connsiteX160" fmla="*/ 0 w 502574"/>
              <a:gd name="connsiteY160" fmla="*/ 1256448 h 5631811"/>
              <a:gd name="connsiteX161" fmla="*/ 0 w 502574"/>
              <a:gd name="connsiteY161" fmla="*/ 1292058 h 5631811"/>
              <a:gd name="connsiteX162" fmla="*/ 0 w 502574"/>
              <a:gd name="connsiteY162" fmla="*/ 1327650 h 5631811"/>
              <a:gd name="connsiteX163" fmla="*/ 0 w 502574"/>
              <a:gd name="connsiteY163" fmla="*/ 1350048 h 5631811"/>
              <a:gd name="connsiteX164" fmla="*/ 0 w 502574"/>
              <a:gd name="connsiteY164" fmla="*/ 1363260 h 5631811"/>
              <a:gd name="connsiteX165" fmla="*/ 0 w 502574"/>
              <a:gd name="connsiteY165" fmla="*/ 1385662 h 5631811"/>
              <a:gd name="connsiteX166" fmla="*/ 0 w 502574"/>
              <a:gd name="connsiteY166" fmla="*/ 1484930 h 5631811"/>
              <a:gd name="connsiteX167" fmla="*/ 0 w 502574"/>
              <a:gd name="connsiteY167" fmla="*/ 1507332 h 5631811"/>
              <a:gd name="connsiteX168" fmla="*/ 0 w 502574"/>
              <a:gd name="connsiteY168" fmla="*/ 1520542 h 5631811"/>
              <a:gd name="connsiteX169" fmla="*/ 0 w 502574"/>
              <a:gd name="connsiteY169" fmla="*/ 1542942 h 5631811"/>
              <a:gd name="connsiteX170" fmla="*/ 0 w 502574"/>
              <a:gd name="connsiteY170" fmla="*/ 1578532 h 5631811"/>
              <a:gd name="connsiteX171" fmla="*/ 0 w 502574"/>
              <a:gd name="connsiteY171" fmla="*/ 1614144 h 5631811"/>
              <a:gd name="connsiteX172" fmla="*/ 0 w 502574"/>
              <a:gd name="connsiteY172" fmla="*/ 1709560 h 5631811"/>
              <a:gd name="connsiteX173" fmla="*/ 0 w 502574"/>
              <a:gd name="connsiteY173" fmla="*/ 1731960 h 5631811"/>
              <a:gd name="connsiteX174" fmla="*/ 0 w 502574"/>
              <a:gd name="connsiteY174" fmla="*/ 1745172 h 5631811"/>
              <a:gd name="connsiteX175" fmla="*/ 0 w 502574"/>
              <a:gd name="connsiteY175" fmla="*/ 1767574 h 5631811"/>
              <a:gd name="connsiteX176" fmla="*/ 0 w 502574"/>
              <a:gd name="connsiteY176" fmla="*/ 1803162 h 5631811"/>
              <a:gd name="connsiteX177" fmla="*/ 0 w 502574"/>
              <a:gd name="connsiteY177" fmla="*/ 1825562 h 5631811"/>
              <a:gd name="connsiteX178" fmla="*/ 0 w 502574"/>
              <a:gd name="connsiteY178" fmla="*/ 1838774 h 5631811"/>
              <a:gd name="connsiteX179" fmla="*/ 0 w 502574"/>
              <a:gd name="connsiteY179" fmla="*/ 1861174 h 5631811"/>
              <a:gd name="connsiteX180" fmla="*/ 0 w 502574"/>
              <a:gd name="connsiteY180" fmla="*/ 2128882 h 5631811"/>
              <a:gd name="connsiteX181" fmla="*/ 0 w 502574"/>
              <a:gd name="connsiteY181" fmla="*/ 2151282 h 5631811"/>
              <a:gd name="connsiteX182" fmla="*/ 0 w 502574"/>
              <a:gd name="connsiteY182" fmla="*/ 2164494 h 5631811"/>
              <a:gd name="connsiteX183" fmla="*/ 0 w 502574"/>
              <a:gd name="connsiteY183" fmla="*/ 2186894 h 5631811"/>
              <a:gd name="connsiteX184" fmla="*/ 0 w 502574"/>
              <a:gd name="connsiteY184" fmla="*/ 2222484 h 5631811"/>
              <a:gd name="connsiteX185" fmla="*/ 0 w 502574"/>
              <a:gd name="connsiteY185" fmla="*/ 2244882 h 5631811"/>
              <a:gd name="connsiteX186" fmla="*/ 0 w 502574"/>
              <a:gd name="connsiteY186" fmla="*/ 2258096 h 5631811"/>
              <a:gd name="connsiteX187" fmla="*/ 0 w 502574"/>
              <a:gd name="connsiteY187" fmla="*/ 2280496 h 5631811"/>
              <a:gd name="connsiteX188" fmla="*/ 0 w 502574"/>
              <a:gd name="connsiteY188" fmla="*/ 2536986 h 5631811"/>
              <a:gd name="connsiteX189" fmla="*/ 0 w 502574"/>
              <a:gd name="connsiteY189" fmla="*/ 2547092 h 5631811"/>
              <a:gd name="connsiteX190" fmla="*/ 1 w 502574"/>
              <a:gd name="connsiteY190" fmla="*/ 2547092 h 5631811"/>
              <a:gd name="connsiteX191" fmla="*/ 1 w 502574"/>
              <a:gd name="connsiteY191" fmla="*/ 2560664 h 5631811"/>
              <a:gd name="connsiteX192" fmla="*/ 1 w 502574"/>
              <a:gd name="connsiteY192" fmla="*/ 2708436 h 5631811"/>
              <a:gd name="connsiteX193" fmla="*/ 1 w 502574"/>
              <a:gd name="connsiteY193" fmla="*/ 2718542 h 5631811"/>
              <a:gd name="connsiteX194" fmla="*/ 1 w 502574"/>
              <a:gd name="connsiteY194" fmla="*/ 2884562 h 5631811"/>
              <a:gd name="connsiteX195" fmla="*/ 1 w 502574"/>
              <a:gd name="connsiteY195" fmla="*/ 2906962 h 5631811"/>
              <a:gd name="connsiteX196" fmla="*/ 1 w 502574"/>
              <a:gd name="connsiteY196" fmla="*/ 2920174 h 5631811"/>
              <a:gd name="connsiteX197" fmla="*/ 1 w 502574"/>
              <a:gd name="connsiteY197" fmla="*/ 2942574 h 5631811"/>
              <a:gd name="connsiteX198" fmla="*/ 1 w 502574"/>
              <a:gd name="connsiteY198" fmla="*/ 2978162 h 5631811"/>
              <a:gd name="connsiteX199" fmla="*/ 1 w 502574"/>
              <a:gd name="connsiteY199" fmla="*/ 3000562 h 5631811"/>
              <a:gd name="connsiteX200" fmla="*/ 1 w 502574"/>
              <a:gd name="connsiteY200" fmla="*/ 3013776 h 5631811"/>
              <a:gd name="connsiteX201" fmla="*/ 1 w 502574"/>
              <a:gd name="connsiteY201" fmla="*/ 3036174 h 5631811"/>
              <a:gd name="connsiteX202" fmla="*/ 1 w 502574"/>
              <a:gd name="connsiteY202" fmla="*/ 3303883 h 5631811"/>
              <a:gd name="connsiteX203" fmla="*/ 1 w 502574"/>
              <a:gd name="connsiteY203" fmla="*/ 3326282 h 5631811"/>
              <a:gd name="connsiteX204" fmla="*/ 1 w 502574"/>
              <a:gd name="connsiteY204" fmla="*/ 3339495 h 5631811"/>
              <a:gd name="connsiteX205" fmla="*/ 1 w 502574"/>
              <a:gd name="connsiteY205" fmla="*/ 3361896 h 5631811"/>
              <a:gd name="connsiteX206" fmla="*/ 1 w 502574"/>
              <a:gd name="connsiteY206" fmla="*/ 3397484 h 5631811"/>
              <a:gd name="connsiteX207" fmla="*/ 1 w 502574"/>
              <a:gd name="connsiteY207" fmla="*/ 3419885 h 5631811"/>
              <a:gd name="connsiteX208" fmla="*/ 1 w 502574"/>
              <a:gd name="connsiteY208" fmla="*/ 3433096 h 5631811"/>
              <a:gd name="connsiteX209" fmla="*/ 1 w 502574"/>
              <a:gd name="connsiteY209" fmla="*/ 3455496 h 5631811"/>
              <a:gd name="connsiteX210" fmla="*/ 1 w 502574"/>
              <a:gd name="connsiteY210" fmla="*/ 3550913 h 5631811"/>
              <a:gd name="connsiteX211" fmla="*/ 1 w 502574"/>
              <a:gd name="connsiteY211" fmla="*/ 3586524 h 5631811"/>
              <a:gd name="connsiteX212" fmla="*/ 1 w 502574"/>
              <a:gd name="connsiteY212" fmla="*/ 3622115 h 5631811"/>
              <a:gd name="connsiteX213" fmla="*/ 1 w 502574"/>
              <a:gd name="connsiteY213" fmla="*/ 3644514 h 5631811"/>
              <a:gd name="connsiteX214" fmla="*/ 1 w 502574"/>
              <a:gd name="connsiteY214" fmla="*/ 3657727 h 5631811"/>
              <a:gd name="connsiteX215" fmla="*/ 1 w 502574"/>
              <a:gd name="connsiteY215" fmla="*/ 3680127 h 5631811"/>
              <a:gd name="connsiteX216" fmla="*/ 1 w 502574"/>
              <a:gd name="connsiteY216" fmla="*/ 3779396 h 5631811"/>
              <a:gd name="connsiteX217" fmla="*/ 1 w 502574"/>
              <a:gd name="connsiteY217" fmla="*/ 3801797 h 5631811"/>
              <a:gd name="connsiteX218" fmla="*/ 1 w 502574"/>
              <a:gd name="connsiteY218" fmla="*/ 3815009 h 5631811"/>
              <a:gd name="connsiteX219" fmla="*/ 1 w 502574"/>
              <a:gd name="connsiteY219" fmla="*/ 3837408 h 5631811"/>
              <a:gd name="connsiteX220" fmla="*/ 1 w 502574"/>
              <a:gd name="connsiteY220" fmla="*/ 3853848 h 5631811"/>
              <a:gd name="connsiteX221" fmla="*/ 1 w 502574"/>
              <a:gd name="connsiteY221" fmla="*/ 3872998 h 5631811"/>
              <a:gd name="connsiteX222" fmla="*/ 1 w 502574"/>
              <a:gd name="connsiteY222" fmla="*/ 3889459 h 5631811"/>
              <a:gd name="connsiteX223" fmla="*/ 1 w 502574"/>
              <a:gd name="connsiteY223" fmla="*/ 3908611 h 5631811"/>
              <a:gd name="connsiteX224" fmla="*/ 1 w 502574"/>
              <a:gd name="connsiteY224" fmla="*/ 3925051 h 5631811"/>
              <a:gd name="connsiteX225" fmla="*/ 1 w 502574"/>
              <a:gd name="connsiteY225" fmla="*/ 3947449 h 5631811"/>
              <a:gd name="connsiteX226" fmla="*/ 1 w 502574"/>
              <a:gd name="connsiteY226" fmla="*/ 3960662 h 5631811"/>
              <a:gd name="connsiteX227" fmla="*/ 1 w 502574"/>
              <a:gd name="connsiteY227" fmla="*/ 3983063 h 5631811"/>
              <a:gd name="connsiteX228" fmla="*/ 1 w 502574"/>
              <a:gd name="connsiteY228" fmla="*/ 4004025 h 5631811"/>
              <a:gd name="connsiteX229" fmla="*/ 1 w 502574"/>
              <a:gd name="connsiteY229" fmla="*/ 4026426 h 5631811"/>
              <a:gd name="connsiteX230" fmla="*/ 1 w 502574"/>
              <a:gd name="connsiteY230" fmla="*/ 4039638 h 5631811"/>
              <a:gd name="connsiteX231" fmla="*/ 1 w 502574"/>
              <a:gd name="connsiteY231" fmla="*/ 4062039 h 5631811"/>
              <a:gd name="connsiteX232" fmla="*/ 1 w 502574"/>
              <a:gd name="connsiteY232" fmla="*/ 4097628 h 5631811"/>
              <a:gd name="connsiteX233" fmla="*/ 1 w 502574"/>
              <a:gd name="connsiteY233" fmla="*/ 4120029 h 5631811"/>
              <a:gd name="connsiteX234" fmla="*/ 1 w 502574"/>
              <a:gd name="connsiteY234" fmla="*/ 4133240 h 5631811"/>
              <a:gd name="connsiteX235" fmla="*/ 1 w 502574"/>
              <a:gd name="connsiteY235" fmla="*/ 4155640 h 5631811"/>
              <a:gd name="connsiteX236" fmla="*/ 1 w 502574"/>
              <a:gd name="connsiteY236" fmla="*/ 4306961 h 5631811"/>
              <a:gd name="connsiteX237" fmla="*/ 1 w 502574"/>
              <a:gd name="connsiteY237" fmla="*/ 4329362 h 5631811"/>
              <a:gd name="connsiteX238" fmla="*/ 1 w 502574"/>
              <a:gd name="connsiteY238" fmla="*/ 4342573 h 5631811"/>
              <a:gd name="connsiteX239" fmla="*/ 1 w 502574"/>
              <a:gd name="connsiteY239" fmla="*/ 4364973 h 5631811"/>
              <a:gd name="connsiteX240" fmla="*/ 1 w 502574"/>
              <a:gd name="connsiteY240" fmla="*/ 4400561 h 5631811"/>
              <a:gd name="connsiteX241" fmla="*/ 1 w 502574"/>
              <a:gd name="connsiteY241" fmla="*/ 4422962 h 5631811"/>
              <a:gd name="connsiteX242" fmla="*/ 1 w 502574"/>
              <a:gd name="connsiteY242" fmla="*/ 4423349 h 5631811"/>
              <a:gd name="connsiteX243" fmla="*/ 1 w 502574"/>
              <a:gd name="connsiteY243" fmla="*/ 4436175 h 5631811"/>
              <a:gd name="connsiteX244" fmla="*/ 1 w 502574"/>
              <a:gd name="connsiteY244" fmla="*/ 4445748 h 5631811"/>
              <a:gd name="connsiteX245" fmla="*/ 1 w 502574"/>
              <a:gd name="connsiteY245" fmla="*/ 4458573 h 5631811"/>
              <a:gd name="connsiteX246" fmla="*/ 1 w 502574"/>
              <a:gd name="connsiteY246" fmla="*/ 4458962 h 5631811"/>
              <a:gd name="connsiteX247" fmla="*/ 1 w 502574"/>
              <a:gd name="connsiteY247" fmla="*/ 4481361 h 5631811"/>
              <a:gd name="connsiteX248" fmla="*/ 1 w 502574"/>
              <a:gd name="connsiteY248" fmla="*/ 4516950 h 5631811"/>
              <a:gd name="connsiteX249" fmla="*/ 1 w 502574"/>
              <a:gd name="connsiteY249" fmla="*/ 4539349 h 5631811"/>
              <a:gd name="connsiteX250" fmla="*/ 1 w 502574"/>
              <a:gd name="connsiteY250" fmla="*/ 4552563 h 5631811"/>
              <a:gd name="connsiteX251" fmla="*/ 1 w 502574"/>
              <a:gd name="connsiteY251" fmla="*/ 4574962 h 5631811"/>
              <a:gd name="connsiteX252" fmla="*/ 1 w 502574"/>
              <a:gd name="connsiteY252" fmla="*/ 4726284 h 5631811"/>
              <a:gd name="connsiteX253" fmla="*/ 1 w 502574"/>
              <a:gd name="connsiteY253" fmla="*/ 4748682 h 5631811"/>
              <a:gd name="connsiteX254" fmla="*/ 1 w 502574"/>
              <a:gd name="connsiteY254" fmla="*/ 4761895 h 5631811"/>
              <a:gd name="connsiteX255" fmla="*/ 1 w 502574"/>
              <a:gd name="connsiteY255" fmla="*/ 4784296 h 5631811"/>
              <a:gd name="connsiteX256" fmla="*/ 1 w 502574"/>
              <a:gd name="connsiteY256" fmla="*/ 4819885 h 5631811"/>
              <a:gd name="connsiteX257" fmla="*/ 1 w 502574"/>
              <a:gd name="connsiteY257" fmla="*/ 4831453 h 5631811"/>
              <a:gd name="connsiteX258" fmla="*/ 1 w 502574"/>
              <a:gd name="connsiteY258" fmla="*/ 4841558 h 5631811"/>
              <a:gd name="connsiteX259" fmla="*/ 1 w 502574"/>
              <a:gd name="connsiteY259" fmla="*/ 4842285 h 5631811"/>
              <a:gd name="connsiteX260" fmla="*/ 1 w 502574"/>
              <a:gd name="connsiteY260" fmla="*/ 4855496 h 5631811"/>
              <a:gd name="connsiteX261" fmla="*/ 1 w 502574"/>
              <a:gd name="connsiteY261" fmla="*/ 4877897 h 5631811"/>
              <a:gd name="connsiteX262" fmla="*/ 1 w 502574"/>
              <a:gd name="connsiteY262" fmla="*/ 4973313 h 5631811"/>
              <a:gd name="connsiteX263" fmla="*/ 1 w 502574"/>
              <a:gd name="connsiteY263" fmla="*/ 5008924 h 5631811"/>
              <a:gd name="connsiteX264" fmla="*/ 1 w 502574"/>
              <a:gd name="connsiteY264" fmla="*/ 5044516 h 5631811"/>
              <a:gd name="connsiteX265" fmla="*/ 1 w 502574"/>
              <a:gd name="connsiteY265" fmla="*/ 5066914 h 5631811"/>
              <a:gd name="connsiteX266" fmla="*/ 1 w 502574"/>
              <a:gd name="connsiteY266" fmla="*/ 5080127 h 5631811"/>
              <a:gd name="connsiteX267" fmla="*/ 1 w 502574"/>
              <a:gd name="connsiteY267" fmla="*/ 5102528 h 5631811"/>
              <a:gd name="connsiteX268" fmla="*/ 1 w 502574"/>
              <a:gd name="connsiteY268" fmla="*/ 5201796 h 5631811"/>
              <a:gd name="connsiteX269" fmla="*/ 1 w 502574"/>
              <a:gd name="connsiteY269" fmla="*/ 5224197 h 5631811"/>
              <a:gd name="connsiteX270" fmla="*/ 1 w 502574"/>
              <a:gd name="connsiteY270" fmla="*/ 5237409 h 5631811"/>
              <a:gd name="connsiteX271" fmla="*/ 1 w 502574"/>
              <a:gd name="connsiteY271" fmla="*/ 5259808 h 5631811"/>
              <a:gd name="connsiteX272" fmla="*/ 1 w 502574"/>
              <a:gd name="connsiteY272" fmla="*/ 5295398 h 5631811"/>
              <a:gd name="connsiteX273" fmla="*/ 1 w 502574"/>
              <a:gd name="connsiteY273" fmla="*/ 5331011 h 5631811"/>
              <a:gd name="connsiteX274" fmla="*/ 1 w 502574"/>
              <a:gd name="connsiteY274" fmla="*/ 5426426 h 5631811"/>
              <a:gd name="connsiteX275" fmla="*/ 1 w 502574"/>
              <a:gd name="connsiteY275" fmla="*/ 5448826 h 5631811"/>
              <a:gd name="connsiteX276" fmla="*/ 1 w 502574"/>
              <a:gd name="connsiteY276" fmla="*/ 5460361 h 5631811"/>
              <a:gd name="connsiteX277" fmla="*/ 2 w 502574"/>
              <a:gd name="connsiteY277" fmla="*/ 5460361 h 5631811"/>
              <a:gd name="connsiteX278" fmla="*/ 2 w 502574"/>
              <a:gd name="connsiteY278" fmla="*/ 5466848 h 5631811"/>
              <a:gd name="connsiteX279" fmla="*/ 2 w 502574"/>
              <a:gd name="connsiteY279" fmla="*/ 5502461 h 5631811"/>
              <a:gd name="connsiteX280" fmla="*/ 2 w 502574"/>
              <a:gd name="connsiteY280" fmla="*/ 5597876 h 5631811"/>
              <a:gd name="connsiteX281" fmla="*/ 2 w 502574"/>
              <a:gd name="connsiteY281" fmla="*/ 5620276 h 5631811"/>
              <a:gd name="connsiteX282" fmla="*/ 2 w 502574"/>
              <a:gd name="connsiteY282" fmla="*/ 5631811 h 563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Lst>
            <a:rect l="l" t="t" r="r" b="b"/>
            <a:pathLst>
              <a:path w="502574" h="5631811">
                <a:moveTo>
                  <a:pt x="502574" y="5494829"/>
                </a:moveTo>
                <a:lnTo>
                  <a:pt x="502574" y="5483294"/>
                </a:lnTo>
                <a:lnTo>
                  <a:pt x="502574" y="5466848"/>
                </a:lnTo>
                <a:lnTo>
                  <a:pt x="502574" y="5460894"/>
                </a:lnTo>
                <a:lnTo>
                  <a:pt x="502574" y="5431258"/>
                </a:lnTo>
                <a:lnTo>
                  <a:pt x="502574" y="5408858"/>
                </a:lnTo>
                <a:lnTo>
                  <a:pt x="502574" y="5395647"/>
                </a:lnTo>
                <a:lnTo>
                  <a:pt x="502574" y="5373246"/>
                </a:lnTo>
                <a:lnTo>
                  <a:pt x="502573" y="5136994"/>
                </a:lnTo>
                <a:lnTo>
                  <a:pt x="502573" y="5114595"/>
                </a:lnTo>
                <a:lnTo>
                  <a:pt x="502573" y="5101383"/>
                </a:lnTo>
                <a:lnTo>
                  <a:pt x="502573" y="5078982"/>
                </a:lnTo>
                <a:lnTo>
                  <a:pt x="502573" y="5049347"/>
                </a:lnTo>
                <a:lnTo>
                  <a:pt x="502573" y="5043393"/>
                </a:lnTo>
                <a:lnTo>
                  <a:pt x="502573" y="5026946"/>
                </a:lnTo>
                <a:lnTo>
                  <a:pt x="502573" y="5013735"/>
                </a:lnTo>
                <a:lnTo>
                  <a:pt x="502573" y="5013008"/>
                </a:lnTo>
                <a:lnTo>
                  <a:pt x="502574" y="5013008"/>
                </a:lnTo>
                <a:lnTo>
                  <a:pt x="502574" y="4995135"/>
                </a:lnTo>
                <a:lnTo>
                  <a:pt x="502574" y="4972734"/>
                </a:lnTo>
                <a:lnTo>
                  <a:pt x="502574" y="4959522"/>
                </a:lnTo>
                <a:lnTo>
                  <a:pt x="502574" y="4937123"/>
                </a:lnTo>
                <a:lnTo>
                  <a:pt x="502574" y="4901533"/>
                </a:lnTo>
                <a:lnTo>
                  <a:pt x="502574" y="4865921"/>
                </a:lnTo>
                <a:lnTo>
                  <a:pt x="502574" y="4746412"/>
                </a:lnTo>
                <a:lnTo>
                  <a:pt x="502574" y="4724013"/>
                </a:lnTo>
                <a:lnTo>
                  <a:pt x="502574" y="4710799"/>
                </a:lnTo>
                <a:lnTo>
                  <a:pt x="502574" y="4688400"/>
                </a:lnTo>
                <a:lnTo>
                  <a:pt x="502574" y="4652811"/>
                </a:lnTo>
                <a:lnTo>
                  <a:pt x="502574" y="4630412"/>
                </a:lnTo>
                <a:lnTo>
                  <a:pt x="502574" y="4617198"/>
                </a:lnTo>
                <a:lnTo>
                  <a:pt x="502574" y="4594799"/>
                </a:lnTo>
                <a:lnTo>
                  <a:pt x="502574" y="4190108"/>
                </a:lnTo>
                <a:lnTo>
                  <a:pt x="502574" y="4167708"/>
                </a:lnTo>
                <a:lnTo>
                  <a:pt x="502574" y="4154496"/>
                </a:lnTo>
                <a:lnTo>
                  <a:pt x="502574" y="4132096"/>
                </a:lnTo>
                <a:lnTo>
                  <a:pt x="502574" y="4096506"/>
                </a:lnTo>
                <a:lnTo>
                  <a:pt x="502574" y="4080061"/>
                </a:lnTo>
                <a:lnTo>
                  <a:pt x="502574" y="4074105"/>
                </a:lnTo>
                <a:lnTo>
                  <a:pt x="502574" y="4060894"/>
                </a:lnTo>
                <a:lnTo>
                  <a:pt x="502574" y="4044448"/>
                </a:lnTo>
                <a:lnTo>
                  <a:pt x="502574" y="4038494"/>
                </a:lnTo>
                <a:lnTo>
                  <a:pt x="502574" y="4008858"/>
                </a:lnTo>
                <a:lnTo>
                  <a:pt x="502574" y="3986458"/>
                </a:lnTo>
                <a:lnTo>
                  <a:pt x="502574" y="3973247"/>
                </a:lnTo>
                <a:lnTo>
                  <a:pt x="502574" y="3950846"/>
                </a:lnTo>
                <a:lnTo>
                  <a:pt x="502573" y="3714593"/>
                </a:lnTo>
                <a:lnTo>
                  <a:pt x="502573" y="3692195"/>
                </a:lnTo>
                <a:lnTo>
                  <a:pt x="502573" y="3678982"/>
                </a:lnTo>
                <a:lnTo>
                  <a:pt x="502573" y="3656581"/>
                </a:lnTo>
                <a:lnTo>
                  <a:pt x="502573" y="3626946"/>
                </a:lnTo>
                <a:lnTo>
                  <a:pt x="502573" y="3620993"/>
                </a:lnTo>
                <a:lnTo>
                  <a:pt x="502573" y="3604546"/>
                </a:lnTo>
                <a:lnTo>
                  <a:pt x="502573" y="3591335"/>
                </a:lnTo>
                <a:lnTo>
                  <a:pt x="502573" y="3585382"/>
                </a:lnTo>
                <a:lnTo>
                  <a:pt x="502573" y="3568934"/>
                </a:lnTo>
                <a:lnTo>
                  <a:pt x="502573" y="3533346"/>
                </a:lnTo>
                <a:lnTo>
                  <a:pt x="502573" y="3510945"/>
                </a:lnTo>
                <a:lnTo>
                  <a:pt x="502573" y="3497732"/>
                </a:lnTo>
                <a:lnTo>
                  <a:pt x="502573" y="3475333"/>
                </a:lnTo>
                <a:lnTo>
                  <a:pt x="502573" y="3070642"/>
                </a:lnTo>
                <a:lnTo>
                  <a:pt x="502573" y="3048242"/>
                </a:lnTo>
                <a:lnTo>
                  <a:pt x="502573" y="3035032"/>
                </a:lnTo>
                <a:lnTo>
                  <a:pt x="502573" y="3012630"/>
                </a:lnTo>
                <a:lnTo>
                  <a:pt x="502573" y="2977042"/>
                </a:lnTo>
                <a:lnTo>
                  <a:pt x="502573" y="2954642"/>
                </a:lnTo>
                <a:lnTo>
                  <a:pt x="502573" y="2941428"/>
                </a:lnTo>
                <a:lnTo>
                  <a:pt x="502573" y="2919028"/>
                </a:lnTo>
                <a:lnTo>
                  <a:pt x="502573" y="2718542"/>
                </a:lnTo>
                <a:lnTo>
                  <a:pt x="502573" y="2700668"/>
                </a:lnTo>
                <a:lnTo>
                  <a:pt x="502573" y="2678268"/>
                </a:lnTo>
                <a:lnTo>
                  <a:pt x="502573" y="2665056"/>
                </a:lnTo>
                <a:lnTo>
                  <a:pt x="502573" y="2642656"/>
                </a:lnTo>
                <a:lnTo>
                  <a:pt x="502573" y="2607066"/>
                </a:lnTo>
                <a:lnTo>
                  <a:pt x="502573" y="2595130"/>
                </a:lnTo>
                <a:lnTo>
                  <a:pt x="502573" y="2572730"/>
                </a:lnTo>
                <a:lnTo>
                  <a:pt x="502573" y="2571454"/>
                </a:lnTo>
                <a:lnTo>
                  <a:pt x="502573" y="2559518"/>
                </a:lnTo>
                <a:lnTo>
                  <a:pt x="502573" y="2537118"/>
                </a:lnTo>
                <a:lnTo>
                  <a:pt x="502573" y="2501528"/>
                </a:lnTo>
                <a:lnTo>
                  <a:pt x="502573" y="2465918"/>
                </a:lnTo>
                <a:lnTo>
                  <a:pt x="502573" y="2451946"/>
                </a:lnTo>
                <a:lnTo>
                  <a:pt x="502573" y="2429546"/>
                </a:lnTo>
                <a:lnTo>
                  <a:pt x="502573" y="2416332"/>
                </a:lnTo>
                <a:lnTo>
                  <a:pt x="502573" y="2393934"/>
                </a:lnTo>
                <a:lnTo>
                  <a:pt x="502573" y="2358344"/>
                </a:lnTo>
                <a:lnTo>
                  <a:pt x="502573" y="2335944"/>
                </a:lnTo>
                <a:lnTo>
                  <a:pt x="502573" y="2322732"/>
                </a:lnTo>
                <a:lnTo>
                  <a:pt x="502573" y="2300332"/>
                </a:lnTo>
                <a:lnTo>
                  <a:pt x="502573" y="1895642"/>
                </a:lnTo>
                <a:lnTo>
                  <a:pt x="502573" y="1873242"/>
                </a:lnTo>
                <a:lnTo>
                  <a:pt x="502573" y="1860030"/>
                </a:lnTo>
                <a:lnTo>
                  <a:pt x="502573" y="1837630"/>
                </a:lnTo>
                <a:lnTo>
                  <a:pt x="502573" y="1802040"/>
                </a:lnTo>
                <a:lnTo>
                  <a:pt x="502573" y="1785594"/>
                </a:lnTo>
                <a:lnTo>
                  <a:pt x="502573" y="1779640"/>
                </a:lnTo>
                <a:lnTo>
                  <a:pt x="502573" y="1766428"/>
                </a:lnTo>
                <a:lnTo>
                  <a:pt x="502573" y="1749982"/>
                </a:lnTo>
                <a:lnTo>
                  <a:pt x="502573" y="1744028"/>
                </a:lnTo>
                <a:lnTo>
                  <a:pt x="502573" y="1714392"/>
                </a:lnTo>
                <a:lnTo>
                  <a:pt x="502573" y="1691992"/>
                </a:lnTo>
                <a:lnTo>
                  <a:pt x="502573" y="1678782"/>
                </a:lnTo>
                <a:lnTo>
                  <a:pt x="502573" y="1656380"/>
                </a:lnTo>
                <a:lnTo>
                  <a:pt x="502572" y="1420128"/>
                </a:lnTo>
                <a:lnTo>
                  <a:pt x="502572" y="1397730"/>
                </a:lnTo>
                <a:lnTo>
                  <a:pt x="502572" y="1384516"/>
                </a:lnTo>
                <a:lnTo>
                  <a:pt x="502572" y="1362116"/>
                </a:lnTo>
                <a:lnTo>
                  <a:pt x="502572" y="1332480"/>
                </a:lnTo>
                <a:lnTo>
                  <a:pt x="502572" y="1326526"/>
                </a:lnTo>
                <a:lnTo>
                  <a:pt x="502572" y="1310080"/>
                </a:lnTo>
                <a:lnTo>
                  <a:pt x="502572" y="1296870"/>
                </a:lnTo>
                <a:lnTo>
                  <a:pt x="502572" y="1290916"/>
                </a:lnTo>
                <a:lnTo>
                  <a:pt x="502572" y="1274468"/>
                </a:lnTo>
                <a:lnTo>
                  <a:pt x="502572" y="1238880"/>
                </a:lnTo>
                <a:lnTo>
                  <a:pt x="502572" y="1216478"/>
                </a:lnTo>
                <a:lnTo>
                  <a:pt x="502572" y="1203266"/>
                </a:lnTo>
                <a:lnTo>
                  <a:pt x="502572" y="1180868"/>
                </a:lnTo>
                <a:lnTo>
                  <a:pt x="502572" y="776176"/>
                </a:lnTo>
                <a:lnTo>
                  <a:pt x="502572" y="753774"/>
                </a:lnTo>
                <a:lnTo>
                  <a:pt x="502572" y="740564"/>
                </a:lnTo>
                <a:lnTo>
                  <a:pt x="502572" y="718164"/>
                </a:lnTo>
                <a:lnTo>
                  <a:pt x="502572" y="682576"/>
                </a:lnTo>
                <a:lnTo>
                  <a:pt x="502572" y="660176"/>
                </a:lnTo>
                <a:lnTo>
                  <a:pt x="502572" y="646962"/>
                </a:lnTo>
                <a:lnTo>
                  <a:pt x="502572" y="624560"/>
                </a:lnTo>
                <a:lnTo>
                  <a:pt x="502572" y="300662"/>
                </a:lnTo>
                <a:lnTo>
                  <a:pt x="502572" y="278264"/>
                </a:lnTo>
                <a:lnTo>
                  <a:pt x="502572" y="265052"/>
                </a:lnTo>
                <a:lnTo>
                  <a:pt x="502572" y="242650"/>
                </a:lnTo>
                <a:lnTo>
                  <a:pt x="502572" y="207062"/>
                </a:lnTo>
                <a:lnTo>
                  <a:pt x="502572" y="171450"/>
                </a:lnTo>
                <a:lnTo>
                  <a:pt x="502571" y="171450"/>
                </a:lnTo>
                <a:lnTo>
                  <a:pt x="502571" y="129212"/>
                </a:lnTo>
                <a:lnTo>
                  <a:pt x="502571" y="106814"/>
                </a:lnTo>
                <a:lnTo>
                  <a:pt x="502571" y="93602"/>
                </a:lnTo>
                <a:lnTo>
                  <a:pt x="502571" y="71200"/>
                </a:lnTo>
                <a:lnTo>
                  <a:pt x="502571" y="35612"/>
                </a:lnTo>
                <a:lnTo>
                  <a:pt x="502571" y="0"/>
                </a:lnTo>
                <a:lnTo>
                  <a:pt x="0" y="136982"/>
                </a:lnTo>
                <a:lnTo>
                  <a:pt x="0" y="172594"/>
                </a:lnTo>
                <a:lnTo>
                  <a:pt x="0" y="208184"/>
                </a:lnTo>
                <a:lnTo>
                  <a:pt x="0" y="230582"/>
                </a:lnTo>
                <a:lnTo>
                  <a:pt x="0" y="243796"/>
                </a:lnTo>
                <a:lnTo>
                  <a:pt x="0" y="266196"/>
                </a:lnTo>
                <a:lnTo>
                  <a:pt x="0" y="590096"/>
                </a:lnTo>
                <a:lnTo>
                  <a:pt x="0" y="612496"/>
                </a:lnTo>
                <a:lnTo>
                  <a:pt x="0" y="625706"/>
                </a:lnTo>
                <a:lnTo>
                  <a:pt x="0" y="648106"/>
                </a:lnTo>
                <a:lnTo>
                  <a:pt x="0" y="683696"/>
                </a:lnTo>
                <a:lnTo>
                  <a:pt x="0" y="706096"/>
                </a:lnTo>
                <a:lnTo>
                  <a:pt x="0" y="719308"/>
                </a:lnTo>
                <a:lnTo>
                  <a:pt x="0" y="741708"/>
                </a:lnTo>
                <a:lnTo>
                  <a:pt x="0" y="1009418"/>
                </a:lnTo>
                <a:lnTo>
                  <a:pt x="0" y="1031816"/>
                </a:lnTo>
                <a:lnTo>
                  <a:pt x="0" y="1045028"/>
                </a:lnTo>
                <a:lnTo>
                  <a:pt x="0" y="1067430"/>
                </a:lnTo>
                <a:lnTo>
                  <a:pt x="0" y="1103018"/>
                </a:lnTo>
                <a:lnTo>
                  <a:pt x="0" y="1125420"/>
                </a:lnTo>
                <a:lnTo>
                  <a:pt x="0" y="1138630"/>
                </a:lnTo>
                <a:lnTo>
                  <a:pt x="0" y="1161030"/>
                </a:lnTo>
                <a:lnTo>
                  <a:pt x="0" y="1256448"/>
                </a:lnTo>
                <a:lnTo>
                  <a:pt x="0" y="1292058"/>
                </a:lnTo>
                <a:lnTo>
                  <a:pt x="0" y="1327650"/>
                </a:lnTo>
                <a:lnTo>
                  <a:pt x="0" y="1350048"/>
                </a:lnTo>
                <a:lnTo>
                  <a:pt x="0" y="1363260"/>
                </a:lnTo>
                <a:lnTo>
                  <a:pt x="0" y="1385662"/>
                </a:lnTo>
                <a:lnTo>
                  <a:pt x="0" y="1484930"/>
                </a:lnTo>
                <a:lnTo>
                  <a:pt x="0" y="1507332"/>
                </a:lnTo>
                <a:lnTo>
                  <a:pt x="0" y="1520542"/>
                </a:lnTo>
                <a:lnTo>
                  <a:pt x="0" y="1542942"/>
                </a:lnTo>
                <a:lnTo>
                  <a:pt x="0" y="1578532"/>
                </a:lnTo>
                <a:lnTo>
                  <a:pt x="0" y="1614144"/>
                </a:lnTo>
                <a:lnTo>
                  <a:pt x="0" y="1709560"/>
                </a:lnTo>
                <a:lnTo>
                  <a:pt x="0" y="1731960"/>
                </a:lnTo>
                <a:lnTo>
                  <a:pt x="0" y="1745172"/>
                </a:lnTo>
                <a:lnTo>
                  <a:pt x="0" y="1767574"/>
                </a:lnTo>
                <a:lnTo>
                  <a:pt x="0" y="1803162"/>
                </a:lnTo>
                <a:lnTo>
                  <a:pt x="0" y="1825562"/>
                </a:lnTo>
                <a:lnTo>
                  <a:pt x="0" y="1838774"/>
                </a:lnTo>
                <a:lnTo>
                  <a:pt x="0" y="1861174"/>
                </a:lnTo>
                <a:lnTo>
                  <a:pt x="0" y="2128882"/>
                </a:lnTo>
                <a:lnTo>
                  <a:pt x="0" y="2151282"/>
                </a:lnTo>
                <a:lnTo>
                  <a:pt x="0" y="2164494"/>
                </a:lnTo>
                <a:lnTo>
                  <a:pt x="0" y="2186894"/>
                </a:lnTo>
                <a:lnTo>
                  <a:pt x="0" y="2222484"/>
                </a:lnTo>
                <a:lnTo>
                  <a:pt x="0" y="2244882"/>
                </a:lnTo>
                <a:lnTo>
                  <a:pt x="0" y="2258096"/>
                </a:lnTo>
                <a:lnTo>
                  <a:pt x="0" y="2280496"/>
                </a:lnTo>
                <a:lnTo>
                  <a:pt x="0" y="2536986"/>
                </a:lnTo>
                <a:lnTo>
                  <a:pt x="0" y="2547092"/>
                </a:lnTo>
                <a:lnTo>
                  <a:pt x="1" y="2547092"/>
                </a:lnTo>
                <a:lnTo>
                  <a:pt x="1" y="2560664"/>
                </a:lnTo>
                <a:lnTo>
                  <a:pt x="1" y="2708436"/>
                </a:lnTo>
                <a:lnTo>
                  <a:pt x="1" y="2718542"/>
                </a:lnTo>
                <a:lnTo>
                  <a:pt x="1" y="2884562"/>
                </a:lnTo>
                <a:lnTo>
                  <a:pt x="1" y="2906962"/>
                </a:lnTo>
                <a:lnTo>
                  <a:pt x="1" y="2920174"/>
                </a:lnTo>
                <a:lnTo>
                  <a:pt x="1" y="2942574"/>
                </a:lnTo>
                <a:lnTo>
                  <a:pt x="1" y="2978162"/>
                </a:lnTo>
                <a:lnTo>
                  <a:pt x="1" y="3000562"/>
                </a:lnTo>
                <a:lnTo>
                  <a:pt x="1" y="3013776"/>
                </a:lnTo>
                <a:lnTo>
                  <a:pt x="1" y="3036174"/>
                </a:lnTo>
                <a:lnTo>
                  <a:pt x="1" y="3303883"/>
                </a:lnTo>
                <a:lnTo>
                  <a:pt x="1" y="3326282"/>
                </a:lnTo>
                <a:lnTo>
                  <a:pt x="1" y="3339495"/>
                </a:lnTo>
                <a:lnTo>
                  <a:pt x="1" y="3361896"/>
                </a:lnTo>
                <a:lnTo>
                  <a:pt x="1" y="3397484"/>
                </a:lnTo>
                <a:lnTo>
                  <a:pt x="1" y="3419885"/>
                </a:lnTo>
                <a:lnTo>
                  <a:pt x="1" y="3433096"/>
                </a:lnTo>
                <a:lnTo>
                  <a:pt x="1" y="3455496"/>
                </a:lnTo>
                <a:lnTo>
                  <a:pt x="1" y="3550913"/>
                </a:lnTo>
                <a:lnTo>
                  <a:pt x="1" y="3586524"/>
                </a:lnTo>
                <a:lnTo>
                  <a:pt x="1" y="3622115"/>
                </a:lnTo>
                <a:lnTo>
                  <a:pt x="1" y="3644514"/>
                </a:lnTo>
                <a:lnTo>
                  <a:pt x="1" y="3657727"/>
                </a:lnTo>
                <a:lnTo>
                  <a:pt x="1" y="3680127"/>
                </a:lnTo>
                <a:lnTo>
                  <a:pt x="1" y="3779396"/>
                </a:lnTo>
                <a:lnTo>
                  <a:pt x="1" y="3801797"/>
                </a:lnTo>
                <a:lnTo>
                  <a:pt x="1" y="3815009"/>
                </a:lnTo>
                <a:lnTo>
                  <a:pt x="1" y="3837408"/>
                </a:lnTo>
                <a:lnTo>
                  <a:pt x="1" y="3853848"/>
                </a:lnTo>
                <a:lnTo>
                  <a:pt x="1" y="3872998"/>
                </a:lnTo>
                <a:lnTo>
                  <a:pt x="1" y="3889459"/>
                </a:lnTo>
                <a:lnTo>
                  <a:pt x="1" y="3908611"/>
                </a:lnTo>
                <a:lnTo>
                  <a:pt x="1" y="3925051"/>
                </a:lnTo>
                <a:lnTo>
                  <a:pt x="1" y="3947449"/>
                </a:lnTo>
                <a:lnTo>
                  <a:pt x="1" y="3960662"/>
                </a:lnTo>
                <a:lnTo>
                  <a:pt x="1" y="3983063"/>
                </a:lnTo>
                <a:lnTo>
                  <a:pt x="1" y="4004025"/>
                </a:lnTo>
                <a:lnTo>
                  <a:pt x="1" y="4026426"/>
                </a:lnTo>
                <a:lnTo>
                  <a:pt x="1" y="4039638"/>
                </a:lnTo>
                <a:lnTo>
                  <a:pt x="1" y="4062039"/>
                </a:lnTo>
                <a:lnTo>
                  <a:pt x="1" y="4097628"/>
                </a:lnTo>
                <a:lnTo>
                  <a:pt x="1" y="4120029"/>
                </a:lnTo>
                <a:lnTo>
                  <a:pt x="1" y="4133240"/>
                </a:lnTo>
                <a:lnTo>
                  <a:pt x="1" y="4155640"/>
                </a:lnTo>
                <a:lnTo>
                  <a:pt x="1" y="4306961"/>
                </a:lnTo>
                <a:lnTo>
                  <a:pt x="1" y="4329362"/>
                </a:lnTo>
                <a:lnTo>
                  <a:pt x="1" y="4342573"/>
                </a:lnTo>
                <a:lnTo>
                  <a:pt x="1" y="4364973"/>
                </a:lnTo>
                <a:lnTo>
                  <a:pt x="1" y="4400561"/>
                </a:lnTo>
                <a:lnTo>
                  <a:pt x="1" y="4422962"/>
                </a:lnTo>
                <a:lnTo>
                  <a:pt x="1" y="4423349"/>
                </a:lnTo>
                <a:lnTo>
                  <a:pt x="1" y="4436175"/>
                </a:lnTo>
                <a:lnTo>
                  <a:pt x="1" y="4445748"/>
                </a:lnTo>
                <a:lnTo>
                  <a:pt x="1" y="4458573"/>
                </a:lnTo>
                <a:lnTo>
                  <a:pt x="1" y="4458962"/>
                </a:lnTo>
                <a:lnTo>
                  <a:pt x="1" y="4481361"/>
                </a:lnTo>
                <a:lnTo>
                  <a:pt x="1" y="4516950"/>
                </a:lnTo>
                <a:lnTo>
                  <a:pt x="1" y="4539349"/>
                </a:lnTo>
                <a:lnTo>
                  <a:pt x="1" y="4552563"/>
                </a:lnTo>
                <a:lnTo>
                  <a:pt x="1" y="4574962"/>
                </a:lnTo>
                <a:lnTo>
                  <a:pt x="1" y="4726284"/>
                </a:lnTo>
                <a:lnTo>
                  <a:pt x="1" y="4748682"/>
                </a:lnTo>
                <a:lnTo>
                  <a:pt x="1" y="4761895"/>
                </a:lnTo>
                <a:lnTo>
                  <a:pt x="1" y="4784296"/>
                </a:lnTo>
                <a:lnTo>
                  <a:pt x="1" y="4819885"/>
                </a:lnTo>
                <a:lnTo>
                  <a:pt x="1" y="4831453"/>
                </a:lnTo>
                <a:lnTo>
                  <a:pt x="1" y="4841558"/>
                </a:lnTo>
                <a:lnTo>
                  <a:pt x="1" y="4842285"/>
                </a:lnTo>
                <a:lnTo>
                  <a:pt x="1" y="4855496"/>
                </a:lnTo>
                <a:lnTo>
                  <a:pt x="1" y="4877897"/>
                </a:lnTo>
                <a:lnTo>
                  <a:pt x="1" y="4973313"/>
                </a:lnTo>
                <a:lnTo>
                  <a:pt x="1" y="5008924"/>
                </a:lnTo>
                <a:lnTo>
                  <a:pt x="1" y="5044516"/>
                </a:lnTo>
                <a:lnTo>
                  <a:pt x="1" y="5066914"/>
                </a:lnTo>
                <a:lnTo>
                  <a:pt x="1" y="5080127"/>
                </a:lnTo>
                <a:lnTo>
                  <a:pt x="1" y="5102528"/>
                </a:lnTo>
                <a:lnTo>
                  <a:pt x="1" y="5201796"/>
                </a:lnTo>
                <a:lnTo>
                  <a:pt x="1" y="5224197"/>
                </a:lnTo>
                <a:lnTo>
                  <a:pt x="1" y="5237409"/>
                </a:lnTo>
                <a:lnTo>
                  <a:pt x="1" y="5259808"/>
                </a:lnTo>
                <a:lnTo>
                  <a:pt x="1" y="5295398"/>
                </a:lnTo>
                <a:lnTo>
                  <a:pt x="1" y="5331011"/>
                </a:lnTo>
                <a:lnTo>
                  <a:pt x="1" y="5426426"/>
                </a:lnTo>
                <a:lnTo>
                  <a:pt x="1" y="5448826"/>
                </a:lnTo>
                <a:lnTo>
                  <a:pt x="1" y="5460361"/>
                </a:lnTo>
                <a:lnTo>
                  <a:pt x="2" y="5460361"/>
                </a:lnTo>
                <a:lnTo>
                  <a:pt x="2" y="5466848"/>
                </a:lnTo>
                <a:lnTo>
                  <a:pt x="2" y="5502461"/>
                </a:lnTo>
                <a:lnTo>
                  <a:pt x="2" y="5597876"/>
                </a:lnTo>
                <a:lnTo>
                  <a:pt x="2" y="5620276"/>
                </a:lnTo>
                <a:lnTo>
                  <a:pt x="2" y="563181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7" name="Forma libre 41">
            <a:extLst>
              <a:ext uri="{FF2B5EF4-FFF2-40B4-BE49-F238E27FC236}">
                <a16:creationId xmlns:a16="http://schemas.microsoft.com/office/drawing/2014/main" id="{1CDC9E78-2BB4-0451-A535-B77D217B52C4}"/>
              </a:ext>
            </a:extLst>
          </p:cNvPr>
          <p:cNvSpPr/>
          <p:nvPr/>
        </p:nvSpPr>
        <p:spPr>
          <a:xfrm rot="16200000" flipV="1">
            <a:off x="2685957" y="-479611"/>
            <a:ext cx="502573" cy="6263958"/>
          </a:xfrm>
          <a:custGeom>
            <a:avLst/>
            <a:gdLst>
              <a:gd name="connsiteX0" fmla="*/ 502573 w 502573"/>
              <a:gd name="connsiteY0" fmla="*/ 6263958 h 6263958"/>
              <a:gd name="connsiteX1" fmla="*/ 502573 w 502573"/>
              <a:gd name="connsiteY1" fmla="*/ 6246085 h 6263958"/>
              <a:gd name="connsiteX2" fmla="*/ 502573 w 502573"/>
              <a:gd name="connsiteY2" fmla="*/ 6223684 h 6263958"/>
              <a:gd name="connsiteX3" fmla="*/ 502573 w 502573"/>
              <a:gd name="connsiteY3" fmla="*/ 6210472 h 6263958"/>
              <a:gd name="connsiteX4" fmla="*/ 502573 w 502573"/>
              <a:gd name="connsiteY4" fmla="*/ 6188073 h 6263958"/>
              <a:gd name="connsiteX5" fmla="*/ 502573 w 502573"/>
              <a:gd name="connsiteY5" fmla="*/ 6152483 h 6263958"/>
              <a:gd name="connsiteX6" fmla="*/ 502573 w 502573"/>
              <a:gd name="connsiteY6" fmla="*/ 6116871 h 6263958"/>
              <a:gd name="connsiteX7" fmla="*/ 502573 w 502573"/>
              <a:gd name="connsiteY7" fmla="*/ 5997362 h 6263958"/>
              <a:gd name="connsiteX8" fmla="*/ 502573 w 502573"/>
              <a:gd name="connsiteY8" fmla="*/ 5974963 h 6263958"/>
              <a:gd name="connsiteX9" fmla="*/ 502573 w 502573"/>
              <a:gd name="connsiteY9" fmla="*/ 5961749 h 6263958"/>
              <a:gd name="connsiteX10" fmla="*/ 502573 w 502573"/>
              <a:gd name="connsiteY10" fmla="*/ 5939350 h 6263958"/>
              <a:gd name="connsiteX11" fmla="*/ 502573 w 502573"/>
              <a:gd name="connsiteY11" fmla="*/ 5903761 h 6263958"/>
              <a:gd name="connsiteX12" fmla="*/ 502573 w 502573"/>
              <a:gd name="connsiteY12" fmla="*/ 5881361 h 6263958"/>
              <a:gd name="connsiteX13" fmla="*/ 502573 w 502573"/>
              <a:gd name="connsiteY13" fmla="*/ 5868148 h 6263958"/>
              <a:gd name="connsiteX14" fmla="*/ 502573 w 502573"/>
              <a:gd name="connsiteY14" fmla="*/ 5845749 h 6263958"/>
              <a:gd name="connsiteX15" fmla="*/ 502573 w 502573"/>
              <a:gd name="connsiteY15" fmla="*/ 5441058 h 6263958"/>
              <a:gd name="connsiteX16" fmla="*/ 502573 w 502573"/>
              <a:gd name="connsiteY16" fmla="*/ 5418658 h 6263958"/>
              <a:gd name="connsiteX17" fmla="*/ 502573 w 502573"/>
              <a:gd name="connsiteY17" fmla="*/ 5405446 h 6263958"/>
              <a:gd name="connsiteX18" fmla="*/ 502573 w 502573"/>
              <a:gd name="connsiteY18" fmla="*/ 5383046 h 6263958"/>
              <a:gd name="connsiteX19" fmla="*/ 502573 w 502573"/>
              <a:gd name="connsiteY19" fmla="*/ 5347456 h 6263958"/>
              <a:gd name="connsiteX20" fmla="*/ 502573 w 502573"/>
              <a:gd name="connsiteY20" fmla="*/ 5331011 h 6263958"/>
              <a:gd name="connsiteX21" fmla="*/ 502573 w 502573"/>
              <a:gd name="connsiteY21" fmla="*/ 5325055 h 6263958"/>
              <a:gd name="connsiteX22" fmla="*/ 502573 w 502573"/>
              <a:gd name="connsiteY22" fmla="*/ 5311844 h 6263958"/>
              <a:gd name="connsiteX23" fmla="*/ 502573 w 502573"/>
              <a:gd name="connsiteY23" fmla="*/ 5295398 h 6263958"/>
              <a:gd name="connsiteX24" fmla="*/ 502573 w 502573"/>
              <a:gd name="connsiteY24" fmla="*/ 5289444 h 6263958"/>
              <a:gd name="connsiteX25" fmla="*/ 502573 w 502573"/>
              <a:gd name="connsiteY25" fmla="*/ 5259808 h 6263958"/>
              <a:gd name="connsiteX26" fmla="*/ 502573 w 502573"/>
              <a:gd name="connsiteY26" fmla="*/ 5237408 h 6263958"/>
              <a:gd name="connsiteX27" fmla="*/ 502573 w 502573"/>
              <a:gd name="connsiteY27" fmla="*/ 5224197 h 6263958"/>
              <a:gd name="connsiteX28" fmla="*/ 502573 w 502573"/>
              <a:gd name="connsiteY28" fmla="*/ 5201796 h 6263958"/>
              <a:gd name="connsiteX29" fmla="*/ 502572 w 502573"/>
              <a:gd name="connsiteY29" fmla="*/ 4965544 h 6263958"/>
              <a:gd name="connsiteX30" fmla="*/ 502572 w 502573"/>
              <a:gd name="connsiteY30" fmla="*/ 4943145 h 6263958"/>
              <a:gd name="connsiteX31" fmla="*/ 502572 w 502573"/>
              <a:gd name="connsiteY31" fmla="*/ 4929933 h 6263958"/>
              <a:gd name="connsiteX32" fmla="*/ 502572 w 502573"/>
              <a:gd name="connsiteY32" fmla="*/ 4907532 h 6263958"/>
              <a:gd name="connsiteX33" fmla="*/ 502572 w 502573"/>
              <a:gd name="connsiteY33" fmla="*/ 4877897 h 6263958"/>
              <a:gd name="connsiteX34" fmla="*/ 502572 w 502573"/>
              <a:gd name="connsiteY34" fmla="*/ 4871943 h 6263958"/>
              <a:gd name="connsiteX35" fmla="*/ 502572 w 502573"/>
              <a:gd name="connsiteY35" fmla="*/ 4855496 h 6263958"/>
              <a:gd name="connsiteX36" fmla="*/ 502572 w 502573"/>
              <a:gd name="connsiteY36" fmla="*/ 4842285 h 6263958"/>
              <a:gd name="connsiteX37" fmla="*/ 502572 w 502573"/>
              <a:gd name="connsiteY37" fmla="*/ 4841558 h 6263958"/>
              <a:gd name="connsiteX38" fmla="*/ 502573 w 502573"/>
              <a:gd name="connsiteY38" fmla="*/ 4841558 h 6263958"/>
              <a:gd name="connsiteX39" fmla="*/ 502573 w 502573"/>
              <a:gd name="connsiteY39" fmla="*/ 4823685 h 6263958"/>
              <a:gd name="connsiteX40" fmla="*/ 502573 w 502573"/>
              <a:gd name="connsiteY40" fmla="*/ 4801284 h 6263958"/>
              <a:gd name="connsiteX41" fmla="*/ 502573 w 502573"/>
              <a:gd name="connsiteY41" fmla="*/ 4788072 h 6263958"/>
              <a:gd name="connsiteX42" fmla="*/ 502573 w 502573"/>
              <a:gd name="connsiteY42" fmla="*/ 4765673 h 6263958"/>
              <a:gd name="connsiteX43" fmla="*/ 502573 w 502573"/>
              <a:gd name="connsiteY43" fmla="*/ 4730083 h 6263958"/>
              <a:gd name="connsiteX44" fmla="*/ 502573 w 502573"/>
              <a:gd name="connsiteY44" fmla="*/ 4694471 h 6263958"/>
              <a:gd name="connsiteX45" fmla="*/ 502573 w 502573"/>
              <a:gd name="connsiteY45" fmla="*/ 4574962 h 6263958"/>
              <a:gd name="connsiteX46" fmla="*/ 502573 w 502573"/>
              <a:gd name="connsiteY46" fmla="*/ 4552563 h 6263958"/>
              <a:gd name="connsiteX47" fmla="*/ 502573 w 502573"/>
              <a:gd name="connsiteY47" fmla="*/ 4539349 h 6263958"/>
              <a:gd name="connsiteX48" fmla="*/ 502573 w 502573"/>
              <a:gd name="connsiteY48" fmla="*/ 4516950 h 6263958"/>
              <a:gd name="connsiteX49" fmla="*/ 502573 w 502573"/>
              <a:gd name="connsiteY49" fmla="*/ 4481361 h 6263958"/>
              <a:gd name="connsiteX50" fmla="*/ 502573 w 502573"/>
              <a:gd name="connsiteY50" fmla="*/ 4458962 h 6263958"/>
              <a:gd name="connsiteX51" fmla="*/ 502573 w 502573"/>
              <a:gd name="connsiteY51" fmla="*/ 4445748 h 6263958"/>
              <a:gd name="connsiteX52" fmla="*/ 502573 w 502573"/>
              <a:gd name="connsiteY52" fmla="*/ 4423349 h 6263958"/>
              <a:gd name="connsiteX53" fmla="*/ 502573 w 502573"/>
              <a:gd name="connsiteY53" fmla="*/ 4018658 h 6263958"/>
              <a:gd name="connsiteX54" fmla="*/ 502573 w 502573"/>
              <a:gd name="connsiteY54" fmla="*/ 3996258 h 6263958"/>
              <a:gd name="connsiteX55" fmla="*/ 502573 w 502573"/>
              <a:gd name="connsiteY55" fmla="*/ 3983046 h 6263958"/>
              <a:gd name="connsiteX56" fmla="*/ 502573 w 502573"/>
              <a:gd name="connsiteY56" fmla="*/ 3960646 h 6263958"/>
              <a:gd name="connsiteX57" fmla="*/ 502573 w 502573"/>
              <a:gd name="connsiteY57" fmla="*/ 3925056 h 6263958"/>
              <a:gd name="connsiteX58" fmla="*/ 502573 w 502573"/>
              <a:gd name="connsiteY58" fmla="*/ 3908611 h 6263958"/>
              <a:gd name="connsiteX59" fmla="*/ 502573 w 502573"/>
              <a:gd name="connsiteY59" fmla="*/ 3902655 h 6263958"/>
              <a:gd name="connsiteX60" fmla="*/ 502573 w 502573"/>
              <a:gd name="connsiteY60" fmla="*/ 3889444 h 6263958"/>
              <a:gd name="connsiteX61" fmla="*/ 502573 w 502573"/>
              <a:gd name="connsiteY61" fmla="*/ 3872998 h 6263958"/>
              <a:gd name="connsiteX62" fmla="*/ 502573 w 502573"/>
              <a:gd name="connsiteY62" fmla="*/ 3867044 h 6263958"/>
              <a:gd name="connsiteX63" fmla="*/ 502573 w 502573"/>
              <a:gd name="connsiteY63" fmla="*/ 3837408 h 6263958"/>
              <a:gd name="connsiteX64" fmla="*/ 502573 w 502573"/>
              <a:gd name="connsiteY64" fmla="*/ 3815008 h 6263958"/>
              <a:gd name="connsiteX65" fmla="*/ 502573 w 502573"/>
              <a:gd name="connsiteY65" fmla="*/ 3801797 h 6263958"/>
              <a:gd name="connsiteX66" fmla="*/ 502573 w 502573"/>
              <a:gd name="connsiteY66" fmla="*/ 3779396 h 6263958"/>
              <a:gd name="connsiteX67" fmla="*/ 502572 w 502573"/>
              <a:gd name="connsiteY67" fmla="*/ 3543143 h 6263958"/>
              <a:gd name="connsiteX68" fmla="*/ 502572 w 502573"/>
              <a:gd name="connsiteY68" fmla="*/ 3520745 h 6263958"/>
              <a:gd name="connsiteX69" fmla="*/ 502572 w 502573"/>
              <a:gd name="connsiteY69" fmla="*/ 3507532 h 6263958"/>
              <a:gd name="connsiteX70" fmla="*/ 502572 w 502573"/>
              <a:gd name="connsiteY70" fmla="*/ 3485131 h 6263958"/>
              <a:gd name="connsiteX71" fmla="*/ 502572 w 502573"/>
              <a:gd name="connsiteY71" fmla="*/ 3455496 h 6263958"/>
              <a:gd name="connsiteX72" fmla="*/ 502572 w 502573"/>
              <a:gd name="connsiteY72" fmla="*/ 3449543 h 6263958"/>
              <a:gd name="connsiteX73" fmla="*/ 502572 w 502573"/>
              <a:gd name="connsiteY73" fmla="*/ 3433096 h 6263958"/>
              <a:gd name="connsiteX74" fmla="*/ 502572 w 502573"/>
              <a:gd name="connsiteY74" fmla="*/ 3419885 h 6263958"/>
              <a:gd name="connsiteX75" fmla="*/ 502572 w 502573"/>
              <a:gd name="connsiteY75" fmla="*/ 3413932 h 6263958"/>
              <a:gd name="connsiteX76" fmla="*/ 502572 w 502573"/>
              <a:gd name="connsiteY76" fmla="*/ 3397484 h 6263958"/>
              <a:gd name="connsiteX77" fmla="*/ 502572 w 502573"/>
              <a:gd name="connsiteY77" fmla="*/ 3361896 h 6263958"/>
              <a:gd name="connsiteX78" fmla="*/ 502572 w 502573"/>
              <a:gd name="connsiteY78" fmla="*/ 3339495 h 6263958"/>
              <a:gd name="connsiteX79" fmla="*/ 502572 w 502573"/>
              <a:gd name="connsiteY79" fmla="*/ 3326282 h 6263958"/>
              <a:gd name="connsiteX80" fmla="*/ 502572 w 502573"/>
              <a:gd name="connsiteY80" fmla="*/ 3303883 h 6263958"/>
              <a:gd name="connsiteX81" fmla="*/ 502572 w 502573"/>
              <a:gd name="connsiteY81" fmla="*/ 2899192 h 6263958"/>
              <a:gd name="connsiteX82" fmla="*/ 502572 w 502573"/>
              <a:gd name="connsiteY82" fmla="*/ 2876791 h 6263958"/>
              <a:gd name="connsiteX83" fmla="*/ 502572 w 502573"/>
              <a:gd name="connsiteY83" fmla="*/ 2863581 h 6263958"/>
              <a:gd name="connsiteX84" fmla="*/ 502572 w 502573"/>
              <a:gd name="connsiteY84" fmla="*/ 2841180 h 6263958"/>
              <a:gd name="connsiteX85" fmla="*/ 502572 w 502573"/>
              <a:gd name="connsiteY85" fmla="*/ 2805591 h 6263958"/>
              <a:gd name="connsiteX86" fmla="*/ 502572 w 502573"/>
              <a:gd name="connsiteY86" fmla="*/ 2783191 h 6263958"/>
              <a:gd name="connsiteX87" fmla="*/ 502572 w 502573"/>
              <a:gd name="connsiteY87" fmla="*/ 2769978 h 6263958"/>
              <a:gd name="connsiteX88" fmla="*/ 502572 w 502573"/>
              <a:gd name="connsiteY88" fmla="*/ 2747577 h 6263958"/>
              <a:gd name="connsiteX89" fmla="*/ 502572 w 502573"/>
              <a:gd name="connsiteY89" fmla="*/ 2547091 h 6263958"/>
              <a:gd name="connsiteX90" fmla="*/ 502572 w 502573"/>
              <a:gd name="connsiteY90" fmla="*/ 2529218 h 6263958"/>
              <a:gd name="connsiteX91" fmla="*/ 502572 w 502573"/>
              <a:gd name="connsiteY91" fmla="*/ 2506817 h 6263958"/>
              <a:gd name="connsiteX92" fmla="*/ 502572 w 502573"/>
              <a:gd name="connsiteY92" fmla="*/ 2493605 h 6263958"/>
              <a:gd name="connsiteX93" fmla="*/ 502572 w 502573"/>
              <a:gd name="connsiteY93" fmla="*/ 2471206 h 6263958"/>
              <a:gd name="connsiteX94" fmla="*/ 502572 w 502573"/>
              <a:gd name="connsiteY94" fmla="*/ 2435616 h 6263958"/>
              <a:gd name="connsiteX95" fmla="*/ 502572 w 502573"/>
              <a:gd name="connsiteY95" fmla="*/ 2423679 h 6263958"/>
              <a:gd name="connsiteX96" fmla="*/ 502572 w 502573"/>
              <a:gd name="connsiteY96" fmla="*/ 2401280 h 6263958"/>
              <a:gd name="connsiteX97" fmla="*/ 502572 w 502573"/>
              <a:gd name="connsiteY97" fmla="*/ 2400004 h 6263958"/>
              <a:gd name="connsiteX98" fmla="*/ 502572 w 502573"/>
              <a:gd name="connsiteY98" fmla="*/ 2388068 h 6263958"/>
              <a:gd name="connsiteX99" fmla="*/ 502572 w 502573"/>
              <a:gd name="connsiteY99" fmla="*/ 2365667 h 6263958"/>
              <a:gd name="connsiteX100" fmla="*/ 502572 w 502573"/>
              <a:gd name="connsiteY100" fmla="*/ 2330078 h 6263958"/>
              <a:gd name="connsiteX101" fmla="*/ 502572 w 502573"/>
              <a:gd name="connsiteY101" fmla="*/ 2294467 h 6263958"/>
              <a:gd name="connsiteX102" fmla="*/ 502572 w 502573"/>
              <a:gd name="connsiteY102" fmla="*/ 2280495 h 6263958"/>
              <a:gd name="connsiteX103" fmla="*/ 502572 w 502573"/>
              <a:gd name="connsiteY103" fmla="*/ 2258096 h 6263958"/>
              <a:gd name="connsiteX104" fmla="*/ 502572 w 502573"/>
              <a:gd name="connsiteY104" fmla="*/ 2244882 h 6263958"/>
              <a:gd name="connsiteX105" fmla="*/ 502572 w 502573"/>
              <a:gd name="connsiteY105" fmla="*/ 2222483 h 6263958"/>
              <a:gd name="connsiteX106" fmla="*/ 502572 w 502573"/>
              <a:gd name="connsiteY106" fmla="*/ 2186894 h 6263958"/>
              <a:gd name="connsiteX107" fmla="*/ 502572 w 502573"/>
              <a:gd name="connsiteY107" fmla="*/ 2164494 h 6263958"/>
              <a:gd name="connsiteX108" fmla="*/ 502572 w 502573"/>
              <a:gd name="connsiteY108" fmla="*/ 2151281 h 6263958"/>
              <a:gd name="connsiteX109" fmla="*/ 502572 w 502573"/>
              <a:gd name="connsiteY109" fmla="*/ 2128882 h 6263958"/>
              <a:gd name="connsiteX110" fmla="*/ 502572 w 502573"/>
              <a:gd name="connsiteY110" fmla="*/ 1724191 h 6263958"/>
              <a:gd name="connsiteX111" fmla="*/ 502572 w 502573"/>
              <a:gd name="connsiteY111" fmla="*/ 1701791 h 6263958"/>
              <a:gd name="connsiteX112" fmla="*/ 502572 w 502573"/>
              <a:gd name="connsiteY112" fmla="*/ 1688579 h 6263958"/>
              <a:gd name="connsiteX113" fmla="*/ 502572 w 502573"/>
              <a:gd name="connsiteY113" fmla="*/ 1666179 h 6263958"/>
              <a:gd name="connsiteX114" fmla="*/ 502572 w 502573"/>
              <a:gd name="connsiteY114" fmla="*/ 1630590 h 6263958"/>
              <a:gd name="connsiteX115" fmla="*/ 502572 w 502573"/>
              <a:gd name="connsiteY115" fmla="*/ 1614144 h 6263958"/>
              <a:gd name="connsiteX116" fmla="*/ 502572 w 502573"/>
              <a:gd name="connsiteY116" fmla="*/ 1608189 h 6263958"/>
              <a:gd name="connsiteX117" fmla="*/ 502572 w 502573"/>
              <a:gd name="connsiteY117" fmla="*/ 1594978 h 6263958"/>
              <a:gd name="connsiteX118" fmla="*/ 502572 w 502573"/>
              <a:gd name="connsiteY118" fmla="*/ 1578531 h 6263958"/>
              <a:gd name="connsiteX119" fmla="*/ 502572 w 502573"/>
              <a:gd name="connsiteY119" fmla="*/ 1572578 h 6263958"/>
              <a:gd name="connsiteX120" fmla="*/ 502572 w 502573"/>
              <a:gd name="connsiteY120" fmla="*/ 1542942 h 6263958"/>
              <a:gd name="connsiteX121" fmla="*/ 502572 w 502573"/>
              <a:gd name="connsiteY121" fmla="*/ 1520542 h 6263958"/>
              <a:gd name="connsiteX122" fmla="*/ 502572 w 502573"/>
              <a:gd name="connsiteY122" fmla="*/ 1507331 h 6263958"/>
              <a:gd name="connsiteX123" fmla="*/ 502572 w 502573"/>
              <a:gd name="connsiteY123" fmla="*/ 1484930 h 6263958"/>
              <a:gd name="connsiteX124" fmla="*/ 502571 w 502573"/>
              <a:gd name="connsiteY124" fmla="*/ 1248677 h 6263958"/>
              <a:gd name="connsiteX125" fmla="*/ 502571 w 502573"/>
              <a:gd name="connsiteY125" fmla="*/ 1226279 h 6263958"/>
              <a:gd name="connsiteX126" fmla="*/ 502571 w 502573"/>
              <a:gd name="connsiteY126" fmla="*/ 1213066 h 6263958"/>
              <a:gd name="connsiteX127" fmla="*/ 502571 w 502573"/>
              <a:gd name="connsiteY127" fmla="*/ 1190665 h 6263958"/>
              <a:gd name="connsiteX128" fmla="*/ 502571 w 502573"/>
              <a:gd name="connsiteY128" fmla="*/ 1161030 h 6263958"/>
              <a:gd name="connsiteX129" fmla="*/ 502571 w 502573"/>
              <a:gd name="connsiteY129" fmla="*/ 1155076 h 6263958"/>
              <a:gd name="connsiteX130" fmla="*/ 502571 w 502573"/>
              <a:gd name="connsiteY130" fmla="*/ 1138629 h 6263958"/>
              <a:gd name="connsiteX131" fmla="*/ 502571 w 502573"/>
              <a:gd name="connsiteY131" fmla="*/ 1125419 h 6263958"/>
              <a:gd name="connsiteX132" fmla="*/ 502571 w 502573"/>
              <a:gd name="connsiteY132" fmla="*/ 1119465 h 6263958"/>
              <a:gd name="connsiteX133" fmla="*/ 502571 w 502573"/>
              <a:gd name="connsiteY133" fmla="*/ 1103018 h 6263958"/>
              <a:gd name="connsiteX134" fmla="*/ 502571 w 502573"/>
              <a:gd name="connsiteY134" fmla="*/ 1067429 h 6263958"/>
              <a:gd name="connsiteX135" fmla="*/ 502571 w 502573"/>
              <a:gd name="connsiteY135" fmla="*/ 1045028 h 6263958"/>
              <a:gd name="connsiteX136" fmla="*/ 502571 w 502573"/>
              <a:gd name="connsiteY136" fmla="*/ 1031815 h 6263958"/>
              <a:gd name="connsiteX137" fmla="*/ 502571 w 502573"/>
              <a:gd name="connsiteY137" fmla="*/ 1009417 h 6263958"/>
              <a:gd name="connsiteX138" fmla="*/ 502571 w 502573"/>
              <a:gd name="connsiteY138" fmla="*/ 604725 h 6263958"/>
              <a:gd name="connsiteX139" fmla="*/ 502571 w 502573"/>
              <a:gd name="connsiteY139" fmla="*/ 582324 h 6263958"/>
              <a:gd name="connsiteX140" fmla="*/ 502571 w 502573"/>
              <a:gd name="connsiteY140" fmla="*/ 569114 h 6263958"/>
              <a:gd name="connsiteX141" fmla="*/ 502571 w 502573"/>
              <a:gd name="connsiteY141" fmla="*/ 546713 h 6263958"/>
              <a:gd name="connsiteX142" fmla="*/ 502571 w 502573"/>
              <a:gd name="connsiteY142" fmla="*/ 511125 h 6263958"/>
              <a:gd name="connsiteX143" fmla="*/ 502571 w 502573"/>
              <a:gd name="connsiteY143" fmla="*/ 488725 h 6263958"/>
              <a:gd name="connsiteX144" fmla="*/ 502571 w 502573"/>
              <a:gd name="connsiteY144" fmla="*/ 475511 h 6263958"/>
              <a:gd name="connsiteX145" fmla="*/ 502571 w 502573"/>
              <a:gd name="connsiteY145" fmla="*/ 453110 h 6263958"/>
              <a:gd name="connsiteX146" fmla="*/ 502571 w 502573"/>
              <a:gd name="connsiteY146" fmla="*/ 129212 h 6263958"/>
              <a:gd name="connsiteX147" fmla="*/ 502571 w 502573"/>
              <a:gd name="connsiteY147" fmla="*/ 106814 h 6263958"/>
              <a:gd name="connsiteX148" fmla="*/ 502571 w 502573"/>
              <a:gd name="connsiteY148" fmla="*/ 93601 h 6263958"/>
              <a:gd name="connsiteX149" fmla="*/ 502571 w 502573"/>
              <a:gd name="connsiteY149" fmla="*/ 71200 h 6263958"/>
              <a:gd name="connsiteX150" fmla="*/ 502571 w 502573"/>
              <a:gd name="connsiteY150" fmla="*/ 35611 h 6263958"/>
              <a:gd name="connsiteX151" fmla="*/ 502571 w 502573"/>
              <a:gd name="connsiteY151" fmla="*/ 0 h 6263958"/>
              <a:gd name="connsiteX152" fmla="*/ 0 w 502573"/>
              <a:gd name="connsiteY152" fmla="*/ 136982 h 6263958"/>
              <a:gd name="connsiteX153" fmla="*/ 0 w 502573"/>
              <a:gd name="connsiteY153" fmla="*/ 172593 h 6263958"/>
              <a:gd name="connsiteX154" fmla="*/ 0 w 502573"/>
              <a:gd name="connsiteY154" fmla="*/ 208184 h 6263958"/>
              <a:gd name="connsiteX155" fmla="*/ 0 w 502573"/>
              <a:gd name="connsiteY155" fmla="*/ 230582 h 6263958"/>
              <a:gd name="connsiteX156" fmla="*/ 0 w 502573"/>
              <a:gd name="connsiteY156" fmla="*/ 243795 h 6263958"/>
              <a:gd name="connsiteX157" fmla="*/ 0 w 502573"/>
              <a:gd name="connsiteY157" fmla="*/ 266196 h 6263958"/>
              <a:gd name="connsiteX158" fmla="*/ 0 w 502573"/>
              <a:gd name="connsiteY158" fmla="*/ 590095 h 6263958"/>
              <a:gd name="connsiteX159" fmla="*/ 0 w 502573"/>
              <a:gd name="connsiteY159" fmla="*/ 612495 h 6263958"/>
              <a:gd name="connsiteX160" fmla="*/ 0 w 502573"/>
              <a:gd name="connsiteY160" fmla="*/ 625706 h 6263958"/>
              <a:gd name="connsiteX161" fmla="*/ 0 w 502573"/>
              <a:gd name="connsiteY161" fmla="*/ 648106 h 6263958"/>
              <a:gd name="connsiteX162" fmla="*/ 0 w 502573"/>
              <a:gd name="connsiteY162" fmla="*/ 683695 h 6263958"/>
              <a:gd name="connsiteX163" fmla="*/ 0 w 502573"/>
              <a:gd name="connsiteY163" fmla="*/ 706096 h 6263958"/>
              <a:gd name="connsiteX164" fmla="*/ 0 w 502573"/>
              <a:gd name="connsiteY164" fmla="*/ 719308 h 6263958"/>
              <a:gd name="connsiteX165" fmla="*/ 0 w 502573"/>
              <a:gd name="connsiteY165" fmla="*/ 741707 h 6263958"/>
              <a:gd name="connsiteX166" fmla="*/ 0 w 502573"/>
              <a:gd name="connsiteY166" fmla="*/ 1009417 h 6263958"/>
              <a:gd name="connsiteX167" fmla="*/ 0 w 502573"/>
              <a:gd name="connsiteY167" fmla="*/ 1031815 h 6263958"/>
              <a:gd name="connsiteX168" fmla="*/ 0 w 502573"/>
              <a:gd name="connsiteY168" fmla="*/ 1045028 h 6263958"/>
              <a:gd name="connsiteX169" fmla="*/ 0 w 502573"/>
              <a:gd name="connsiteY169" fmla="*/ 1067429 h 6263958"/>
              <a:gd name="connsiteX170" fmla="*/ 0 w 502573"/>
              <a:gd name="connsiteY170" fmla="*/ 1103018 h 6263958"/>
              <a:gd name="connsiteX171" fmla="*/ 0 w 502573"/>
              <a:gd name="connsiteY171" fmla="*/ 1125419 h 6263958"/>
              <a:gd name="connsiteX172" fmla="*/ 0 w 502573"/>
              <a:gd name="connsiteY172" fmla="*/ 1138629 h 6263958"/>
              <a:gd name="connsiteX173" fmla="*/ 0 w 502573"/>
              <a:gd name="connsiteY173" fmla="*/ 1161030 h 6263958"/>
              <a:gd name="connsiteX174" fmla="*/ 0 w 502573"/>
              <a:gd name="connsiteY174" fmla="*/ 1256447 h 6263958"/>
              <a:gd name="connsiteX175" fmla="*/ 0 w 502573"/>
              <a:gd name="connsiteY175" fmla="*/ 1292058 h 6263958"/>
              <a:gd name="connsiteX176" fmla="*/ 0 w 502573"/>
              <a:gd name="connsiteY176" fmla="*/ 1327649 h 6263958"/>
              <a:gd name="connsiteX177" fmla="*/ 0 w 502573"/>
              <a:gd name="connsiteY177" fmla="*/ 1350047 h 6263958"/>
              <a:gd name="connsiteX178" fmla="*/ 0 w 502573"/>
              <a:gd name="connsiteY178" fmla="*/ 1363260 h 6263958"/>
              <a:gd name="connsiteX179" fmla="*/ 0 w 502573"/>
              <a:gd name="connsiteY179" fmla="*/ 1385661 h 6263958"/>
              <a:gd name="connsiteX180" fmla="*/ 0 w 502573"/>
              <a:gd name="connsiteY180" fmla="*/ 1484930 h 6263958"/>
              <a:gd name="connsiteX181" fmla="*/ 0 w 502573"/>
              <a:gd name="connsiteY181" fmla="*/ 1507331 h 6263958"/>
              <a:gd name="connsiteX182" fmla="*/ 0 w 502573"/>
              <a:gd name="connsiteY182" fmla="*/ 1520542 h 6263958"/>
              <a:gd name="connsiteX183" fmla="*/ 0 w 502573"/>
              <a:gd name="connsiteY183" fmla="*/ 1542942 h 6263958"/>
              <a:gd name="connsiteX184" fmla="*/ 0 w 502573"/>
              <a:gd name="connsiteY184" fmla="*/ 1578531 h 6263958"/>
              <a:gd name="connsiteX185" fmla="*/ 0 w 502573"/>
              <a:gd name="connsiteY185" fmla="*/ 1614144 h 6263958"/>
              <a:gd name="connsiteX186" fmla="*/ 0 w 502573"/>
              <a:gd name="connsiteY186" fmla="*/ 1709559 h 6263958"/>
              <a:gd name="connsiteX187" fmla="*/ 0 w 502573"/>
              <a:gd name="connsiteY187" fmla="*/ 1731960 h 6263958"/>
              <a:gd name="connsiteX188" fmla="*/ 0 w 502573"/>
              <a:gd name="connsiteY188" fmla="*/ 1745172 h 6263958"/>
              <a:gd name="connsiteX189" fmla="*/ 0 w 502573"/>
              <a:gd name="connsiteY189" fmla="*/ 1767573 h 6263958"/>
              <a:gd name="connsiteX190" fmla="*/ 0 w 502573"/>
              <a:gd name="connsiteY190" fmla="*/ 1803161 h 6263958"/>
              <a:gd name="connsiteX191" fmla="*/ 0 w 502573"/>
              <a:gd name="connsiteY191" fmla="*/ 1825562 h 6263958"/>
              <a:gd name="connsiteX192" fmla="*/ 0 w 502573"/>
              <a:gd name="connsiteY192" fmla="*/ 1838773 h 6263958"/>
              <a:gd name="connsiteX193" fmla="*/ 0 w 502573"/>
              <a:gd name="connsiteY193" fmla="*/ 1861173 h 6263958"/>
              <a:gd name="connsiteX194" fmla="*/ 0 w 502573"/>
              <a:gd name="connsiteY194" fmla="*/ 2128882 h 6263958"/>
              <a:gd name="connsiteX195" fmla="*/ 0 w 502573"/>
              <a:gd name="connsiteY195" fmla="*/ 2151281 h 6263958"/>
              <a:gd name="connsiteX196" fmla="*/ 0 w 502573"/>
              <a:gd name="connsiteY196" fmla="*/ 2164494 h 6263958"/>
              <a:gd name="connsiteX197" fmla="*/ 0 w 502573"/>
              <a:gd name="connsiteY197" fmla="*/ 2186894 h 6263958"/>
              <a:gd name="connsiteX198" fmla="*/ 0 w 502573"/>
              <a:gd name="connsiteY198" fmla="*/ 2222483 h 6263958"/>
              <a:gd name="connsiteX199" fmla="*/ 0 w 502573"/>
              <a:gd name="connsiteY199" fmla="*/ 2244882 h 6263958"/>
              <a:gd name="connsiteX200" fmla="*/ 0 w 502573"/>
              <a:gd name="connsiteY200" fmla="*/ 2258096 h 6263958"/>
              <a:gd name="connsiteX201" fmla="*/ 0 w 502573"/>
              <a:gd name="connsiteY201" fmla="*/ 2280495 h 6263958"/>
              <a:gd name="connsiteX202" fmla="*/ 0 w 502573"/>
              <a:gd name="connsiteY202" fmla="*/ 2536986 h 6263958"/>
              <a:gd name="connsiteX203" fmla="*/ 0 w 502573"/>
              <a:gd name="connsiteY203" fmla="*/ 2547091 h 6263958"/>
              <a:gd name="connsiteX204" fmla="*/ 1 w 502573"/>
              <a:gd name="connsiteY204" fmla="*/ 2547091 h 6263958"/>
              <a:gd name="connsiteX205" fmla="*/ 1 w 502573"/>
              <a:gd name="connsiteY205" fmla="*/ 2560663 h 6263958"/>
              <a:gd name="connsiteX206" fmla="*/ 1 w 502573"/>
              <a:gd name="connsiteY206" fmla="*/ 2884561 h 6263958"/>
              <a:gd name="connsiteX207" fmla="*/ 1 w 502573"/>
              <a:gd name="connsiteY207" fmla="*/ 2906961 h 6263958"/>
              <a:gd name="connsiteX208" fmla="*/ 1 w 502573"/>
              <a:gd name="connsiteY208" fmla="*/ 2920173 h 6263958"/>
              <a:gd name="connsiteX209" fmla="*/ 1 w 502573"/>
              <a:gd name="connsiteY209" fmla="*/ 2942573 h 6263958"/>
              <a:gd name="connsiteX210" fmla="*/ 1 w 502573"/>
              <a:gd name="connsiteY210" fmla="*/ 2978161 h 6263958"/>
              <a:gd name="connsiteX211" fmla="*/ 1 w 502573"/>
              <a:gd name="connsiteY211" fmla="*/ 3000562 h 6263958"/>
              <a:gd name="connsiteX212" fmla="*/ 1 w 502573"/>
              <a:gd name="connsiteY212" fmla="*/ 3013775 h 6263958"/>
              <a:gd name="connsiteX213" fmla="*/ 1 w 502573"/>
              <a:gd name="connsiteY213" fmla="*/ 3036173 h 6263958"/>
              <a:gd name="connsiteX214" fmla="*/ 1 w 502573"/>
              <a:gd name="connsiteY214" fmla="*/ 3303883 h 6263958"/>
              <a:gd name="connsiteX215" fmla="*/ 1 w 502573"/>
              <a:gd name="connsiteY215" fmla="*/ 3326282 h 6263958"/>
              <a:gd name="connsiteX216" fmla="*/ 1 w 502573"/>
              <a:gd name="connsiteY216" fmla="*/ 3339495 h 6263958"/>
              <a:gd name="connsiteX217" fmla="*/ 1 w 502573"/>
              <a:gd name="connsiteY217" fmla="*/ 3361896 h 6263958"/>
              <a:gd name="connsiteX218" fmla="*/ 1 w 502573"/>
              <a:gd name="connsiteY218" fmla="*/ 3397484 h 6263958"/>
              <a:gd name="connsiteX219" fmla="*/ 1 w 502573"/>
              <a:gd name="connsiteY219" fmla="*/ 3419885 h 6263958"/>
              <a:gd name="connsiteX220" fmla="*/ 1 w 502573"/>
              <a:gd name="connsiteY220" fmla="*/ 3433096 h 6263958"/>
              <a:gd name="connsiteX221" fmla="*/ 1 w 502573"/>
              <a:gd name="connsiteY221" fmla="*/ 3455496 h 6263958"/>
              <a:gd name="connsiteX222" fmla="*/ 1 w 502573"/>
              <a:gd name="connsiteY222" fmla="*/ 3550913 h 6263958"/>
              <a:gd name="connsiteX223" fmla="*/ 1 w 502573"/>
              <a:gd name="connsiteY223" fmla="*/ 3586524 h 6263958"/>
              <a:gd name="connsiteX224" fmla="*/ 1 w 502573"/>
              <a:gd name="connsiteY224" fmla="*/ 3622115 h 6263958"/>
              <a:gd name="connsiteX225" fmla="*/ 1 w 502573"/>
              <a:gd name="connsiteY225" fmla="*/ 3644514 h 6263958"/>
              <a:gd name="connsiteX226" fmla="*/ 1 w 502573"/>
              <a:gd name="connsiteY226" fmla="*/ 3657727 h 6263958"/>
              <a:gd name="connsiteX227" fmla="*/ 1 w 502573"/>
              <a:gd name="connsiteY227" fmla="*/ 3680127 h 6263958"/>
              <a:gd name="connsiteX228" fmla="*/ 1 w 502573"/>
              <a:gd name="connsiteY228" fmla="*/ 3779396 h 6263958"/>
              <a:gd name="connsiteX229" fmla="*/ 1 w 502573"/>
              <a:gd name="connsiteY229" fmla="*/ 3801797 h 6263958"/>
              <a:gd name="connsiteX230" fmla="*/ 1 w 502573"/>
              <a:gd name="connsiteY230" fmla="*/ 3815009 h 6263958"/>
              <a:gd name="connsiteX231" fmla="*/ 1 w 502573"/>
              <a:gd name="connsiteY231" fmla="*/ 3837408 h 6263958"/>
              <a:gd name="connsiteX232" fmla="*/ 1 w 502573"/>
              <a:gd name="connsiteY232" fmla="*/ 3853848 h 6263958"/>
              <a:gd name="connsiteX233" fmla="*/ 1 w 502573"/>
              <a:gd name="connsiteY233" fmla="*/ 3872998 h 6263958"/>
              <a:gd name="connsiteX234" fmla="*/ 1 w 502573"/>
              <a:gd name="connsiteY234" fmla="*/ 3889459 h 6263958"/>
              <a:gd name="connsiteX235" fmla="*/ 1 w 502573"/>
              <a:gd name="connsiteY235" fmla="*/ 3908611 h 6263958"/>
              <a:gd name="connsiteX236" fmla="*/ 1 w 502573"/>
              <a:gd name="connsiteY236" fmla="*/ 3925051 h 6263958"/>
              <a:gd name="connsiteX237" fmla="*/ 1 w 502573"/>
              <a:gd name="connsiteY237" fmla="*/ 3947449 h 6263958"/>
              <a:gd name="connsiteX238" fmla="*/ 1 w 502573"/>
              <a:gd name="connsiteY238" fmla="*/ 3960662 h 6263958"/>
              <a:gd name="connsiteX239" fmla="*/ 1 w 502573"/>
              <a:gd name="connsiteY239" fmla="*/ 3983063 h 6263958"/>
              <a:gd name="connsiteX240" fmla="*/ 1 w 502573"/>
              <a:gd name="connsiteY240" fmla="*/ 4004025 h 6263958"/>
              <a:gd name="connsiteX241" fmla="*/ 1 w 502573"/>
              <a:gd name="connsiteY241" fmla="*/ 4026426 h 6263958"/>
              <a:gd name="connsiteX242" fmla="*/ 1 w 502573"/>
              <a:gd name="connsiteY242" fmla="*/ 4039638 h 6263958"/>
              <a:gd name="connsiteX243" fmla="*/ 1 w 502573"/>
              <a:gd name="connsiteY243" fmla="*/ 4062039 h 6263958"/>
              <a:gd name="connsiteX244" fmla="*/ 1 w 502573"/>
              <a:gd name="connsiteY244" fmla="*/ 4097628 h 6263958"/>
              <a:gd name="connsiteX245" fmla="*/ 1 w 502573"/>
              <a:gd name="connsiteY245" fmla="*/ 4120029 h 6263958"/>
              <a:gd name="connsiteX246" fmla="*/ 1 w 502573"/>
              <a:gd name="connsiteY246" fmla="*/ 4133240 h 6263958"/>
              <a:gd name="connsiteX247" fmla="*/ 1 w 502573"/>
              <a:gd name="connsiteY247" fmla="*/ 4155640 h 6263958"/>
              <a:gd name="connsiteX248" fmla="*/ 1 w 502573"/>
              <a:gd name="connsiteY248" fmla="*/ 4306961 h 6263958"/>
              <a:gd name="connsiteX249" fmla="*/ 1 w 502573"/>
              <a:gd name="connsiteY249" fmla="*/ 4329362 h 6263958"/>
              <a:gd name="connsiteX250" fmla="*/ 1 w 502573"/>
              <a:gd name="connsiteY250" fmla="*/ 4342573 h 6263958"/>
              <a:gd name="connsiteX251" fmla="*/ 1 w 502573"/>
              <a:gd name="connsiteY251" fmla="*/ 4364973 h 6263958"/>
              <a:gd name="connsiteX252" fmla="*/ 1 w 502573"/>
              <a:gd name="connsiteY252" fmla="*/ 4400561 h 6263958"/>
              <a:gd name="connsiteX253" fmla="*/ 1 w 502573"/>
              <a:gd name="connsiteY253" fmla="*/ 4422962 h 6263958"/>
              <a:gd name="connsiteX254" fmla="*/ 1 w 502573"/>
              <a:gd name="connsiteY254" fmla="*/ 4423349 h 6263958"/>
              <a:gd name="connsiteX255" fmla="*/ 1 w 502573"/>
              <a:gd name="connsiteY255" fmla="*/ 4436175 h 6263958"/>
              <a:gd name="connsiteX256" fmla="*/ 1 w 502573"/>
              <a:gd name="connsiteY256" fmla="*/ 4445748 h 6263958"/>
              <a:gd name="connsiteX257" fmla="*/ 1 w 502573"/>
              <a:gd name="connsiteY257" fmla="*/ 4458573 h 6263958"/>
              <a:gd name="connsiteX258" fmla="*/ 1 w 502573"/>
              <a:gd name="connsiteY258" fmla="*/ 4458962 h 6263958"/>
              <a:gd name="connsiteX259" fmla="*/ 1 w 502573"/>
              <a:gd name="connsiteY259" fmla="*/ 4481361 h 6263958"/>
              <a:gd name="connsiteX260" fmla="*/ 1 w 502573"/>
              <a:gd name="connsiteY260" fmla="*/ 4516950 h 6263958"/>
              <a:gd name="connsiteX261" fmla="*/ 1 w 502573"/>
              <a:gd name="connsiteY261" fmla="*/ 4539349 h 6263958"/>
              <a:gd name="connsiteX262" fmla="*/ 1 w 502573"/>
              <a:gd name="connsiteY262" fmla="*/ 4552563 h 6263958"/>
              <a:gd name="connsiteX263" fmla="*/ 1 w 502573"/>
              <a:gd name="connsiteY263" fmla="*/ 4574962 h 6263958"/>
              <a:gd name="connsiteX264" fmla="*/ 1 w 502573"/>
              <a:gd name="connsiteY264" fmla="*/ 4726284 h 6263958"/>
              <a:gd name="connsiteX265" fmla="*/ 1 w 502573"/>
              <a:gd name="connsiteY265" fmla="*/ 4748682 h 6263958"/>
              <a:gd name="connsiteX266" fmla="*/ 1 w 502573"/>
              <a:gd name="connsiteY266" fmla="*/ 4761895 h 6263958"/>
              <a:gd name="connsiteX267" fmla="*/ 1 w 502573"/>
              <a:gd name="connsiteY267" fmla="*/ 4784296 h 6263958"/>
              <a:gd name="connsiteX268" fmla="*/ 1 w 502573"/>
              <a:gd name="connsiteY268" fmla="*/ 4819885 h 6263958"/>
              <a:gd name="connsiteX269" fmla="*/ 1 w 502573"/>
              <a:gd name="connsiteY269" fmla="*/ 4831453 h 6263958"/>
              <a:gd name="connsiteX270" fmla="*/ 1 w 502573"/>
              <a:gd name="connsiteY270" fmla="*/ 4841558 h 6263958"/>
              <a:gd name="connsiteX271" fmla="*/ 1 w 502573"/>
              <a:gd name="connsiteY271" fmla="*/ 4842285 h 6263958"/>
              <a:gd name="connsiteX272" fmla="*/ 1 w 502573"/>
              <a:gd name="connsiteY272" fmla="*/ 4855496 h 6263958"/>
              <a:gd name="connsiteX273" fmla="*/ 1 w 502573"/>
              <a:gd name="connsiteY273" fmla="*/ 4877897 h 6263958"/>
              <a:gd name="connsiteX274" fmla="*/ 1 w 502573"/>
              <a:gd name="connsiteY274" fmla="*/ 4973313 h 6263958"/>
              <a:gd name="connsiteX275" fmla="*/ 1 w 502573"/>
              <a:gd name="connsiteY275" fmla="*/ 5008924 h 6263958"/>
              <a:gd name="connsiteX276" fmla="*/ 1 w 502573"/>
              <a:gd name="connsiteY276" fmla="*/ 5044516 h 6263958"/>
              <a:gd name="connsiteX277" fmla="*/ 1 w 502573"/>
              <a:gd name="connsiteY277" fmla="*/ 5066914 h 6263958"/>
              <a:gd name="connsiteX278" fmla="*/ 1 w 502573"/>
              <a:gd name="connsiteY278" fmla="*/ 5080127 h 6263958"/>
              <a:gd name="connsiteX279" fmla="*/ 1 w 502573"/>
              <a:gd name="connsiteY279" fmla="*/ 5102528 h 6263958"/>
              <a:gd name="connsiteX280" fmla="*/ 1 w 502573"/>
              <a:gd name="connsiteY280" fmla="*/ 5201796 h 6263958"/>
              <a:gd name="connsiteX281" fmla="*/ 1 w 502573"/>
              <a:gd name="connsiteY281" fmla="*/ 5224197 h 6263958"/>
              <a:gd name="connsiteX282" fmla="*/ 1 w 502573"/>
              <a:gd name="connsiteY282" fmla="*/ 5237409 h 6263958"/>
              <a:gd name="connsiteX283" fmla="*/ 1 w 502573"/>
              <a:gd name="connsiteY283" fmla="*/ 5259808 h 6263958"/>
              <a:gd name="connsiteX284" fmla="*/ 1 w 502573"/>
              <a:gd name="connsiteY284" fmla="*/ 5295398 h 6263958"/>
              <a:gd name="connsiteX285" fmla="*/ 1 w 502573"/>
              <a:gd name="connsiteY285" fmla="*/ 5331011 h 6263958"/>
              <a:gd name="connsiteX286" fmla="*/ 1 w 502573"/>
              <a:gd name="connsiteY286" fmla="*/ 5426426 h 6263958"/>
              <a:gd name="connsiteX287" fmla="*/ 1 w 502573"/>
              <a:gd name="connsiteY287" fmla="*/ 5448826 h 6263958"/>
              <a:gd name="connsiteX288" fmla="*/ 1 w 502573"/>
              <a:gd name="connsiteY288" fmla="*/ 5462038 h 6263958"/>
              <a:gd name="connsiteX289" fmla="*/ 1 w 502573"/>
              <a:gd name="connsiteY289" fmla="*/ 5484439 h 6263958"/>
              <a:gd name="connsiteX290" fmla="*/ 1 w 502573"/>
              <a:gd name="connsiteY290" fmla="*/ 5520028 h 6263958"/>
              <a:gd name="connsiteX291" fmla="*/ 1 w 502573"/>
              <a:gd name="connsiteY291" fmla="*/ 5542429 h 6263958"/>
              <a:gd name="connsiteX292" fmla="*/ 1 w 502573"/>
              <a:gd name="connsiteY292" fmla="*/ 5555640 h 6263958"/>
              <a:gd name="connsiteX293" fmla="*/ 1 w 502573"/>
              <a:gd name="connsiteY293" fmla="*/ 5578040 h 6263958"/>
              <a:gd name="connsiteX294" fmla="*/ 1 w 502573"/>
              <a:gd name="connsiteY294" fmla="*/ 5845749 h 6263958"/>
              <a:gd name="connsiteX295" fmla="*/ 1 w 502573"/>
              <a:gd name="connsiteY295" fmla="*/ 5868148 h 6263958"/>
              <a:gd name="connsiteX296" fmla="*/ 1 w 502573"/>
              <a:gd name="connsiteY296" fmla="*/ 5881361 h 6263958"/>
              <a:gd name="connsiteX297" fmla="*/ 1 w 502573"/>
              <a:gd name="connsiteY297" fmla="*/ 5903761 h 6263958"/>
              <a:gd name="connsiteX298" fmla="*/ 1 w 502573"/>
              <a:gd name="connsiteY298" fmla="*/ 5939350 h 6263958"/>
              <a:gd name="connsiteX299" fmla="*/ 1 w 502573"/>
              <a:gd name="connsiteY299" fmla="*/ 5961749 h 6263958"/>
              <a:gd name="connsiteX300" fmla="*/ 1 w 502573"/>
              <a:gd name="connsiteY300" fmla="*/ 5974963 h 6263958"/>
              <a:gd name="connsiteX301" fmla="*/ 1 w 502573"/>
              <a:gd name="connsiteY301" fmla="*/ 5997362 h 6263958"/>
              <a:gd name="connsiteX302" fmla="*/ 1 w 502573"/>
              <a:gd name="connsiteY302" fmla="*/ 6253853 h 6263958"/>
              <a:gd name="connsiteX303" fmla="*/ 1 w 502573"/>
              <a:gd name="connsiteY303" fmla="*/ 6263958 h 6263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Lst>
            <a:rect l="l" t="t" r="r" b="b"/>
            <a:pathLst>
              <a:path w="502572" h="6263958">
                <a:moveTo>
                  <a:pt x="502573" y="6263958"/>
                </a:moveTo>
                <a:lnTo>
                  <a:pt x="502573" y="6246085"/>
                </a:lnTo>
                <a:lnTo>
                  <a:pt x="502573" y="6223684"/>
                </a:lnTo>
                <a:lnTo>
                  <a:pt x="502573" y="6210472"/>
                </a:lnTo>
                <a:lnTo>
                  <a:pt x="502573" y="6188073"/>
                </a:lnTo>
                <a:lnTo>
                  <a:pt x="502573" y="6152483"/>
                </a:lnTo>
                <a:lnTo>
                  <a:pt x="502573" y="6116871"/>
                </a:lnTo>
                <a:lnTo>
                  <a:pt x="502573" y="5997362"/>
                </a:lnTo>
                <a:lnTo>
                  <a:pt x="502573" y="5974963"/>
                </a:lnTo>
                <a:lnTo>
                  <a:pt x="502573" y="5961749"/>
                </a:lnTo>
                <a:lnTo>
                  <a:pt x="502573" y="5939350"/>
                </a:lnTo>
                <a:lnTo>
                  <a:pt x="502573" y="5903761"/>
                </a:lnTo>
                <a:lnTo>
                  <a:pt x="502573" y="5881361"/>
                </a:lnTo>
                <a:lnTo>
                  <a:pt x="502573" y="5868148"/>
                </a:lnTo>
                <a:lnTo>
                  <a:pt x="502573" y="5845749"/>
                </a:lnTo>
                <a:lnTo>
                  <a:pt x="502573" y="5441058"/>
                </a:lnTo>
                <a:lnTo>
                  <a:pt x="502573" y="5418658"/>
                </a:lnTo>
                <a:lnTo>
                  <a:pt x="502573" y="5405446"/>
                </a:lnTo>
                <a:lnTo>
                  <a:pt x="502573" y="5383046"/>
                </a:lnTo>
                <a:lnTo>
                  <a:pt x="502573" y="5347456"/>
                </a:lnTo>
                <a:lnTo>
                  <a:pt x="502573" y="5331011"/>
                </a:lnTo>
                <a:lnTo>
                  <a:pt x="502573" y="5325055"/>
                </a:lnTo>
                <a:lnTo>
                  <a:pt x="502573" y="5311844"/>
                </a:lnTo>
                <a:lnTo>
                  <a:pt x="502573" y="5295398"/>
                </a:lnTo>
                <a:lnTo>
                  <a:pt x="502573" y="5289444"/>
                </a:lnTo>
                <a:lnTo>
                  <a:pt x="502573" y="5259808"/>
                </a:lnTo>
                <a:lnTo>
                  <a:pt x="502573" y="5237408"/>
                </a:lnTo>
                <a:lnTo>
                  <a:pt x="502573" y="5224197"/>
                </a:lnTo>
                <a:lnTo>
                  <a:pt x="502573" y="5201796"/>
                </a:lnTo>
                <a:lnTo>
                  <a:pt x="502572" y="4965544"/>
                </a:lnTo>
                <a:lnTo>
                  <a:pt x="502572" y="4943145"/>
                </a:lnTo>
                <a:lnTo>
                  <a:pt x="502572" y="4929933"/>
                </a:lnTo>
                <a:lnTo>
                  <a:pt x="502572" y="4907532"/>
                </a:lnTo>
                <a:lnTo>
                  <a:pt x="502572" y="4877897"/>
                </a:lnTo>
                <a:lnTo>
                  <a:pt x="502572" y="4871943"/>
                </a:lnTo>
                <a:lnTo>
                  <a:pt x="502572" y="4855496"/>
                </a:lnTo>
                <a:lnTo>
                  <a:pt x="502572" y="4842285"/>
                </a:lnTo>
                <a:lnTo>
                  <a:pt x="502572" y="4841558"/>
                </a:lnTo>
                <a:lnTo>
                  <a:pt x="502573" y="4841558"/>
                </a:lnTo>
                <a:lnTo>
                  <a:pt x="502573" y="4823685"/>
                </a:lnTo>
                <a:lnTo>
                  <a:pt x="502573" y="4801284"/>
                </a:lnTo>
                <a:lnTo>
                  <a:pt x="502573" y="4788072"/>
                </a:lnTo>
                <a:lnTo>
                  <a:pt x="502573" y="4765673"/>
                </a:lnTo>
                <a:lnTo>
                  <a:pt x="502573" y="4730083"/>
                </a:lnTo>
                <a:lnTo>
                  <a:pt x="502573" y="4694471"/>
                </a:lnTo>
                <a:lnTo>
                  <a:pt x="502573" y="4574962"/>
                </a:lnTo>
                <a:lnTo>
                  <a:pt x="502573" y="4552563"/>
                </a:lnTo>
                <a:lnTo>
                  <a:pt x="502573" y="4539349"/>
                </a:lnTo>
                <a:lnTo>
                  <a:pt x="502573" y="4516950"/>
                </a:lnTo>
                <a:lnTo>
                  <a:pt x="502573" y="4481361"/>
                </a:lnTo>
                <a:lnTo>
                  <a:pt x="502573" y="4458962"/>
                </a:lnTo>
                <a:lnTo>
                  <a:pt x="502573" y="4445748"/>
                </a:lnTo>
                <a:lnTo>
                  <a:pt x="502573" y="4423349"/>
                </a:lnTo>
                <a:lnTo>
                  <a:pt x="502573" y="4018658"/>
                </a:lnTo>
                <a:lnTo>
                  <a:pt x="502573" y="3996258"/>
                </a:lnTo>
                <a:lnTo>
                  <a:pt x="502573" y="3983046"/>
                </a:lnTo>
                <a:lnTo>
                  <a:pt x="502573" y="3960646"/>
                </a:lnTo>
                <a:lnTo>
                  <a:pt x="502573" y="3925056"/>
                </a:lnTo>
                <a:lnTo>
                  <a:pt x="502573" y="3908611"/>
                </a:lnTo>
                <a:lnTo>
                  <a:pt x="502573" y="3902655"/>
                </a:lnTo>
                <a:lnTo>
                  <a:pt x="502573" y="3889444"/>
                </a:lnTo>
                <a:lnTo>
                  <a:pt x="502573" y="3872998"/>
                </a:lnTo>
                <a:lnTo>
                  <a:pt x="502573" y="3867044"/>
                </a:lnTo>
                <a:lnTo>
                  <a:pt x="502573" y="3837408"/>
                </a:lnTo>
                <a:lnTo>
                  <a:pt x="502573" y="3815008"/>
                </a:lnTo>
                <a:lnTo>
                  <a:pt x="502573" y="3801797"/>
                </a:lnTo>
                <a:lnTo>
                  <a:pt x="502573" y="3779396"/>
                </a:lnTo>
                <a:lnTo>
                  <a:pt x="502572" y="3543143"/>
                </a:lnTo>
                <a:lnTo>
                  <a:pt x="502572" y="3520745"/>
                </a:lnTo>
                <a:lnTo>
                  <a:pt x="502572" y="3507532"/>
                </a:lnTo>
                <a:lnTo>
                  <a:pt x="502572" y="3485131"/>
                </a:lnTo>
                <a:lnTo>
                  <a:pt x="502572" y="3455496"/>
                </a:lnTo>
                <a:lnTo>
                  <a:pt x="502572" y="3449543"/>
                </a:lnTo>
                <a:lnTo>
                  <a:pt x="502572" y="3433096"/>
                </a:lnTo>
                <a:lnTo>
                  <a:pt x="502572" y="3419885"/>
                </a:lnTo>
                <a:lnTo>
                  <a:pt x="502572" y="3413932"/>
                </a:lnTo>
                <a:lnTo>
                  <a:pt x="502572" y="3397484"/>
                </a:lnTo>
                <a:lnTo>
                  <a:pt x="502572" y="3361896"/>
                </a:lnTo>
                <a:lnTo>
                  <a:pt x="502572" y="3339495"/>
                </a:lnTo>
                <a:lnTo>
                  <a:pt x="502572" y="3326282"/>
                </a:lnTo>
                <a:lnTo>
                  <a:pt x="502572" y="3303883"/>
                </a:lnTo>
                <a:lnTo>
                  <a:pt x="502572" y="2899192"/>
                </a:lnTo>
                <a:lnTo>
                  <a:pt x="502572" y="2876791"/>
                </a:lnTo>
                <a:lnTo>
                  <a:pt x="502572" y="2863581"/>
                </a:lnTo>
                <a:lnTo>
                  <a:pt x="502572" y="2841180"/>
                </a:lnTo>
                <a:lnTo>
                  <a:pt x="502572" y="2805591"/>
                </a:lnTo>
                <a:lnTo>
                  <a:pt x="502572" y="2783191"/>
                </a:lnTo>
                <a:lnTo>
                  <a:pt x="502572" y="2769978"/>
                </a:lnTo>
                <a:lnTo>
                  <a:pt x="502572" y="2747577"/>
                </a:lnTo>
                <a:lnTo>
                  <a:pt x="502572" y="2547091"/>
                </a:lnTo>
                <a:lnTo>
                  <a:pt x="502572" y="2529218"/>
                </a:lnTo>
                <a:lnTo>
                  <a:pt x="502572" y="2506817"/>
                </a:lnTo>
                <a:lnTo>
                  <a:pt x="502572" y="2493605"/>
                </a:lnTo>
                <a:lnTo>
                  <a:pt x="502572" y="2471206"/>
                </a:lnTo>
                <a:lnTo>
                  <a:pt x="502572" y="2435616"/>
                </a:lnTo>
                <a:lnTo>
                  <a:pt x="502572" y="2423679"/>
                </a:lnTo>
                <a:lnTo>
                  <a:pt x="502572" y="2401280"/>
                </a:lnTo>
                <a:lnTo>
                  <a:pt x="502572" y="2400004"/>
                </a:lnTo>
                <a:lnTo>
                  <a:pt x="502572" y="2388068"/>
                </a:lnTo>
                <a:lnTo>
                  <a:pt x="502572" y="2365667"/>
                </a:lnTo>
                <a:lnTo>
                  <a:pt x="502572" y="2330078"/>
                </a:lnTo>
                <a:lnTo>
                  <a:pt x="502572" y="2294467"/>
                </a:lnTo>
                <a:lnTo>
                  <a:pt x="502572" y="2280495"/>
                </a:lnTo>
                <a:lnTo>
                  <a:pt x="502572" y="2258096"/>
                </a:lnTo>
                <a:lnTo>
                  <a:pt x="502572" y="2244882"/>
                </a:lnTo>
                <a:lnTo>
                  <a:pt x="502572" y="2222483"/>
                </a:lnTo>
                <a:lnTo>
                  <a:pt x="502572" y="2186894"/>
                </a:lnTo>
                <a:lnTo>
                  <a:pt x="502572" y="2164494"/>
                </a:lnTo>
                <a:lnTo>
                  <a:pt x="502572" y="2151281"/>
                </a:lnTo>
                <a:lnTo>
                  <a:pt x="502572" y="2128882"/>
                </a:lnTo>
                <a:lnTo>
                  <a:pt x="502572" y="1724191"/>
                </a:lnTo>
                <a:lnTo>
                  <a:pt x="502572" y="1701791"/>
                </a:lnTo>
                <a:lnTo>
                  <a:pt x="502572" y="1688579"/>
                </a:lnTo>
                <a:lnTo>
                  <a:pt x="502572" y="1666179"/>
                </a:lnTo>
                <a:lnTo>
                  <a:pt x="502572" y="1630590"/>
                </a:lnTo>
                <a:lnTo>
                  <a:pt x="502572" y="1614144"/>
                </a:lnTo>
                <a:lnTo>
                  <a:pt x="502572" y="1608189"/>
                </a:lnTo>
                <a:lnTo>
                  <a:pt x="502572" y="1594978"/>
                </a:lnTo>
                <a:lnTo>
                  <a:pt x="502572" y="1578531"/>
                </a:lnTo>
                <a:lnTo>
                  <a:pt x="502572" y="1572578"/>
                </a:lnTo>
                <a:lnTo>
                  <a:pt x="502572" y="1542942"/>
                </a:lnTo>
                <a:lnTo>
                  <a:pt x="502572" y="1520542"/>
                </a:lnTo>
                <a:lnTo>
                  <a:pt x="502572" y="1507331"/>
                </a:lnTo>
                <a:lnTo>
                  <a:pt x="502572" y="1484930"/>
                </a:lnTo>
                <a:lnTo>
                  <a:pt x="502571" y="1248677"/>
                </a:lnTo>
                <a:lnTo>
                  <a:pt x="502571" y="1226279"/>
                </a:lnTo>
                <a:lnTo>
                  <a:pt x="502571" y="1213066"/>
                </a:lnTo>
                <a:lnTo>
                  <a:pt x="502571" y="1190665"/>
                </a:lnTo>
                <a:lnTo>
                  <a:pt x="502571" y="1161030"/>
                </a:lnTo>
                <a:lnTo>
                  <a:pt x="502571" y="1155076"/>
                </a:lnTo>
                <a:lnTo>
                  <a:pt x="502571" y="1138629"/>
                </a:lnTo>
                <a:lnTo>
                  <a:pt x="502571" y="1125419"/>
                </a:lnTo>
                <a:lnTo>
                  <a:pt x="502571" y="1119465"/>
                </a:lnTo>
                <a:lnTo>
                  <a:pt x="502571" y="1103018"/>
                </a:lnTo>
                <a:lnTo>
                  <a:pt x="502571" y="1067429"/>
                </a:lnTo>
                <a:lnTo>
                  <a:pt x="502571" y="1045028"/>
                </a:lnTo>
                <a:lnTo>
                  <a:pt x="502571" y="1031815"/>
                </a:lnTo>
                <a:lnTo>
                  <a:pt x="502571" y="1009417"/>
                </a:lnTo>
                <a:lnTo>
                  <a:pt x="502571" y="604725"/>
                </a:lnTo>
                <a:lnTo>
                  <a:pt x="502571" y="582324"/>
                </a:lnTo>
                <a:lnTo>
                  <a:pt x="502571" y="569114"/>
                </a:lnTo>
                <a:lnTo>
                  <a:pt x="502571" y="546713"/>
                </a:lnTo>
                <a:lnTo>
                  <a:pt x="502571" y="511125"/>
                </a:lnTo>
                <a:lnTo>
                  <a:pt x="502571" y="488725"/>
                </a:lnTo>
                <a:lnTo>
                  <a:pt x="502571" y="475511"/>
                </a:lnTo>
                <a:lnTo>
                  <a:pt x="502571" y="453110"/>
                </a:lnTo>
                <a:lnTo>
                  <a:pt x="502571" y="129212"/>
                </a:lnTo>
                <a:lnTo>
                  <a:pt x="502571" y="106814"/>
                </a:lnTo>
                <a:lnTo>
                  <a:pt x="502571" y="93601"/>
                </a:lnTo>
                <a:lnTo>
                  <a:pt x="502571" y="71200"/>
                </a:lnTo>
                <a:lnTo>
                  <a:pt x="502571" y="35611"/>
                </a:lnTo>
                <a:lnTo>
                  <a:pt x="502571" y="0"/>
                </a:lnTo>
                <a:lnTo>
                  <a:pt x="0" y="136982"/>
                </a:lnTo>
                <a:lnTo>
                  <a:pt x="0" y="172593"/>
                </a:lnTo>
                <a:lnTo>
                  <a:pt x="0" y="208184"/>
                </a:lnTo>
                <a:lnTo>
                  <a:pt x="0" y="230582"/>
                </a:lnTo>
                <a:lnTo>
                  <a:pt x="0" y="243795"/>
                </a:lnTo>
                <a:lnTo>
                  <a:pt x="0" y="266196"/>
                </a:lnTo>
                <a:lnTo>
                  <a:pt x="0" y="590095"/>
                </a:lnTo>
                <a:lnTo>
                  <a:pt x="0" y="612495"/>
                </a:lnTo>
                <a:lnTo>
                  <a:pt x="0" y="625706"/>
                </a:lnTo>
                <a:lnTo>
                  <a:pt x="0" y="648106"/>
                </a:lnTo>
                <a:lnTo>
                  <a:pt x="0" y="683695"/>
                </a:lnTo>
                <a:lnTo>
                  <a:pt x="0" y="706096"/>
                </a:lnTo>
                <a:lnTo>
                  <a:pt x="0" y="719308"/>
                </a:lnTo>
                <a:lnTo>
                  <a:pt x="0" y="741707"/>
                </a:lnTo>
                <a:lnTo>
                  <a:pt x="0" y="1009417"/>
                </a:lnTo>
                <a:lnTo>
                  <a:pt x="0" y="1031815"/>
                </a:lnTo>
                <a:lnTo>
                  <a:pt x="0" y="1045028"/>
                </a:lnTo>
                <a:lnTo>
                  <a:pt x="0" y="1067429"/>
                </a:lnTo>
                <a:lnTo>
                  <a:pt x="0" y="1103018"/>
                </a:lnTo>
                <a:lnTo>
                  <a:pt x="0" y="1125419"/>
                </a:lnTo>
                <a:lnTo>
                  <a:pt x="0" y="1138629"/>
                </a:lnTo>
                <a:lnTo>
                  <a:pt x="0" y="1161030"/>
                </a:lnTo>
                <a:lnTo>
                  <a:pt x="0" y="1256447"/>
                </a:lnTo>
                <a:lnTo>
                  <a:pt x="0" y="1292058"/>
                </a:lnTo>
                <a:lnTo>
                  <a:pt x="0" y="1327649"/>
                </a:lnTo>
                <a:lnTo>
                  <a:pt x="0" y="1350047"/>
                </a:lnTo>
                <a:lnTo>
                  <a:pt x="0" y="1363260"/>
                </a:lnTo>
                <a:lnTo>
                  <a:pt x="0" y="1385661"/>
                </a:lnTo>
                <a:lnTo>
                  <a:pt x="0" y="1484930"/>
                </a:lnTo>
                <a:lnTo>
                  <a:pt x="0" y="1507331"/>
                </a:lnTo>
                <a:lnTo>
                  <a:pt x="0" y="1520542"/>
                </a:lnTo>
                <a:lnTo>
                  <a:pt x="0" y="1542942"/>
                </a:lnTo>
                <a:lnTo>
                  <a:pt x="0" y="1578531"/>
                </a:lnTo>
                <a:lnTo>
                  <a:pt x="0" y="1614144"/>
                </a:lnTo>
                <a:lnTo>
                  <a:pt x="0" y="1709559"/>
                </a:lnTo>
                <a:lnTo>
                  <a:pt x="0" y="1731960"/>
                </a:lnTo>
                <a:lnTo>
                  <a:pt x="0" y="1745172"/>
                </a:lnTo>
                <a:lnTo>
                  <a:pt x="0" y="1767573"/>
                </a:lnTo>
                <a:lnTo>
                  <a:pt x="0" y="1803161"/>
                </a:lnTo>
                <a:lnTo>
                  <a:pt x="0" y="1825562"/>
                </a:lnTo>
                <a:lnTo>
                  <a:pt x="0" y="1838773"/>
                </a:lnTo>
                <a:lnTo>
                  <a:pt x="0" y="1861173"/>
                </a:lnTo>
                <a:lnTo>
                  <a:pt x="0" y="2128882"/>
                </a:lnTo>
                <a:lnTo>
                  <a:pt x="0" y="2151281"/>
                </a:lnTo>
                <a:lnTo>
                  <a:pt x="0" y="2164494"/>
                </a:lnTo>
                <a:lnTo>
                  <a:pt x="0" y="2186894"/>
                </a:lnTo>
                <a:lnTo>
                  <a:pt x="0" y="2222483"/>
                </a:lnTo>
                <a:lnTo>
                  <a:pt x="0" y="2244882"/>
                </a:lnTo>
                <a:lnTo>
                  <a:pt x="0" y="2258096"/>
                </a:lnTo>
                <a:lnTo>
                  <a:pt x="0" y="2280495"/>
                </a:lnTo>
                <a:lnTo>
                  <a:pt x="0" y="2536986"/>
                </a:lnTo>
                <a:lnTo>
                  <a:pt x="0" y="2547091"/>
                </a:lnTo>
                <a:lnTo>
                  <a:pt x="1" y="2547091"/>
                </a:lnTo>
                <a:lnTo>
                  <a:pt x="1" y="2560663"/>
                </a:lnTo>
                <a:lnTo>
                  <a:pt x="1" y="2884561"/>
                </a:lnTo>
                <a:lnTo>
                  <a:pt x="1" y="2906961"/>
                </a:lnTo>
                <a:lnTo>
                  <a:pt x="1" y="2920173"/>
                </a:lnTo>
                <a:lnTo>
                  <a:pt x="1" y="2942573"/>
                </a:lnTo>
                <a:lnTo>
                  <a:pt x="1" y="2978161"/>
                </a:lnTo>
                <a:lnTo>
                  <a:pt x="1" y="3000562"/>
                </a:lnTo>
                <a:lnTo>
                  <a:pt x="1" y="3013775"/>
                </a:lnTo>
                <a:lnTo>
                  <a:pt x="1" y="3036173"/>
                </a:lnTo>
                <a:lnTo>
                  <a:pt x="1" y="3303883"/>
                </a:lnTo>
                <a:lnTo>
                  <a:pt x="1" y="3326282"/>
                </a:lnTo>
                <a:lnTo>
                  <a:pt x="1" y="3339495"/>
                </a:lnTo>
                <a:lnTo>
                  <a:pt x="1" y="3361896"/>
                </a:lnTo>
                <a:lnTo>
                  <a:pt x="1" y="3397484"/>
                </a:lnTo>
                <a:lnTo>
                  <a:pt x="1" y="3419885"/>
                </a:lnTo>
                <a:lnTo>
                  <a:pt x="1" y="3433096"/>
                </a:lnTo>
                <a:lnTo>
                  <a:pt x="1" y="3455496"/>
                </a:lnTo>
                <a:lnTo>
                  <a:pt x="1" y="3550913"/>
                </a:lnTo>
                <a:lnTo>
                  <a:pt x="1" y="3586524"/>
                </a:lnTo>
                <a:lnTo>
                  <a:pt x="1" y="3622115"/>
                </a:lnTo>
                <a:lnTo>
                  <a:pt x="1" y="3644514"/>
                </a:lnTo>
                <a:lnTo>
                  <a:pt x="1" y="3657727"/>
                </a:lnTo>
                <a:lnTo>
                  <a:pt x="1" y="3680127"/>
                </a:lnTo>
                <a:lnTo>
                  <a:pt x="1" y="3779396"/>
                </a:lnTo>
                <a:lnTo>
                  <a:pt x="1" y="3801797"/>
                </a:lnTo>
                <a:lnTo>
                  <a:pt x="1" y="3815009"/>
                </a:lnTo>
                <a:lnTo>
                  <a:pt x="1" y="3837408"/>
                </a:lnTo>
                <a:lnTo>
                  <a:pt x="1" y="3853848"/>
                </a:lnTo>
                <a:lnTo>
                  <a:pt x="1" y="3872998"/>
                </a:lnTo>
                <a:lnTo>
                  <a:pt x="1" y="3889459"/>
                </a:lnTo>
                <a:lnTo>
                  <a:pt x="1" y="3908611"/>
                </a:lnTo>
                <a:lnTo>
                  <a:pt x="1" y="3925051"/>
                </a:lnTo>
                <a:lnTo>
                  <a:pt x="1" y="3947449"/>
                </a:lnTo>
                <a:lnTo>
                  <a:pt x="1" y="3960662"/>
                </a:lnTo>
                <a:lnTo>
                  <a:pt x="1" y="3983063"/>
                </a:lnTo>
                <a:lnTo>
                  <a:pt x="1" y="4004025"/>
                </a:lnTo>
                <a:lnTo>
                  <a:pt x="1" y="4026426"/>
                </a:lnTo>
                <a:lnTo>
                  <a:pt x="1" y="4039638"/>
                </a:lnTo>
                <a:lnTo>
                  <a:pt x="1" y="4062039"/>
                </a:lnTo>
                <a:lnTo>
                  <a:pt x="1" y="4097628"/>
                </a:lnTo>
                <a:lnTo>
                  <a:pt x="1" y="4120029"/>
                </a:lnTo>
                <a:lnTo>
                  <a:pt x="1" y="4133240"/>
                </a:lnTo>
                <a:lnTo>
                  <a:pt x="1" y="4155640"/>
                </a:lnTo>
                <a:lnTo>
                  <a:pt x="1" y="4306961"/>
                </a:lnTo>
                <a:lnTo>
                  <a:pt x="1" y="4329362"/>
                </a:lnTo>
                <a:lnTo>
                  <a:pt x="1" y="4342573"/>
                </a:lnTo>
                <a:lnTo>
                  <a:pt x="1" y="4364973"/>
                </a:lnTo>
                <a:lnTo>
                  <a:pt x="1" y="4400561"/>
                </a:lnTo>
                <a:lnTo>
                  <a:pt x="1" y="4422962"/>
                </a:lnTo>
                <a:lnTo>
                  <a:pt x="1" y="4423349"/>
                </a:lnTo>
                <a:lnTo>
                  <a:pt x="1" y="4436175"/>
                </a:lnTo>
                <a:lnTo>
                  <a:pt x="1" y="4445748"/>
                </a:lnTo>
                <a:lnTo>
                  <a:pt x="1" y="4458573"/>
                </a:lnTo>
                <a:lnTo>
                  <a:pt x="1" y="4458962"/>
                </a:lnTo>
                <a:lnTo>
                  <a:pt x="1" y="4481361"/>
                </a:lnTo>
                <a:lnTo>
                  <a:pt x="1" y="4516950"/>
                </a:lnTo>
                <a:lnTo>
                  <a:pt x="1" y="4539349"/>
                </a:lnTo>
                <a:lnTo>
                  <a:pt x="1" y="4552563"/>
                </a:lnTo>
                <a:lnTo>
                  <a:pt x="1" y="4574962"/>
                </a:lnTo>
                <a:lnTo>
                  <a:pt x="1" y="4726284"/>
                </a:lnTo>
                <a:lnTo>
                  <a:pt x="1" y="4748682"/>
                </a:lnTo>
                <a:lnTo>
                  <a:pt x="1" y="4761895"/>
                </a:lnTo>
                <a:lnTo>
                  <a:pt x="1" y="4784296"/>
                </a:lnTo>
                <a:lnTo>
                  <a:pt x="1" y="4819885"/>
                </a:lnTo>
                <a:lnTo>
                  <a:pt x="1" y="4831453"/>
                </a:lnTo>
                <a:lnTo>
                  <a:pt x="1" y="4841558"/>
                </a:lnTo>
                <a:lnTo>
                  <a:pt x="1" y="4842285"/>
                </a:lnTo>
                <a:lnTo>
                  <a:pt x="1" y="4855496"/>
                </a:lnTo>
                <a:lnTo>
                  <a:pt x="1" y="4877897"/>
                </a:lnTo>
                <a:lnTo>
                  <a:pt x="1" y="4973313"/>
                </a:lnTo>
                <a:lnTo>
                  <a:pt x="1" y="5008924"/>
                </a:lnTo>
                <a:lnTo>
                  <a:pt x="1" y="5044516"/>
                </a:lnTo>
                <a:lnTo>
                  <a:pt x="1" y="5066914"/>
                </a:lnTo>
                <a:lnTo>
                  <a:pt x="1" y="5080127"/>
                </a:lnTo>
                <a:lnTo>
                  <a:pt x="1" y="5102528"/>
                </a:lnTo>
                <a:lnTo>
                  <a:pt x="1" y="5201796"/>
                </a:lnTo>
                <a:lnTo>
                  <a:pt x="1" y="5224197"/>
                </a:lnTo>
                <a:lnTo>
                  <a:pt x="1" y="5237409"/>
                </a:lnTo>
                <a:lnTo>
                  <a:pt x="1" y="5259808"/>
                </a:lnTo>
                <a:lnTo>
                  <a:pt x="1" y="5295398"/>
                </a:lnTo>
                <a:lnTo>
                  <a:pt x="1" y="5331011"/>
                </a:lnTo>
                <a:lnTo>
                  <a:pt x="1" y="5426426"/>
                </a:lnTo>
                <a:lnTo>
                  <a:pt x="1" y="5448826"/>
                </a:lnTo>
                <a:lnTo>
                  <a:pt x="1" y="5462038"/>
                </a:lnTo>
                <a:lnTo>
                  <a:pt x="1" y="5484439"/>
                </a:lnTo>
                <a:lnTo>
                  <a:pt x="1" y="5520028"/>
                </a:lnTo>
                <a:lnTo>
                  <a:pt x="1" y="5542429"/>
                </a:lnTo>
                <a:lnTo>
                  <a:pt x="1" y="5555640"/>
                </a:lnTo>
                <a:lnTo>
                  <a:pt x="1" y="5578040"/>
                </a:lnTo>
                <a:lnTo>
                  <a:pt x="1" y="5845749"/>
                </a:lnTo>
                <a:lnTo>
                  <a:pt x="1" y="5868148"/>
                </a:lnTo>
                <a:lnTo>
                  <a:pt x="1" y="5881361"/>
                </a:lnTo>
                <a:lnTo>
                  <a:pt x="1" y="5903761"/>
                </a:lnTo>
                <a:lnTo>
                  <a:pt x="1" y="5939350"/>
                </a:lnTo>
                <a:lnTo>
                  <a:pt x="1" y="5961749"/>
                </a:lnTo>
                <a:lnTo>
                  <a:pt x="1" y="5974963"/>
                </a:lnTo>
                <a:lnTo>
                  <a:pt x="1" y="5997362"/>
                </a:lnTo>
                <a:lnTo>
                  <a:pt x="1" y="6253853"/>
                </a:lnTo>
                <a:lnTo>
                  <a:pt x="1" y="626395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solidFill>
                <a:srgbClr val="4F062A"/>
              </a:solidFill>
            </a:endParaRPr>
          </a:p>
        </p:txBody>
      </p:sp>
      <p:sp>
        <p:nvSpPr>
          <p:cNvPr id="8" name="Rectangle 36">
            <a:extLst>
              <a:ext uri="{FF2B5EF4-FFF2-40B4-BE49-F238E27FC236}">
                <a16:creationId xmlns:a16="http://schemas.microsoft.com/office/drawing/2014/main" id="{2CBD2659-35C7-DB03-C8D9-EB6C1ECE40EE}"/>
              </a:ext>
            </a:extLst>
          </p:cNvPr>
          <p:cNvSpPr>
            <a:spLocks noChangeArrowheads="1"/>
          </p:cNvSpPr>
          <p:nvPr/>
        </p:nvSpPr>
        <p:spPr bwMode="auto">
          <a:xfrm>
            <a:off x="312737" y="2503143"/>
            <a:ext cx="3708000" cy="298450"/>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4F062A"/>
                </a:solidFill>
              </a:rPr>
              <a:t>Actividades críticas</a:t>
            </a:r>
          </a:p>
        </p:txBody>
      </p:sp>
      <p:sp>
        <p:nvSpPr>
          <p:cNvPr id="44" name="Rectangle 37">
            <a:extLst>
              <a:ext uri="{FF2B5EF4-FFF2-40B4-BE49-F238E27FC236}">
                <a16:creationId xmlns:a16="http://schemas.microsoft.com/office/drawing/2014/main" id="{0D82F64B-71E5-A99F-B832-84E0AE52C00B}"/>
              </a:ext>
            </a:extLst>
          </p:cNvPr>
          <p:cNvSpPr>
            <a:spLocks noChangeArrowheads="1"/>
          </p:cNvSpPr>
          <p:nvPr/>
        </p:nvSpPr>
        <p:spPr bwMode="auto">
          <a:xfrm>
            <a:off x="6240016" y="2503143"/>
            <a:ext cx="4389092" cy="298450"/>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4F062A"/>
                </a:solidFill>
              </a:rPr>
              <a:t>Resultados principales</a:t>
            </a:r>
          </a:p>
        </p:txBody>
      </p:sp>
      <p:sp>
        <p:nvSpPr>
          <p:cNvPr id="46" name="Rectangle 44">
            <a:extLst>
              <a:ext uri="{FF2B5EF4-FFF2-40B4-BE49-F238E27FC236}">
                <a16:creationId xmlns:a16="http://schemas.microsoft.com/office/drawing/2014/main" id="{7FABD507-E108-C50F-7B68-B44C34530FEB}"/>
              </a:ext>
            </a:extLst>
          </p:cNvPr>
          <p:cNvSpPr>
            <a:spLocks noChangeArrowheads="1"/>
          </p:cNvSpPr>
          <p:nvPr/>
        </p:nvSpPr>
        <p:spPr bwMode="auto">
          <a:xfrm>
            <a:off x="242888" y="2928006"/>
            <a:ext cx="4917008" cy="2917238"/>
          </a:xfrm>
          <a:prstGeom prst="rect">
            <a:avLst/>
          </a:prstGeom>
          <a:noFill/>
          <a:ln w="12700">
            <a:noFill/>
            <a:miter lim="800000"/>
          </a:ln>
          <a:effectLst/>
        </p:spPr>
        <p:txBody>
          <a:bodyPr lIns="92075" tIns="108000" rIns="92075" bIns="46038"/>
          <a:lstStyle/>
          <a:p>
            <a:pPr marL="177800" indent="-177800">
              <a:lnSpc>
                <a:spcPts val="1100"/>
              </a:lnSpc>
              <a:spcBef>
                <a:spcPts val="600"/>
              </a:spcBef>
              <a:buFont typeface="Wingdings" panose="05000000000000000000" pitchFamily="2" charset="2"/>
              <a:buChar char="§"/>
              <a:tabLst>
                <a:tab pos="5715000" algn="l"/>
              </a:tabLst>
              <a:defRPr b="0" i="0"/>
            </a:pPr>
            <a:r>
              <a:rPr lang="es-MX" sz="1100" b="1">
                <a:cs typeface="Times New Roman" pitchFamily="18" charset="0"/>
              </a:rPr>
              <a:t>Sesiones</a:t>
            </a:r>
            <a:r>
              <a:rPr lang="es-MX" sz="1100">
                <a:cs typeface="Times New Roman" pitchFamily="18" charset="0"/>
              </a:rPr>
              <a:t> con Jefe de Proyecto y líderes de frente </a:t>
            </a:r>
            <a:r>
              <a:rPr lang="es-MX" sz="1100" b="1">
                <a:cs typeface="Times New Roman" pitchFamily="18" charset="0"/>
              </a:rPr>
              <a:t>para revisar avances.</a:t>
            </a:r>
          </a:p>
          <a:p>
            <a:pPr marL="177800" indent="-177800">
              <a:lnSpc>
                <a:spcPts val="1100"/>
              </a:lnSpc>
              <a:spcBef>
                <a:spcPts val="600"/>
              </a:spcBef>
              <a:buFont typeface="Wingdings" panose="05000000000000000000" pitchFamily="2" charset="2"/>
              <a:buChar char="§"/>
              <a:tabLst>
                <a:tab pos="5715000" algn="l"/>
              </a:tabLst>
              <a:defRPr b="0" i="0"/>
            </a:pPr>
            <a:r>
              <a:rPr lang="es-MX" sz="1100" b="1">
                <a:cs typeface="Times New Roman" pitchFamily="18" charset="0"/>
              </a:rPr>
              <a:t>Identificación</a:t>
            </a:r>
            <a:r>
              <a:rPr lang="es-MX" sz="1100">
                <a:cs typeface="Times New Roman" pitchFamily="18" charset="0"/>
              </a:rPr>
              <a:t> y caracterización de </a:t>
            </a:r>
            <a:r>
              <a:rPr lang="es-MX" sz="1100" b="1">
                <a:cs typeface="Times New Roman" pitchFamily="18" charset="0"/>
              </a:rPr>
              <a:t>riesgos, problemas, desviaciones, etc.</a:t>
            </a:r>
          </a:p>
          <a:p>
            <a:pPr marL="177800" indent="-177800">
              <a:lnSpc>
                <a:spcPts val="1100"/>
              </a:lnSpc>
              <a:spcBef>
                <a:spcPts val="600"/>
              </a:spcBef>
              <a:buFont typeface="Wingdings" panose="05000000000000000000" pitchFamily="2" charset="2"/>
              <a:buChar char="§"/>
              <a:tabLst>
                <a:tab pos="5715000" algn="l"/>
              </a:tabLst>
              <a:defRPr b="0" i="0"/>
            </a:pPr>
            <a:r>
              <a:rPr lang="es-MX" sz="1100">
                <a:cs typeface="Times New Roman" pitchFamily="18" charset="0"/>
              </a:rPr>
              <a:t>Consolidación y revisión de los </a:t>
            </a:r>
            <a:r>
              <a:rPr lang="es-MX" sz="1100" b="1">
                <a:cs typeface="Times New Roman" pitchFamily="18" charset="0"/>
              </a:rPr>
              <a:t>informes de seguimiento </a:t>
            </a:r>
            <a:r>
              <a:rPr lang="es-MX" sz="1100">
                <a:cs typeface="Times New Roman" pitchFamily="18" charset="0"/>
              </a:rPr>
              <a:t>(automatizados en el mayor grado posible) y elaboración de conclusiones y propuestas de soluciones</a:t>
            </a:r>
          </a:p>
          <a:p>
            <a:pPr marL="177800" indent="-177800">
              <a:lnSpc>
                <a:spcPts val="1100"/>
              </a:lnSpc>
              <a:spcBef>
                <a:spcPts val="600"/>
              </a:spcBef>
              <a:buFont typeface="Wingdings" panose="05000000000000000000" pitchFamily="2" charset="2"/>
              <a:buChar char="§"/>
              <a:tabLst>
                <a:tab pos="5715000" algn="l"/>
              </a:tabLst>
              <a:defRPr b="0" i="0"/>
            </a:pPr>
            <a:r>
              <a:rPr lang="es-MX" sz="1100">
                <a:cs typeface="Times New Roman" pitchFamily="18" charset="0"/>
              </a:rPr>
              <a:t>Actualización de los </a:t>
            </a:r>
            <a:r>
              <a:rPr lang="es-MX" sz="1100" b="1">
                <a:cs typeface="Times New Roman" pitchFamily="18" charset="0"/>
              </a:rPr>
              <a:t>cronogramas y presupuestos</a:t>
            </a:r>
          </a:p>
          <a:p>
            <a:pPr marL="177800" indent="-177800">
              <a:lnSpc>
                <a:spcPts val="1100"/>
              </a:lnSpc>
              <a:spcBef>
                <a:spcPts val="600"/>
              </a:spcBef>
              <a:buFont typeface="Wingdings" panose="05000000000000000000" pitchFamily="2" charset="2"/>
              <a:buChar char="§"/>
              <a:tabLst>
                <a:tab pos="5715000" algn="l"/>
              </a:tabLst>
              <a:defRPr b="0" i="0"/>
            </a:pPr>
            <a:r>
              <a:rPr lang="es-MX" sz="1100">
                <a:cs typeface="Times New Roman" pitchFamily="18" charset="0"/>
              </a:rPr>
              <a:t>Preparación de la </a:t>
            </a:r>
            <a:r>
              <a:rPr lang="es-MX" sz="1100" b="1">
                <a:cs typeface="Times New Roman" pitchFamily="18" charset="0"/>
              </a:rPr>
              <a:t>documentación y realización de los sesiones de los diferentes comités y órganos de gobierno </a:t>
            </a:r>
            <a:r>
              <a:rPr lang="es-MX" sz="1100">
                <a:cs typeface="Times New Roman" pitchFamily="18" charset="0"/>
              </a:rPr>
              <a:t>(comité de dirección, comités operativo unificado y para cada frente de proyecto,…)</a:t>
            </a:r>
          </a:p>
          <a:p>
            <a:pPr marL="177800" indent="-177800">
              <a:lnSpc>
                <a:spcPts val="1100"/>
              </a:lnSpc>
              <a:spcBef>
                <a:spcPts val="600"/>
              </a:spcBef>
              <a:buFont typeface="Wingdings" panose="05000000000000000000" pitchFamily="2" charset="2"/>
              <a:buChar char="§"/>
              <a:tabLst>
                <a:tab pos="5715000" algn="l"/>
              </a:tabLst>
              <a:defRPr b="0" i="0"/>
            </a:pPr>
            <a:r>
              <a:rPr lang="es-MX" sz="1100" b="1">
                <a:cs typeface="Times New Roman" pitchFamily="18" charset="0"/>
              </a:rPr>
              <a:t>Escalamiento de riesgos y validación y difusión de los planes de mitigación</a:t>
            </a:r>
          </a:p>
          <a:p>
            <a:pPr marL="177800" indent="-177800">
              <a:lnSpc>
                <a:spcPts val="1100"/>
              </a:lnSpc>
              <a:spcBef>
                <a:spcPts val="600"/>
              </a:spcBef>
              <a:buFont typeface="Wingdings" panose="05000000000000000000" pitchFamily="2" charset="2"/>
              <a:buChar char="§"/>
              <a:tabLst>
                <a:tab pos="5715000" algn="l"/>
              </a:tabLst>
              <a:defRPr b="0" i="0"/>
            </a:pPr>
            <a:r>
              <a:rPr lang="es-MX" sz="1100" b="1">
                <a:cs typeface="Times New Roman" pitchFamily="18" charset="0"/>
              </a:rPr>
              <a:t>Gestión de la petición de cambios de alcance</a:t>
            </a:r>
            <a:r>
              <a:rPr lang="es-MX" sz="1100">
                <a:cs typeface="Times New Roman" pitchFamily="18" charset="0"/>
              </a:rPr>
              <a:t>, definición del cambio de alcance, determinación del impacto y coordinación la revisión y aprobación del mismo</a:t>
            </a:r>
          </a:p>
          <a:p>
            <a:pPr marL="177800" indent="-177800">
              <a:lnSpc>
                <a:spcPts val="1100"/>
              </a:lnSpc>
              <a:spcBef>
                <a:spcPts val="600"/>
              </a:spcBef>
              <a:buFont typeface="Wingdings" panose="05000000000000000000" pitchFamily="2" charset="2"/>
              <a:buChar char="§"/>
              <a:tabLst>
                <a:tab pos="5715000" algn="l"/>
              </a:tabLst>
              <a:defRPr b="0" i="0"/>
            </a:pPr>
            <a:r>
              <a:rPr lang="es-MX" sz="1100" b="1">
                <a:cs typeface="Times New Roman" pitchFamily="18" charset="0"/>
              </a:rPr>
              <a:t>Mediciones y alarmas, medidas preventivas, correctivas, </a:t>
            </a:r>
            <a:r>
              <a:rPr lang="es-MX" sz="1100" b="1" err="1">
                <a:cs typeface="Times New Roman" pitchFamily="18" charset="0"/>
              </a:rPr>
              <a:t>etc</a:t>
            </a:r>
            <a:endParaRPr lang="es-MX" sz="1100" b="1">
              <a:cs typeface="Times New Roman" pitchFamily="18" charset="0"/>
            </a:endParaRPr>
          </a:p>
        </p:txBody>
      </p:sp>
      <p:sp>
        <p:nvSpPr>
          <p:cNvPr id="47" name="Rectangle 46">
            <a:extLst>
              <a:ext uri="{FF2B5EF4-FFF2-40B4-BE49-F238E27FC236}">
                <a16:creationId xmlns:a16="http://schemas.microsoft.com/office/drawing/2014/main" id="{3AFD9D14-7E9D-6357-62BD-FFDDE04A9F77}"/>
              </a:ext>
            </a:extLst>
          </p:cNvPr>
          <p:cNvSpPr>
            <a:spLocks noChangeArrowheads="1"/>
          </p:cNvSpPr>
          <p:nvPr/>
        </p:nvSpPr>
        <p:spPr bwMode="auto">
          <a:xfrm>
            <a:off x="3719735" y="1696231"/>
            <a:ext cx="8137303" cy="582040"/>
          </a:xfrm>
          <a:prstGeom prst="rect">
            <a:avLst/>
          </a:prstGeom>
          <a:noFill/>
          <a:ln w="12700">
            <a:noFill/>
            <a:miter lim="800000"/>
          </a:ln>
          <a:effectLst/>
        </p:spPr>
        <p:txBody>
          <a:bodyPr lIns="92075" tIns="108000" rIns="92075" bIns="46038" anchor="ctr"/>
          <a:lstStyle/>
          <a:p>
            <a:pPr>
              <a:lnSpc>
                <a:spcPct val="105000"/>
              </a:lnSpc>
              <a:spcBef>
                <a:spcPts val="300"/>
              </a:spcBef>
              <a:defRPr b="0" i="0"/>
            </a:pPr>
            <a:r>
              <a:rPr lang="es-MX" sz="1400" b="1">
                <a:solidFill>
                  <a:schemeClr val="bg1"/>
                </a:solidFill>
                <a:cs typeface="Times New Roman" pitchFamily="18" charset="0"/>
              </a:rPr>
              <a:t>Realizar el control y seguimiento del proyecto y sus frentes de trabajo </a:t>
            </a:r>
          </a:p>
        </p:txBody>
      </p:sp>
      <p:sp>
        <p:nvSpPr>
          <p:cNvPr id="50" name="Round Diagonal Corner Rectangle 3">
            <a:extLst>
              <a:ext uri="{FF2B5EF4-FFF2-40B4-BE49-F238E27FC236}">
                <a16:creationId xmlns:a16="http://schemas.microsoft.com/office/drawing/2014/main" id="{3926BE05-CD54-1F2C-066D-303AD0E11550}"/>
              </a:ext>
            </a:extLst>
          </p:cNvPr>
          <p:cNvSpPr/>
          <p:nvPr/>
        </p:nvSpPr>
        <p:spPr>
          <a:xfrm>
            <a:off x="692185" y="1053986"/>
            <a:ext cx="2883535" cy="558429"/>
          </a:xfrm>
          <a:prstGeom prst="rect">
            <a:avLst/>
          </a:prstGeom>
          <a:noFill/>
          <a:ln w="19050" cap="flat" cmpd="sng" algn="ctr">
            <a:noFill/>
            <a:prstDash val="solid"/>
          </a:ln>
          <a:effectLst/>
        </p:spPr>
        <p:txBody>
          <a:bodyPr rtlCol="0" anchor="ctr"/>
          <a:lstStyle/>
          <a:p>
            <a:pPr defTabSz="914400" fontAlgn="base">
              <a:spcBef>
                <a:spcPct val="0"/>
              </a:spcBef>
              <a:spcAft>
                <a:spcPct val="0"/>
              </a:spcAft>
              <a:defRPr b="0" i="0"/>
            </a:pPr>
            <a:r>
              <a:rPr lang="es-ES" sz="1600" b="1">
                <a:solidFill>
                  <a:schemeClr val="bg1"/>
                </a:solidFill>
              </a:rPr>
              <a:t>Operación de la PMO</a:t>
            </a:r>
          </a:p>
        </p:txBody>
      </p:sp>
      <p:sp>
        <p:nvSpPr>
          <p:cNvPr id="51" name="Rectángulo 50">
            <a:extLst>
              <a:ext uri="{FF2B5EF4-FFF2-40B4-BE49-F238E27FC236}">
                <a16:creationId xmlns:a16="http://schemas.microsoft.com/office/drawing/2014/main" id="{16DC862D-64C5-18C0-D9DC-E717F1150CE0}"/>
              </a:ext>
            </a:extLst>
          </p:cNvPr>
          <p:cNvSpPr/>
          <p:nvPr/>
        </p:nvSpPr>
        <p:spPr>
          <a:xfrm>
            <a:off x="181886" y="1148534"/>
            <a:ext cx="476413" cy="369332"/>
          </a:xfrm>
          <a:prstGeom prst="rect">
            <a:avLst/>
          </a:prstGeom>
        </p:spPr>
        <p:txBody>
          <a:bodyPr wrap="none">
            <a:spAutoFit/>
          </a:bodyPr>
          <a:lstStyle/>
          <a:p>
            <a:pPr algn="ctr" defTabSz="873125">
              <a:defRPr b="0" i="0"/>
            </a:pPr>
            <a:r>
              <a:rPr lang="es-ES">
                <a:solidFill>
                  <a:schemeClr val="bg1"/>
                </a:solidFill>
                <a:latin typeface="Soho Gothic Pro" panose="020B0503030504020204" pitchFamily="34" charset="0"/>
              </a:rPr>
              <a:t>2</a:t>
            </a:r>
            <a:r>
              <a:rPr lang="es-ES" sz="1800">
                <a:solidFill>
                  <a:schemeClr val="bg1"/>
                </a:solidFill>
                <a:latin typeface="Soho Gothic Pro" panose="020B0503030504020204" pitchFamily="34" charset="0"/>
              </a:rPr>
              <a:t>.1</a:t>
            </a:r>
            <a:endParaRPr lang="x-none" sz="1800">
              <a:solidFill>
                <a:schemeClr val="bg1"/>
              </a:solidFill>
              <a:latin typeface="Soho Gothic Pro" panose="020B0503030504020204" pitchFamily="34" charset="0"/>
            </a:endParaRPr>
          </a:p>
        </p:txBody>
      </p:sp>
      <p:sp>
        <p:nvSpPr>
          <p:cNvPr id="52" name="Rectangle 35">
            <a:extLst>
              <a:ext uri="{FF2B5EF4-FFF2-40B4-BE49-F238E27FC236}">
                <a16:creationId xmlns:a16="http://schemas.microsoft.com/office/drawing/2014/main" id="{ABC43D14-72AB-7F35-9D3C-088437ED34B5}"/>
              </a:ext>
            </a:extLst>
          </p:cNvPr>
          <p:cNvSpPr>
            <a:spLocks noChangeArrowheads="1"/>
          </p:cNvSpPr>
          <p:nvPr/>
        </p:nvSpPr>
        <p:spPr bwMode="auto">
          <a:xfrm>
            <a:off x="306392" y="1873492"/>
            <a:ext cx="1462087" cy="227518"/>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FFFFFF"/>
                </a:solidFill>
              </a:rPr>
              <a:t>Objetivos</a:t>
            </a:r>
            <a:endParaRPr lang="pt-PT" sz="1600" b="1">
              <a:solidFill>
                <a:schemeClr val="bg1"/>
              </a:solidFill>
              <a:latin typeface="Arial"/>
            </a:endParaRPr>
          </a:p>
        </p:txBody>
      </p:sp>
      <p:sp>
        <p:nvSpPr>
          <p:cNvPr id="53" name="Forma libre 52">
            <a:extLst>
              <a:ext uri="{FF2B5EF4-FFF2-40B4-BE49-F238E27FC236}">
                <a16:creationId xmlns:a16="http://schemas.microsoft.com/office/drawing/2014/main" id="{F9F4C439-F9AD-1A35-C106-E4CDEFA659AE}"/>
              </a:ext>
            </a:extLst>
          </p:cNvPr>
          <p:cNvSpPr/>
          <p:nvPr/>
        </p:nvSpPr>
        <p:spPr>
          <a:xfrm rot="16200000" flipV="1">
            <a:off x="8609080" y="2452541"/>
            <a:ext cx="502574" cy="5631811"/>
          </a:xfrm>
          <a:custGeom>
            <a:avLst/>
            <a:gdLst>
              <a:gd name="connsiteX0" fmla="*/ 502574 w 502574"/>
              <a:gd name="connsiteY0" fmla="*/ 5494829 h 5631811"/>
              <a:gd name="connsiteX1" fmla="*/ 502574 w 502574"/>
              <a:gd name="connsiteY1" fmla="*/ 5483294 h 5631811"/>
              <a:gd name="connsiteX2" fmla="*/ 502574 w 502574"/>
              <a:gd name="connsiteY2" fmla="*/ 5466848 h 5631811"/>
              <a:gd name="connsiteX3" fmla="*/ 502574 w 502574"/>
              <a:gd name="connsiteY3" fmla="*/ 5460894 h 5631811"/>
              <a:gd name="connsiteX4" fmla="*/ 502574 w 502574"/>
              <a:gd name="connsiteY4" fmla="*/ 5431258 h 5631811"/>
              <a:gd name="connsiteX5" fmla="*/ 502574 w 502574"/>
              <a:gd name="connsiteY5" fmla="*/ 5408858 h 5631811"/>
              <a:gd name="connsiteX6" fmla="*/ 502574 w 502574"/>
              <a:gd name="connsiteY6" fmla="*/ 5395647 h 5631811"/>
              <a:gd name="connsiteX7" fmla="*/ 502574 w 502574"/>
              <a:gd name="connsiteY7" fmla="*/ 5373246 h 5631811"/>
              <a:gd name="connsiteX8" fmla="*/ 502573 w 502574"/>
              <a:gd name="connsiteY8" fmla="*/ 5136994 h 5631811"/>
              <a:gd name="connsiteX9" fmla="*/ 502573 w 502574"/>
              <a:gd name="connsiteY9" fmla="*/ 5114595 h 5631811"/>
              <a:gd name="connsiteX10" fmla="*/ 502573 w 502574"/>
              <a:gd name="connsiteY10" fmla="*/ 5101383 h 5631811"/>
              <a:gd name="connsiteX11" fmla="*/ 502573 w 502574"/>
              <a:gd name="connsiteY11" fmla="*/ 5078982 h 5631811"/>
              <a:gd name="connsiteX12" fmla="*/ 502573 w 502574"/>
              <a:gd name="connsiteY12" fmla="*/ 5049347 h 5631811"/>
              <a:gd name="connsiteX13" fmla="*/ 502573 w 502574"/>
              <a:gd name="connsiteY13" fmla="*/ 5043393 h 5631811"/>
              <a:gd name="connsiteX14" fmla="*/ 502573 w 502574"/>
              <a:gd name="connsiteY14" fmla="*/ 5026946 h 5631811"/>
              <a:gd name="connsiteX15" fmla="*/ 502573 w 502574"/>
              <a:gd name="connsiteY15" fmla="*/ 5013735 h 5631811"/>
              <a:gd name="connsiteX16" fmla="*/ 502573 w 502574"/>
              <a:gd name="connsiteY16" fmla="*/ 5013008 h 5631811"/>
              <a:gd name="connsiteX17" fmla="*/ 502574 w 502574"/>
              <a:gd name="connsiteY17" fmla="*/ 5013008 h 5631811"/>
              <a:gd name="connsiteX18" fmla="*/ 502574 w 502574"/>
              <a:gd name="connsiteY18" fmla="*/ 4995135 h 5631811"/>
              <a:gd name="connsiteX19" fmla="*/ 502574 w 502574"/>
              <a:gd name="connsiteY19" fmla="*/ 4972734 h 5631811"/>
              <a:gd name="connsiteX20" fmla="*/ 502574 w 502574"/>
              <a:gd name="connsiteY20" fmla="*/ 4959522 h 5631811"/>
              <a:gd name="connsiteX21" fmla="*/ 502574 w 502574"/>
              <a:gd name="connsiteY21" fmla="*/ 4937123 h 5631811"/>
              <a:gd name="connsiteX22" fmla="*/ 502574 w 502574"/>
              <a:gd name="connsiteY22" fmla="*/ 4901533 h 5631811"/>
              <a:gd name="connsiteX23" fmla="*/ 502574 w 502574"/>
              <a:gd name="connsiteY23" fmla="*/ 4865921 h 5631811"/>
              <a:gd name="connsiteX24" fmla="*/ 502574 w 502574"/>
              <a:gd name="connsiteY24" fmla="*/ 4746412 h 5631811"/>
              <a:gd name="connsiteX25" fmla="*/ 502574 w 502574"/>
              <a:gd name="connsiteY25" fmla="*/ 4724013 h 5631811"/>
              <a:gd name="connsiteX26" fmla="*/ 502574 w 502574"/>
              <a:gd name="connsiteY26" fmla="*/ 4710799 h 5631811"/>
              <a:gd name="connsiteX27" fmla="*/ 502574 w 502574"/>
              <a:gd name="connsiteY27" fmla="*/ 4688400 h 5631811"/>
              <a:gd name="connsiteX28" fmla="*/ 502574 w 502574"/>
              <a:gd name="connsiteY28" fmla="*/ 4652811 h 5631811"/>
              <a:gd name="connsiteX29" fmla="*/ 502574 w 502574"/>
              <a:gd name="connsiteY29" fmla="*/ 4630412 h 5631811"/>
              <a:gd name="connsiteX30" fmla="*/ 502574 w 502574"/>
              <a:gd name="connsiteY30" fmla="*/ 4617198 h 5631811"/>
              <a:gd name="connsiteX31" fmla="*/ 502574 w 502574"/>
              <a:gd name="connsiteY31" fmla="*/ 4594799 h 5631811"/>
              <a:gd name="connsiteX32" fmla="*/ 502574 w 502574"/>
              <a:gd name="connsiteY32" fmla="*/ 4190108 h 5631811"/>
              <a:gd name="connsiteX33" fmla="*/ 502574 w 502574"/>
              <a:gd name="connsiteY33" fmla="*/ 4167708 h 5631811"/>
              <a:gd name="connsiteX34" fmla="*/ 502574 w 502574"/>
              <a:gd name="connsiteY34" fmla="*/ 4154496 h 5631811"/>
              <a:gd name="connsiteX35" fmla="*/ 502574 w 502574"/>
              <a:gd name="connsiteY35" fmla="*/ 4132096 h 5631811"/>
              <a:gd name="connsiteX36" fmla="*/ 502574 w 502574"/>
              <a:gd name="connsiteY36" fmla="*/ 4096506 h 5631811"/>
              <a:gd name="connsiteX37" fmla="*/ 502574 w 502574"/>
              <a:gd name="connsiteY37" fmla="*/ 4080061 h 5631811"/>
              <a:gd name="connsiteX38" fmla="*/ 502574 w 502574"/>
              <a:gd name="connsiteY38" fmla="*/ 4074105 h 5631811"/>
              <a:gd name="connsiteX39" fmla="*/ 502574 w 502574"/>
              <a:gd name="connsiteY39" fmla="*/ 4060894 h 5631811"/>
              <a:gd name="connsiteX40" fmla="*/ 502574 w 502574"/>
              <a:gd name="connsiteY40" fmla="*/ 4044448 h 5631811"/>
              <a:gd name="connsiteX41" fmla="*/ 502574 w 502574"/>
              <a:gd name="connsiteY41" fmla="*/ 4038494 h 5631811"/>
              <a:gd name="connsiteX42" fmla="*/ 502574 w 502574"/>
              <a:gd name="connsiteY42" fmla="*/ 4008858 h 5631811"/>
              <a:gd name="connsiteX43" fmla="*/ 502574 w 502574"/>
              <a:gd name="connsiteY43" fmla="*/ 3986458 h 5631811"/>
              <a:gd name="connsiteX44" fmla="*/ 502574 w 502574"/>
              <a:gd name="connsiteY44" fmla="*/ 3973247 h 5631811"/>
              <a:gd name="connsiteX45" fmla="*/ 502574 w 502574"/>
              <a:gd name="connsiteY45" fmla="*/ 3950846 h 5631811"/>
              <a:gd name="connsiteX46" fmla="*/ 502573 w 502574"/>
              <a:gd name="connsiteY46" fmla="*/ 3714593 h 5631811"/>
              <a:gd name="connsiteX47" fmla="*/ 502573 w 502574"/>
              <a:gd name="connsiteY47" fmla="*/ 3692195 h 5631811"/>
              <a:gd name="connsiteX48" fmla="*/ 502573 w 502574"/>
              <a:gd name="connsiteY48" fmla="*/ 3678982 h 5631811"/>
              <a:gd name="connsiteX49" fmla="*/ 502573 w 502574"/>
              <a:gd name="connsiteY49" fmla="*/ 3656581 h 5631811"/>
              <a:gd name="connsiteX50" fmla="*/ 502573 w 502574"/>
              <a:gd name="connsiteY50" fmla="*/ 3626946 h 5631811"/>
              <a:gd name="connsiteX51" fmla="*/ 502573 w 502574"/>
              <a:gd name="connsiteY51" fmla="*/ 3620993 h 5631811"/>
              <a:gd name="connsiteX52" fmla="*/ 502573 w 502574"/>
              <a:gd name="connsiteY52" fmla="*/ 3604546 h 5631811"/>
              <a:gd name="connsiteX53" fmla="*/ 502573 w 502574"/>
              <a:gd name="connsiteY53" fmla="*/ 3591335 h 5631811"/>
              <a:gd name="connsiteX54" fmla="*/ 502573 w 502574"/>
              <a:gd name="connsiteY54" fmla="*/ 3585382 h 5631811"/>
              <a:gd name="connsiteX55" fmla="*/ 502573 w 502574"/>
              <a:gd name="connsiteY55" fmla="*/ 3568934 h 5631811"/>
              <a:gd name="connsiteX56" fmla="*/ 502573 w 502574"/>
              <a:gd name="connsiteY56" fmla="*/ 3533346 h 5631811"/>
              <a:gd name="connsiteX57" fmla="*/ 502573 w 502574"/>
              <a:gd name="connsiteY57" fmla="*/ 3510945 h 5631811"/>
              <a:gd name="connsiteX58" fmla="*/ 502573 w 502574"/>
              <a:gd name="connsiteY58" fmla="*/ 3497732 h 5631811"/>
              <a:gd name="connsiteX59" fmla="*/ 502573 w 502574"/>
              <a:gd name="connsiteY59" fmla="*/ 3475333 h 5631811"/>
              <a:gd name="connsiteX60" fmla="*/ 502573 w 502574"/>
              <a:gd name="connsiteY60" fmla="*/ 3070642 h 5631811"/>
              <a:gd name="connsiteX61" fmla="*/ 502573 w 502574"/>
              <a:gd name="connsiteY61" fmla="*/ 3048242 h 5631811"/>
              <a:gd name="connsiteX62" fmla="*/ 502573 w 502574"/>
              <a:gd name="connsiteY62" fmla="*/ 3035032 h 5631811"/>
              <a:gd name="connsiteX63" fmla="*/ 502573 w 502574"/>
              <a:gd name="connsiteY63" fmla="*/ 3012630 h 5631811"/>
              <a:gd name="connsiteX64" fmla="*/ 502573 w 502574"/>
              <a:gd name="connsiteY64" fmla="*/ 2977042 h 5631811"/>
              <a:gd name="connsiteX65" fmla="*/ 502573 w 502574"/>
              <a:gd name="connsiteY65" fmla="*/ 2954642 h 5631811"/>
              <a:gd name="connsiteX66" fmla="*/ 502573 w 502574"/>
              <a:gd name="connsiteY66" fmla="*/ 2941428 h 5631811"/>
              <a:gd name="connsiteX67" fmla="*/ 502573 w 502574"/>
              <a:gd name="connsiteY67" fmla="*/ 2919028 h 5631811"/>
              <a:gd name="connsiteX68" fmla="*/ 502573 w 502574"/>
              <a:gd name="connsiteY68" fmla="*/ 2718542 h 5631811"/>
              <a:gd name="connsiteX69" fmla="*/ 502573 w 502574"/>
              <a:gd name="connsiteY69" fmla="*/ 2700668 h 5631811"/>
              <a:gd name="connsiteX70" fmla="*/ 502573 w 502574"/>
              <a:gd name="connsiteY70" fmla="*/ 2678268 h 5631811"/>
              <a:gd name="connsiteX71" fmla="*/ 502573 w 502574"/>
              <a:gd name="connsiteY71" fmla="*/ 2665056 h 5631811"/>
              <a:gd name="connsiteX72" fmla="*/ 502573 w 502574"/>
              <a:gd name="connsiteY72" fmla="*/ 2642656 h 5631811"/>
              <a:gd name="connsiteX73" fmla="*/ 502573 w 502574"/>
              <a:gd name="connsiteY73" fmla="*/ 2607066 h 5631811"/>
              <a:gd name="connsiteX74" fmla="*/ 502573 w 502574"/>
              <a:gd name="connsiteY74" fmla="*/ 2595130 h 5631811"/>
              <a:gd name="connsiteX75" fmla="*/ 502573 w 502574"/>
              <a:gd name="connsiteY75" fmla="*/ 2572730 h 5631811"/>
              <a:gd name="connsiteX76" fmla="*/ 502573 w 502574"/>
              <a:gd name="connsiteY76" fmla="*/ 2571454 h 5631811"/>
              <a:gd name="connsiteX77" fmla="*/ 502573 w 502574"/>
              <a:gd name="connsiteY77" fmla="*/ 2559518 h 5631811"/>
              <a:gd name="connsiteX78" fmla="*/ 502573 w 502574"/>
              <a:gd name="connsiteY78" fmla="*/ 2537118 h 5631811"/>
              <a:gd name="connsiteX79" fmla="*/ 502573 w 502574"/>
              <a:gd name="connsiteY79" fmla="*/ 2501528 h 5631811"/>
              <a:gd name="connsiteX80" fmla="*/ 502573 w 502574"/>
              <a:gd name="connsiteY80" fmla="*/ 2465918 h 5631811"/>
              <a:gd name="connsiteX81" fmla="*/ 502573 w 502574"/>
              <a:gd name="connsiteY81" fmla="*/ 2451946 h 5631811"/>
              <a:gd name="connsiteX82" fmla="*/ 502573 w 502574"/>
              <a:gd name="connsiteY82" fmla="*/ 2429546 h 5631811"/>
              <a:gd name="connsiteX83" fmla="*/ 502573 w 502574"/>
              <a:gd name="connsiteY83" fmla="*/ 2416332 h 5631811"/>
              <a:gd name="connsiteX84" fmla="*/ 502573 w 502574"/>
              <a:gd name="connsiteY84" fmla="*/ 2393934 h 5631811"/>
              <a:gd name="connsiteX85" fmla="*/ 502573 w 502574"/>
              <a:gd name="connsiteY85" fmla="*/ 2358344 h 5631811"/>
              <a:gd name="connsiteX86" fmla="*/ 502573 w 502574"/>
              <a:gd name="connsiteY86" fmla="*/ 2335944 h 5631811"/>
              <a:gd name="connsiteX87" fmla="*/ 502573 w 502574"/>
              <a:gd name="connsiteY87" fmla="*/ 2322732 h 5631811"/>
              <a:gd name="connsiteX88" fmla="*/ 502573 w 502574"/>
              <a:gd name="connsiteY88" fmla="*/ 2300332 h 5631811"/>
              <a:gd name="connsiteX89" fmla="*/ 502573 w 502574"/>
              <a:gd name="connsiteY89" fmla="*/ 1895642 h 5631811"/>
              <a:gd name="connsiteX90" fmla="*/ 502573 w 502574"/>
              <a:gd name="connsiteY90" fmla="*/ 1873242 h 5631811"/>
              <a:gd name="connsiteX91" fmla="*/ 502573 w 502574"/>
              <a:gd name="connsiteY91" fmla="*/ 1860030 h 5631811"/>
              <a:gd name="connsiteX92" fmla="*/ 502573 w 502574"/>
              <a:gd name="connsiteY92" fmla="*/ 1837630 h 5631811"/>
              <a:gd name="connsiteX93" fmla="*/ 502573 w 502574"/>
              <a:gd name="connsiteY93" fmla="*/ 1802040 h 5631811"/>
              <a:gd name="connsiteX94" fmla="*/ 502573 w 502574"/>
              <a:gd name="connsiteY94" fmla="*/ 1785594 h 5631811"/>
              <a:gd name="connsiteX95" fmla="*/ 502573 w 502574"/>
              <a:gd name="connsiteY95" fmla="*/ 1779640 h 5631811"/>
              <a:gd name="connsiteX96" fmla="*/ 502573 w 502574"/>
              <a:gd name="connsiteY96" fmla="*/ 1766428 h 5631811"/>
              <a:gd name="connsiteX97" fmla="*/ 502573 w 502574"/>
              <a:gd name="connsiteY97" fmla="*/ 1749982 h 5631811"/>
              <a:gd name="connsiteX98" fmla="*/ 502573 w 502574"/>
              <a:gd name="connsiteY98" fmla="*/ 1744028 h 5631811"/>
              <a:gd name="connsiteX99" fmla="*/ 502573 w 502574"/>
              <a:gd name="connsiteY99" fmla="*/ 1714392 h 5631811"/>
              <a:gd name="connsiteX100" fmla="*/ 502573 w 502574"/>
              <a:gd name="connsiteY100" fmla="*/ 1691992 h 5631811"/>
              <a:gd name="connsiteX101" fmla="*/ 502573 w 502574"/>
              <a:gd name="connsiteY101" fmla="*/ 1678782 h 5631811"/>
              <a:gd name="connsiteX102" fmla="*/ 502573 w 502574"/>
              <a:gd name="connsiteY102" fmla="*/ 1656380 h 5631811"/>
              <a:gd name="connsiteX103" fmla="*/ 502572 w 502574"/>
              <a:gd name="connsiteY103" fmla="*/ 1420128 h 5631811"/>
              <a:gd name="connsiteX104" fmla="*/ 502572 w 502574"/>
              <a:gd name="connsiteY104" fmla="*/ 1397730 h 5631811"/>
              <a:gd name="connsiteX105" fmla="*/ 502572 w 502574"/>
              <a:gd name="connsiteY105" fmla="*/ 1384516 h 5631811"/>
              <a:gd name="connsiteX106" fmla="*/ 502572 w 502574"/>
              <a:gd name="connsiteY106" fmla="*/ 1362116 h 5631811"/>
              <a:gd name="connsiteX107" fmla="*/ 502572 w 502574"/>
              <a:gd name="connsiteY107" fmla="*/ 1332480 h 5631811"/>
              <a:gd name="connsiteX108" fmla="*/ 502572 w 502574"/>
              <a:gd name="connsiteY108" fmla="*/ 1326526 h 5631811"/>
              <a:gd name="connsiteX109" fmla="*/ 502572 w 502574"/>
              <a:gd name="connsiteY109" fmla="*/ 1310080 h 5631811"/>
              <a:gd name="connsiteX110" fmla="*/ 502572 w 502574"/>
              <a:gd name="connsiteY110" fmla="*/ 1296870 h 5631811"/>
              <a:gd name="connsiteX111" fmla="*/ 502572 w 502574"/>
              <a:gd name="connsiteY111" fmla="*/ 1290916 h 5631811"/>
              <a:gd name="connsiteX112" fmla="*/ 502572 w 502574"/>
              <a:gd name="connsiteY112" fmla="*/ 1274468 h 5631811"/>
              <a:gd name="connsiteX113" fmla="*/ 502572 w 502574"/>
              <a:gd name="connsiteY113" fmla="*/ 1238880 h 5631811"/>
              <a:gd name="connsiteX114" fmla="*/ 502572 w 502574"/>
              <a:gd name="connsiteY114" fmla="*/ 1216478 h 5631811"/>
              <a:gd name="connsiteX115" fmla="*/ 502572 w 502574"/>
              <a:gd name="connsiteY115" fmla="*/ 1203266 h 5631811"/>
              <a:gd name="connsiteX116" fmla="*/ 502572 w 502574"/>
              <a:gd name="connsiteY116" fmla="*/ 1180868 h 5631811"/>
              <a:gd name="connsiteX117" fmla="*/ 502572 w 502574"/>
              <a:gd name="connsiteY117" fmla="*/ 776176 h 5631811"/>
              <a:gd name="connsiteX118" fmla="*/ 502572 w 502574"/>
              <a:gd name="connsiteY118" fmla="*/ 753774 h 5631811"/>
              <a:gd name="connsiteX119" fmla="*/ 502572 w 502574"/>
              <a:gd name="connsiteY119" fmla="*/ 740564 h 5631811"/>
              <a:gd name="connsiteX120" fmla="*/ 502572 w 502574"/>
              <a:gd name="connsiteY120" fmla="*/ 718164 h 5631811"/>
              <a:gd name="connsiteX121" fmla="*/ 502572 w 502574"/>
              <a:gd name="connsiteY121" fmla="*/ 682576 h 5631811"/>
              <a:gd name="connsiteX122" fmla="*/ 502572 w 502574"/>
              <a:gd name="connsiteY122" fmla="*/ 660176 h 5631811"/>
              <a:gd name="connsiteX123" fmla="*/ 502572 w 502574"/>
              <a:gd name="connsiteY123" fmla="*/ 646962 h 5631811"/>
              <a:gd name="connsiteX124" fmla="*/ 502572 w 502574"/>
              <a:gd name="connsiteY124" fmla="*/ 624560 h 5631811"/>
              <a:gd name="connsiteX125" fmla="*/ 502572 w 502574"/>
              <a:gd name="connsiteY125" fmla="*/ 300662 h 5631811"/>
              <a:gd name="connsiteX126" fmla="*/ 502572 w 502574"/>
              <a:gd name="connsiteY126" fmla="*/ 278264 h 5631811"/>
              <a:gd name="connsiteX127" fmla="*/ 502572 w 502574"/>
              <a:gd name="connsiteY127" fmla="*/ 265052 h 5631811"/>
              <a:gd name="connsiteX128" fmla="*/ 502572 w 502574"/>
              <a:gd name="connsiteY128" fmla="*/ 242650 h 5631811"/>
              <a:gd name="connsiteX129" fmla="*/ 502572 w 502574"/>
              <a:gd name="connsiteY129" fmla="*/ 207062 h 5631811"/>
              <a:gd name="connsiteX130" fmla="*/ 502572 w 502574"/>
              <a:gd name="connsiteY130" fmla="*/ 171450 h 5631811"/>
              <a:gd name="connsiteX131" fmla="*/ 502571 w 502574"/>
              <a:gd name="connsiteY131" fmla="*/ 171450 h 5631811"/>
              <a:gd name="connsiteX132" fmla="*/ 502571 w 502574"/>
              <a:gd name="connsiteY132" fmla="*/ 129212 h 5631811"/>
              <a:gd name="connsiteX133" fmla="*/ 502571 w 502574"/>
              <a:gd name="connsiteY133" fmla="*/ 106814 h 5631811"/>
              <a:gd name="connsiteX134" fmla="*/ 502571 w 502574"/>
              <a:gd name="connsiteY134" fmla="*/ 93602 h 5631811"/>
              <a:gd name="connsiteX135" fmla="*/ 502571 w 502574"/>
              <a:gd name="connsiteY135" fmla="*/ 71200 h 5631811"/>
              <a:gd name="connsiteX136" fmla="*/ 502571 w 502574"/>
              <a:gd name="connsiteY136" fmla="*/ 35612 h 5631811"/>
              <a:gd name="connsiteX137" fmla="*/ 502571 w 502574"/>
              <a:gd name="connsiteY137" fmla="*/ 0 h 5631811"/>
              <a:gd name="connsiteX138" fmla="*/ 0 w 502574"/>
              <a:gd name="connsiteY138" fmla="*/ 136982 h 5631811"/>
              <a:gd name="connsiteX139" fmla="*/ 0 w 502574"/>
              <a:gd name="connsiteY139" fmla="*/ 172594 h 5631811"/>
              <a:gd name="connsiteX140" fmla="*/ 0 w 502574"/>
              <a:gd name="connsiteY140" fmla="*/ 208184 h 5631811"/>
              <a:gd name="connsiteX141" fmla="*/ 0 w 502574"/>
              <a:gd name="connsiteY141" fmla="*/ 230582 h 5631811"/>
              <a:gd name="connsiteX142" fmla="*/ 0 w 502574"/>
              <a:gd name="connsiteY142" fmla="*/ 243796 h 5631811"/>
              <a:gd name="connsiteX143" fmla="*/ 0 w 502574"/>
              <a:gd name="connsiteY143" fmla="*/ 266196 h 5631811"/>
              <a:gd name="connsiteX144" fmla="*/ 0 w 502574"/>
              <a:gd name="connsiteY144" fmla="*/ 590096 h 5631811"/>
              <a:gd name="connsiteX145" fmla="*/ 0 w 502574"/>
              <a:gd name="connsiteY145" fmla="*/ 612496 h 5631811"/>
              <a:gd name="connsiteX146" fmla="*/ 0 w 502574"/>
              <a:gd name="connsiteY146" fmla="*/ 625706 h 5631811"/>
              <a:gd name="connsiteX147" fmla="*/ 0 w 502574"/>
              <a:gd name="connsiteY147" fmla="*/ 648106 h 5631811"/>
              <a:gd name="connsiteX148" fmla="*/ 0 w 502574"/>
              <a:gd name="connsiteY148" fmla="*/ 683696 h 5631811"/>
              <a:gd name="connsiteX149" fmla="*/ 0 w 502574"/>
              <a:gd name="connsiteY149" fmla="*/ 706096 h 5631811"/>
              <a:gd name="connsiteX150" fmla="*/ 0 w 502574"/>
              <a:gd name="connsiteY150" fmla="*/ 719308 h 5631811"/>
              <a:gd name="connsiteX151" fmla="*/ 0 w 502574"/>
              <a:gd name="connsiteY151" fmla="*/ 741708 h 5631811"/>
              <a:gd name="connsiteX152" fmla="*/ 0 w 502574"/>
              <a:gd name="connsiteY152" fmla="*/ 1009418 h 5631811"/>
              <a:gd name="connsiteX153" fmla="*/ 0 w 502574"/>
              <a:gd name="connsiteY153" fmla="*/ 1031816 h 5631811"/>
              <a:gd name="connsiteX154" fmla="*/ 0 w 502574"/>
              <a:gd name="connsiteY154" fmla="*/ 1045028 h 5631811"/>
              <a:gd name="connsiteX155" fmla="*/ 0 w 502574"/>
              <a:gd name="connsiteY155" fmla="*/ 1067430 h 5631811"/>
              <a:gd name="connsiteX156" fmla="*/ 0 w 502574"/>
              <a:gd name="connsiteY156" fmla="*/ 1103018 h 5631811"/>
              <a:gd name="connsiteX157" fmla="*/ 0 w 502574"/>
              <a:gd name="connsiteY157" fmla="*/ 1125420 h 5631811"/>
              <a:gd name="connsiteX158" fmla="*/ 0 w 502574"/>
              <a:gd name="connsiteY158" fmla="*/ 1138630 h 5631811"/>
              <a:gd name="connsiteX159" fmla="*/ 0 w 502574"/>
              <a:gd name="connsiteY159" fmla="*/ 1161030 h 5631811"/>
              <a:gd name="connsiteX160" fmla="*/ 0 w 502574"/>
              <a:gd name="connsiteY160" fmla="*/ 1256448 h 5631811"/>
              <a:gd name="connsiteX161" fmla="*/ 0 w 502574"/>
              <a:gd name="connsiteY161" fmla="*/ 1292058 h 5631811"/>
              <a:gd name="connsiteX162" fmla="*/ 0 w 502574"/>
              <a:gd name="connsiteY162" fmla="*/ 1327650 h 5631811"/>
              <a:gd name="connsiteX163" fmla="*/ 0 w 502574"/>
              <a:gd name="connsiteY163" fmla="*/ 1350048 h 5631811"/>
              <a:gd name="connsiteX164" fmla="*/ 0 w 502574"/>
              <a:gd name="connsiteY164" fmla="*/ 1363260 h 5631811"/>
              <a:gd name="connsiteX165" fmla="*/ 0 w 502574"/>
              <a:gd name="connsiteY165" fmla="*/ 1385662 h 5631811"/>
              <a:gd name="connsiteX166" fmla="*/ 0 w 502574"/>
              <a:gd name="connsiteY166" fmla="*/ 1484930 h 5631811"/>
              <a:gd name="connsiteX167" fmla="*/ 0 w 502574"/>
              <a:gd name="connsiteY167" fmla="*/ 1507332 h 5631811"/>
              <a:gd name="connsiteX168" fmla="*/ 0 w 502574"/>
              <a:gd name="connsiteY168" fmla="*/ 1520542 h 5631811"/>
              <a:gd name="connsiteX169" fmla="*/ 0 w 502574"/>
              <a:gd name="connsiteY169" fmla="*/ 1542942 h 5631811"/>
              <a:gd name="connsiteX170" fmla="*/ 0 w 502574"/>
              <a:gd name="connsiteY170" fmla="*/ 1578532 h 5631811"/>
              <a:gd name="connsiteX171" fmla="*/ 0 w 502574"/>
              <a:gd name="connsiteY171" fmla="*/ 1614144 h 5631811"/>
              <a:gd name="connsiteX172" fmla="*/ 0 w 502574"/>
              <a:gd name="connsiteY172" fmla="*/ 1709560 h 5631811"/>
              <a:gd name="connsiteX173" fmla="*/ 0 w 502574"/>
              <a:gd name="connsiteY173" fmla="*/ 1731960 h 5631811"/>
              <a:gd name="connsiteX174" fmla="*/ 0 w 502574"/>
              <a:gd name="connsiteY174" fmla="*/ 1745172 h 5631811"/>
              <a:gd name="connsiteX175" fmla="*/ 0 w 502574"/>
              <a:gd name="connsiteY175" fmla="*/ 1767574 h 5631811"/>
              <a:gd name="connsiteX176" fmla="*/ 0 w 502574"/>
              <a:gd name="connsiteY176" fmla="*/ 1803162 h 5631811"/>
              <a:gd name="connsiteX177" fmla="*/ 0 w 502574"/>
              <a:gd name="connsiteY177" fmla="*/ 1825562 h 5631811"/>
              <a:gd name="connsiteX178" fmla="*/ 0 w 502574"/>
              <a:gd name="connsiteY178" fmla="*/ 1838774 h 5631811"/>
              <a:gd name="connsiteX179" fmla="*/ 0 w 502574"/>
              <a:gd name="connsiteY179" fmla="*/ 1861174 h 5631811"/>
              <a:gd name="connsiteX180" fmla="*/ 0 w 502574"/>
              <a:gd name="connsiteY180" fmla="*/ 2128882 h 5631811"/>
              <a:gd name="connsiteX181" fmla="*/ 0 w 502574"/>
              <a:gd name="connsiteY181" fmla="*/ 2151282 h 5631811"/>
              <a:gd name="connsiteX182" fmla="*/ 0 w 502574"/>
              <a:gd name="connsiteY182" fmla="*/ 2164494 h 5631811"/>
              <a:gd name="connsiteX183" fmla="*/ 0 w 502574"/>
              <a:gd name="connsiteY183" fmla="*/ 2186894 h 5631811"/>
              <a:gd name="connsiteX184" fmla="*/ 0 w 502574"/>
              <a:gd name="connsiteY184" fmla="*/ 2222484 h 5631811"/>
              <a:gd name="connsiteX185" fmla="*/ 0 w 502574"/>
              <a:gd name="connsiteY185" fmla="*/ 2244882 h 5631811"/>
              <a:gd name="connsiteX186" fmla="*/ 0 w 502574"/>
              <a:gd name="connsiteY186" fmla="*/ 2258096 h 5631811"/>
              <a:gd name="connsiteX187" fmla="*/ 0 w 502574"/>
              <a:gd name="connsiteY187" fmla="*/ 2280496 h 5631811"/>
              <a:gd name="connsiteX188" fmla="*/ 0 w 502574"/>
              <a:gd name="connsiteY188" fmla="*/ 2536986 h 5631811"/>
              <a:gd name="connsiteX189" fmla="*/ 0 w 502574"/>
              <a:gd name="connsiteY189" fmla="*/ 2547092 h 5631811"/>
              <a:gd name="connsiteX190" fmla="*/ 1 w 502574"/>
              <a:gd name="connsiteY190" fmla="*/ 2547092 h 5631811"/>
              <a:gd name="connsiteX191" fmla="*/ 1 w 502574"/>
              <a:gd name="connsiteY191" fmla="*/ 2560664 h 5631811"/>
              <a:gd name="connsiteX192" fmla="*/ 1 w 502574"/>
              <a:gd name="connsiteY192" fmla="*/ 2708436 h 5631811"/>
              <a:gd name="connsiteX193" fmla="*/ 1 w 502574"/>
              <a:gd name="connsiteY193" fmla="*/ 2718542 h 5631811"/>
              <a:gd name="connsiteX194" fmla="*/ 1 w 502574"/>
              <a:gd name="connsiteY194" fmla="*/ 2884562 h 5631811"/>
              <a:gd name="connsiteX195" fmla="*/ 1 w 502574"/>
              <a:gd name="connsiteY195" fmla="*/ 2906962 h 5631811"/>
              <a:gd name="connsiteX196" fmla="*/ 1 w 502574"/>
              <a:gd name="connsiteY196" fmla="*/ 2920174 h 5631811"/>
              <a:gd name="connsiteX197" fmla="*/ 1 w 502574"/>
              <a:gd name="connsiteY197" fmla="*/ 2942574 h 5631811"/>
              <a:gd name="connsiteX198" fmla="*/ 1 w 502574"/>
              <a:gd name="connsiteY198" fmla="*/ 2978162 h 5631811"/>
              <a:gd name="connsiteX199" fmla="*/ 1 w 502574"/>
              <a:gd name="connsiteY199" fmla="*/ 3000562 h 5631811"/>
              <a:gd name="connsiteX200" fmla="*/ 1 w 502574"/>
              <a:gd name="connsiteY200" fmla="*/ 3013776 h 5631811"/>
              <a:gd name="connsiteX201" fmla="*/ 1 w 502574"/>
              <a:gd name="connsiteY201" fmla="*/ 3036174 h 5631811"/>
              <a:gd name="connsiteX202" fmla="*/ 1 w 502574"/>
              <a:gd name="connsiteY202" fmla="*/ 3303883 h 5631811"/>
              <a:gd name="connsiteX203" fmla="*/ 1 w 502574"/>
              <a:gd name="connsiteY203" fmla="*/ 3326282 h 5631811"/>
              <a:gd name="connsiteX204" fmla="*/ 1 w 502574"/>
              <a:gd name="connsiteY204" fmla="*/ 3339495 h 5631811"/>
              <a:gd name="connsiteX205" fmla="*/ 1 w 502574"/>
              <a:gd name="connsiteY205" fmla="*/ 3361896 h 5631811"/>
              <a:gd name="connsiteX206" fmla="*/ 1 w 502574"/>
              <a:gd name="connsiteY206" fmla="*/ 3397484 h 5631811"/>
              <a:gd name="connsiteX207" fmla="*/ 1 w 502574"/>
              <a:gd name="connsiteY207" fmla="*/ 3419885 h 5631811"/>
              <a:gd name="connsiteX208" fmla="*/ 1 w 502574"/>
              <a:gd name="connsiteY208" fmla="*/ 3433096 h 5631811"/>
              <a:gd name="connsiteX209" fmla="*/ 1 w 502574"/>
              <a:gd name="connsiteY209" fmla="*/ 3455496 h 5631811"/>
              <a:gd name="connsiteX210" fmla="*/ 1 w 502574"/>
              <a:gd name="connsiteY210" fmla="*/ 3550913 h 5631811"/>
              <a:gd name="connsiteX211" fmla="*/ 1 w 502574"/>
              <a:gd name="connsiteY211" fmla="*/ 3586524 h 5631811"/>
              <a:gd name="connsiteX212" fmla="*/ 1 w 502574"/>
              <a:gd name="connsiteY212" fmla="*/ 3622115 h 5631811"/>
              <a:gd name="connsiteX213" fmla="*/ 1 w 502574"/>
              <a:gd name="connsiteY213" fmla="*/ 3644514 h 5631811"/>
              <a:gd name="connsiteX214" fmla="*/ 1 w 502574"/>
              <a:gd name="connsiteY214" fmla="*/ 3657727 h 5631811"/>
              <a:gd name="connsiteX215" fmla="*/ 1 w 502574"/>
              <a:gd name="connsiteY215" fmla="*/ 3680127 h 5631811"/>
              <a:gd name="connsiteX216" fmla="*/ 1 w 502574"/>
              <a:gd name="connsiteY216" fmla="*/ 3779396 h 5631811"/>
              <a:gd name="connsiteX217" fmla="*/ 1 w 502574"/>
              <a:gd name="connsiteY217" fmla="*/ 3801797 h 5631811"/>
              <a:gd name="connsiteX218" fmla="*/ 1 w 502574"/>
              <a:gd name="connsiteY218" fmla="*/ 3815009 h 5631811"/>
              <a:gd name="connsiteX219" fmla="*/ 1 w 502574"/>
              <a:gd name="connsiteY219" fmla="*/ 3837408 h 5631811"/>
              <a:gd name="connsiteX220" fmla="*/ 1 w 502574"/>
              <a:gd name="connsiteY220" fmla="*/ 3853848 h 5631811"/>
              <a:gd name="connsiteX221" fmla="*/ 1 w 502574"/>
              <a:gd name="connsiteY221" fmla="*/ 3872998 h 5631811"/>
              <a:gd name="connsiteX222" fmla="*/ 1 w 502574"/>
              <a:gd name="connsiteY222" fmla="*/ 3889459 h 5631811"/>
              <a:gd name="connsiteX223" fmla="*/ 1 w 502574"/>
              <a:gd name="connsiteY223" fmla="*/ 3908611 h 5631811"/>
              <a:gd name="connsiteX224" fmla="*/ 1 w 502574"/>
              <a:gd name="connsiteY224" fmla="*/ 3925051 h 5631811"/>
              <a:gd name="connsiteX225" fmla="*/ 1 w 502574"/>
              <a:gd name="connsiteY225" fmla="*/ 3947449 h 5631811"/>
              <a:gd name="connsiteX226" fmla="*/ 1 w 502574"/>
              <a:gd name="connsiteY226" fmla="*/ 3960662 h 5631811"/>
              <a:gd name="connsiteX227" fmla="*/ 1 w 502574"/>
              <a:gd name="connsiteY227" fmla="*/ 3983063 h 5631811"/>
              <a:gd name="connsiteX228" fmla="*/ 1 w 502574"/>
              <a:gd name="connsiteY228" fmla="*/ 4004025 h 5631811"/>
              <a:gd name="connsiteX229" fmla="*/ 1 w 502574"/>
              <a:gd name="connsiteY229" fmla="*/ 4026426 h 5631811"/>
              <a:gd name="connsiteX230" fmla="*/ 1 w 502574"/>
              <a:gd name="connsiteY230" fmla="*/ 4039638 h 5631811"/>
              <a:gd name="connsiteX231" fmla="*/ 1 w 502574"/>
              <a:gd name="connsiteY231" fmla="*/ 4062039 h 5631811"/>
              <a:gd name="connsiteX232" fmla="*/ 1 w 502574"/>
              <a:gd name="connsiteY232" fmla="*/ 4097628 h 5631811"/>
              <a:gd name="connsiteX233" fmla="*/ 1 w 502574"/>
              <a:gd name="connsiteY233" fmla="*/ 4120029 h 5631811"/>
              <a:gd name="connsiteX234" fmla="*/ 1 w 502574"/>
              <a:gd name="connsiteY234" fmla="*/ 4133240 h 5631811"/>
              <a:gd name="connsiteX235" fmla="*/ 1 w 502574"/>
              <a:gd name="connsiteY235" fmla="*/ 4155640 h 5631811"/>
              <a:gd name="connsiteX236" fmla="*/ 1 w 502574"/>
              <a:gd name="connsiteY236" fmla="*/ 4306961 h 5631811"/>
              <a:gd name="connsiteX237" fmla="*/ 1 w 502574"/>
              <a:gd name="connsiteY237" fmla="*/ 4329362 h 5631811"/>
              <a:gd name="connsiteX238" fmla="*/ 1 w 502574"/>
              <a:gd name="connsiteY238" fmla="*/ 4342573 h 5631811"/>
              <a:gd name="connsiteX239" fmla="*/ 1 w 502574"/>
              <a:gd name="connsiteY239" fmla="*/ 4364973 h 5631811"/>
              <a:gd name="connsiteX240" fmla="*/ 1 w 502574"/>
              <a:gd name="connsiteY240" fmla="*/ 4400561 h 5631811"/>
              <a:gd name="connsiteX241" fmla="*/ 1 w 502574"/>
              <a:gd name="connsiteY241" fmla="*/ 4422962 h 5631811"/>
              <a:gd name="connsiteX242" fmla="*/ 1 w 502574"/>
              <a:gd name="connsiteY242" fmla="*/ 4423349 h 5631811"/>
              <a:gd name="connsiteX243" fmla="*/ 1 w 502574"/>
              <a:gd name="connsiteY243" fmla="*/ 4436175 h 5631811"/>
              <a:gd name="connsiteX244" fmla="*/ 1 w 502574"/>
              <a:gd name="connsiteY244" fmla="*/ 4445748 h 5631811"/>
              <a:gd name="connsiteX245" fmla="*/ 1 w 502574"/>
              <a:gd name="connsiteY245" fmla="*/ 4458573 h 5631811"/>
              <a:gd name="connsiteX246" fmla="*/ 1 w 502574"/>
              <a:gd name="connsiteY246" fmla="*/ 4458962 h 5631811"/>
              <a:gd name="connsiteX247" fmla="*/ 1 w 502574"/>
              <a:gd name="connsiteY247" fmla="*/ 4481361 h 5631811"/>
              <a:gd name="connsiteX248" fmla="*/ 1 w 502574"/>
              <a:gd name="connsiteY248" fmla="*/ 4516950 h 5631811"/>
              <a:gd name="connsiteX249" fmla="*/ 1 w 502574"/>
              <a:gd name="connsiteY249" fmla="*/ 4539349 h 5631811"/>
              <a:gd name="connsiteX250" fmla="*/ 1 w 502574"/>
              <a:gd name="connsiteY250" fmla="*/ 4552563 h 5631811"/>
              <a:gd name="connsiteX251" fmla="*/ 1 w 502574"/>
              <a:gd name="connsiteY251" fmla="*/ 4574962 h 5631811"/>
              <a:gd name="connsiteX252" fmla="*/ 1 w 502574"/>
              <a:gd name="connsiteY252" fmla="*/ 4726284 h 5631811"/>
              <a:gd name="connsiteX253" fmla="*/ 1 w 502574"/>
              <a:gd name="connsiteY253" fmla="*/ 4748682 h 5631811"/>
              <a:gd name="connsiteX254" fmla="*/ 1 w 502574"/>
              <a:gd name="connsiteY254" fmla="*/ 4761895 h 5631811"/>
              <a:gd name="connsiteX255" fmla="*/ 1 w 502574"/>
              <a:gd name="connsiteY255" fmla="*/ 4784296 h 5631811"/>
              <a:gd name="connsiteX256" fmla="*/ 1 w 502574"/>
              <a:gd name="connsiteY256" fmla="*/ 4819885 h 5631811"/>
              <a:gd name="connsiteX257" fmla="*/ 1 w 502574"/>
              <a:gd name="connsiteY257" fmla="*/ 4831453 h 5631811"/>
              <a:gd name="connsiteX258" fmla="*/ 1 w 502574"/>
              <a:gd name="connsiteY258" fmla="*/ 4841558 h 5631811"/>
              <a:gd name="connsiteX259" fmla="*/ 1 w 502574"/>
              <a:gd name="connsiteY259" fmla="*/ 4842285 h 5631811"/>
              <a:gd name="connsiteX260" fmla="*/ 1 w 502574"/>
              <a:gd name="connsiteY260" fmla="*/ 4855496 h 5631811"/>
              <a:gd name="connsiteX261" fmla="*/ 1 w 502574"/>
              <a:gd name="connsiteY261" fmla="*/ 4877897 h 5631811"/>
              <a:gd name="connsiteX262" fmla="*/ 1 w 502574"/>
              <a:gd name="connsiteY262" fmla="*/ 4973313 h 5631811"/>
              <a:gd name="connsiteX263" fmla="*/ 1 w 502574"/>
              <a:gd name="connsiteY263" fmla="*/ 5008924 h 5631811"/>
              <a:gd name="connsiteX264" fmla="*/ 1 w 502574"/>
              <a:gd name="connsiteY264" fmla="*/ 5044516 h 5631811"/>
              <a:gd name="connsiteX265" fmla="*/ 1 w 502574"/>
              <a:gd name="connsiteY265" fmla="*/ 5066914 h 5631811"/>
              <a:gd name="connsiteX266" fmla="*/ 1 w 502574"/>
              <a:gd name="connsiteY266" fmla="*/ 5080127 h 5631811"/>
              <a:gd name="connsiteX267" fmla="*/ 1 w 502574"/>
              <a:gd name="connsiteY267" fmla="*/ 5102528 h 5631811"/>
              <a:gd name="connsiteX268" fmla="*/ 1 w 502574"/>
              <a:gd name="connsiteY268" fmla="*/ 5201796 h 5631811"/>
              <a:gd name="connsiteX269" fmla="*/ 1 w 502574"/>
              <a:gd name="connsiteY269" fmla="*/ 5224197 h 5631811"/>
              <a:gd name="connsiteX270" fmla="*/ 1 w 502574"/>
              <a:gd name="connsiteY270" fmla="*/ 5237409 h 5631811"/>
              <a:gd name="connsiteX271" fmla="*/ 1 w 502574"/>
              <a:gd name="connsiteY271" fmla="*/ 5259808 h 5631811"/>
              <a:gd name="connsiteX272" fmla="*/ 1 w 502574"/>
              <a:gd name="connsiteY272" fmla="*/ 5295398 h 5631811"/>
              <a:gd name="connsiteX273" fmla="*/ 1 w 502574"/>
              <a:gd name="connsiteY273" fmla="*/ 5331011 h 5631811"/>
              <a:gd name="connsiteX274" fmla="*/ 1 w 502574"/>
              <a:gd name="connsiteY274" fmla="*/ 5426426 h 5631811"/>
              <a:gd name="connsiteX275" fmla="*/ 1 w 502574"/>
              <a:gd name="connsiteY275" fmla="*/ 5448826 h 5631811"/>
              <a:gd name="connsiteX276" fmla="*/ 1 w 502574"/>
              <a:gd name="connsiteY276" fmla="*/ 5460361 h 5631811"/>
              <a:gd name="connsiteX277" fmla="*/ 2 w 502574"/>
              <a:gd name="connsiteY277" fmla="*/ 5460361 h 5631811"/>
              <a:gd name="connsiteX278" fmla="*/ 2 w 502574"/>
              <a:gd name="connsiteY278" fmla="*/ 5466848 h 5631811"/>
              <a:gd name="connsiteX279" fmla="*/ 2 w 502574"/>
              <a:gd name="connsiteY279" fmla="*/ 5502461 h 5631811"/>
              <a:gd name="connsiteX280" fmla="*/ 2 w 502574"/>
              <a:gd name="connsiteY280" fmla="*/ 5597876 h 5631811"/>
              <a:gd name="connsiteX281" fmla="*/ 2 w 502574"/>
              <a:gd name="connsiteY281" fmla="*/ 5620276 h 5631811"/>
              <a:gd name="connsiteX282" fmla="*/ 2 w 502574"/>
              <a:gd name="connsiteY282" fmla="*/ 5631811 h 563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Lst>
            <a:rect l="l" t="t" r="r" b="b"/>
            <a:pathLst>
              <a:path w="502574" h="5631811">
                <a:moveTo>
                  <a:pt x="502574" y="5494829"/>
                </a:moveTo>
                <a:lnTo>
                  <a:pt x="502574" y="5483294"/>
                </a:lnTo>
                <a:lnTo>
                  <a:pt x="502574" y="5466848"/>
                </a:lnTo>
                <a:lnTo>
                  <a:pt x="502574" y="5460894"/>
                </a:lnTo>
                <a:lnTo>
                  <a:pt x="502574" y="5431258"/>
                </a:lnTo>
                <a:lnTo>
                  <a:pt x="502574" y="5408858"/>
                </a:lnTo>
                <a:lnTo>
                  <a:pt x="502574" y="5395647"/>
                </a:lnTo>
                <a:lnTo>
                  <a:pt x="502574" y="5373246"/>
                </a:lnTo>
                <a:lnTo>
                  <a:pt x="502573" y="5136994"/>
                </a:lnTo>
                <a:lnTo>
                  <a:pt x="502573" y="5114595"/>
                </a:lnTo>
                <a:lnTo>
                  <a:pt x="502573" y="5101383"/>
                </a:lnTo>
                <a:lnTo>
                  <a:pt x="502573" y="5078982"/>
                </a:lnTo>
                <a:lnTo>
                  <a:pt x="502573" y="5049347"/>
                </a:lnTo>
                <a:lnTo>
                  <a:pt x="502573" y="5043393"/>
                </a:lnTo>
                <a:lnTo>
                  <a:pt x="502573" y="5026946"/>
                </a:lnTo>
                <a:lnTo>
                  <a:pt x="502573" y="5013735"/>
                </a:lnTo>
                <a:lnTo>
                  <a:pt x="502573" y="5013008"/>
                </a:lnTo>
                <a:lnTo>
                  <a:pt x="502574" y="5013008"/>
                </a:lnTo>
                <a:lnTo>
                  <a:pt x="502574" y="4995135"/>
                </a:lnTo>
                <a:lnTo>
                  <a:pt x="502574" y="4972734"/>
                </a:lnTo>
                <a:lnTo>
                  <a:pt x="502574" y="4959522"/>
                </a:lnTo>
                <a:lnTo>
                  <a:pt x="502574" y="4937123"/>
                </a:lnTo>
                <a:lnTo>
                  <a:pt x="502574" y="4901533"/>
                </a:lnTo>
                <a:lnTo>
                  <a:pt x="502574" y="4865921"/>
                </a:lnTo>
                <a:lnTo>
                  <a:pt x="502574" y="4746412"/>
                </a:lnTo>
                <a:lnTo>
                  <a:pt x="502574" y="4724013"/>
                </a:lnTo>
                <a:lnTo>
                  <a:pt x="502574" y="4710799"/>
                </a:lnTo>
                <a:lnTo>
                  <a:pt x="502574" y="4688400"/>
                </a:lnTo>
                <a:lnTo>
                  <a:pt x="502574" y="4652811"/>
                </a:lnTo>
                <a:lnTo>
                  <a:pt x="502574" y="4630412"/>
                </a:lnTo>
                <a:lnTo>
                  <a:pt x="502574" y="4617198"/>
                </a:lnTo>
                <a:lnTo>
                  <a:pt x="502574" y="4594799"/>
                </a:lnTo>
                <a:lnTo>
                  <a:pt x="502574" y="4190108"/>
                </a:lnTo>
                <a:lnTo>
                  <a:pt x="502574" y="4167708"/>
                </a:lnTo>
                <a:lnTo>
                  <a:pt x="502574" y="4154496"/>
                </a:lnTo>
                <a:lnTo>
                  <a:pt x="502574" y="4132096"/>
                </a:lnTo>
                <a:lnTo>
                  <a:pt x="502574" y="4096506"/>
                </a:lnTo>
                <a:lnTo>
                  <a:pt x="502574" y="4080061"/>
                </a:lnTo>
                <a:lnTo>
                  <a:pt x="502574" y="4074105"/>
                </a:lnTo>
                <a:lnTo>
                  <a:pt x="502574" y="4060894"/>
                </a:lnTo>
                <a:lnTo>
                  <a:pt x="502574" y="4044448"/>
                </a:lnTo>
                <a:lnTo>
                  <a:pt x="502574" y="4038494"/>
                </a:lnTo>
                <a:lnTo>
                  <a:pt x="502574" y="4008858"/>
                </a:lnTo>
                <a:lnTo>
                  <a:pt x="502574" y="3986458"/>
                </a:lnTo>
                <a:lnTo>
                  <a:pt x="502574" y="3973247"/>
                </a:lnTo>
                <a:lnTo>
                  <a:pt x="502574" y="3950846"/>
                </a:lnTo>
                <a:lnTo>
                  <a:pt x="502573" y="3714593"/>
                </a:lnTo>
                <a:lnTo>
                  <a:pt x="502573" y="3692195"/>
                </a:lnTo>
                <a:lnTo>
                  <a:pt x="502573" y="3678982"/>
                </a:lnTo>
                <a:lnTo>
                  <a:pt x="502573" y="3656581"/>
                </a:lnTo>
                <a:lnTo>
                  <a:pt x="502573" y="3626946"/>
                </a:lnTo>
                <a:lnTo>
                  <a:pt x="502573" y="3620993"/>
                </a:lnTo>
                <a:lnTo>
                  <a:pt x="502573" y="3604546"/>
                </a:lnTo>
                <a:lnTo>
                  <a:pt x="502573" y="3591335"/>
                </a:lnTo>
                <a:lnTo>
                  <a:pt x="502573" y="3585382"/>
                </a:lnTo>
                <a:lnTo>
                  <a:pt x="502573" y="3568934"/>
                </a:lnTo>
                <a:lnTo>
                  <a:pt x="502573" y="3533346"/>
                </a:lnTo>
                <a:lnTo>
                  <a:pt x="502573" y="3510945"/>
                </a:lnTo>
                <a:lnTo>
                  <a:pt x="502573" y="3497732"/>
                </a:lnTo>
                <a:lnTo>
                  <a:pt x="502573" y="3475333"/>
                </a:lnTo>
                <a:lnTo>
                  <a:pt x="502573" y="3070642"/>
                </a:lnTo>
                <a:lnTo>
                  <a:pt x="502573" y="3048242"/>
                </a:lnTo>
                <a:lnTo>
                  <a:pt x="502573" y="3035032"/>
                </a:lnTo>
                <a:lnTo>
                  <a:pt x="502573" y="3012630"/>
                </a:lnTo>
                <a:lnTo>
                  <a:pt x="502573" y="2977042"/>
                </a:lnTo>
                <a:lnTo>
                  <a:pt x="502573" y="2954642"/>
                </a:lnTo>
                <a:lnTo>
                  <a:pt x="502573" y="2941428"/>
                </a:lnTo>
                <a:lnTo>
                  <a:pt x="502573" y="2919028"/>
                </a:lnTo>
                <a:lnTo>
                  <a:pt x="502573" y="2718542"/>
                </a:lnTo>
                <a:lnTo>
                  <a:pt x="502573" y="2700668"/>
                </a:lnTo>
                <a:lnTo>
                  <a:pt x="502573" y="2678268"/>
                </a:lnTo>
                <a:lnTo>
                  <a:pt x="502573" y="2665056"/>
                </a:lnTo>
                <a:lnTo>
                  <a:pt x="502573" y="2642656"/>
                </a:lnTo>
                <a:lnTo>
                  <a:pt x="502573" y="2607066"/>
                </a:lnTo>
                <a:lnTo>
                  <a:pt x="502573" y="2595130"/>
                </a:lnTo>
                <a:lnTo>
                  <a:pt x="502573" y="2572730"/>
                </a:lnTo>
                <a:lnTo>
                  <a:pt x="502573" y="2571454"/>
                </a:lnTo>
                <a:lnTo>
                  <a:pt x="502573" y="2559518"/>
                </a:lnTo>
                <a:lnTo>
                  <a:pt x="502573" y="2537118"/>
                </a:lnTo>
                <a:lnTo>
                  <a:pt x="502573" y="2501528"/>
                </a:lnTo>
                <a:lnTo>
                  <a:pt x="502573" y="2465918"/>
                </a:lnTo>
                <a:lnTo>
                  <a:pt x="502573" y="2451946"/>
                </a:lnTo>
                <a:lnTo>
                  <a:pt x="502573" y="2429546"/>
                </a:lnTo>
                <a:lnTo>
                  <a:pt x="502573" y="2416332"/>
                </a:lnTo>
                <a:lnTo>
                  <a:pt x="502573" y="2393934"/>
                </a:lnTo>
                <a:lnTo>
                  <a:pt x="502573" y="2358344"/>
                </a:lnTo>
                <a:lnTo>
                  <a:pt x="502573" y="2335944"/>
                </a:lnTo>
                <a:lnTo>
                  <a:pt x="502573" y="2322732"/>
                </a:lnTo>
                <a:lnTo>
                  <a:pt x="502573" y="2300332"/>
                </a:lnTo>
                <a:lnTo>
                  <a:pt x="502573" y="1895642"/>
                </a:lnTo>
                <a:lnTo>
                  <a:pt x="502573" y="1873242"/>
                </a:lnTo>
                <a:lnTo>
                  <a:pt x="502573" y="1860030"/>
                </a:lnTo>
                <a:lnTo>
                  <a:pt x="502573" y="1837630"/>
                </a:lnTo>
                <a:lnTo>
                  <a:pt x="502573" y="1802040"/>
                </a:lnTo>
                <a:lnTo>
                  <a:pt x="502573" y="1785594"/>
                </a:lnTo>
                <a:lnTo>
                  <a:pt x="502573" y="1779640"/>
                </a:lnTo>
                <a:lnTo>
                  <a:pt x="502573" y="1766428"/>
                </a:lnTo>
                <a:lnTo>
                  <a:pt x="502573" y="1749982"/>
                </a:lnTo>
                <a:lnTo>
                  <a:pt x="502573" y="1744028"/>
                </a:lnTo>
                <a:lnTo>
                  <a:pt x="502573" y="1714392"/>
                </a:lnTo>
                <a:lnTo>
                  <a:pt x="502573" y="1691992"/>
                </a:lnTo>
                <a:lnTo>
                  <a:pt x="502573" y="1678782"/>
                </a:lnTo>
                <a:lnTo>
                  <a:pt x="502573" y="1656380"/>
                </a:lnTo>
                <a:lnTo>
                  <a:pt x="502572" y="1420128"/>
                </a:lnTo>
                <a:lnTo>
                  <a:pt x="502572" y="1397730"/>
                </a:lnTo>
                <a:lnTo>
                  <a:pt x="502572" y="1384516"/>
                </a:lnTo>
                <a:lnTo>
                  <a:pt x="502572" y="1362116"/>
                </a:lnTo>
                <a:lnTo>
                  <a:pt x="502572" y="1332480"/>
                </a:lnTo>
                <a:lnTo>
                  <a:pt x="502572" y="1326526"/>
                </a:lnTo>
                <a:lnTo>
                  <a:pt x="502572" y="1310080"/>
                </a:lnTo>
                <a:lnTo>
                  <a:pt x="502572" y="1296870"/>
                </a:lnTo>
                <a:lnTo>
                  <a:pt x="502572" y="1290916"/>
                </a:lnTo>
                <a:lnTo>
                  <a:pt x="502572" y="1274468"/>
                </a:lnTo>
                <a:lnTo>
                  <a:pt x="502572" y="1238880"/>
                </a:lnTo>
                <a:lnTo>
                  <a:pt x="502572" y="1216478"/>
                </a:lnTo>
                <a:lnTo>
                  <a:pt x="502572" y="1203266"/>
                </a:lnTo>
                <a:lnTo>
                  <a:pt x="502572" y="1180868"/>
                </a:lnTo>
                <a:lnTo>
                  <a:pt x="502572" y="776176"/>
                </a:lnTo>
                <a:lnTo>
                  <a:pt x="502572" y="753774"/>
                </a:lnTo>
                <a:lnTo>
                  <a:pt x="502572" y="740564"/>
                </a:lnTo>
                <a:lnTo>
                  <a:pt x="502572" y="718164"/>
                </a:lnTo>
                <a:lnTo>
                  <a:pt x="502572" y="682576"/>
                </a:lnTo>
                <a:lnTo>
                  <a:pt x="502572" y="660176"/>
                </a:lnTo>
                <a:lnTo>
                  <a:pt x="502572" y="646962"/>
                </a:lnTo>
                <a:lnTo>
                  <a:pt x="502572" y="624560"/>
                </a:lnTo>
                <a:lnTo>
                  <a:pt x="502572" y="300662"/>
                </a:lnTo>
                <a:lnTo>
                  <a:pt x="502572" y="278264"/>
                </a:lnTo>
                <a:lnTo>
                  <a:pt x="502572" y="265052"/>
                </a:lnTo>
                <a:lnTo>
                  <a:pt x="502572" y="242650"/>
                </a:lnTo>
                <a:lnTo>
                  <a:pt x="502572" y="207062"/>
                </a:lnTo>
                <a:lnTo>
                  <a:pt x="502572" y="171450"/>
                </a:lnTo>
                <a:lnTo>
                  <a:pt x="502571" y="171450"/>
                </a:lnTo>
                <a:lnTo>
                  <a:pt x="502571" y="129212"/>
                </a:lnTo>
                <a:lnTo>
                  <a:pt x="502571" y="106814"/>
                </a:lnTo>
                <a:lnTo>
                  <a:pt x="502571" y="93602"/>
                </a:lnTo>
                <a:lnTo>
                  <a:pt x="502571" y="71200"/>
                </a:lnTo>
                <a:lnTo>
                  <a:pt x="502571" y="35612"/>
                </a:lnTo>
                <a:lnTo>
                  <a:pt x="502571" y="0"/>
                </a:lnTo>
                <a:lnTo>
                  <a:pt x="0" y="136982"/>
                </a:lnTo>
                <a:lnTo>
                  <a:pt x="0" y="172594"/>
                </a:lnTo>
                <a:lnTo>
                  <a:pt x="0" y="208184"/>
                </a:lnTo>
                <a:lnTo>
                  <a:pt x="0" y="230582"/>
                </a:lnTo>
                <a:lnTo>
                  <a:pt x="0" y="243796"/>
                </a:lnTo>
                <a:lnTo>
                  <a:pt x="0" y="266196"/>
                </a:lnTo>
                <a:lnTo>
                  <a:pt x="0" y="590096"/>
                </a:lnTo>
                <a:lnTo>
                  <a:pt x="0" y="612496"/>
                </a:lnTo>
                <a:lnTo>
                  <a:pt x="0" y="625706"/>
                </a:lnTo>
                <a:lnTo>
                  <a:pt x="0" y="648106"/>
                </a:lnTo>
                <a:lnTo>
                  <a:pt x="0" y="683696"/>
                </a:lnTo>
                <a:lnTo>
                  <a:pt x="0" y="706096"/>
                </a:lnTo>
                <a:lnTo>
                  <a:pt x="0" y="719308"/>
                </a:lnTo>
                <a:lnTo>
                  <a:pt x="0" y="741708"/>
                </a:lnTo>
                <a:lnTo>
                  <a:pt x="0" y="1009418"/>
                </a:lnTo>
                <a:lnTo>
                  <a:pt x="0" y="1031816"/>
                </a:lnTo>
                <a:lnTo>
                  <a:pt x="0" y="1045028"/>
                </a:lnTo>
                <a:lnTo>
                  <a:pt x="0" y="1067430"/>
                </a:lnTo>
                <a:lnTo>
                  <a:pt x="0" y="1103018"/>
                </a:lnTo>
                <a:lnTo>
                  <a:pt x="0" y="1125420"/>
                </a:lnTo>
                <a:lnTo>
                  <a:pt x="0" y="1138630"/>
                </a:lnTo>
                <a:lnTo>
                  <a:pt x="0" y="1161030"/>
                </a:lnTo>
                <a:lnTo>
                  <a:pt x="0" y="1256448"/>
                </a:lnTo>
                <a:lnTo>
                  <a:pt x="0" y="1292058"/>
                </a:lnTo>
                <a:lnTo>
                  <a:pt x="0" y="1327650"/>
                </a:lnTo>
                <a:lnTo>
                  <a:pt x="0" y="1350048"/>
                </a:lnTo>
                <a:lnTo>
                  <a:pt x="0" y="1363260"/>
                </a:lnTo>
                <a:lnTo>
                  <a:pt x="0" y="1385662"/>
                </a:lnTo>
                <a:lnTo>
                  <a:pt x="0" y="1484930"/>
                </a:lnTo>
                <a:lnTo>
                  <a:pt x="0" y="1507332"/>
                </a:lnTo>
                <a:lnTo>
                  <a:pt x="0" y="1520542"/>
                </a:lnTo>
                <a:lnTo>
                  <a:pt x="0" y="1542942"/>
                </a:lnTo>
                <a:lnTo>
                  <a:pt x="0" y="1578532"/>
                </a:lnTo>
                <a:lnTo>
                  <a:pt x="0" y="1614144"/>
                </a:lnTo>
                <a:lnTo>
                  <a:pt x="0" y="1709560"/>
                </a:lnTo>
                <a:lnTo>
                  <a:pt x="0" y="1731960"/>
                </a:lnTo>
                <a:lnTo>
                  <a:pt x="0" y="1745172"/>
                </a:lnTo>
                <a:lnTo>
                  <a:pt x="0" y="1767574"/>
                </a:lnTo>
                <a:lnTo>
                  <a:pt x="0" y="1803162"/>
                </a:lnTo>
                <a:lnTo>
                  <a:pt x="0" y="1825562"/>
                </a:lnTo>
                <a:lnTo>
                  <a:pt x="0" y="1838774"/>
                </a:lnTo>
                <a:lnTo>
                  <a:pt x="0" y="1861174"/>
                </a:lnTo>
                <a:lnTo>
                  <a:pt x="0" y="2128882"/>
                </a:lnTo>
                <a:lnTo>
                  <a:pt x="0" y="2151282"/>
                </a:lnTo>
                <a:lnTo>
                  <a:pt x="0" y="2164494"/>
                </a:lnTo>
                <a:lnTo>
                  <a:pt x="0" y="2186894"/>
                </a:lnTo>
                <a:lnTo>
                  <a:pt x="0" y="2222484"/>
                </a:lnTo>
                <a:lnTo>
                  <a:pt x="0" y="2244882"/>
                </a:lnTo>
                <a:lnTo>
                  <a:pt x="0" y="2258096"/>
                </a:lnTo>
                <a:lnTo>
                  <a:pt x="0" y="2280496"/>
                </a:lnTo>
                <a:lnTo>
                  <a:pt x="0" y="2536986"/>
                </a:lnTo>
                <a:lnTo>
                  <a:pt x="0" y="2547092"/>
                </a:lnTo>
                <a:lnTo>
                  <a:pt x="1" y="2547092"/>
                </a:lnTo>
                <a:lnTo>
                  <a:pt x="1" y="2560664"/>
                </a:lnTo>
                <a:lnTo>
                  <a:pt x="1" y="2708436"/>
                </a:lnTo>
                <a:lnTo>
                  <a:pt x="1" y="2718542"/>
                </a:lnTo>
                <a:lnTo>
                  <a:pt x="1" y="2884562"/>
                </a:lnTo>
                <a:lnTo>
                  <a:pt x="1" y="2906962"/>
                </a:lnTo>
                <a:lnTo>
                  <a:pt x="1" y="2920174"/>
                </a:lnTo>
                <a:lnTo>
                  <a:pt x="1" y="2942574"/>
                </a:lnTo>
                <a:lnTo>
                  <a:pt x="1" y="2978162"/>
                </a:lnTo>
                <a:lnTo>
                  <a:pt x="1" y="3000562"/>
                </a:lnTo>
                <a:lnTo>
                  <a:pt x="1" y="3013776"/>
                </a:lnTo>
                <a:lnTo>
                  <a:pt x="1" y="3036174"/>
                </a:lnTo>
                <a:lnTo>
                  <a:pt x="1" y="3303883"/>
                </a:lnTo>
                <a:lnTo>
                  <a:pt x="1" y="3326282"/>
                </a:lnTo>
                <a:lnTo>
                  <a:pt x="1" y="3339495"/>
                </a:lnTo>
                <a:lnTo>
                  <a:pt x="1" y="3361896"/>
                </a:lnTo>
                <a:lnTo>
                  <a:pt x="1" y="3397484"/>
                </a:lnTo>
                <a:lnTo>
                  <a:pt x="1" y="3419885"/>
                </a:lnTo>
                <a:lnTo>
                  <a:pt x="1" y="3433096"/>
                </a:lnTo>
                <a:lnTo>
                  <a:pt x="1" y="3455496"/>
                </a:lnTo>
                <a:lnTo>
                  <a:pt x="1" y="3550913"/>
                </a:lnTo>
                <a:lnTo>
                  <a:pt x="1" y="3586524"/>
                </a:lnTo>
                <a:lnTo>
                  <a:pt x="1" y="3622115"/>
                </a:lnTo>
                <a:lnTo>
                  <a:pt x="1" y="3644514"/>
                </a:lnTo>
                <a:lnTo>
                  <a:pt x="1" y="3657727"/>
                </a:lnTo>
                <a:lnTo>
                  <a:pt x="1" y="3680127"/>
                </a:lnTo>
                <a:lnTo>
                  <a:pt x="1" y="3779396"/>
                </a:lnTo>
                <a:lnTo>
                  <a:pt x="1" y="3801797"/>
                </a:lnTo>
                <a:lnTo>
                  <a:pt x="1" y="3815009"/>
                </a:lnTo>
                <a:lnTo>
                  <a:pt x="1" y="3837408"/>
                </a:lnTo>
                <a:lnTo>
                  <a:pt x="1" y="3853848"/>
                </a:lnTo>
                <a:lnTo>
                  <a:pt x="1" y="3872998"/>
                </a:lnTo>
                <a:lnTo>
                  <a:pt x="1" y="3889459"/>
                </a:lnTo>
                <a:lnTo>
                  <a:pt x="1" y="3908611"/>
                </a:lnTo>
                <a:lnTo>
                  <a:pt x="1" y="3925051"/>
                </a:lnTo>
                <a:lnTo>
                  <a:pt x="1" y="3947449"/>
                </a:lnTo>
                <a:lnTo>
                  <a:pt x="1" y="3960662"/>
                </a:lnTo>
                <a:lnTo>
                  <a:pt x="1" y="3983063"/>
                </a:lnTo>
                <a:lnTo>
                  <a:pt x="1" y="4004025"/>
                </a:lnTo>
                <a:lnTo>
                  <a:pt x="1" y="4026426"/>
                </a:lnTo>
                <a:lnTo>
                  <a:pt x="1" y="4039638"/>
                </a:lnTo>
                <a:lnTo>
                  <a:pt x="1" y="4062039"/>
                </a:lnTo>
                <a:lnTo>
                  <a:pt x="1" y="4097628"/>
                </a:lnTo>
                <a:lnTo>
                  <a:pt x="1" y="4120029"/>
                </a:lnTo>
                <a:lnTo>
                  <a:pt x="1" y="4133240"/>
                </a:lnTo>
                <a:lnTo>
                  <a:pt x="1" y="4155640"/>
                </a:lnTo>
                <a:lnTo>
                  <a:pt x="1" y="4306961"/>
                </a:lnTo>
                <a:lnTo>
                  <a:pt x="1" y="4329362"/>
                </a:lnTo>
                <a:lnTo>
                  <a:pt x="1" y="4342573"/>
                </a:lnTo>
                <a:lnTo>
                  <a:pt x="1" y="4364973"/>
                </a:lnTo>
                <a:lnTo>
                  <a:pt x="1" y="4400561"/>
                </a:lnTo>
                <a:lnTo>
                  <a:pt x="1" y="4422962"/>
                </a:lnTo>
                <a:lnTo>
                  <a:pt x="1" y="4423349"/>
                </a:lnTo>
                <a:lnTo>
                  <a:pt x="1" y="4436175"/>
                </a:lnTo>
                <a:lnTo>
                  <a:pt x="1" y="4445748"/>
                </a:lnTo>
                <a:lnTo>
                  <a:pt x="1" y="4458573"/>
                </a:lnTo>
                <a:lnTo>
                  <a:pt x="1" y="4458962"/>
                </a:lnTo>
                <a:lnTo>
                  <a:pt x="1" y="4481361"/>
                </a:lnTo>
                <a:lnTo>
                  <a:pt x="1" y="4516950"/>
                </a:lnTo>
                <a:lnTo>
                  <a:pt x="1" y="4539349"/>
                </a:lnTo>
                <a:lnTo>
                  <a:pt x="1" y="4552563"/>
                </a:lnTo>
                <a:lnTo>
                  <a:pt x="1" y="4574962"/>
                </a:lnTo>
                <a:lnTo>
                  <a:pt x="1" y="4726284"/>
                </a:lnTo>
                <a:lnTo>
                  <a:pt x="1" y="4748682"/>
                </a:lnTo>
                <a:lnTo>
                  <a:pt x="1" y="4761895"/>
                </a:lnTo>
                <a:lnTo>
                  <a:pt x="1" y="4784296"/>
                </a:lnTo>
                <a:lnTo>
                  <a:pt x="1" y="4819885"/>
                </a:lnTo>
                <a:lnTo>
                  <a:pt x="1" y="4831453"/>
                </a:lnTo>
                <a:lnTo>
                  <a:pt x="1" y="4841558"/>
                </a:lnTo>
                <a:lnTo>
                  <a:pt x="1" y="4842285"/>
                </a:lnTo>
                <a:lnTo>
                  <a:pt x="1" y="4855496"/>
                </a:lnTo>
                <a:lnTo>
                  <a:pt x="1" y="4877897"/>
                </a:lnTo>
                <a:lnTo>
                  <a:pt x="1" y="4973313"/>
                </a:lnTo>
                <a:lnTo>
                  <a:pt x="1" y="5008924"/>
                </a:lnTo>
                <a:lnTo>
                  <a:pt x="1" y="5044516"/>
                </a:lnTo>
                <a:lnTo>
                  <a:pt x="1" y="5066914"/>
                </a:lnTo>
                <a:lnTo>
                  <a:pt x="1" y="5080127"/>
                </a:lnTo>
                <a:lnTo>
                  <a:pt x="1" y="5102528"/>
                </a:lnTo>
                <a:lnTo>
                  <a:pt x="1" y="5201796"/>
                </a:lnTo>
                <a:lnTo>
                  <a:pt x="1" y="5224197"/>
                </a:lnTo>
                <a:lnTo>
                  <a:pt x="1" y="5237409"/>
                </a:lnTo>
                <a:lnTo>
                  <a:pt x="1" y="5259808"/>
                </a:lnTo>
                <a:lnTo>
                  <a:pt x="1" y="5295398"/>
                </a:lnTo>
                <a:lnTo>
                  <a:pt x="1" y="5331011"/>
                </a:lnTo>
                <a:lnTo>
                  <a:pt x="1" y="5426426"/>
                </a:lnTo>
                <a:lnTo>
                  <a:pt x="1" y="5448826"/>
                </a:lnTo>
                <a:lnTo>
                  <a:pt x="1" y="5460361"/>
                </a:lnTo>
                <a:lnTo>
                  <a:pt x="2" y="5460361"/>
                </a:lnTo>
                <a:lnTo>
                  <a:pt x="2" y="5466848"/>
                </a:lnTo>
                <a:lnTo>
                  <a:pt x="2" y="5502461"/>
                </a:lnTo>
                <a:lnTo>
                  <a:pt x="2" y="5597876"/>
                </a:lnTo>
                <a:lnTo>
                  <a:pt x="2" y="5620276"/>
                </a:lnTo>
                <a:lnTo>
                  <a:pt x="2" y="563181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 sz="1350"/>
          </a:p>
        </p:txBody>
      </p:sp>
      <p:sp>
        <p:nvSpPr>
          <p:cNvPr id="54" name="Rectangle 37">
            <a:extLst>
              <a:ext uri="{FF2B5EF4-FFF2-40B4-BE49-F238E27FC236}">
                <a16:creationId xmlns:a16="http://schemas.microsoft.com/office/drawing/2014/main" id="{9D969052-8278-8B66-C04A-49291D0EF993}"/>
              </a:ext>
            </a:extLst>
          </p:cNvPr>
          <p:cNvSpPr>
            <a:spLocks noChangeArrowheads="1"/>
          </p:cNvSpPr>
          <p:nvPr/>
        </p:nvSpPr>
        <p:spPr bwMode="auto">
          <a:xfrm>
            <a:off x="6240016" y="5119221"/>
            <a:ext cx="4389092" cy="298450"/>
          </a:xfrm>
          <a:prstGeom prst="rect">
            <a:avLst/>
          </a:prstGeom>
          <a:noFill/>
          <a:ln w="12700" algn="ctr">
            <a:noFill/>
            <a:miter lim="800000"/>
          </a:ln>
          <a:effectLst/>
        </p:spPr>
        <p:txBody>
          <a:bodyPr wrap="none" lIns="36000" tIns="54000" rIns="36000" bIns="54000" anchor="ctr"/>
          <a:lstStyle/>
          <a:p>
            <a:pPr defTabSz="762000" eaLnBrk="0" hangingPunct="0">
              <a:spcBef>
                <a:spcPct val="50000"/>
              </a:spcBef>
              <a:defRPr b="0" i="0"/>
            </a:pPr>
            <a:r>
              <a:rPr lang="x-none" sz="1600" b="1" kern="0">
                <a:solidFill>
                  <a:srgbClr val="4F062A"/>
                </a:solidFill>
              </a:rPr>
              <a:t>Aspectos metodológicos</a:t>
            </a:r>
          </a:p>
        </p:txBody>
      </p:sp>
      <p:sp>
        <p:nvSpPr>
          <p:cNvPr id="55" name="Rectangle 40">
            <a:extLst>
              <a:ext uri="{FF2B5EF4-FFF2-40B4-BE49-F238E27FC236}">
                <a16:creationId xmlns:a16="http://schemas.microsoft.com/office/drawing/2014/main" id="{21E66344-CB1E-5CC2-C6BB-BC797C7779F4}"/>
              </a:ext>
            </a:extLst>
          </p:cNvPr>
          <p:cNvSpPr>
            <a:spLocks noChangeArrowheads="1"/>
          </p:cNvSpPr>
          <p:nvPr/>
        </p:nvSpPr>
        <p:spPr bwMode="auto">
          <a:xfrm>
            <a:off x="6240017" y="5544084"/>
            <a:ext cx="5306106" cy="561388"/>
          </a:xfrm>
          <a:prstGeom prst="rect">
            <a:avLst/>
          </a:prstGeom>
          <a:noFill/>
          <a:ln w="12700">
            <a:noFill/>
            <a:miter lim="800000"/>
          </a:ln>
          <a:effectLst/>
        </p:spPr>
        <p:txBody>
          <a:bodyPr lIns="92075" tIns="108000" rIns="92075" bIns="46038"/>
          <a:lstStyle/>
          <a:p>
            <a:pPr marL="177800" indent="-177800">
              <a:spcBef>
                <a:spcPts val="200"/>
              </a:spcBef>
              <a:spcAft>
                <a:spcPts val="200"/>
              </a:spcAft>
              <a:buFont typeface="Wingdings" panose="05000000000000000000" pitchFamily="2" charset="2"/>
              <a:buChar char="§"/>
              <a:tabLst>
                <a:tab pos="5715000" algn="l"/>
              </a:tabLst>
              <a:defRPr b="0" i="0"/>
            </a:pPr>
            <a:r>
              <a:rPr lang="es-MX" sz="1100" b="1">
                <a:cs typeface="Times New Roman" pitchFamily="18" charset="0"/>
              </a:rPr>
              <a:t>Preparación, coordinación y ejecución de los comités de seguimiento y de los materiales asociados </a:t>
            </a:r>
            <a:r>
              <a:rPr lang="es-MX" sz="1100">
                <a:cs typeface="Times New Roman" pitchFamily="18" charset="0"/>
              </a:rPr>
              <a:t>(informes, actas, convocatorias, seguimiento de compromisos,…)</a:t>
            </a:r>
          </a:p>
        </p:txBody>
      </p:sp>
      <p:pic>
        <p:nvPicPr>
          <p:cNvPr id="56" name="Imagen 55">
            <a:extLst>
              <a:ext uri="{FF2B5EF4-FFF2-40B4-BE49-F238E27FC236}">
                <a16:creationId xmlns:a16="http://schemas.microsoft.com/office/drawing/2014/main" id="{8A6A0F01-EC14-EA4D-045C-E1B8A224B0A0}"/>
              </a:ext>
            </a:extLst>
          </p:cNvPr>
          <p:cNvPicPr>
            <a:picLocks noChangeAspect="1"/>
          </p:cNvPicPr>
          <p:nvPr/>
        </p:nvPicPr>
        <p:blipFill>
          <a:blip r:embed="rId6">
            <a:lum bright="100000"/>
          </a:blip>
          <a:stretch>
            <a:fillRect/>
          </a:stretch>
        </p:blipFill>
        <p:spPr>
          <a:xfrm>
            <a:off x="1521500" y="1743534"/>
            <a:ext cx="488118" cy="472468"/>
          </a:xfrm>
          <a:prstGeom prst="rect">
            <a:avLst/>
          </a:prstGeom>
        </p:spPr>
      </p:pic>
      <p:pic>
        <p:nvPicPr>
          <p:cNvPr id="57" name="Imagen 56">
            <a:extLst>
              <a:ext uri="{FF2B5EF4-FFF2-40B4-BE49-F238E27FC236}">
                <a16:creationId xmlns:a16="http://schemas.microsoft.com/office/drawing/2014/main" id="{966EE703-9B34-B7EC-22C2-4264638512AE}"/>
              </a:ext>
            </a:extLst>
          </p:cNvPr>
          <p:cNvPicPr>
            <a:picLocks noChangeAspect="1"/>
          </p:cNvPicPr>
          <p:nvPr/>
        </p:nvPicPr>
        <p:blipFill>
          <a:blip r:embed="rId7"/>
          <a:stretch>
            <a:fillRect/>
          </a:stretch>
        </p:blipFill>
        <p:spPr>
          <a:xfrm>
            <a:off x="8906865" y="5039567"/>
            <a:ext cx="463597" cy="457759"/>
          </a:xfrm>
          <a:prstGeom prst="rect">
            <a:avLst/>
          </a:prstGeom>
        </p:spPr>
      </p:pic>
      <p:pic>
        <p:nvPicPr>
          <p:cNvPr id="58" name="Imagen 57">
            <a:extLst>
              <a:ext uri="{FF2B5EF4-FFF2-40B4-BE49-F238E27FC236}">
                <a16:creationId xmlns:a16="http://schemas.microsoft.com/office/drawing/2014/main" id="{8BE3C8DF-E6AC-DADE-58D7-919C6213D792}"/>
              </a:ext>
            </a:extLst>
          </p:cNvPr>
          <p:cNvPicPr>
            <a:picLocks noChangeAspect="1"/>
          </p:cNvPicPr>
          <p:nvPr/>
        </p:nvPicPr>
        <p:blipFill>
          <a:blip r:embed="rId8"/>
          <a:stretch>
            <a:fillRect/>
          </a:stretch>
        </p:blipFill>
        <p:spPr>
          <a:xfrm>
            <a:off x="2485399" y="2457860"/>
            <a:ext cx="394971" cy="389016"/>
          </a:xfrm>
          <a:prstGeom prst="rect">
            <a:avLst/>
          </a:prstGeom>
        </p:spPr>
      </p:pic>
      <p:pic>
        <p:nvPicPr>
          <p:cNvPr id="59" name="Imagen 58">
            <a:extLst>
              <a:ext uri="{FF2B5EF4-FFF2-40B4-BE49-F238E27FC236}">
                <a16:creationId xmlns:a16="http://schemas.microsoft.com/office/drawing/2014/main" id="{EE7169FE-A4BC-979C-56D6-2E485E28F139}"/>
              </a:ext>
            </a:extLst>
          </p:cNvPr>
          <p:cNvPicPr>
            <a:picLocks noChangeAspect="1"/>
          </p:cNvPicPr>
          <p:nvPr/>
        </p:nvPicPr>
        <p:blipFill>
          <a:blip r:embed="rId9"/>
          <a:stretch>
            <a:fillRect/>
          </a:stretch>
        </p:blipFill>
        <p:spPr>
          <a:xfrm>
            <a:off x="8756369" y="2557774"/>
            <a:ext cx="448307" cy="221640"/>
          </a:xfrm>
          <a:prstGeom prst="rect">
            <a:avLst/>
          </a:prstGeom>
        </p:spPr>
      </p:pic>
      <p:pic>
        <p:nvPicPr>
          <p:cNvPr id="11" name="Imagen 10">
            <a:extLst>
              <a:ext uri="{FF2B5EF4-FFF2-40B4-BE49-F238E27FC236}">
                <a16:creationId xmlns:a16="http://schemas.microsoft.com/office/drawing/2014/main" id="{E17A9591-84AD-AAC4-18FD-291ABC1C1936}"/>
              </a:ext>
            </a:extLst>
          </p:cNvPr>
          <p:cNvPicPr>
            <a:picLocks noChangeAspect="1"/>
          </p:cNvPicPr>
          <p:nvPr/>
        </p:nvPicPr>
        <p:blipFill>
          <a:blip r:embed="rId10"/>
          <a:srcRect t="7513" b="-1"/>
          <a:stretch>
            <a:fillRect/>
          </a:stretch>
        </p:blipFill>
        <p:spPr>
          <a:xfrm>
            <a:off x="7543012" y="347868"/>
            <a:ext cx="4300054" cy="429308"/>
          </a:xfrm>
          <a:prstGeom prst="rect">
            <a:avLst/>
          </a:prstGeom>
        </p:spPr>
      </p:pic>
      <p:sp>
        <p:nvSpPr>
          <p:cNvPr id="12" name="Paralelogramo 11">
            <a:extLst>
              <a:ext uri="{FF2B5EF4-FFF2-40B4-BE49-F238E27FC236}">
                <a16:creationId xmlns:a16="http://schemas.microsoft.com/office/drawing/2014/main" id="{CC43E144-3DF1-8B0F-C96E-4F851D708BF0}"/>
              </a:ext>
            </a:extLst>
          </p:cNvPr>
          <p:cNvSpPr/>
          <p:nvPr/>
        </p:nvSpPr>
        <p:spPr>
          <a:xfrm>
            <a:off x="7543012" y="456398"/>
            <a:ext cx="3418065" cy="375409"/>
          </a:xfrm>
          <a:prstGeom prst="parallelogram">
            <a:avLst>
              <a:gd name="adj" fmla="val 0"/>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s-ES" sz="1351">
              <a:solidFill>
                <a:srgbClr val="FFFFFF"/>
              </a:solidFill>
              <a:latin typeface="Soho Gothic Pro Light"/>
            </a:endParaRPr>
          </a:p>
        </p:txBody>
      </p:sp>
      <p:sp>
        <p:nvSpPr>
          <p:cNvPr id="13" name="Rectangle 40">
            <a:extLst>
              <a:ext uri="{FF2B5EF4-FFF2-40B4-BE49-F238E27FC236}">
                <a16:creationId xmlns:a16="http://schemas.microsoft.com/office/drawing/2014/main" id="{20A07903-51DF-1409-3749-F6894D600EE1}"/>
              </a:ext>
            </a:extLst>
          </p:cNvPr>
          <p:cNvSpPr>
            <a:spLocks noChangeArrowheads="1"/>
          </p:cNvSpPr>
          <p:nvPr/>
        </p:nvSpPr>
        <p:spPr bwMode="auto">
          <a:xfrm>
            <a:off x="6069223" y="2968624"/>
            <a:ext cx="5436256" cy="1039650"/>
          </a:xfrm>
          <a:prstGeom prst="rect">
            <a:avLst/>
          </a:prstGeom>
          <a:noFill/>
          <a:ln w="12700">
            <a:noFill/>
            <a:miter lim="800000"/>
          </a:ln>
          <a:effectLst/>
        </p:spPr>
        <p:txBody>
          <a:bodyPr lIns="92075" tIns="108000" rIns="92075" bIns="46038"/>
          <a:lstStyle/>
          <a:p>
            <a:pPr marL="177800" indent="-177800">
              <a:spcBef>
                <a:spcPts val="200"/>
              </a:spcBef>
              <a:spcAft>
                <a:spcPts val="200"/>
              </a:spcAft>
              <a:buFont typeface="Wingdings" panose="05000000000000000000" pitchFamily="2" charset="2"/>
              <a:buChar char="§"/>
              <a:tabLst>
                <a:tab pos="5715000" algn="l"/>
              </a:tabLst>
              <a:defRPr b="0" i="0"/>
            </a:pPr>
            <a:r>
              <a:rPr lang="es-MX" sz="1100">
                <a:cs typeface="Times New Roman" pitchFamily="18" charset="0"/>
              </a:rPr>
              <a:t>Informe de avance semanales, quincenales y mensuales. </a:t>
            </a:r>
          </a:p>
          <a:p>
            <a:pPr marL="634695" lvl="1" indent="-177800">
              <a:spcBef>
                <a:spcPts val="200"/>
              </a:spcBef>
              <a:spcAft>
                <a:spcPts val="200"/>
              </a:spcAft>
              <a:buFont typeface="Wingdings" panose="05000000000000000000" pitchFamily="2" charset="2"/>
              <a:buChar char="§"/>
              <a:tabLst>
                <a:tab pos="5715000" algn="l"/>
              </a:tabLst>
              <a:defRPr b="0" i="0"/>
            </a:pPr>
            <a:r>
              <a:rPr lang="es-MX" sz="1100">
                <a:cs typeface="Times New Roman" pitchFamily="18" charset="0"/>
              </a:rPr>
              <a:t>Incluye riesgos, recursos, presupuesto, comunicaciones, acuerdos y compromisos.</a:t>
            </a:r>
          </a:p>
          <a:p>
            <a:pPr marL="177800" indent="-177800">
              <a:spcBef>
                <a:spcPts val="200"/>
              </a:spcBef>
              <a:spcAft>
                <a:spcPts val="200"/>
              </a:spcAft>
              <a:buFont typeface="Wingdings" panose="05000000000000000000" pitchFamily="2" charset="2"/>
              <a:buChar char="§"/>
              <a:tabLst>
                <a:tab pos="5715000" algn="l"/>
              </a:tabLst>
              <a:defRPr b="0" i="0"/>
            </a:pPr>
            <a:r>
              <a:rPr lang="es-MX" sz="1100">
                <a:cs typeface="Times New Roman" pitchFamily="18" charset="0"/>
              </a:rPr>
              <a:t>Master plan actualizado (global y por frente)</a:t>
            </a:r>
          </a:p>
          <a:p>
            <a:pPr marL="177800" indent="-177800">
              <a:spcBef>
                <a:spcPts val="200"/>
              </a:spcBef>
              <a:spcAft>
                <a:spcPts val="200"/>
              </a:spcAft>
              <a:buFont typeface="Wingdings" panose="05000000000000000000" pitchFamily="2" charset="2"/>
              <a:buChar char="§"/>
              <a:tabLst>
                <a:tab pos="5715000" algn="l"/>
              </a:tabLst>
            </a:pPr>
            <a:endParaRPr lang="pt-PT" sz="1200">
              <a:cs typeface="Times New Roman" pitchFamily="18" charset="0"/>
            </a:endParaRPr>
          </a:p>
        </p:txBody>
      </p:sp>
      <p:pic>
        <p:nvPicPr>
          <p:cNvPr id="14" name="Imagen 13">
            <a:extLst>
              <a:ext uri="{FF2B5EF4-FFF2-40B4-BE49-F238E27FC236}">
                <a16:creationId xmlns:a16="http://schemas.microsoft.com/office/drawing/2014/main" id="{91F1C19D-0D70-761F-D237-FA7B97B412CD}"/>
              </a:ext>
            </a:extLst>
          </p:cNvPr>
          <p:cNvPicPr>
            <a:picLocks noChangeAspect="1"/>
          </p:cNvPicPr>
          <p:nvPr/>
        </p:nvPicPr>
        <p:blipFill>
          <a:blip r:embed="rId11"/>
          <a:stretch>
            <a:fillRect/>
          </a:stretch>
        </p:blipFill>
        <p:spPr>
          <a:xfrm>
            <a:off x="7788054" y="3995753"/>
            <a:ext cx="1617577" cy="919343"/>
          </a:xfrm>
          <a:prstGeom prst="rect">
            <a:avLst/>
          </a:prstGeom>
          <a:ln>
            <a:solidFill>
              <a:schemeClr val="tx1"/>
            </a:solidFill>
          </a:ln>
        </p:spPr>
      </p:pic>
      <p:sp>
        <p:nvSpPr>
          <p:cNvPr id="2" name="Marcador de pie de página 2">
            <a:extLst>
              <a:ext uri="{FF2B5EF4-FFF2-40B4-BE49-F238E27FC236}">
                <a16:creationId xmlns:a16="http://schemas.microsoft.com/office/drawing/2014/main" id="{FB383A5E-33A9-AE7B-FAC5-6437F8A9246E}"/>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Tree>
    <p:extLst>
      <p:ext uri="{BB962C8B-B14F-4D97-AF65-F5344CB8AC3E}">
        <p14:creationId xmlns:p14="http://schemas.microsoft.com/office/powerpoint/2010/main" val="2297621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EE9F8-DA4A-65B9-9B9F-AAA94137C310}"/>
            </a:ext>
          </a:extLst>
        </p:cNvPr>
        <p:cNvGrpSpPr/>
        <p:nvPr/>
      </p:nvGrpSpPr>
      <p:grpSpPr>
        <a:xfrm>
          <a:off x="0" y="0"/>
          <a:ext cx="0" cy="0"/>
          <a:chOff x="0" y="0"/>
          <a:chExt cx="0" cy="0"/>
        </a:xfrm>
      </p:grpSpPr>
      <p:graphicFrame>
        <p:nvGraphicFramePr>
          <p:cNvPr id="4" name="Objeto 3" hidden="1">
            <a:extLst>
              <a:ext uri="{FF2B5EF4-FFF2-40B4-BE49-F238E27FC236}">
                <a16:creationId xmlns:a16="http://schemas.microsoft.com/office/drawing/2014/main" id="{ABA683D1-C1C4-0345-0337-64C2AE2E7D70}"/>
              </a:ext>
            </a:extLst>
          </p:cNvPr>
          <p:cNvGraphicFramePr>
            <a:graphicFrameLocks noChangeAspect="1"/>
          </p:cNvGraphicFramePr>
          <p:nvPr>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a de think-cell" r:id="rId4" imgW="473" imgH="473" progId="TCLayout.ActiveDocument.1">
                  <p:embed/>
                </p:oleObj>
              </mc:Choice>
              <mc:Fallback>
                <p:oleObj name="Diapositiva de think-cell" r:id="rId4" imgW="473" imgH="473" progId="TCLayout.ActiveDocument.1">
                  <p:embed/>
                  <p:pic>
                    <p:nvPicPr>
                      <p:cNvPr id="4" name="Objeto 3" hidden="1">
                        <a:extLst>
                          <a:ext uri="{FF2B5EF4-FFF2-40B4-BE49-F238E27FC236}">
                            <a16:creationId xmlns:a16="http://schemas.microsoft.com/office/drawing/2014/main" id="{ABA683D1-C1C4-0345-0337-64C2AE2E7D70}"/>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AFFE7E05-A9DD-6160-3B62-49FAA6C7F05A}"/>
              </a:ext>
            </a:extLst>
          </p:cNvPr>
          <p:cNvSpPr>
            <a:spLocks noGrp="1"/>
          </p:cNvSpPr>
          <p:nvPr>
            <p:ph type="body" sz="quarter" idx="10"/>
          </p:nvPr>
        </p:nvSpPr>
        <p:spPr>
          <a:xfrm>
            <a:off x="9675710" y="196743"/>
            <a:ext cx="2377147" cy="1706562"/>
          </a:xfrm>
        </p:spPr>
        <p:txBody>
          <a:bodyPr/>
          <a:lstStyle/>
          <a:p>
            <a:r>
              <a:rPr lang="es-ES"/>
              <a:t>03</a:t>
            </a:r>
          </a:p>
        </p:txBody>
      </p:sp>
      <p:sp>
        <p:nvSpPr>
          <p:cNvPr id="3" name="Marcador de texto 2">
            <a:extLst>
              <a:ext uri="{FF2B5EF4-FFF2-40B4-BE49-F238E27FC236}">
                <a16:creationId xmlns:a16="http://schemas.microsoft.com/office/drawing/2014/main" id="{167B9579-A813-3A80-90DD-7B868686EAA9}"/>
              </a:ext>
            </a:extLst>
          </p:cNvPr>
          <p:cNvSpPr>
            <a:spLocks noGrp="1"/>
          </p:cNvSpPr>
          <p:nvPr>
            <p:ph type="body" sz="quarter" idx="11"/>
          </p:nvPr>
        </p:nvSpPr>
        <p:spPr>
          <a:xfrm>
            <a:off x="335360" y="368300"/>
            <a:ext cx="8678517" cy="1439714"/>
          </a:xfrm>
        </p:spPr>
        <p:txBody>
          <a:bodyPr/>
          <a:lstStyle/>
          <a:p>
            <a:r>
              <a:rPr lang="es-MX"/>
              <a:t>Valor Añadido y Aceleradores Minsait</a:t>
            </a:r>
            <a:endParaRPr lang="es-ES"/>
          </a:p>
        </p:txBody>
      </p:sp>
      <p:pic>
        <p:nvPicPr>
          <p:cNvPr id="9" name="Picture Placeholder 20">
            <a:extLst>
              <a:ext uri="{FF2B5EF4-FFF2-40B4-BE49-F238E27FC236}">
                <a16:creationId xmlns:a16="http://schemas.microsoft.com/office/drawing/2014/main" id="{A25CD16E-BA3B-FB6E-6A4D-A566D2A0C088}"/>
              </a:ext>
            </a:extLst>
          </p:cNvPr>
          <p:cNvPicPr>
            <a:picLocks noGrp="1" noChangeAspect="1"/>
          </p:cNvPicPr>
          <p:nvPr>
            <p:ph type="pic" sz="quarter" idx="13"/>
          </p:nvPr>
        </p:nvPicPr>
        <p:blipFill>
          <a:blip r:embed="rId6">
            <a:extLst>
              <a:ext uri="{28A0092B-C50C-407E-A947-70E740481C1C}">
                <a14:useLocalDpi xmlns:a14="http://schemas.microsoft.com/office/drawing/2010/main" val="0"/>
              </a:ext>
            </a:extLst>
          </a:blip>
          <a:srcRect l="2" r="2"/>
          <a:stretch/>
        </p:blipFill>
        <p:spPr>
          <a:xfrm>
            <a:off x="351850" y="2908469"/>
            <a:ext cx="9045575" cy="3132138"/>
          </a:xfrm>
        </p:spPr>
      </p:pic>
    </p:spTree>
    <p:extLst>
      <p:ext uri="{BB962C8B-B14F-4D97-AF65-F5344CB8AC3E}">
        <p14:creationId xmlns:p14="http://schemas.microsoft.com/office/powerpoint/2010/main" val="4110804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3E2DA"/>
        </a:solidFill>
        <a:effectLst/>
      </p:bgPr>
    </p:bg>
    <p:spTree>
      <p:nvGrpSpPr>
        <p:cNvPr id="1" name="">
          <a:extLst>
            <a:ext uri="{FF2B5EF4-FFF2-40B4-BE49-F238E27FC236}">
              <a16:creationId xmlns:a16="http://schemas.microsoft.com/office/drawing/2014/main" id="{9BA880EB-93B0-EE42-A2CE-9CB03B3700D6}"/>
            </a:ext>
          </a:extLst>
        </p:cNvPr>
        <p:cNvGrpSpPr/>
        <p:nvPr/>
      </p:nvGrpSpPr>
      <p:grpSpPr>
        <a:xfrm>
          <a:off x="0" y="0"/>
          <a:ext cx="0" cy="0"/>
          <a:chOff x="0" y="0"/>
          <a:chExt cx="0" cy="0"/>
        </a:xfrm>
      </p:grpSpPr>
      <p:sp>
        <p:nvSpPr>
          <p:cNvPr id="2" name="Rectángulo: esquinas superiores cortadas 1">
            <a:extLst>
              <a:ext uri="{FF2B5EF4-FFF2-40B4-BE49-F238E27FC236}">
                <a16:creationId xmlns:a16="http://schemas.microsoft.com/office/drawing/2014/main" id="{7BD3E18B-D74E-D6A3-6A6C-11144C693012}"/>
              </a:ext>
            </a:extLst>
          </p:cNvPr>
          <p:cNvSpPr/>
          <p:nvPr/>
        </p:nvSpPr>
        <p:spPr>
          <a:xfrm>
            <a:off x="7718660" y="4955529"/>
            <a:ext cx="4304933" cy="1457563"/>
          </a:xfrm>
          <a:prstGeom prst="snip2SameRect">
            <a:avLst>
              <a:gd name="adj1" fmla="val 17701"/>
              <a:gd name="adj2" fmla="val 17222"/>
            </a:avLst>
          </a:prstGeom>
          <a:solidFill>
            <a:srgbClr val="D0CEC1">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ángulo: esquinas superiores cortadas 3">
            <a:extLst>
              <a:ext uri="{FF2B5EF4-FFF2-40B4-BE49-F238E27FC236}">
                <a16:creationId xmlns:a16="http://schemas.microsoft.com/office/drawing/2014/main" id="{5D6EB020-453E-D336-BF34-BC284B244C77}"/>
              </a:ext>
            </a:extLst>
          </p:cNvPr>
          <p:cNvSpPr/>
          <p:nvPr/>
        </p:nvSpPr>
        <p:spPr>
          <a:xfrm>
            <a:off x="203227" y="4951237"/>
            <a:ext cx="4014638" cy="1643622"/>
          </a:xfrm>
          <a:prstGeom prst="snip2SameRect">
            <a:avLst>
              <a:gd name="adj1" fmla="val 16667"/>
              <a:gd name="adj2" fmla="val 15839"/>
            </a:avLst>
          </a:prstGeom>
          <a:solidFill>
            <a:schemeClr val="tx2">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Objeto 12" hidden="1">
            <a:extLst>
              <a:ext uri="{FF2B5EF4-FFF2-40B4-BE49-F238E27FC236}">
                <a16:creationId xmlns:a16="http://schemas.microsoft.com/office/drawing/2014/main" id="{A31C3AE0-DFAE-7F67-EE5C-12EF87E213E4}"/>
              </a:ext>
            </a:extLst>
          </p:cNvPr>
          <p:cNvGraphicFramePr>
            <a:graphicFrameLocks noChangeAspect="1"/>
          </p:cNvGraphicFramePr>
          <p:nvPr>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a de think-cell" r:id="rId5" imgW="270" imgH="270" progId="TCLayout.ActiveDocument.1">
                  <p:embed/>
                </p:oleObj>
              </mc:Choice>
              <mc:Fallback>
                <p:oleObj name="Diapositiva de think-cell" r:id="rId5" imgW="270" imgH="270" progId="TCLayout.ActiveDocument.1">
                  <p:embed/>
                  <p:pic>
                    <p:nvPicPr>
                      <p:cNvPr id="13" name="Objeto 12" hidden="1">
                        <a:extLst>
                          <a:ext uri="{FF2B5EF4-FFF2-40B4-BE49-F238E27FC236}">
                            <a16:creationId xmlns:a16="http://schemas.microsoft.com/office/drawing/2014/main" id="{A31C3AE0-DFAE-7F67-EE5C-12EF87E213E4}"/>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8" name="Rectángulo 7" hidden="1">
            <a:extLst>
              <a:ext uri="{FF2B5EF4-FFF2-40B4-BE49-F238E27FC236}">
                <a16:creationId xmlns:a16="http://schemas.microsoft.com/office/drawing/2014/main" id="{AE09B8B6-27C9-D22A-237B-0D228605D66E}"/>
              </a:ext>
            </a:extLst>
          </p:cNvPr>
          <p:cNvSpPr/>
          <p:nvPr>
            <p:custDataLst>
              <p:tags r:id="rId2"/>
            </p:custDataLst>
          </p:nvPr>
        </p:nvSpPr>
        <p:spPr>
          <a:xfrm>
            <a:off x="0" y="0"/>
            <a:ext cx="211667" cy="211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defTabSz="914377">
              <a:lnSpc>
                <a:spcPct val="90000"/>
              </a:lnSpc>
              <a:spcBef>
                <a:spcPct val="0"/>
              </a:spcBef>
              <a:spcAft>
                <a:spcPct val="0"/>
              </a:spcAft>
            </a:pPr>
            <a:endParaRPr lang="es-ES" sz="2400">
              <a:solidFill>
                <a:srgbClr val="FFFFFF"/>
              </a:solidFill>
              <a:latin typeface="Playfair Display" panose="00000500000000000000" pitchFamily="2" charset="0"/>
              <a:sym typeface="Playfair Display" panose="00000500000000000000" pitchFamily="2" charset="0"/>
            </a:endParaRPr>
          </a:p>
        </p:txBody>
      </p:sp>
      <p:sp>
        <p:nvSpPr>
          <p:cNvPr id="12" name="Título 9">
            <a:extLst>
              <a:ext uri="{FF2B5EF4-FFF2-40B4-BE49-F238E27FC236}">
                <a16:creationId xmlns:a16="http://schemas.microsoft.com/office/drawing/2014/main" id="{BA30E831-67FB-04BB-2AB7-4095794E4A88}"/>
              </a:ext>
            </a:extLst>
          </p:cNvPr>
          <p:cNvSpPr>
            <a:spLocks noGrp="1"/>
          </p:cNvSpPr>
          <p:nvPr>
            <p:ph type="title"/>
          </p:nvPr>
        </p:nvSpPr>
        <p:spPr/>
        <p:txBody>
          <a:bodyPr/>
          <a:lstStyle/>
          <a:p>
            <a:r>
              <a:rPr lang="es-CL" sz="2000"/>
              <a:t>La PMO para Ferreyros tiene un </a:t>
            </a:r>
            <a:r>
              <a:rPr lang="es-CL" sz="2000">
                <a:solidFill>
                  <a:schemeClr val="accent1"/>
                </a:solidFill>
              </a:rPr>
              <a:t>enfoque de digitalización e integración </a:t>
            </a:r>
            <a:r>
              <a:rPr lang="es-CL" sz="2000"/>
              <a:t>de entregables, con reportería automatizada para el control, seguimiento y toma de decisiones estratégicas…</a:t>
            </a:r>
          </a:p>
        </p:txBody>
      </p:sp>
      <p:sp>
        <p:nvSpPr>
          <p:cNvPr id="6" name="Rectángulo: esquinas superiores cortadas 5">
            <a:extLst>
              <a:ext uri="{FF2B5EF4-FFF2-40B4-BE49-F238E27FC236}">
                <a16:creationId xmlns:a16="http://schemas.microsoft.com/office/drawing/2014/main" id="{BFBD7059-9010-3FC1-1697-754F0CF5361D}"/>
              </a:ext>
            </a:extLst>
          </p:cNvPr>
          <p:cNvSpPr/>
          <p:nvPr/>
        </p:nvSpPr>
        <p:spPr>
          <a:xfrm>
            <a:off x="8693149" y="3230736"/>
            <a:ext cx="3280812" cy="1626723"/>
          </a:xfrm>
          <a:prstGeom prst="snip2SameRect">
            <a:avLst>
              <a:gd name="adj1" fmla="val 17709"/>
              <a:gd name="adj2" fmla="val 17324"/>
            </a:avLst>
          </a:prstGeom>
          <a:solidFill>
            <a:srgbClr val="D0CEC1">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esquinas superiores cortadas 6">
            <a:extLst>
              <a:ext uri="{FF2B5EF4-FFF2-40B4-BE49-F238E27FC236}">
                <a16:creationId xmlns:a16="http://schemas.microsoft.com/office/drawing/2014/main" id="{62C3B66F-6DB1-800B-5B85-76A30D07F9B2}"/>
              </a:ext>
            </a:extLst>
          </p:cNvPr>
          <p:cNvSpPr/>
          <p:nvPr/>
        </p:nvSpPr>
        <p:spPr>
          <a:xfrm>
            <a:off x="148993" y="3230737"/>
            <a:ext cx="3126540" cy="1638074"/>
          </a:xfrm>
          <a:prstGeom prst="snip2SameRect">
            <a:avLst>
              <a:gd name="adj1" fmla="val 15116"/>
              <a:gd name="adj2" fmla="val 14010"/>
            </a:avLst>
          </a:prstGeom>
          <a:solidFill>
            <a:srgbClr val="D0CEC1">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ángulo: esquinas superiores cortadas 8">
            <a:extLst>
              <a:ext uri="{FF2B5EF4-FFF2-40B4-BE49-F238E27FC236}">
                <a16:creationId xmlns:a16="http://schemas.microsoft.com/office/drawing/2014/main" id="{23F9A94E-26BE-9807-3EA0-9D5FCE156406}"/>
              </a:ext>
            </a:extLst>
          </p:cNvPr>
          <p:cNvSpPr/>
          <p:nvPr/>
        </p:nvSpPr>
        <p:spPr>
          <a:xfrm>
            <a:off x="175537" y="1511369"/>
            <a:ext cx="3981732" cy="1631931"/>
          </a:xfrm>
          <a:prstGeom prst="snip2SameRect">
            <a:avLst>
              <a:gd name="adj1" fmla="val 13554"/>
              <a:gd name="adj2" fmla="val 13907"/>
            </a:avLst>
          </a:prstGeom>
          <a:solidFill>
            <a:srgbClr val="D0C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ángulo: esquinas superiores cortadas 9">
            <a:extLst>
              <a:ext uri="{FF2B5EF4-FFF2-40B4-BE49-F238E27FC236}">
                <a16:creationId xmlns:a16="http://schemas.microsoft.com/office/drawing/2014/main" id="{AD305B6C-95C6-82FF-E301-21ADF78CD8A8}"/>
              </a:ext>
            </a:extLst>
          </p:cNvPr>
          <p:cNvSpPr/>
          <p:nvPr/>
        </p:nvSpPr>
        <p:spPr>
          <a:xfrm>
            <a:off x="7718660" y="1511370"/>
            <a:ext cx="4255300" cy="1643279"/>
          </a:xfrm>
          <a:prstGeom prst="snip2SameRect">
            <a:avLst>
              <a:gd name="adj1" fmla="val 14073"/>
              <a:gd name="adj2" fmla="val 12220"/>
            </a:avLst>
          </a:prstGeom>
          <a:solidFill>
            <a:srgbClr val="D0C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upo 13">
            <a:extLst>
              <a:ext uri="{FF2B5EF4-FFF2-40B4-BE49-F238E27FC236}">
                <a16:creationId xmlns:a16="http://schemas.microsoft.com/office/drawing/2014/main" id="{AACD8ACE-0454-715C-661E-288DB2063351}"/>
              </a:ext>
            </a:extLst>
          </p:cNvPr>
          <p:cNvGrpSpPr/>
          <p:nvPr/>
        </p:nvGrpSpPr>
        <p:grpSpPr>
          <a:xfrm>
            <a:off x="3275532" y="1511369"/>
            <a:ext cx="5417617" cy="3357979"/>
            <a:chOff x="7584016" y="2614969"/>
            <a:chExt cx="3486879" cy="2161260"/>
          </a:xfrm>
          <a:gradFill flip="none" rotWithShape="1">
            <a:gsLst>
              <a:gs pos="100000">
                <a:srgbClr val="993DE4">
                  <a:alpha val="21000"/>
                </a:srgbClr>
              </a:gs>
              <a:gs pos="15000">
                <a:srgbClr val="FFFACD"/>
              </a:gs>
            </a:gsLst>
            <a:path path="circle">
              <a:fillToRect l="50000" t="50000" r="50000" b="50000"/>
            </a:path>
            <a:tileRect/>
          </a:gradFill>
        </p:grpSpPr>
        <p:sp>
          <p:nvSpPr>
            <p:cNvPr id="15" name="34 Rectángulo">
              <a:extLst>
                <a:ext uri="{FF2B5EF4-FFF2-40B4-BE49-F238E27FC236}">
                  <a16:creationId xmlns:a16="http://schemas.microsoft.com/office/drawing/2014/main" id="{2CD8C572-DAC8-ED8C-BD84-629488FA8D31}"/>
                </a:ext>
              </a:extLst>
            </p:cNvPr>
            <p:cNvSpPr/>
            <p:nvPr/>
          </p:nvSpPr>
          <p:spPr>
            <a:xfrm rot="5400000">
              <a:off x="9364153" y="2589722"/>
              <a:ext cx="1054295" cy="1104790"/>
            </a:xfrm>
            <a:prstGeom prst="snip2SameRect">
              <a:avLst>
                <a:gd name="adj1" fmla="val 13565"/>
                <a:gd name="adj2" fmla="val 14355"/>
              </a:avLst>
            </a:prstGeom>
            <a:solidFill>
              <a:schemeClr val="tx1"/>
            </a:solidFill>
            <a:ln w="25400" cap="sq">
              <a:no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397"/>
            </a:p>
          </p:txBody>
        </p:sp>
        <p:sp>
          <p:nvSpPr>
            <p:cNvPr id="16" name="34 Rectángulo">
              <a:extLst>
                <a:ext uri="{FF2B5EF4-FFF2-40B4-BE49-F238E27FC236}">
                  <a16:creationId xmlns:a16="http://schemas.microsoft.com/office/drawing/2014/main" id="{10C2A579-50E6-1733-E5EF-B6105ECDCACD}"/>
                </a:ext>
              </a:extLst>
            </p:cNvPr>
            <p:cNvSpPr/>
            <p:nvPr/>
          </p:nvSpPr>
          <p:spPr>
            <a:xfrm rot="5400000">
              <a:off x="8196265" y="2570983"/>
              <a:ext cx="1054297" cy="1143790"/>
            </a:xfrm>
            <a:prstGeom prst="snip2SameRect">
              <a:avLst>
                <a:gd name="adj1" fmla="val 16667"/>
                <a:gd name="adj2" fmla="val 13955"/>
              </a:avLst>
            </a:prstGeom>
            <a:solidFill>
              <a:schemeClr val="tx1"/>
            </a:solidFill>
            <a:ln w="25400" cap="sq">
              <a:no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397"/>
            </a:p>
          </p:txBody>
        </p:sp>
        <p:sp>
          <p:nvSpPr>
            <p:cNvPr id="17" name="34 Rectángulo">
              <a:extLst>
                <a:ext uri="{FF2B5EF4-FFF2-40B4-BE49-F238E27FC236}">
                  <a16:creationId xmlns:a16="http://schemas.microsoft.com/office/drawing/2014/main" id="{738D4B11-7335-88BF-E53A-6BAF2D8A6DE8}"/>
                </a:ext>
              </a:extLst>
            </p:cNvPr>
            <p:cNvSpPr/>
            <p:nvPr/>
          </p:nvSpPr>
          <p:spPr>
            <a:xfrm rot="5400000">
              <a:off x="9991353" y="3696687"/>
              <a:ext cx="1054295" cy="1104789"/>
            </a:xfrm>
            <a:prstGeom prst="snip2SameRect">
              <a:avLst>
                <a:gd name="adj1" fmla="val 19124"/>
                <a:gd name="adj2" fmla="val 20223"/>
              </a:avLst>
            </a:prstGeom>
            <a:solidFill>
              <a:schemeClr val="tx1"/>
            </a:solidFill>
            <a:ln w="25400" cap="sq">
              <a:no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397"/>
            </a:p>
          </p:txBody>
        </p:sp>
        <p:sp>
          <p:nvSpPr>
            <p:cNvPr id="18" name="34 Rectángulo">
              <a:extLst>
                <a:ext uri="{FF2B5EF4-FFF2-40B4-BE49-F238E27FC236}">
                  <a16:creationId xmlns:a16="http://schemas.microsoft.com/office/drawing/2014/main" id="{8C9D532F-FFBC-971F-1246-6ADCF0BB4B55}"/>
                </a:ext>
              </a:extLst>
            </p:cNvPr>
            <p:cNvSpPr/>
            <p:nvPr/>
          </p:nvSpPr>
          <p:spPr>
            <a:xfrm rot="5400000">
              <a:off x="7609263" y="3696687"/>
              <a:ext cx="1054295" cy="1104789"/>
            </a:xfrm>
            <a:prstGeom prst="snip2SameRect">
              <a:avLst>
                <a:gd name="adj1" fmla="val 16667"/>
                <a:gd name="adj2" fmla="val 14989"/>
              </a:avLst>
            </a:prstGeom>
            <a:solidFill>
              <a:schemeClr val="tx1"/>
            </a:solidFill>
            <a:ln w="25400" cap="sq">
              <a:no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397"/>
            </a:p>
          </p:txBody>
        </p:sp>
      </p:grpSp>
      <p:sp>
        <p:nvSpPr>
          <p:cNvPr id="45" name="CuadroTexto 44">
            <a:extLst>
              <a:ext uri="{FF2B5EF4-FFF2-40B4-BE49-F238E27FC236}">
                <a16:creationId xmlns:a16="http://schemas.microsoft.com/office/drawing/2014/main" id="{872D8298-C9FA-F0B2-9A85-04E425EA4DB1}"/>
              </a:ext>
            </a:extLst>
          </p:cNvPr>
          <p:cNvSpPr txBox="1"/>
          <p:nvPr/>
        </p:nvSpPr>
        <p:spPr>
          <a:xfrm>
            <a:off x="324276" y="3775652"/>
            <a:ext cx="2715015" cy="600164"/>
          </a:xfrm>
          <a:prstGeom prst="rect">
            <a:avLst/>
          </a:prstGeom>
          <a:noFill/>
        </p:spPr>
        <p:txBody>
          <a:bodyPr wrap="square" rtlCol="0">
            <a:spAutoFit/>
          </a:bodyPr>
          <a:lstStyle/>
          <a:p>
            <a:pPr marL="171450" indent="-171450">
              <a:buFont typeface="Wingdings" panose="05000000000000000000" pitchFamily="2" charset="2"/>
              <a:buChar char="Ø"/>
            </a:pPr>
            <a:r>
              <a:rPr lang="en-US" sz="1100">
                <a:solidFill>
                  <a:schemeClr val="bg1"/>
                </a:solidFill>
              </a:rPr>
              <a:t>Dashboards de </a:t>
            </a:r>
            <a:r>
              <a:rPr lang="en-US" sz="1100" err="1">
                <a:solidFill>
                  <a:schemeClr val="bg1"/>
                </a:solidFill>
              </a:rPr>
              <a:t>resultados</a:t>
            </a:r>
            <a:r>
              <a:rPr lang="en-US" sz="1100">
                <a:solidFill>
                  <a:schemeClr val="bg1"/>
                </a:solidFill>
              </a:rPr>
              <a:t> y </a:t>
            </a:r>
            <a:r>
              <a:rPr lang="en-US" sz="1100" err="1">
                <a:solidFill>
                  <a:schemeClr val="bg1"/>
                </a:solidFill>
              </a:rPr>
              <a:t>estatus</a:t>
            </a:r>
            <a:r>
              <a:rPr lang="en-US" sz="1100">
                <a:solidFill>
                  <a:schemeClr val="bg1"/>
                </a:solidFill>
              </a:rPr>
              <a:t> de </a:t>
            </a:r>
            <a:r>
              <a:rPr lang="en-US" sz="1100" err="1">
                <a:solidFill>
                  <a:schemeClr val="bg1"/>
                </a:solidFill>
              </a:rPr>
              <a:t>proyectos</a:t>
            </a:r>
            <a:r>
              <a:rPr lang="en-US" sz="1100">
                <a:solidFill>
                  <a:schemeClr val="bg1"/>
                </a:solidFill>
              </a:rPr>
              <a:t> y </a:t>
            </a:r>
            <a:r>
              <a:rPr lang="en-US" sz="1100" err="1">
                <a:solidFill>
                  <a:schemeClr val="bg1"/>
                </a:solidFill>
              </a:rPr>
              <a:t>procesos</a:t>
            </a:r>
            <a:r>
              <a:rPr lang="en-US" sz="1100">
                <a:solidFill>
                  <a:schemeClr val="bg1"/>
                </a:solidFill>
              </a:rPr>
              <a:t> </a:t>
            </a:r>
            <a:r>
              <a:rPr lang="en-US" sz="1100" err="1">
                <a:solidFill>
                  <a:schemeClr val="bg1"/>
                </a:solidFill>
              </a:rPr>
              <a:t>asociados</a:t>
            </a:r>
            <a:r>
              <a:rPr lang="en-US" sz="1100">
                <a:solidFill>
                  <a:schemeClr val="bg1"/>
                </a:solidFill>
              </a:rPr>
              <a:t>.</a:t>
            </a:r>
          </a:p>
        </p:txBody>
      </p:sp>
      <p:sp>
        <p:nvSpPr>
          <p:cNvPr id="46" name="CuadroTexto 45">
            <a:extLst>
              <a:ext uri="{FF2B5EF4-FFF2-40B4-BE49-F238E27FC236}">
                <a16:creationId xmlns:a16="http://schemas.microsoft.com/office/drawing/2014/main" id="{DA705046-525B-E3D5-2D68-A1B51A3E3B87}"/>
              </a:ext>
            </a:extLst>
          </p:cNvPr>
          <p:cNvSpPr txBox="1"/>
          <p:nvPr/>
        </p:nvSpPr>
        <p:spPr>
          <a:xfrm>
            <a:off x="8067768" y="1948514"/>
            <a:ext cx="3531566" cy="769441"/>
          </a:xfrm>
          <a:prstGeom prst="rect">
            <a:avLst/>
          </a:prstGeom>
          <a:noFill/>
        </p:spPr>
        <p:txBody>
          <a:bodyPr wrap="square" rtlCol="0">
            <a:spAutoFit/>
          </a:bodyPr>
          <a:lstStyle/>
          <a:p>
            <a:pPr marL="171450" indent="-171450">
              <a:buFont typeface="Wingdings" panose="05000000000000000000" pitchFamily="2" charset="2"/>
              <a:buChar char="Ø"/>
            </a:pPr>
            <a:r>
              <a:rPr lang="en-US" sz="1100">
                <a:solidFill>
                  <a:schemeClr val="bg1"/>
                </a:solidFill>
              </a:rPr>
              <a:t>Gestor de </a:t>
            </a:r>
            <a:r>
              <a:rPr lang="en-US" sz="1100" err="1">
                <a:solidFill>
                  <a:schemeClr val="bg1"/>
                </a:solidFill>
              </a:rPr>
              <a:t>cronogramas</a:t>
            </a:r>
            <a:r>
              <a:rPr lang="en-US" sz="1100">
                <a:solidFill>
                  <a:schemeClr val="bg1"/>
                </a:solidFill>
              </a:rPr>
              <a:t> </a:t>
            </a:r>
            <a:r>
              <a:rPr lang="en-US" sz="1100" err="1">
                <a:solidFill>
                  <a:schemeClr val="bg1"/>
                </a:solidFill>
              </a:rPr>
              <a:t>en</a:t>
            </a:r>
            <a:r>
              <a:rPr lang="en-US" sz="1100">
                <a:solidFill>
                  <a:schemeClr val="bg1"/>
                </a:solidFill>
              </a:rPr>
              <a:t> </a:t>
            </a:r>
            <a:r>
              <a:rPr lang="en-US" sz="1100" err="1">
                <a:solidFill>
                  <a:schemeClr val="bg1"/>
                </a:solidFill>
              </a:rPr>
              <a:t>metodologías</a:t>
            </a:r>
            <a:r>
              <a:rPr lang="en-US" sz="1100">
                <a:solidFill>
                  <a:schemeClr val="bg1"/>
                </a:solidFill>
              </a:rPr>
              <a:t> Cascada e </a:t>
            </a:r>
            <a:r>
              <a:rPr lang="en-US" sz="1100" err="1">
                <a:solidFill>
                  <a:schemeClr val="bg1"/>
                </a:solidFill>
              </a:rPr>
              <a:t>Híbrida</a:t>
            </a:r>
            <a:r>
              <a:rPr lang="en-US" sz="1100">
                <a:solidFill>
                  <a:schemeClr val="bg1"/>
                </a:solidFill>
              </a:rPr>
              <a:t>.</a:t>
            </a:r>
          </a:p>
          <a:p>
            <a:pPr marL="171450" indent="-171450">
              <a:buFont typeface="Wingdings" panose="05000000000000000000" pitchFamily="2" charset="2"/>
              <a:buChar char="Ø"/>
            </a:pPr>
            <a:r>
              <a:rPr lang="en-US" sz="1100" err="1">
                <a:solidFill>
                  <a:schemeClr val="bg1"/>
                </a:solidFill>
              </a:rPr>
              <a:t>Integrado</a:t>
            </a:r>
            <a:r>
              <a:rPr lang="en-US" sz="1100">
                <a:solidFill>
                  <a:schemeClr val="bg1"/>
                </a:solidFill>
              </a:rPr>
              <a:t> con Power BI para la </a:t>
            </a:r>
            <a:r>
              <a:rPr lang="en-US" sz="1100" err="1">
                <a:solidFill>
                  <a:schemeClr val="bg1"/>
                </a:solidFill>
              </a:rPr>
              <a:t>generación</a:t>
            </a:r>
            <a:r>
              <a:rPr lang="en-US" sz="1100">
                <a:solidFill>
                  <a:schemeClr val="bg1"/>
                </a:solidFill>
              </a:rPr>
              <a:t> de Dashboards de </a:t>
            </a:r>
            <a:r>
              <a:rPr lang="en-US" sz="1100" err="1">
                <a:solidFill>
                  <a:schemeClr val="bg1"/>
                </a:solidFill>
              </a:rPr>
              <a:t>proyectos</a:t>
            </a:r>
            <a:r>
              <a:rPr lang="en-US" sz="1100">
                <a:solidFill>
                  <a:schemeClr val="bg1"/>
                </a:solidFill>
              </a:rPr>
              <a:t>.</a:t>
            </a:r>
          </a:p>
        </p:txBody>
      </p:sp>
      <p:sp>
        <p:nvSpPr>
          <p:cNvPr id="48" name="CuadroTexto 47">
            <a:extLst>
              <a:ext uri="{FF2B5EF4-FFF2-40B4-BE49-F238E27FC236}">
                <a16:creationId xmlns:a16="http://schemas.microsoft.com/office/drawing/2014/main" id="{00D6D2E3-E52B-A5C6-304A-0129B28A684C}"/>
              </a:ext>
            </a:extLst>
          </p:cNvPr>
          <p:cNvSpPr txBox="1"/>
          <p:nvPr/>
        </p:nvSpPr>
        <p:spPr>
          <a:xfrm>
            <a:off x="268841" y="1862840"/>
            <a:ext cx="3881704" cy="938719"/>
          </a:xfrm>
          <a:prstGeom prst="rect">
            <a:avLst/>
          </a:prstGeom>
          <a:noFill/>
        </p:spPr>
        <p:txBody>
          <a:bodyPr wrap="square" rtlCol="0" anchor="ctr">
            <a:spAutoFit/>
          </a:bodyPr>
          <a:lstStyle/>
          <a:p>
            <a:pPr marL="171450" indent="-171450">
              <a:buFont typeface="Wingdings" panose="05000000000000000000" pitchFamily="2" charset="2"/>
              <a:buChar char="Ø"/>
            </a:pPr>
            <a:r>
              <a:rPr lang="en-US" sz="1100">
                <a:solidFill>
                  <a:schemeClr val="bg1"/>
                </a:solidFill>
              </a:rPr>
              <a:t>Toda la </a:t>
            </a:r>
            <a:r>
              <a:rPr lang="en-US" sz="1100" err="1">
                <a:solidFill>
                  <a:schemeClr val="bg1"/>
                </a:solidFill>
              </a:rPr>
              <a:t>documentación</a:t>
            </a:r>
            <a:r>
              <a:rPr lang="en-US" sz="1100">
                <a:solidFill>
                  <a:schemeClr val="bg1"/>
                </a:solidFill>
              </a:rPr>
              <a:t> de </a:t>
            </a:r>
            <a:r>
              <a:rPr lang="en-US" sz="1100" err="1">
                <a:solidFill>
                  <a:schemeClr val="bg1"/>
                </a:solidFill>
              </a:rPr>
              <a:t>proyectos</a:t>
            </a:r>
            <a:r>
              <a:rPr lang="en-US" sz="1100">
                <a:solidFill>
                  <a:schemeClr val="bg1"/>
                </a:solidFill>
              </a:rPr>
              <a:t> es </a:t>
            </a:r>
            <a:r>
              <a:rPr lang="en-US" sz="1100" err="1">
                <a:solidFill>
                  <a:schemeClr val="bg1"/>
                </a:solidFill>
              </a:rPr>
              <a:t>gestionada</a:t>
            </a:r>
            <a:r>
              <a:rPr lang="en-US" sz="1100">
                <a:solidFill>
                  <a:schemeClr val="bg1"/>
                </a:solidFill>
              </a:rPr>
              <a:t> </a:t>
            </a:r>
            <a:r>
              <a:rPr lang="en-US" sz="1100" err="1">
                <a:solidFill>
                  <a:schemeClr val="bg1"/>
                </a:solidFill>
              </a:rPr>
              <a:t>en</a:t>
            </a:r>
            <a:r>
              <a:rPr lang="en-US" sz="1100">
                <a:solidFill>
                  <a:schemeClr val="bg1"/>
                </a:solidFill>
              </a:rPr>
              <a:t> </a:t>
            </a:r>
            <a:r>
              <a:rPr lang="en-US" sz="1100" err="1">
                <a:solidFill>
                  <a:schemeClr val="bg1"/>
                </a:solidFill>
              </a:rPr>
              <a:t>Sharepoint</a:t>
            </a:r>
            <a:r>
              <a:rPr lang="en-US" sz="1100">
                <a:solidFill>
                  <a:schemeClr val="bg1"/>
                </a:solidFill>
              </a:rPr>
              <a:t>, con la </a:t>
            </a:r>
            <a:r>
              <a:rPr lang="en-US" sz="1100" err="1">
                <a:solidFill>
                  <a:schemeClr val="bg1"/>
                </a:solidFill>
              </a:rPr>
              <a:t>respectiva</a:t>
            </a:r>
            <a:r>
              <a:rPr lang="en-US" sz="1100">
                <a:solidFill>
                  <a:schemeClr val="bg1"/>
                </a:solidFill>
              </a:rPr>
              <a:t> </a:t>
            </a:r>
            <a:r>
              <a:rPr lang="en-US" sz="1100" err="1">
                <a:solidFill>
                  <a:schemeClr val="bg1"/>
                </a:solidFill>
              </a:rPr>
              <a:t>configuración</a:t>
            </a:r>
            <a:r>
              <a:rPr lang="en-US" sz="1100">
                <a:solidFill>
                  <a:schemeClr val="bg1"/>
                </a:solidFill>
              </a:rPr>
              <a:t> de </a:t>
            </a:r>
            <a:r>
              <a:rPr lang="en-US" sz="1100" err="1">
                <a:solidFill>
                  <a:schemeClr val="bg1"/>
                </a:solidFill>
              </a:rPr>
              <a:t>seguridad</a:t>
            </a:r>
            <a:r>
              <a:rPr lang="en-US" sz="1100">
                <a:solidFill>
                  <a:schemeClr val="bg1"/>
                </a:solidFill>
              </a:rPr>
              <a:t> y control de </a:t>
            </a:r>
            <a:r>
              <a:rPr lang="en-US" sz="1100" err="1">
                <a:solidFill>
                  <a:schemeClr val="bg1"/>
                </a:solidFill>
              </a:rPr>
              <a:t>versiones</a:t>
            </a:r>
            <a:r>
              <a:rPr lang="en-US" sz="1100">
                <a:solidFill>
                  <a:schemeClr val="bg1"/>
                </a:solidFill>
              </a:rPr>
              <a:t>.</a:t>
            </a:r>
          </a:p>
          <a:p>
            <a:pPr marL="171450" indent="-171450">
              <a:buFont typeface="Wingdings" panose="05000000000000000000" pitchFamily="2" charset="2"/>
              <a:buChar char="Ø"/>
            </a:pPr>
            <a:r>
              <a:rPr lang="en-US" sz="1100">
                <a:solidFill>
                  <a:schemeClr val="bg1"/>
                </a:solidFill>
              </a:rPr>
              <a:t>Las </a:t>
            </a:r>
            <a:r>
              <a:rPr lang="en-US" sz="1100" err="1">
                <a:solidFill>
                  <a:schemeClr val="bg1"/>
                </a:solidFill>
              </a:rPr>
              <a:t>listas</a:t>
            </a:r>
            <a:r>
              <a:rPr lang="en-US" sz="1100">
                <a:solidFill>
                  <a:schemeClr val="bg1"/>
                </a:solidFill>
              </a:rPr>
              <a:t> de </a:t>
            </a:r>
            <a:r>
              <a:rPr lang="en-US" sz="1100" err="1">
                <a:solidFill>
                  <a:schemeClr val="bg1"/>
                </a:solidFill>
              </a:rPr>
              <a:t>Sharepoint</a:t>
            </a:r>
            <a:r>
              <a:rPr lang="en-US" sz="1100">
                <a:solidFill>
                  <a:schemeClr val="bg1"/>
                </a:solidFill>
              </a:rPr>
              <a:t> </a:t>
            </a:r>
            <a:r>
              <a:rPr lang="en-US" sz="1100" err="1">
                <a:solidFill>
                  <a:schemeClr val="bg1"/>
                </a:solidFill>
              </a:rPr>
              <a:t>serán</a:t>
            </a:r>
            <a:r>
              <a:rPr lang="en-US" sz="1100">
                <a:solidFill>
                  <a:schemeClr val="bg1"/>
                </a:solidFill>
              </a:rPr>
              <a:t> </a:t>
            </a:r>
            <a:r>
              <a:rPr lang="en-US" sz="1100" err="1">
                <a:solidFill>
                  <a:schemeClr val="bg1"/>
                </a:solidFill>
              </a:rPr>
              <a:t>usadas</a:t>
            </a:r>
            <a:r>
              <a:rPr lang="en-US" sz="1100">
                <a:solidFill>
                  <a:schemeClr val="bg1"/>
                </a:solidFill>
              </a:rPr>
              <a:t> para </a:t>
            </a:r>
            <a:r>
              <a:rPr lang="en-US" sz="1100" err="1">
                <a:solidFill>
                  <a:schemeClr val="bg1"/>
                </a:solidFill>
              </a:rPr>
              <a:t>gestionar</a:t>
            </a:r>
            <a:r>
              <a:rPr lang="en-US" sz="1100">
                <a:solidFill>
                  <a:schemeClr val="bg1"/>
                </a:solidFill>
              </a:rPr>
              <a:t> </a:t>
            </a:r>
            <a:r>
              <a:rPr lang="en-US" sz="1100" err="1">
                <a:solidFill>
                  <a:schemeClr val="bg1"/>
                </a:solidFill>
              </a:rPr>
              <a:t>los</a:t>
            </a:r>
            <a:r>
              <a:rPr lang="en-US" sz="1100">
                <a:solidFill>
                  <a:schemeClr val="bg1"/>
                </a:solidFill>
              </a:rPr>
              <a:t> </a:t>
            </a:r>
            <a:r>
              <a:rPr lang="en-US" sz="1100" err="1">
                <a:solidFill>
                  <a:schemeClr val="bg1"/>
                </a:solidFill>
              </a:rPr>
              <a:t>procesos</a:t>
            </a:r>
            <a:r>
              <a:rPr lang="en-US" sz="1100">
                <a:solidFill>
                  <a:schemeClr val="bg1"/>
                </a:solidFill>
              </a:rPr>
              <a:t> y la </a:t>
            </a:r>
            <a:r>
              <a:rPr lang="en-US" sz="1100" err="1">
                <a:solidFill>
                  <a:schemeClr val="bg1"/>
                </a:solidFill>
              </a:rPr>
              <a:t>documentación</a:t>
            </a:r>
            <a:r>
              <a:rPr lang="en-US" sz="1100">
                <a:solidFill>
                  <a:schemeClr val="bg1"/>
                </a:solidFill>
              </a:rPr>
              <a:t> de </a:t>
            </a:r>
            <a:r>
              <a:rPr lang="en-US" sz="1100" err="1">
                <a:solidFill>
                  <a:schemeClr val="bg1"/>
                </a:solidFill>
              </a:rPr>
              <a:t>iniciativas</a:t>
            </a:r>
            <a:r>
              <a:rPr lang="en-US" sz="1100">
                <a:solidFill>
                  <a:schemeClr val="bg1"/>
                </a:solidFill>
              </a:rPr>
              <a:t>.</a:t>
            </a:r>
          </a:p>
        </p:txBody>
      </p:sp>
      <p:pic>
        <p:nvPicPr>
          <p:cNvPr id="55" name="Imagen 54">
            <a:extLst>
              <a:ext uri="{FF2B5EF4-FFF2-40B4-BE49-F238E27FC236}">
                <a16:creationId xmlns:a16="http://schemas.microsoft.com/office/drawing/2014/main" id="{43A8C33C-1872-88D6-D21F-A58FAB727C5C}"/>
              </a:ext>
            </a:extLst>
          </p:cNvPr>
          <p:cNvPicPr>
            <a:picLocks noChangeAspect="1"/>
          </p:cNvPicPr>
          <p:nvPr/>
        </p:nvPicPr>
        <p:blipFill>
          <a:blip r:embed="rId7"/>
          <a:stretch>
            <a:fillRect/>
          </a:stretch>
        </p:blipFill>
        <p:spPr>
          <a:xfrm>
            <a:off x="3748013" y="3589966"/>
            <a:ext cx="794313" cy="88974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7" name="Imagen 66">
            <a:extLst>
              <a:ext uri="{FF2B5EF4-FFF2-40B4-BE49-F238E27FC236}">
                <a16:creationId xmlns:a16="http://schemas.microsoft.com/office/drawing/2014/main" id="{94FE8E94-3950-8A51-0D96-FB7F512FFEFA}"/>
              </a:ext>
            </a:extLst>
          </p:cNvPr>
          <p:cNvPicPr>
            <a:picLocks noChangeAspect="1"/>
          </p:cNvPicPr>
          <p:nvPr/>
        </p:nvPicPr>
        <p:blipFill>
          <a:blip r:embed="rId8"/>
          <a:stretch>
            <a:fillRect/>
          </a:stretch>
        </p:blipFill>
        <p:spPr>
          <a:xfrm>
            <a:off x="6582619" y="5368267"/>
            <a:ext cx="441867" cy="4908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1" name="34 Rectángulo">
            <a:extLst>
              <a:ext uri="{FF2B5EF4-FFF2-40B4-BE49-F238E27FC236}">
                <a16:creationId xmlns:a16="http://schemas.microsoft.com/office/drawing/2014/main" id="{1EA55B12-8921-0768-A1D6-30FF7398D252}"/>
              </a:ext>
            </a:extLst>
          </p:cNvPr>
          <p:cNvSpPr/>
          <p:nvPr/>
        </p:nvSpPr>
        <p:spPr>
          <a:xfrm rot="5400000">
            <a:off x="4344292" y="4822993"/>
            <a:ext cx="1463672" cy="1716527"/>
          </a:xfrm>
          <a:prstGeom prst="snip2SameRect">
            <a:avLst>
              <a:gd name="adj1" fmla="val 16667"/>
              <a:gd name="adj2" fmla="val 16999"/>
            </a:avLst>
          </a:prstGeom>
          <a:solidFill>
            <a:schemeClr val="tx1"/>
          </a:solidFill>
          <a:ln w="25400" cap="sq">
            <a:no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397"/>
          </a:p>
        </p:txBody>
      </p:sp>
      <p:sp>
        <p:nvSpPr>
          <p:cNvPr id="92" name="34 Rectángulo">
            <a:extLst>
              <a:ext uri="{FF2B5EF4-FFF2-40B4-BE49-F238E27FC236}">
                <a16:creationId xmlns:a16="http://schemas.microsoft.com/office/drawing/2014/main" id="{D5ECFFE6-A252-275B-CEEF-B991A72C27AE}"/>
              </a:ext>
            </a:extLst>
          </p:cNvPr>
          <p:cNvSpPr/>
          <p:nvPr/>
        </p:nvSpPr>
        <p:spPr>
          <a:xfrm rot="5400000">
            <a:off x="6131548" y="4821000"/>
            <a:ext cx="1467657" cy="1716527"/>
          </a:xfrm>
          <a:prstGeom prst="snip2SameRect">
            <a:avLst>
              <a:gd name="adj1" fmla="val 17573"/>
              <a:gd name="adj2" fmla="val 17264"/>
            </a:avLst>
          </a:prstGeom>
          <a:solidFill>
            <a:schemeClr val="tx1"/>
          </a:solidFill>
          <a:ln w="25400" cap="sq">
            <a:no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397"/>
          </a:p>
        </p:txBody>
      </p:sp>
      <p:sp>
        <p:nvSpPr>
          <p:cNvPr id="101" name="CuadroTexto 100">
            <a:extLst>
              <a:ext uri="{FF2B5EF4-FFF2-40B4-BE49-F238E27FC236}">
                <a16:creationId xmlns:a16="http://schemas.microsoft.com/office/drawing/2014/main" id="{BACB53C6-1D99-B9E1-375F-5FAD14494CD3}"/>
              </a:ext>
            </a:extLst>
          </p:cNvPr>
          <p:cNvSpPr txBox="1"/>
          <p:nvPr/>
        </p:nvSpPr>
        <p:spPr>
          <a:xfrm>
            <a:off x="8852378" y="3559548"/>
            <a:ext cx="3292002" cy="938719"/>
          </a:xfrm>
          <a:prstGeom prst="rect">
            <a:avLst/>
          </a:prstGeom>
          <a:noFill/>
        </p:spPr>
        <p:txBody>
          <a:bodyPr wrap="square" rtlCol="0">
            <a:spAutoFit/>
          </a:bodyPr>
          <a:lstStyle/>
          <a:p>
            <a:pPr marL="171450" indent="-171450">
              <a:buFont typeface="Wingdings" panose="05000000000000000000" pitchFamily="2" charset="2"/>
              <a:buChar char="Ø"/>
            </a:pPr>
            <a:r>
              <a:rPr lang="en-US" sz="1100" err="1">
                <a:solidFill>
                  <a:schemeClr val="bg1"/>
                </a:solidFill>
              </a:rPr>
              <a:t>Entregables</a:t>
            </a:r>
            <a:r>
              <a:rPr lang="en-US" sz="1100">
                <a:solidFill>
                  <a:schemeClr val="bg1"/>
                </a:solidFill>
              </a:rPr>
              <a:t> de </a:t>
            </a:r>
            <a:r>
              <a:rPr lang="en-US" sz="1100" err="1">
                <a:solidFill>
                  <a:schemeClr val="bg1"/>
                </a:solidFill>
              </a:rPr>
              <a:t>proyectos</a:t>
            </a:r>
            <a:r>
              <a:rPr lang="en-US" sz="1100">
                <a:solidFill>
                  <a:schemeClr val="bg1"/>
                </a:solidFill>
              </a:rPr>
              <a:t> </a:t>
            </a:r>
            <a:r>
              <a:rPr lang="en-US" sz="1100" err="1">
                <a:solidFill>
                  <a:schemeClr val="bg1"/>
                </a:solidFill>
              </a:rPr>
              <a:t>en</a:t>
            </a:r>
            <a:r>
              <a:rPr lang="en-US" sz="1100">
                <a:solidFill>
                  <a:schemeClr val="bg1"/>
                </a:solidFill>
              </a:rPr>
              <a:t> Word/PowerPoint </a:t>
            </a:r>
            <a:r>
              <a:rPr lang="en-US" sz="1100" err="1">
                <a:solidFill>
                  <a:schemeClr val="bg1"/>
                </a:solidFill>
              </a:rPr>
              <a:t>en</a:t>
            </a:r>
            <a:r>
              <a:rPr lang="en-US" sz="1100">
                <a:solidFill>
                  <a:schemeClr val="bg1"/>
                </a:solidFill>
              </a:rPr>
              <a:t> </a:t>
            </a:r>
            <a:r>
              <a:rPr lang="en-US" sz="1100" err="1">
                <a:solidFill>
                  <a:schemeClr val="bg1"/>
                </a:solidFill>
              </a:rPr>
              <a:t>listas</a:t>
            </a:r>
            <a:r>
              <a:rPr lang="en-US" sz="1100">
                <a:solidFill>
                  <a:schemeClr val="bg1"/>
                </a:solidFill>
              </a:rPr>
              <a:t> de </a:t>
            </a:r>
            <a:r>
              <a:rPr lang="en-US" sz="1100" err="1">
                <a:solidFill>
                  <a:schemeClr val="bg1"/>
                </a:solidFill>
              </a:rPr>
              <a:t>Proyectos</a:t>
            </a:r>
            <a:r>
              <a:rPr lang="en-US" sz="1100">
                <a:solidFill>
                  <a:schemeClr val="bg1"/>
                </a:solidFill>
              </a:rPr>
              <a:t> para </a:t>
            </a:r>
            <a:r>
              <a:rPr lang="en-US" sz="1100" err="1">
                <a:solidFill>
                  <a:schemeClr val="bg1"/>
                </a:solidFill>
              </a:rPr>
              <a:t>simplificar</a:t>
            </a:r>
            <a:r>
              <a:rPr lang="en-US" sz="1100">
                <a:solidFill>
                  <a:schemeClr val="bg1"/>
                </a:solidFill>
              </a:rPr>
              <a:t> </a:t>
            </a:r>
            <a:r>
              <a:rPr lang="en-US" sz="1100" err="1">
                <a:solidFill>
                  <a:schemeClr val="bg1"/>
                </a:solidFill>
              </a:rPr>
              <a:t>seguimiento</a:t>
            </a:r>
            <a:r>
              <a:rPr lang="en-US" sz="1100">
                <a:solidFill>
                  <a:schemeClr val="bg1"/>
                </a:solidFill>
              </a:rPr>
              <a:t>.</a:t>
            </a:r>
          </a:p>
          <a:p>
            <a:pPr marL="171450" indent="-171450">
              <a:buFont typeface="Wingdings" panose="05000000000000000000" pitchFamily="2" charset="2"/>
              <a:buChar char="Ø"/>
            </a:pPr>
            <a:r>
              <a:rPr lang="en-US" sz="1100" err="1">
                <a:solidFill>
                  <a:schemeClr val="bg1"/>
                </a:solidFill>
              </a:rPr>
              <a:t>Flujos</a:t>
            </a:r>
            <a:r>
              <a:rPr lang="en-US" sz="1100">
                <a:solidFill>
                  <a:schemeClr val="bg1"/>
                </a:solidFill>
              </a:rPr>
              <a:t> de </a:t>
            </a:r>
            <a:r>
              <a:rPr lang="en-US" sz="1100" err="1">
                <a:solidFill>
                  <a:schemeClr val="bg1"/>
                </a:solidFill>
              </a:rPr>
              <a:t>aprobación</a:t>
            </a:r>
            <a:r>
              <a:rPr lang="en-US" sz="1100">
                <a:solidFill>
                  <a:schemeClr val="bg1"/>
                </a:solidFill>
              </a:rPr>
              <a:t> </a:t>
            </a:r>
            <a:r>
              <a:rPr lang="en-US" sz="1100" err="1">
                <a:solidFill>
                  <a:schemeClr val="bg1"/>
                </a:solidFill>
              </a:rPr>
              <a:t>automatizados</a:t>
            </a:r>
            <a:r>
              <a:rPr lang="en-US" sz="1100">
                <a:solidFill>
                  <a:schemeClr val="bg1"/>
                </a:solidFill>
              </a:rPr>
              <a:t> de Forms </a:t>
            </a:r>
            <a:r>
              <a:rPr lang="en-US" sz="1100" err="1">
                <a:solidFill>
                  <a:schemeClr val="bg1"/>
                </a:solidFill>
              </a:rPr>
              <a:t>vía</a:t>
            </a:r>
            <a:r>
              <a:rPr lang="en-US" sz="1100">
                <a:solidFill>
                  <a:schemeClr val="bg1"/>
                </a:solidFill>
              </a:rPr>
              <a:t> Outlook o Teams.</a:t>
            </a:r>
          </a:p>
        </p:txBody>
      </p:sp>
      <p:sp>
        <p:nvSpPr>
          <p:cNvPr id="3" name="CuadroTexto 2">
            <a:extLst>
              <a:ext uri="{FF2B5EF4-FFF2-40B4-BE49-F238E27FC236}">
                <a16:creationId xmlns:a16="http://schemas.microsoft.com/office/drawing/2014/main" id="{3ADC643D-732B-7207-E4D3-9F6A0762DC75}"/>
              </a:ext>
            </a:extLst>
          </p:cNvPr>
          <p:cNvSpPr txBox="1"/>
          <p:nvPr/>
        </p:nvSpPr>
        <p:spPr>
          <a:xfrm>
            <a:off x="7947895" y="5455315"/>
            <a:ext cx="3969951" cy="600164"/>
          </a:xfrm>
          <a:prstGeom prst="rect">
            <a:avLst/>
          </a:prstGeom>
          <a:noFill/>
        </p:spPr>
        <p:txBody>
          <a:bodyPr wrap="square" rtlCol="0">
            <a:spAutoFit/>
          </a:bodyPr>
          <a:lstStyle/>
          <a:p>
            <a:pPr marL="171450" indent="-171450">
              <a:buFont typeface="Wingdings" panose="05000000000000000000" pitchFamily="2" charset="2"/>
              <a:buChar char="Ø"/>
            </a:pPr>
            <a:r>
              <a:rPr lang="en-US" sz="1100" err="1">
                <a:solidFill>
                  <a:schemeClr val="bg1"/>
                </a:solidFill>
              </a:rPr>
              <a:t>Compromisos</a:t>
            </a:r>
            <a:r>
              <a:rPr lang="en-US" sz="1100">
                <a:solidFill>
                  <a:schemeClr val="bg1"/>
                </a:solidFill>
              </a:rPr>
              <a:t> se </a:t>
            </a:r>
            <a:r>
              <a:rPr lang="en-US" sz="1100" err="1">
                <a:solidFill>
                  <a:schemeClr val="bg1"/>
                </a:solidFill>
              </a:rPr>
              <a:t>gestionan</a:t>
            </a:r>
            <a:r>
              <a:rPr lang="en-US" sz="1100">
                <a:solidFill>
                  <a:schemeClr val="bg1"/>
                </a:solidFill>
              </a:rPr>
              <a:t> </a:t>
            </a:r>
            <a:r>
              <a:rPr lang="en-US" sz="1100" err="1">
                <a:solidFill>
                  <a:schemeClr val="bg1"/>
                </a:solidFill>
              </a:rPr>
              <a:t>como</a:t>
            </a:r>
            <a:r>
              <a:rPr lang="en-US" sz="1100">
                <a:solidFill>
                  <a:schemeClr val="bg1"/>
                </a:solidFill>
              </a:rPr>
              <a:t> Backlog </a:t>
            </a:r>
            <a:r>
              <a:rPr lang="en-US" sz="1100" err="1">
                <a:solidFill>
                  <a:schemeClr val="bg1"/>
                </a:solidFill>
              </a:rPr>
              <a:t>en</a:t>
            </a:r>
            <a:r>
              <a:rPr lang="en-US" sz="1100">
                <a:solidFill>
                  <a:schemeClr val="bg1"/>
                </a:solidFill>
              </a:rPr>
              <a:t> Planner.</a:t>
            </a:r>
          </a:p>
          <a:p>
            <a:pPr marL="171450" indent="-171450">
              <a:buFont typeface="Wingdings" panose="05000000000000000000" pitchFamily="2" charset="2"/>
              <a:buChar char="Ø"/>
            </a:pPr>
            <a:r>
              <a:rPr lang="en-US" sz="1100" err="1">
                <a:solidFill>
                  <a:schemeClr val="bg1"/>
                </a:solidFill>
              </a:rPr>
              <a:t>Compromisos</a:t>
            </a:r>
            <a:r>
              <a:rPr lang="en-US" sz="1100">
                <a:solidFill>
                  <a:schemeClr val="bg1"/>
                </a:solidFill>
              </a:rPr>
              <a:t> con </a:t>
            </a:r>
            <a:r>
              <a:rPr lang="en-US" sz="1100" err="1">
                <a:solidFill>
                  <a:schemeClr val="bg1"/>
                </a:solidFill>
              </a:rPr>
              <a:t>actualización</a:t>
            </a:r>
            <a:r>
              <a:rPr lang="en-US" sz="1100">
                <a:solidFill>
                  <a:schemeClr val="bg1"/>
                </a:solidFill>
              </a:rPr>
              <a:t> </a:t>
            </a:r>
            <a:r>
              <a:rPr lang="en-US" sz="1100" err="1">
                <a:solidFill>
                  <a:schemeClr val="bg1"/>
                </a:solidFill>
              </a:rPr>
              <a:t>automática</a:t>
            </a:r>
            <a:r>
              <a:rPr lang="en-US" sz="1100">
                <a:solidFill>
                  <a:schemeClr val="bg1"/>
                </a:solidFill>
              </a:rPr>
              <a:t> </a:t>
            </a:r>
            <a:r>
              <a:rPr lang="en-US" sz="1100" err="1">
                <a:solidFill>
                  <a:schemeClr val="bg1"/>
                </a:solidFill>
              </a:rPr>
              <a:t>en</a:t>
            </a:r>
            <a:r>
              <a:rPr lang="en-US" sz="1100">
                <a:solidFill>
                  <a:schemeClr val="bg1"/>
                </a:solidFill>
              </a:rPr>
              <a:t> reports de Power BI.</a:t>
            </a:r>
          </a:p>
        </p:txBody>
      </p:sp>
      <p:sp>
        <p:nvSpPr>
          <p:cNvPr id="5" name="CuadroTexto 4">
            <a:extLst>
              <a:ext uri="{FF2B5EF4-FFF2-40B4-BE49-F238E27FC236}">
                <a16:creationId xmlns:a16="http://schemas.microsoft.com/office/drawing/2014/main" id="{7CFA9BF8-21CD-5BBC-C5FD-FA38BDF00E50}"/>
              </a:ext>
            </a:extLst>
          </p:cNvPr>
          <p:cNvSpPr txBox="1"/>
          <p:nvPr/>
        </p:nvSpPr>
        <p:spPr>
          <a:xfrm>
            <a:off x="387932" y="5305096"/>
            <a:ext cx="3721881" cy="1107996"/>
          </a:xfrm>
          <a:prstGeom prst="rect">
            <a:avLst/>
          </a:prstGeom>
          <a:solidFill>
            <a:srgbClr val="D0CEC1"/>
          </a:solidFill>
        </p:spPr>
        <p:txBody>
          <a:bodyPr wrap="square" rtlCol="0">
            <a:spAutoFit/>
          </a:bodyPr>
          <a:lstStyle/>
          <a:p>
            <a:pPr marL="171450" indent="-171450">
              <a:buFont typeface="Wingdings" panose="05000000000000000000" pitchFamily="2" charset="2"/>
              <a:buChar char="Ø"/>
            </a:pPr>
            <a:r>
              <a:rPr lang="en-US" sz="1100">
                <a:solidFill>
                  <a:schemeClr val="bg1"/>
                </a:solidFill>
              </a:rPr>
              <a:t>Plataforma de </a:t>
            </a:r>
            <a:r>
              <a:rPr lang="en-US" sz="1100" err="1">
                <a:solidFill>
                  <a:schemeClr val="bg1"/>
                </a:solidFill>
              </a:rPr>
              <a:t>desarrollo</a:t>
            </a:r>
            <a:r>
              <a:rPr lang="en-US" sz="1100">
                <a:solidFill>
                  <a:schemeClr val="bg1"/>
                </a:solidFill>
              </a:rPr>
              <a:t> low-code </a:t>
            </a:r>
            <a:r>
              <a:rPr lang="en-US" sz="1100" err="1">
                <a:solidFill>
                  <a:schemeClr val="bg1"/>
                </a:solidFill>
              </a:rPr>
              <a:t>que</a:t>
            </a:r>
            <a:r>
              <a:rPr lang="en-US" sz="1100">
                <a:solidFill>
                  <a:schemeClr val="bg1"/>
                </a:solidFill>
              </a:rPr>
              <a:t> </a:t>
            </a:r>
            <a:r>
              <a:rPr lang="en-US" sz="1100" err="1">
                <a:solidFill>
                  <a:schemeClr val="bg1"/>
                </a:solidFill>
              </a:rPr>
              <a:t>permite</a:t>
            </a:r>
            <a:r>
              <a:rPr lang="en-US" sz="1100">
                <a:solidFill>
                  <a:schemeClr val="bg1"/>
                </a:solidFill>
              </a:rPr>
              <a:t> </a:t>
            </a:r>
            <a:r>
              <a:rPr lang="en-US" sz="1100" err="1">
                <a:solidFill>
                  <a:schemeClr val="bg1"/>
                </a:solidFill>
              </a:rPr>
              <a:t>construir</a:t>
            </a:r>
            <a:r>
              <a:rPr lang="en-US" sz="1100">
                <a:solidFill>
                  <a:schemeClr val="bg1"/>
                </a:solidFill>
              </a:rPr>
              <a:t>, </a:t>
            </a:r>
            <a:r>
              <a:rPr lang="en-US" sz="1100" err="1">
                <a:solidFill>
                  <a:schemeClr val="bg1"/>
                </a:solidFill>
              </a:rPr>
              <a:t>desplegar</a:t>
            </a:r>
            <a:r>
              <a:rPr lang="en-US" sz="1100">
                <a:solidFill>
                  <a:schemeClr val="bg1"/>
                </a:solidFill>
              </a:rPr>
              <a:t> y </a:t>
            </a:r>
            <a:r>
              <a:rPr lang="en-US" sz="1100" err="1">
                <a:solidFill>
                  <a:schemeClr val="bg1"/>
                </a:solidFill>
              </a:rPr>
              <a:t>gestionar</a:t>
            </a:r>
            <a:r>
              <a:rPr lang="en-US" sz="1100">
                <a:solidFill>
                  <a:schemeClr val="bg1"/>
                </a:solidFill>
              </a:rPr>
              <a:t> </a:t>
            </a:r>
            <a:r>
              <a:rPr lang="en-US" sz="1100" err="1">
                <a:solidFill>
                  <a:schemeClr val="bg1"/>
                </a:solidFill>
              </a:rPr>
              <a:t>aplicaciones</a:t>
            </a:r>
            <a:r>
              <a:rPr lang="en-US" sz="1100">
                <a:solidFill>
                  <a:schemeClr val="bg1"/>
                </a:solidFill>
              </a:rPr>
              <a:t> de </a:t>
            </a:r>
            <a:r>
              <a:rPr lang="en-US" sz="1100" err="1">
                <a:solidFill>
                  <a:schemeClr val="bg1"/>
                </a:solidFill>
              </a:rPr>
              <a:t>negocio</a:t>
            </a:r>
            <a:r>
              <a:rPr lang="en-US" sz="1100">
                <a:solidFill>
                  <a:schemeClr val="bg1"/>
                </a:solidFill>
              </a:rPr>
              <a:t> a </a:t>
            </a:r>
            <a:r>
              <a:rPr lang="en-US" sz="1100" err="1">
                <a:solidFill>
                  <a:schemeClr val="bg1"/>
                </a:solidFill>
              </a:rPr>
              <a:t>medida</a:t>
            </a:r>
            <a:r>
              <a:rPr lang="en-US" sz="1100">
                <a:solidFill>
                  <a:schemeClr val="bg1"/>
                </a:solidFill>
              </a:rPr>
              <a:t>.</a:t>
            </a:r>
          </a:p>
          <a:p>
            <a:pPr marL="171450" indent="-171450">
              <a:buFont typeface="Wingdings" panose="05000000000000000000" pitchFamily="2" charset="2"/>
              <a:buChar char="Ø"/>
            </a:pPr>
            <a:r>
              <a:rPr lang="en-US" sz="1100">
                <a:solidFill>
                  <a:schemeClr val="bg1"/>
                </a:solidFill>
              </a:rPr>
              <a:t>Conjunto de </a:t>
            </a:r>
            <a:r>
              <a:rPr lang="en-US" sz="1100" err="1">
                <a:solidFill>
                  <a:schemeClr val="bg1"/>
                </a:solidFill>
              </a:rPr>
              <a:t>aplicaciones</a:t>
            </a:r>
            <a:r>
              <a:rPr lang="en-US" sz="1100">
                <a:solidFill>
                  <a:schemeClr val="bg1"/>
                </a:solidFill>
              </a:rPr>
              <a:t>, </a:t>
            </a:r>
            <a:r>
              <a:rPr lang="en-US" sz="1100" err="1">
                <a:solidFill>
                  <a:schemeClr val="bg1"/>
                </a:solidFill>
              </a:rPr>
              <a:t>servicios</a:t>
            </a:r>
            <a:r>
              <a:rPr lang="en-US" sz="1100">
                <a:solidFill>
                  <a:schemeClr val="bg1"/>
                </a:solidFill>
              </a:rPr>
              <a:t> y </a:t>
            </a:r>
            <a:r>
              <a:rPr lang="en-US" sz="1100" err="1">
                <a:solidFill>
                  <a:schemeClr val="bg1"/>
                </a:solidFill>
              </a:rPr>
              <a:t>conectores</a:t>
            </a:r>
            <a:r>
              <a:rPr lang="en-US" sz="1100">
                <a:solidFill>
                  <a:schemeClr val="bg1"/>
                </a:solidFill>
              </a:rPr>
              <a:t> con </a:t>
            </a:r>
            <a:r>
              <a:rPr lang="en-US" sz="1100" err="1">
                <a:solidFill>
                  <a:schemeClr val="bg1"/>
                </a:solidFill>
              </a:rPr>
              <a:t>más</a:t>
            </a:r>
            <a:r>
              <a:rPr lang="en-US" sz="1100">
                <a:solidFill>
                  <a:schemeClr val="bg1"/>
                </a:solidFill>
              </a:rPr>
              <a:t> de 1,000 </a:t>
            </a:r>
            <a:r>
              <a:rPr lang="en-US" sz="1100" err="1">
                <a:solidFill>
                  <a:schemeClr val="bg1"/>
                </a:solidFill>
              </a:rPr>
              <a:t>fuentes</a:t>
            </a:r>
            <a:r>
              <a:rPr lang="en-US" sz="1100">
                <a:solidFill>
                  <a:schemeClr val="bg1"/>
                </a:solidFill>
              </a:rPr>
              <a:t> de data</a:t>
            </a:r>
          </a:p>
          <a:p>
            <a:endParaRPr lang="en-US" sz="1100">
              <a:solidFill>
                <a:schemeClr val="bg1"/>
              </a:solidFill>
            </a:endParaRPr>
          </a:p>
        </p:txBody>
      </p:sp>
      <p:pic>
        <p:nvPicPr>
          <p:cNvPr id="52" name="Imagen 51">
            <a:extLst>
              <a:ext uri="{FF2B5EF4-FFF2-40B4-BE49-F238E27FC236}">
                <a16:creationId xmlns:a16="http://schemas.microsoft.com/office/drawing/2014/main" id="{943D2E0E-C0CA-B955-3414-341084E6D0E2}"/>
              </a:ext>
            </a:extLst>
          </p:cNvPr>
          <p:cNvPicPr>
            <a:picLocks noChangeAspect="1"/>
          </p:cNvPicPr>
          <p:nvPr/>
        </p:nvPicPr>
        <p:blipFill>
          <a:blip r:embed="rId9"/>
          <a:stretch>
            <a:fillRect/>
          </a:stretch>
        </p:blipFill>
        <p:spPr>
          <a:xfrm>
            <a:off x="5396106" y="3610529"/>
            <a:ext cx="1248371" cy="8121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26" name="Picture 2">
            <a:extLst>
              <a:ext uri="{FF2B5EF4-FFF2-40B4-BE49-F238E27FC236}">
                <a16:creationId xmlns:a16="http://schemas.microsoft.com/office/drawing/2014/main" id="{15A2776A-EEFB-89CC-BA5E-B8E1BC0FBE7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4389" y="5256840"/>
            <a:ext cx="904318" cy="904318"/>
          </a:xfrm>
          <a:prstGeom prst="rect">
            <a:avLst/>
          </a:prstGeom>
          <a:noFill/>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FCA444B-7EDA-30EB-244B-FD8702A2D74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94264" y="1744850"/>
            <a:ext cx="944795" cy="922793"/>
          </a:xfrm>
          <a:prstGeom prst="rect">
            <a:avLst/>
          </a:prstGeom>
          <a:noFill/>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Lst>
        </p:spPr>
      </p:pic>
      <p:pic>
        <p:nvPicPr>
          <p:cNvPr id="1030" name="Picture 6" descr="Microsoft Lists Logo, symbol, meaning, history, PNG, brand">
            <a:extLst>
              <a:ext uri="{FF2B5EF4-FFF2-40B4-BE49-F238E27FC236}">
                <a16:creationId xmlns:a16="http://schemas.microsoft.com/office/drawing/2014/main" id="{73E06885-5B8E-3BAB-FF70-2B104985C21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34842" y="2442262"/>
            <a:ext cx="837076" cy="470855"/>
          </a:xfrm>
          <a:prstGeom prst="rect">
            <a:avLst/>
          </a:prstGeom>
          <a:noFill/>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CF98B7EB-9295-F9F0-9E12-E7A8637D465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48114" y="1948514"/>
            <a:ext cx="835514" cy="729175"/>
          </a:xfrm>
          <a:prstGeom prst="rect">
            <a:avLst/>
          </a:prstGeom>
          <a:noFill/>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E8751E1E-8574-8E81-EE97-E2437289640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32399" y="3450494"/>
            <a:ext cx="391693" cy="36420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Microsoft Word Logo Icon (2024) - Free Download PNG, SVG, AI">
            <a:extLst>
              <a:ext uri="{FF2B5EF4-FFF2-40B4-BE49-F238E27FC236}">
                <a16:creationId xmlns:a16="http://schemas.microsoft.com/office/drawing/2014/main" id="{2D7C17E3-CF53-289F-3262-751920A5493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436982" y="3872124"/>
            <a:ext cx="341407" cy="318068"/>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Microsoft Excel Logo Icon (2024) - Free Download PNG, SVG, AI">
            <a:extLst>
              <a:ext uri="{FF2B5EF4-FFF2-40B4-BE49-F238E27FC236}">
                <a16:creationId xmlns:a16="http://schemas.microsoft.com/office/drawing/2014/main" id="{6FA27A8C-79C1-EF72-F853-ACBE0F9A089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896380" y="3871858"/>
            <a:ext cx="347443" cy="323692"/>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Outlook Logo Icon (2024) - Free Download PNG, SVG, AI">
            <a:extLst>
              <a:ext uri="{FF2B5EF4-FFF2-40B4-BE49-F238E27FC236}">
                <a16:creationId xmlns:a16="http://schemas.microsoft.com/office/drawing/2014/main" id="{C79DD8C6-6A52-0097-C44C-CFEEDB2D555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424267" y="4293620"/>
            <a:ext cx="354122" cy="329915"/>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PowerPoint Logo Icon (2024) - Free Download PNG, SVG, AI">
            <a:extLst>
              <a:ext uri="{FF2B5EF4-FFF2-40B4-BE49-F238E27FC236}">
                <a16:creationId xmlns:a16="http://schemas.microsoft.com/office/drawing/2014/main" id="{40695908-2D16-8EFF-8D01-B4F5A96CE2F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908749" y="4293620"/>
            <a:ext cx="354123" cy="329915"/>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FE2EBCED-F863-7815-10FC-4372DDC3B529}"/>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878771" y="3467912"/>
            <a:ext cx="361161" cy="336326"/>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E090FAC1-3774-60EE-351E-C502E97DCE14}"/>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512922" y="5293063"/>
            <a:ext cx="808859" cy="898962"/>
          </a:xfrm>
          <a:prstGeom prst="rect">
            <a:avLst/>
          </a:prstGeom>
          <a:noFill/>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Lst>
        </p:spPr>
      </p:pic>
      <p:sp>
        <p:nvSpPr>
          <p:cNvPr id="21" name="Marcador de texto 2">
            <a:extLst>
              <a:ext uri="{FF2B5EF4-FFF2-40B4-BE49-F238E27FC236}">
                <a16:creationId xmlns:a16="http://schemas.microsoft.com/office/drawing/2014/main" id="{DB077C0A-2DE2-9812-B913-A6B669DF945B}"/>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sp>
        <p:nvSpPr>
          <p:cNvPr id="29" name="Marcador de pie de página 2">
            <a:extLst>
              <a:ext uri="{FF2B5EF4-FFF2-40B4-BE49-F238E27FC236}">
                <a16:creationId xmlns:a16="http://schemas.microsoft.com/office/drawing/2014/main" id="{7D7EFADF-4C4B-C3D6-1CC3-FD33E554C994}"/>
              </a:ext>
            </a:extLst>
          </p:cNvPr>
          <p:cNvSpPr txBox="1">
            <a:spLocks/>
          </p:cNvSpPr>
          <p:nvPr/>
        </p:nvSpPr>
        <p:spPr>
          <a:xfrm>
            <a:off x="335360" y="6401514"/>
            <a:ext cx="7250933" cy="123111"/>
          </a:xfrm>
          <a:prstGeom prst="rect">
            <a:avLst/>
          </a:prstGeom>
        </p:spPr>
        <p:txBody>
          <a:bodyPr vert="horz" lIns="0" tIns="0" rIns="0" bIns="0" rtlCol="0" anchor="b" anchorCtr="0">
            <a:spAutoFit/>
          </a:bodyPr>
          <a:lstStyle>
            <a:defPPr>
              <a:defRPr lang="en-US"/>
            </a:defPPr>
            <a:lvl1pPr marL="0" algn="l" defTabSz="457200" rtl="0" eaLnBrk="1" latinLnBrk="0" hangingPunct="1">
              <a:defRPr sz="800" kern="1200">
                <a:solidFill>
                  <a:schemeClr val="tx1"/>
                </a:solidFill>
                <a:latin typeface="ForFuture Sans" panose="020B0504020203020204" pitchFamily="34" charset="0"/>
                <a:ea typeface="+mn-ea"/>
                <a:cs typeface="+mn-cs"/>
                <a:sym typeface="ForFuture Sans" panose="020B0504020203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4F062A"/>
                </a:solidFill>
                <a:effectLst/>
                <a:uLnTx/>
                <a:uFillTx/>
                <a:latin typeface="ForFuture Sans" panose="020B0504020203020204" pitchFamily="34" charset="0"/>
                <a:ea typeface="+mn-ea"/>
                <a:cs typeface="+mn-cs"/>
                <a:sym typeface="ForFuture Sans" panose="020B0504020203020204" pitchFamily="34" charset="0"/>
              </a:rPr>
              <a:t>MINSAIT • SERVICIO DE PROGRAM MANAGEMENT OFFICE (PMO)</a:t>
            </a:r>
            <a:endParaRPr kumimoji="0" lang="es-ES" sz="800" b="0" i="0" u="none" strike="noStrike" kern="1200" cap="none" spc="0" normalizeH="0" baseline="0" noProof="0">
              <a:ln>
                <a:noFill/>
              </a:ln>
              <a:solidFill>
                <a:srgbClr val="4F062A"/>
              </a:solidFill>
              <a:effectLst/>
              <a:uLnTx/>
              <a:uFillTx/>
              <a:latin typeface="ForFuture Sans" panose="020B0504020203020204" pitchFamily="34" charset="0"/>
              <a:ea typeface="+mn-ea"/>
              <a:cs typeface="+mn-cs"/>
              <a:sym typeface="ForFuture Sans" panose="020B0504020203020204" pitchFamily="34" charset="0"/>
            </a:endParaRPr>
          </a:p>
        </p:txBody>
      </p:sp>
    </p:spTree>
    <p:extLst>
      <p:ext uri="{BB962C8B-B14F-4D97-AF65-F5344CB8AC3E}">
        <p14:creationId xmlns:p14="http://schemas.microsoft.com/office/powerpoint/2010/main" val="392717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3E2DA"/>
        </a:solidFill>
        <a:effectLst/>
      </p:bgPr>
    </p:bg>
    <p:spTree>
      <p:nvGrpSpPr>
        <p:cNvPr id="1" name=""/>
        <p:cNvGrpSpPr/>
        <p:nvPr/>
      </p:nvGrpSpPr>
      <p:grpSpPr>
        <a:xfrm>
          <a:off x="0" y="0"/>
          <a:ext cx="0" cy="0"/>
          <a:chOff x="0" y="0"/>
          <a:chExt cx="0" cy="0"/>
        </a:xfrm>
      </p:grpSpPr>
      <p:sp>
        <p:nvSpPr>
          <p:cNvPr id="180" name="Rectángulo: esquinas superiores cortadas 179">
            <a:extLst>
              <a:ext uri="{FF2B5EF4-FFF2-40B4-BE49-F238E27FC236}">
                <a16:creationId xmlns:a16="http://schemas.microsoft.com/office/drawing/2014/main" id="{AEAC6778-DDD2-D42D-2F52-A0B4EDBB0FF5}"/>
              </a:ext>
            </a:extLst>
          </p:cNvPr>
          <p:cNvSpPr/>
          <p:nvPr/>
        </p:nvSpPr>
        <p:spPr>
          <a:xfrm rot="5400000" flipV="1">
            <a:off x="4749761" y="1116158"/>
            <a:ext cx="841456" cy="1349500"/>
          </a:xfrm>
          <a:prstGeom prst="snip2SameRect">
            <a:avLst>
              <a:gd name="adj1" fmla="val 16667"/>
              <a:gd name="adj2" fmla="val 15092"/>
            </a:avLst>
          </a:prstGeom>
          <a:solidFill>
            <a:schemeClr val="tx1"/>
          </a:solidFill>
          <a:ln w="152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326">
              <a:defRPr/>
            </a:pPr>
            <a:endParaRPr lang="es-ES" sz="3196">
              <a:solidFill>
                <a:srgbClr val="FFFFFF"/>
              </a:solidFill>
              <a:latin typeface="Soho Gothic Pro Light"/>
            </a:endParaRPr>
          </a:p>
        </p:txBody>
      </p:sp>
      <p:sp>
        <p:nvSpPr>
          <p:cNvPr id="179" name="Rectángulo: esquinas superiores cortadas 178">
            <a:extLst>
              <a:ext uri="{FF2B5EF4-FFF2-40B4-BE49-F238E27FC236}">
                <a16:creationId xmlns:a16="http://schemas.microsoft.com/office/drawing/2014/main" id="{206356C2-611D-D9C3-985E-F3F041EC8257}"/>
              </a:ext>
            </a:extLst>
          </p:cNvPr>
          <p:cNvSpPr/>
          <p:nvPr/>
        </p:nvSpPr>
        <p:spPr>
          <a:xfrm rot="5400000" flipV="1">
            <a:off x="613899" y="1126795"/>
            <a:ext cx="841456" cy="1349500"/>
          </a:xfrm>
          <a:prstGeom prst="snip2SameRect">
            <a:avLst>
              <a:gd name="adj1" fmla="val 16667"/>
              <a:gd name="adj2" fmla="val 14087"/>
            </a:avLst>
          </a:prstGeom>
          <a:solidFill>
            <a:schemeClr val="tx1"/>
          </a:solidFill>
          <a:ln w="152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326">
              <a:defRPr/>
            </a:pPr>
            <a:endParaRPr lang="es-ES" sz="3196">
              <a:solidFill>
                <a:srgbClr val="FFFFFF"/>
              </a:solidFill>
              <a:latin typeface="Soho Gothic Pro Light"/>
            </a:endParaRPr>
          </a:p>
        </p:txBody>
      </p:sp>
      <p:sp>
        <p:nvSpPr>
          <p:cNvPr id="172" name="Rectángulo: esquinas superiores cortadas 171">
            <a:extLst>
              <a:ext uri="{FF2B5EF4-FFF2-40B4-BE49-F238E27FC236}">
                <a16:creationId xmlns:a16="http://schemas.microsoft.com/office/drawing/2014/main" id="{96E4DB67-1A3E-375F-7723-93EC73E58553}"/>
              </a:ext>
            </a:extLst>
          </p:cNvPr>
          <p:cNvSpPr/>
          <p:nvPr/>
        </p:nvSpPr>
        <p:spPr>
          <a:xfrm rot="10800000">
            <a:off x="256357" y="1805575"/>
            <a:ext cx="3509399" cy="706784"/>
          </a:xfrm>
          <a:prstGeom prst="snip2SameRect">
            <a:avLst>
              <a:gd name="adj1" fmla="val 16667"/>
              <a:gd name="adj2" fmla="val 17969"/>
            </a:avLst>
          </a:prstGeom>
          <a:solidFill>
            <a:srgbClr val="4F062A"/>
          </a:solidFill>
          <a:ln w="50800">
            <a:noFill/>
          </a:ln>
        </p:spPr>
        <p:style>
          <a:lnRef idx="2">
            <a:schemeClr val="accent1">
              <a:shade val="50000"/>
            </a:schemeClr>
          </a:lnRef>
          <a:fillRef idx="1">
            <a:schemeClr val="accent1"/>
          </a:fillRef>
          <a:effectRef idx="0">
            <a:schemeClr val="accent1"/>
          </a:effectRef>
          <a:fontRef idx="minor">
            <a:schemeClr val="lt1"/>
          </a:fontRef>
        </p:style>
        <p:txBody>
          <a:bodyPr vert="vert270" lIns="96000" tIns="96000" rIns="96000" bIns="96000" rtlCol="0" anchor="ctr"/>
          <a:lstStyle/>
          <a:p>
            <a:pPr algn="ctr" defTabSz="1218326">
              <a:defRPr/>
            </a:pPr>
            <a:endParaRPr lang="en-GB" sz="2399">
              <a:solidFill>
                <a:srgbClr val="FFFFFF"/>
              </a:solidFill>
              <a:latin typeface="Soho Gothic Pro Light"/>
            </a:endParaRPr>
          </a:p>
        </p:txBody>
      </p:sp>
      <p:sp>
        <p:nvSpPr>
          <p:cNvPr id="174" name="Rectángulo: esquinas superiores cortadas 173">
            <a:extLst>
              <a:ext uri="{FF2B5EF4-FFF2-40B4-BE49-F238E27FC236}">
                <a16:creationId xmlns:a16="http://schemas.microsoft.com/office/drawing/2014/main" id="{B97DBC32-D02F-3EC3-2EF6-C8C2712448B3}"/>
              </a:ext>
            </a:extLst>
          </p:cNvPr>
          <p:cNvSpPr/>
          <p:nvPr/>
        </p:nvSpPr>
        <p:spPr>
          <a:xfrm rot="10800000">
            <a:off x="4339122" y="1805575"/>
            <a:ext cx="3509399" cy="706784"/>
          </a:xfrm>
          <a:prstGeom prst="snip2SameRect">
            <a:avLst>
              <a:gd name="adj1" fmla="val 16667"/>
              <a:gd name="adj2" fmla="val 19167"/>
            </a:avLst>
          </a:prstGeom>
          <a:solidFill>
            <a:srgbClr val="4F062A"/>
          </a:solidFill>
          <a:ln w="50800">
            <a:noFill/>
          </a:ln>
        </p:spPr>
        <p:style>
          <a:lnRef idx="2">
            <a:schemeClr val="accent1">
              <a:shade val="50000"/>
            </a:schemeClr>
          </a:lnRef>
          <a:fillRef idx="1">
            <a:schemeClr val="accent1"/>
          </a:fillRef>
          <a:effectRef idx="0">
            <a:schemeClr val="accent1"/>
          </a:effectRef>
          <a:fontRef idx="minor">
            <a:schemeClr val="lt1"/>
          </a:fontRef>
        </p:style>
        <p:txBody>
          <a:bodyPr vert="vert270" lIns="96000" tIns="96000" rIns="96000" bIns="96000" rtlCol="0" anchor="ctr"/>
          <a:lstStyle/>
          <a:p>
            <a:pPr algn="ctr" defTabSz="1218326"/>
            <a:endParaRPr lang="en-GB" sz="2399">
              <a:solidFill>
                <a:srgbClr val="FFFFFF"/>
              </a:solidFill>
              <a:latin typeface="Soho Gothic Pro Light"/>
            </a:endParaRPr>
          </a:p>
        </p:txBody>
      </p:sp>
      <p:graphicFrame>
        <p:nvGraphicFramePr>
          <p:cNvPr id="9" name="Objeto 8" hidden="1"/>
          <p:cNvGraphicFramePr>
            <a:graphicFrameLocks noChangeAspect="1"/>
          </p:cNvGraphicFramePr>
          <p:nvPr>
            <p:custDataLst>
              <p:tags r:id="rId1"/>
            </p:custData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Diapositiva de think-cell" r:id="rId5" imgW="270" imgH="270" progId="TCLayout.ActiveDocument.1">
                  <p:embed/>
                </p:oleObj>
              </mc:Choice>
              <mc:Fallback>
                <p:oleObj name="Diapositiva de think-cell" r:id="rId5" imgW="270" imgH="270" progId="TCLayout.ActiveDocument.1">
                  <p:embed/>
                  <p:pic>
                    <p:nvPicPr>
                      <p:cNvPr id="9" name="Objeto 8" hidden="1"/>
                      <p:cNvPicPr/>
                      <p:nvPr/>
                    </p:nvPicPr>
                    <p:blipFill>
                      <a:blip r:embed="rId6"/>
                      <a:stretch>
                        <a:fillRect/>
                      </a:stretch>
                    </p:blipFill>
                    <p:spPr>
                      <a:xfrm>
                        <a:off x="1590" y="1590"/>
                        <a:ext cx="1588" cy="1588"/>
                      </a:xfrm>
                      <a:prstGeom prst="rect">
                        <a:avLst/>
                      </a:prstGeom>
                    </p:spPr>
                  </p:pic>
                </p:oleObj>
              </mc:Fallback>
            </mc:AlternateContent>
          </a:graphicData>
        </a:graphic>
      </p:graphicFrame>
      <p:sp>
        <p:nvSpPr>
          <p:cNvPr id="8" name="Rectángulo 7" hidden="1"/>
          <p:cNvSpPr/>
          <p:nvPr>
            <p:custDataLst>
              <p:tags r:id="rId2"/>
            </p:custDataLst>
          </p:nvPr>
        </p:nvSpPr>
        <p:spPr>
          <a:xfrm>
            <a:off x="2" y="2"/>
            <a:ext cx="158751" cy="158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defTabSz="913745">
              <a:lnSpc>
                <a:spcPct val="90000"/>
              </a:lnSpc>
              <a:spcBef>
                <a:spcPct val="0"/>
              </a:spcBef>
              <a:spcAft>
                <a:spcPct val="0"/>
              </a:spcAft>
            </a:pPr>
            <a:endParaRPr lang="es-ES" sz="2300">
              <a:solidFill>
                <a:srgbClr val="FFFFFF"/>
              </a:solidFill>
              <a:latin typeface="Playfair Display" panose="00000500000000000000" pitchFamily="2" charset="0"/>
              <a:sym typeface="Playfair Display" panose="00000500000000000000" pitchFamily="2" charset="0"/>
            </a:endParaRPr>
          </a:p>
        </p:txBody>
      </p:sp>
      <p:sp>
        <p:nvSpPr>
          <p:cNvPr id="70" name="Título 1"/>
          <p:cNvSpPr>
            <a:spLocks noGrp="1"/>
          </p:cNvSpPr>
          <p:nvPr>
            <p:ph type="title"/>
          </p:nvPr>
        </p:nvSpPr>
        <p:spPr/>
        <p:txBody>
          <a:bodyPr/>
          <a:lstStyle/>
          <a:p>
            <a:r>
              <a:rPr lang="es-ES" err="1"/>
              <a:t>Minsait</a:t>
            </a:r>
            <a:r>
              <a:rPr lang="es-ES"/>
              <a:t> pone a disposición diversos </a:t>
            </a:r>
            <a:r>
              <a:rPr lang="es-ES">
                <a:solidFill>
                  <a:schemeClr val="accent1"/>
                </a:solidFill>
              </a:rPr>
              <a:t>aceleradores </a:t>
            </a:r>
            <a:r>
              <a:rPr lang="es-ES"/>
              <a:t>para apalancar la puesta en marcha de una PMO </a:t>
            </a:r>
          </a:p>
        </p:txBody>
      </p:sp>
      <p:sp>
        <p:nvSpPr>
          <p:cNvPr id="120" name="CuadroTexto 119"/>
          <p:cNvSpPr txBox="1"/>
          <p:nvPr/>
        </p:nvSpPr>
        <p:spPr>
          <a:xfrm>
            <a:off x="588576" y="1978547"/>
            <a:ext cx="2880000" cy="344876"/>
          </a:xfrm>
          <a:prstGeom prst="rect">
            <a:avLst/>
          </a:prstGeom>
          <a:noFill/>
        </p:spPr>
        <p:txBody>
          <a:bodyPr wrap="square" lIns="0" tIns="0" rIns="0" bIns="0" rtlCol="0" anchor="ctr">
            <a:noAutofit/>
          </a:bodyPr>
          <a:lstStyle/>
          <a:p>
            <a:pPr algn="ctr" defTabSz="913745"/>
            <a:r>
              <a:rPr lang="es-ES" sz="1600">
                <a:solidFill>
                  <a:srgbClr val="FFFFFF"/>
                </a:solidFill>
                <a:latin typeface="+mj-lt"/>
                <a:sym typeface="Georgia" panose="02040502050405020303" pitchFamily="18" charset="0"/>
              </a:rPr>
              <a:t>Plantillas de </a:t>
            </a:r>
            <a:r>
              <a:rPr lang="es-ES" sz="1600" err="1">
                <a:solidFill>
                  <a:srgbClr val="FFFFFF"/>
                </a:solidFill>
                <a:latin typeface="+mj-lt"/>
                <a:sym typeface="Georgia" panose="02040502050405020303" pitchFamily="18" charset="0"/>
              </a:rPr>
              <a:t>reporting</a:t>
            </a:r>
            <a:r>
              <a:rPr lang="es-ES" sz="1600">
                <a:solidFill>
                  <a:srgbClr val="FFFFFF"/>
                </a:solidFill>
                <a:latin typeface="+mj-lt"/>
                <a:sym typeface="Georgia" panose="02040502050405020303" pitchFamily="18" charset="0"/>
              </a:rPr>
              <a:t> y </a:t>
            </a:r>
            <a:r>
              <a:rPr lang="es-ES" sz="1600" err="1">
                <a:solidFill>
                  <a:srgbClr val="FFFFFF"/>
                </a:solidFill>
                <a:latin typeface="+mj-lt"/>
                <a:sym typeface="Georgia" panose="02040502050405020303" pitchFamily="18" charset="0"/>
              </a:rPr>
              <a:t>dashboards</a:t>
            </a:r>
            <a:endParaRPr lang="es-ES" sz="1600">
              <a:solidFill>
                <a:srgbClr val="FFFFFF"/>
              </a:solidFill>
              <a:latin typeface="+mj-lt"/>
              <a:sym typeface="Georgia" panose="02040502050405020303" pitchFamily="18" charset="0"/>
            </a:endParaRPr>
          </a:p>
        </p:txBody>
      </p:sp>
      <p:sp>
        <p:nvSpPr>
          <p:cNvPr id="123" name="CuadroTexto 122"/>
          <p:cNvSpPr txBox="1"/>
          <p:nvPr/>
        </p:nvSpPr>
        <p:spPr>
          <a:xfrm>
            <a:off x="457433" y="3911417"/>
            <a:ext cx="3384376" cy="1920000"/>
          </a:xfrm>
          <a:prstGeom prst="rect">
            <a:avLst/>
          </a:prstGeom>
          <a:noFill/>
        </p:spPr>
        <p:txBody>
          <a:bodyPr wrap="square" lIns="0" tIns="0" rIns="0" bIns="0" rtlCol="0">
            <a:noAutofit/>
          </a:bodyPr>
          <a:lstStyle/>
          <a:p>
            <a:pPr marL="171442" indent="-171442" algn="just" defTabSz="913745">
              <a:spcBef>
                <a:spcPts val="600"/>
              </a:spcBef>
              <a:buSzPct val="100000"/>
              <a:buFont typeface="Wingdings" pitchFamily="2" charset="2"/>
              <a:buChar char="§"/>
            </a:pPr>
            <a:r>
              <a:rPr lang="es-ES" sz="1200">
                <a:solidFill>
                  <a:schemeClr val="bg1"/>
                </a:solidFill>
                <a:latin typeface="+mj-lt"/>
                <a:sym typeface="Arial" panose="020B0604020202020204" pitchFamily="34" charset="0"/>
              </a:rPr>
              <a:t>Contamos con plantillas para el </a:t>
            </a:r>
            <a:r>
              <a:rPr lang="es-ES" sz="1200">
                <a:solidFill>
                  <a:schemeClr val="accent1"/>
                </a:solidFill>
                <a:latin typeface="+mj-lt"/>
                <a:sym typeface="Arial" panose="020B0604020202020204" pitchFamily="34" charset="0"/>
              </a:rPr>
              <a:t>seguimiento de iniciativas, proyectos y programas</a:t>
            </a:r>
            <a:r>
              <a:rPr lang="es-ES" sz="1200">
                <a:solidFill>
                  <a:schemeClr val="bg1"/>
                </a:solidFill>
                <a:latin typeface="+mj-lt"/>
                <a:sym typeface="Arial" panose="020B0604020202020204" pitchFamily="34" charset="0"/>
              </a:rPr>
              <a:t> que se han automatizado en diferentes clientes utilizando las herramientas corporativas existentes (por ejemplo, </a:t>
            </a:r>
            <a:r>
              <a:rPr lang="es-ES" sz="1200" err="1">
                <a:solidFill>
                  <a:schemeClr val="bg1"/>
                </a:solidFill>
                <a:latin typeface="+mj-lt"/>
                <a:sym typeface="Arial" panose="020B0604020202020204" pitchFamily="34" charset="0"/>
              </a:rPr>
              <a:t>Power</a:t>
            </a:r>
            <a:r>
              <a:rPr lang="es-ES" sz="1200">
                <a:solidFill>
                  <a:schemeClr val="bg1"/>
                </a:solidFill>
                <a:latin typeface="+mj-lt"/>
                <a:sym typeface="Arial" panose="020B0604020202020204" pitchFamily="34" charset="0"/>
              </a:rPr>
              <a:t> BI). Estas plantillas se utilizarán como </a:t>
            </a:r>
            <a:r>
              <a:rPr lang="es-ES" sz="1200">
                <a:solidFill>
                  <a:schemeClr val="accent1"/>
                </a:solidFill>
                <a:latin typeface="+mj-lt"/>
                <a:sym typeface="Arial" panose="020B0604020202020204" pitchFamily="34" charset="0"/>
              </a:rPr>
              <a:t>base para el diseño de </a:t>
            </a:r>
            <a:r>
              <a:rPr lang="es-MX" sz="1200">
                <a:solidFill>
                  <a:schemeClr val="accent1"/>
                </a:solidFill>
                <a:latin typeface="+mj-lt"/>
                <a:sym typeface="Arial" panose="020B0604020202020204" pitchFamily="34" charset="0"/>
              </a:rPr>
              <a:t>la solución (maqueta)</a:t>
            </a:r>
            <a:r>
              <a:rPr lang="es-MX" sz="1200">
                <a:solidFill>
                  <a:schemeClr val="bg1"/>
                </a:solidFill>
                <a:latin typeface="+mj-lt"/>
                <a:sym typeface="Arial" panose="020B0604020202020204" pitchFamily="34" charset="0"/>
              </a:rPr>
              <a:t> teniendo en cuenta las necesidades y capacidades de nuestros clientes.</a:t>
            </a:r>
          </a:p>
        </p:txBody>
      </p:sp>
      <p:sp>
        <p:nvSpPr>
          <p:cNvPr id="18" name="CuadroTexto 17"/>
          <p:cNvSpPr txBox="1"/>
          <p:nvPr/>
        </p:nvSpPr>
        <p:spPr>
          <a:xfrm>
            <a:off x="4665984" y="1957524"/>
            <a:ext cx="2880000" cy="380480"/>
          </a:xfrm>
          <a:prstGeom prst="rect">
            <a:avLst/>
          </a:prstGeom>
          <a:noFill/>
        </p:spPr>
        <p:txBody>
          <a:bodyPr wrap="square" lIns="0" tIns="0" rIns="0" bIns="0" rtlCol="0" anchor="ctr">
            <a:noAutofit/>
          </a:bodyPr>
          <a:lstStyle/>
          <a:p>
            <a:pPr algn="ctr" defTabSz="913745"/>
            <a:r>
              <a:rPr lang="es-ES" sz="1600">
                <a:solidFill>
                  <a:srgbClr val="FFFFFF"/>
                </a:solidFill>
                <a:latin typeface="+mj-lt"/>
                <a:sym typeface="Georgia" panose="02040502050405020303" pitchFamily="18" charset="0"/>
              </a:rPr>
              <a:t>Plantillas de Gestión de proyectos</a:t>
            </a:r>
          </a:p>
        </p:txBody>
      </p:sp>
      <p:sp>
        <p:nvSpPr>
          <p:cNvPr id="22" name="CuadroTexto 21"/>
          <p:cNvSpPr txBox="1"/>
          <p:nvPr/>
        </p:nvSpPr>
        <p:spPr>
          <a:xfrm>
            <a:off x="4455698" y="3911418"/>
            <a:ext cx="3317559" cy="2218741"/>
          </a:xfrm>
          <a:prstGeom prst="rect">
            <a:avLst/>
          </a:prstGeom>
          <a:noFill/>
        </p:spPr>
        <p:txBody>
          <a:bodyPr wrap="square" lIns="0" tIns="0" rIns="0" bIns="0" rtlCol="0">
            <a:noAutofit/>
          </a:bodyPr>
          <a:lstStyle/>
          <a:p>
            <a:pPr marL="171442" indent="-171442" algn="just" defTabSz="913745">
              <a:spcBef>
                <a:spcPts val="600"/>
              </a:spcBef>
              <a:buSzPct val="100000"/>
              <a:buFont typeface="Wingdings" pitchFamily="2" charset="2"/>
              <a:buChar char="§"/>
            </a:pPr>
            <a:r>
              <a:rPr lang="es-MX" sz="1200">
                <a:solidFill>
                  <a:schemeClr val="bg1"/>
                </a:solidFill>
                <a:latin typeface="+mj-lt"/>
                <a:sym typeface="Arial" panose="020B0604020202020204" pitchFamily="34" charset="0"/>
              </a:rPr>
              <a:t>Contamos con diferentes </a:t>
            </a:r>
            <a:r>
              <a:rPr lang="es-MX" sz="1200">
                <a:solidFill>
                  <a:schemeClr val="accent1"/>
                </a:solidFill>
                <a:latin typeface="+mj-lt"/>
                <a:sym typeface="Arial" panose="020B0604020202020204" pitchFamily="34" charset="0"/>
              </a:rPr>
              <a:t>plantillas de Gestión de proyectos</a:t>
            </a:r>
            <a:r>
              <a:rPr lang="es-MX" sz="1200">
                <a:solidFill>
                  <a:schemeClr val="bg1"/>
                </a:solidFill>
                <a:latin typeface="+mj-lt"/>
                <a:sym typeface="Arial" panose="020B0604020202020204" pitchFamily="34" charset="0"/>
              </a:rPr>
              <a:t>, las cuales hemos utilizado en distintos Clientes del sector. </a:t>
            </a:r>
          </a:p>
          <a:p>
            <a:pPr marL="171442" indent="-171442" algn="just" defTabSz="913745">
              <a:spcBef>
                <a:spcPts val="600"/>
              </a:spcBef>
              <a:buSzPct val="100000"/>
              <a:buFont typeface="Wingdings" pitchFamily="2" charset="2"/>
              <a:buChar char="§"/>
            </a:pPr>
            <a:r>
              <a:rPr lang="es-MX" sz="1200">
                <a:solidFill>
                  <a:schemeClr val="bg1"/>
                </a:solidFill>
                <a:latin typeface="+mj-lt"/>
                <a:sym typeface="Arial" panose="020B0604020202020204" pitchFamily="34" charset="0"/>
              </a:rPr>
              <a:t>Formulario de levantamiento de proyectos, elaboración de Casos de negocio (Business case), modelos de medición del ROI, gestión presupuestaria, plantillas de seguimiento, riesgos/ </a:t>
            </a:r>
            <a:r>
              <a:rPr lang="es-MX" sz="1200" err="1">
                <a:solidFill>
                  <a:schemeClr val="bg1"/>
                </a:solidFill>
                <a:latin typeface="+mj-lt"/>
                <a:sym typeface="Arial" panose="020B0604020202020204" pitchFamily="34" charset="0"/>
              </a:rPr>
              <a:t>issues</a:t>
            </a:r>
            <a:r>
              <a:rPr lang="es-MX" sz="1200">
                <a:solidFill>
                  <a:schemeClr val="bg1"/>
                </a:solidFill>
                <a:latin typeface="+mj-lt"/>
                <a:sym typeface="Arial" panose="020B0604020202020204" pitchFamily="34" charset="0"/>
              </a:rPr>
              <a:t>, planes de mitigación, recursos/ </a:t>
            </a:r>
            <a:r>
              <a:rPr lang="es-MX" sz="1200" err="1">
                <a:solidFill>
                  <a:schemeClr val="bg1"/>
                </a:solidFill>
                <a:latin typeface="+mj-lt"/>
                <a:sym typeface="Arial" panose="020B0604020202020204" pitchFamily="34" charset="0"/>
              </a:rPr>
              <a:t>capacity</a:t>
            </a:r>
            <a:r>
              <a:rPr lang="es-MX" sz="1200">
                <a:solidFill>
                  <a:schemeClr val="bg1"/>
                </a:solidFill>
                <a:latin typeface="+mj-lt"/>
                <a:sym typeface="Arial" panose="020B0604020202020204" pitchFamily="34" charset="0"/>
              </a:rPr>
              <a:t>, comunicaciones y otras plantillas  que abarcan todas las áreas de conocimiento de gestión de proyectos. </a:t>
            </a:r>
            <a:endParaRPr lang="es-ES" sz="1200">
              <a:solidFill>
                <a:schemeClr val="bg1"/>
              </a:solidFill>
              <a:latin typeface="+mj-lt"/>
              <a:sym typeface="Arial" panose="020B0604020202020204" pitchFamily="34" charset="0"/>
            </a:endParaRPr>
          </a:p>
        </p:txBody>
      </p:sp>
      <p:sp>
        <p:nvSpPr>
          <p:cNvPr id="182" name="25 Elipse">
            <a:extLst>
              <a:ext uri="{FF2B5EF4-FFF2-40B4-BE49-F238E27FC236}">
                <a16:creationId xmlns:a16="http://schemas.microsoft.com/office/drawing/2014/main" id="{D4C6D816-E872-C738-5C66-3BA95F549CD1}"/>
              </a:ext>
            </a:extLst>
          </p:cNvPr>
          <p:cNvSpPr/>
          <p:nvPr/>
        </p:nvSpPr>
        <p:spPr>
          <a:xfrm>
            <a:off x="1278681" y="1351659"/>
            <a:ext cx="418243" cy="4362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1218326">
              <a:defRPr/>
            </a:pPr>
            <a:r>
              <a:rPr lang="es-ES" sz="2400">
                <a:solidFill>
                  <a:schemeClr val="bg1"/>
                </a:solidFill>
                <a:latin typeface="+mj-lt"/>
              </a:rPr>
              <a:t>1</a:t>
            </a:r>
          </a:p>
        </p:txBody>
      </p:sp>
      <p:sp>
        <p:nvSpPr>
          <p:cNvPr id="183" name="25 Elipse">
            <a:extLst>
              <a:ext uri="{FF2B5EF4-FFF2-40B4-BE49-F238E27FC236}">
                <a16:creationId xmlns:a16="http://schemas.microsoft.com/office/drawing/2014/main" id="{851431E4-998F-BE1F-DEAD-2BD293B65AEB}"/>
              </a:ext>
            </a:extLst>
          </p:cNvPr>
          <p:cNvSpPr/>
          <p:nvPr/>
        </p:nvSpPr>
        <p:spPr>
          <a:xfrm>
            <a:off x="5429579" y="1351659"/>
            <a:ext cx="418243" cy="4362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1218326">
              <a:defRPr/>
            </a:pPr>
            <a:r>
              <a:rPr lang="es-ES" sz="2400">
                <a:solidFill>
                  <a:schemeClr val="bg1"/>
                </a:solidFill>
                <a:latin typeface="+mj-lt"/>
              </a:rPr>
              <a:t>2</a:t>
            </a:r>
          </a:p>
        </p:txBody>
      </p:sp>
      <p:pic>
        <p:nvPicPr>
          <p:cNvPr id="14" name="Imagen 13">
            <a:extLst>
              <a:ext uri="{FF2B5EF4-FFF2-40B4-BE49-F238E27FC236}">
                <a16:creationId xmlns:a16="http://schemas.microsoft.com/office/drawing/2014/main" id="{F6A1DD16-8446-EFE1-A65B-7015B7A7078D}"/>
              </a:ext>
            </a:extLst>
          </p:cNvPr>
          <p:cNvPicPr>
            <a:picLocks noChangeAspect="1"/>
          </p:cNvPicPr>
          <p:nvPr/>
        </p:nvPicPr>
        <p:blipFill>
          <a:blip r:embed="rId7"/>
          <a:stretch>
            <a:fillRect/>
          </a:stretch>
        </p:blipFill>
        <p:spPr>
          <a:xfrm>
            <a:off x="359876" y="2647032"/>
            <a:ext cx="1613136" cy="910707"/>
          </a:xfrm>
          <a:prstGeom prst="rect">
            <a:avLst/>
          </a:prstGeom>
          <a:ln>
            <a:solidFill>
              <a:schemeClr val="tx1"/>
            </a:solidFill>
          </a:ln>
        </p:spPr>
      </p:pic>
      <p:pic>
        <p:nvPicPr>
          <p:cNvPr id="4" name="Imagen 3">
            <a:extLst>
              <a:ext uri="{FF2B5EF4-FFF2-40B4-BE49-F238E27FC236}">
                <a16:creationId xmlns:a16="http://schemas.microsoft.com/office/drawing/2014/main" id="{B8B21F25-8EC0-3141-D75F-F4678054BD17}"/>
              </a:ext>
            </a:extLst>
          </p:cNvPr>
          <p:cNvPicPr>
            <a:picLocks noChangeAspect="1"/>
          </p:cNvPicPr>
          <p:nvPr/>
        </p:nvPicPr>
        <p:blipFill>
          <a:blip r:embed="rId8"/>
          <a:stretch>
            <a:fillRect/>
          </a:stretch>
        </p:blipFill>
        <p:spPr>
          <a:xfrm>
            <a:off x="2188296" y="2638397"/>
            <a:ext cx="1617577" cy="919343"/>
          </a:xfrm>
          <a:prstGeom prst="rect">
            <a:avLst/>
          </a:prstGeom>
          <a:ln>
            <a:solidFill>
              <a:schemeClr val="tx1"/>
            </a:solidFill>
          </a:ln>
        </p:spPr>
      </p:pic>
      <p:sp>
        <p:nvSpPr>
          <p:cNvPr id="5" name="Rectángulo: esquinas superiores cortadas 4">
            <a:extLst>
              <a:ext uri="{FF2B5EF4-FFF2-40B4-BE49-F238E27FC236}">
                <a16:creationId xmlns:a16="http://schemas.microsoft.com/office/drawing/2014/main" id="{6C6B94D7-650C-111B-E4FF-2C766DA0F372}"/>
              </a:ext>
            </a:extLst>
          </p:cNvPr>
          <p:cNvSpPr/>
          <p:nvPr/>
        </p:nvSpPr>
        <p:spPr>
          <a:xfrm rot="5400000" flipV="1">
            <a:off x="8762920" y="1098487"/>
            <a:ext cx="841456" cy="1349500"/>
          </a:xfrm>
          <a:prstGeom prst="snip2SameRect">
            <a:avLst>
              <a:gd name="adj1" fmla="val 16667"/>
              <a:gd name="adj2" fmla="val 18112"/>
            </a:avLst>
          </a:prstGeom>
          <a:solidFill>
            <a:schemeClr val="tx1"/>
          </a:solidFill>
          <a:ln w="152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326">
              <a:defRPr/>
            </a:pPr>
            <a:endParaRPr lang="es-ES" sz="3196">
              <a:solidFill>
                <a:srgbClr val="FFFFFF"/>
              </a:solidFill>
              <a:latin typeface="Soho Gothic Pro Light"/>
            </a:endParaRPr>
          </a:p>
        </p:txBody>
      </p:sp>
      <p:sp>
        <p:nvSpPr>
          <p:cNvPr id="6" name="Rectángulo: esquinas superiores cortadas 5">
            <a:extLst>
              <a:ext uri="{FF2B5EF4-FFF2-40B4-BE49-F238E27FC236}">
                <a16:creationId xmlns:a16="http://schemas.microsoft.com/office/drawing/2014/main" id="{639F38C8-1512-F183-95AC-95495818A7F3}"/>
              </a:ext>
            </a:extLst>
          </p:cNvPr>
          <p:cNvSpPr/>
          <p:nvPr/>
        </p:nvSpPr>
        <p:spPr>
          <a:xfrm rot="10800000">
            <a:off x="8352281" y="1787904"/>
            <a:ext cx="3509399" cy="706784"/>
          </a:xfrm>
          <a:prstGeom prst="snip2SameRect">
            <a:avLst>
              <a:gd name="adj1" fmla="val 16667"/>
              <a:gd name="adj2" fmla="val 21562"/>
            </a:avLst>
          </a:prstGeom>
          <a:solidFill>
            <a:schemeClr val="bg1"/>
          </a:solidFill>
          <a:ln w="50800">
            <a:noFill/>
          </a:ln>
        </p:spPr>
        <p:style>
          <a:lnRef idx="2">
            <a:schemeClr val="accent1">
              <a:shade val="50000"/>
            </a:schemeClr>
          </a:lnRef>
          <a:fillRef idx="1">
            <a:schemeClr val="accent1"/>
          </a:fillRef>
          <a:effectRef idx="0">
            <a:schemeClr val="accent1"/>
          </a:effectRef>
          <a:fontRef idx="minor">
            <a:schemeClr val="lt1"/>
          </a:fontRef>
        </p:style>
        <p:txBody>
          <a:bodyPr vert="vert270" lIns="96000" tIns="96000" rIns="96000" bIns="96000" rtlCol="0" anchor="ctr"/>
          <a:lstStyle/>
          <a:p>
            <a:pPr algn="ctr" defTabSz="1218326">
              <a:defRPr/>
            </a:pPr>
            <a:endParaRPr lang="en-GB" sz="2399">
              <a:solidFill>
                <a:srgbClr val="FFFFFF"/>
              </a:solidFill>
              <a:latin typeface="Soho Gothic Pro Light"/>
            </a:endParaRPr>
          </a:p>
        </p:txBody>
      </p:sp>
      <p:sp>
        <p:nvSpPr>
          <p:cNvPr id="7" name="CuadroTexto 6">
            <a:extLst>
              <a:ext uri="{FF2B5EF4-FFF2-40B4-BE49-F238E27FC236}">
                <a16:creationId xmlns:a16="http://schemas.microsoft.com/office/drawing/2014/main" id="{2ED1D082-24FF-DC7B-7C97-B7E3739EF9E0}"/>
              </a:ext>
            </a:extLst>
          </p:cNvPr>
          <p:cNvSpPr txBox="1"/>
          <p:nvPr/>
        </p:nvSpPr>
        <p:spPr>
          <a:xfrm>
            <a:off x="8679143" y="1939853"/>
            <a:ext cx="2880000" cy="380480"/>
          </a:xfrm>
          <a:prstGeom prst="rect">
            <a:avLst/>
          </a:prstGeom>
          <a:noFill/>
        </p:spPr>
        <p:txBody>
          <a:bodyPr wrap="square" lIns="0" tIns="0" rIns="0" bIns="0" rtlCol="0" anchor="ctr">
            <a:noAutofit/>
          </a:bodyPr>
          <a:lstStyle/>
          <a:p>
            <a:pPr algn="ctr" defTabSz="913745"/>
            <a:r>
              <a:rPr lang="es-MX" sz="1600">
                <a:solidFill>
                  <a:srgbClr val="FFFFFF"/>
                </a:solidFill>
                <a:latin typeface="+mj-lt"/>
                <a:sym typeface="Georgia" panose="02040502050405020303" pitchFamily="18" charset="0"/>
              </a:rPr>
              <a:t>Propuestas de soluciones tecnológicas</a:t>
            </a:r>
            <a:endParaRPr lang="es-ES" sz="1600">
              <a:solidFill>
                <a:srgbClr val="FFFFFF"/>
              </a:solidFill>
              <a:latin typeface="+mj-lt"/>
              <a:sym typeface="Georgia" panose="02040502050405020303" pitchFamily="18" charset="0"/>
            </a:endParaRPr>
          </a:p>
        </p:txBody>
      </p:sp>
      <p:sp>
        <p:nvSpPr>
          <p:cNvPr id="12" name="CuadroTexto 11">
            <a:extLst>
              <a:ext uri="{FF2B5EF4-FFF2-40B4-BE49-F238E27FC236}">
                <a16:creationId xmlns:a16="http://schemas.microsoft.com/office/drawing/2014/main" id="{95FFA022-C2C1-61AB-1A14-A750ADF6748B}"/>
              </a:ext>
            </a:extLst>
          </p:cNvPr>
          <p:cNvSpPr txBox="1"/>
          <p:nvPr/>
        </p:nvSpPr>
        <p:spPr>
          <a:xfrm>
            <a:off x="8468857" y="3893747"/>
            <a:ext cx="3317559" cy="2218741"/>
          </a:xfrm>
          <a:prstGeom prst="rect">
            <a:avLst/>
          </a:prstGeom>
          <a:noFill/>
        </p:spPr>
        <p:txBody>
          <a:bodyPr wrap="square" lIns="0" tIns="0" rIns="0" bIns="0" rtlCol="0">
            <a:noAutofit/>
          </a:bodyPr>
          <a:lstStyle/>
          <a:p>
            <a:pPr marL="171442" indent="-171442" algn="just" defTabSz="913745">
              <a:spcBef>
                <a:spcPts val="600"/>
              </a:spcBef>
              <a:buSzPct val="100000"/>
              <a:buFont typeface="Wingdings" pitchFamily="2" charset="2"/>
              <a:buChar char="§"/>
            </a:pPr>
            <a:r>
              <a:rPr lang="es-MX" sz="1200">
                <a:solidFill>
                  <a:schemeClr val="bg1"/>
                </a:solidFill>
                <a:latin typeface="+mj-lt"/>
                <a:sym typeface="Arial" panose="020B0604020202020204" pitchFamily="34" charset="0"/>
              </a:rPr>
              <a:t>Tenemos con una amplia experiencia en la </a:t>
            </a:r>
            <a:r>
              <a:rPr lang="es-MX" sz="1200">
                <a:solidFill>
                  <a:schemeClr val="accent1"/>
                </a:solidFill>
                <a:latin typeface="+mj-lt"/>
                <a:sym typeface="Arial" panose="020B0604020202020204" pitchFamily="34" charset="0"/>
              </a:rPr>
              <a:t>construcción de soluciones robustas </a:t>
            </a:r>
            <a:r>
              <a:rPr lang="es-MX" sz="1200">
                <a:solidFill>
                  <a:schemeClr val="bg1"/>
                </a:solidFill>
                <a:latin typeface="+mj-lt"/>
                <a:sym typeface="Arial" panose="020B0604020202020204" pitchFamily="34" charset="0"/>
              </a:rPr>
              <a:t>utilizando </a:t>
            </a:r>
            <a:r>
              <a:rPr lang="es-MX" sz="1200" err="1">
                <a:solidFill>
                  <a:schemeClr val="bg1"/>
                </a:solidFill>
                <a:latin typeface="+mj-lt"/>
                <a:sym typeface="Arial" panose="020B0604020202020204" pitchFamily="34" charset="0"/>
              </a:rPr>
              <a:t>Power</a:t>
            </a:r>
            <a:r>
              <a:rPr lang="es-MX" sz="1200">
                <a:solidFill>
                  <a:schemeClr val="bg1"/>
                </a:solidFill>
                <a:latin typeface="+mj-lt"/>
                <a:sym typeface="Arial" panose="020B0604020202020204" pitchFamily="34" charset="0"/>
              </a:rPr>
              <a:t> </a:t>
            </a:r>
            <a:r>
              <a:rPr lang="es-MX" sz="1200" err="1">
                <a:solidFill>
                  <a:schemeClr val="bg1"/>
                </a:solidFill>
                <a:latin typeface="+mj-lt"/>
                <a:sym typeface="Arial" panose="020B0604020202020204" pitchFamily="34" charset="0"/>
              </a:rPr>
              <a:t>Platforms</a:t>
            </a:r>
            <a:r>
              <a:rPr lang="es-MX" sz="1200">
                <a:solidFill>
                  <a:schemeClr val="bg1"/>
                </a:solidFill>
                <a:latin typeface="+mj-lt"/>
                <a:sym typeface="Arial" panose="020B0604020202020204" pitchFamily="34" charset="0"/>
              </a:rPr>
              <a:t>, Project server u otras herramientas. Respaldada por una serie de aplicaciones y plantillas desarrolladas para otros clientes, que abarcan </a:t>
            </a:r>
            <a:r>
              <a:rPr lang="es-MX" sz="1200">
                <a:solidFill>
                  <a:schemeClr val="accent1"/>
                </a:solidFill>
                <a:latin typeface="+mj-lt"/>
                <a:sym typeface="Arial" panose="020B0604020202020204" pitchFamily="34" charset="0"/>
              </a:rPr>
              <a:t>desde</a:t>
            </a:r>
            <a:r>
              <a:rPr lang="es-MX" sz="1200">
                <a:solidFill>
                  <a:schemeClr val="bg1"/>
                </a:solidFill>
                <a:latin typeface="+mj-lt"/>
                <a:sym typeface="Arial" panose="020B0604020202020204" pitchFamily="34" charset="0"/>
              </a:rPr>
              <a:t> el análisis y la creación de modelos de datos, </a:t>
            </a:r>
            <a:r>
              <a:rPr lang="es-MX" sz="1200">
                <a:solidFill>
                  <a:schemeClr val="accent1"/>
                </a:solidFill>
                <a:latin typeface="+mj-lt"/>
                <a:sym typeface="Arial" panose="020B0604020202020204" pitchFamily="34" charset="0"/>
              </a:rPr>
              <a:t>hasta</a:t>
            </a:r>
            <a:r>
              <a:rPr lang="es-MX" sz="1200">
                <a:solidFill>
                  <a:schemeClr val="bg1"/>
                </a:solidFill>
                <a:latin typeface="+mj-lt"/>
                <a:sym typeface="Arial" panose="020B0604020202020204" pitchFamily="34" charset="0"/>
              </a:rPr>
              <a:t> la implementación de lógica de roles y la configuración precisa de accesos. </a:t>
            </a:r>
          </a:p>
          <a:p>
            <a:pPr marL="171442" indent="-171442" algn="just" defTabSz="913745">
              <a:spcBef>
                <a:spcPts val="600"/>
              </a:spcBef>
              <a:buSzPct val="100000"/>
              <a:buFont typeface="Wingdings" pitchFamily="2" charset="2"/>
              <a:buChar char="§"/>
            </a:pPr>
            <a:r>
              <a:rPr lang="es-MX" sz="1200">
                <a:solidFill>
                  <a:schemeClr val="bg1"/>
                </a:solidFill>
                <a:latin typeface="+mj-lt"/>
                <a:sym typeface="Arial" panose="020B0604020202020204" pitchFamily="34" charset="0"/>
              </a:rPr>
              <a:t>Además, diseñamos formularios intuitivos y fáciles de usar para la captura de datos en el </a:t>
            </a:r>
            <a:r>
              <a:rPr lang="es-MX" sz="1200" err="1">
                <a:solidFill>
                  <a:schemeClr val="bg1"/>
                </a:solidFill>
                <a:latin typeface="+mj-lt"/>
                <a:sym typeface="Arial" panose="020B0604020202020204" pitchFamily="34" charset="0"/>
              </a:rPr>
              <a:t>front-end</a:t>
            </a:r>
            <a:r>
              <a:rPr lang="es-MX" sz="1200">
                <a:solidFill>
                  <a:schemeClr val="bg1"/>
                </a:solidFill>
                <a:latin typeface="+mj-lt"/>
                <a:sym typeface="Arial" panose="020B0604020202020204" pitchFamily="34" charset="0"/>
              </a:rPr>
              <a:t>.</a:t>
            </a:r>
            <a:endParaRPr lang="es-ES" sz="1200">
              <a:solidFill>
                <a:schemeClr val="bg1"/>
              </a:solidFill>
              <a:latin typeface="+mj-lt"/>
              <a:sym typeface="Arial" panose="020B0604020202020204" pitchFamily="34" charset="0"/>
            </a:endParaRPr>
          </a:p>
        </p:txBody>
      </p:sp>
      <p:sp>
        <p:nvSpPr>
          <p:cNvPr id="13" name="25 Elipse">
            <a:extLst>
              <a:ext uri="{FF2B5EF4-FFF2-40B4-BE49-F238E27FC236}">
                <a16:creationId xmlns:a16="http://schemas.microsoft.com/office/drawing/2014/main" id="{241F8C04-7AAE-6028-6AF9-F95A443CCBD2}"/>
              </a:ext>
            </a:extLst>
          </p:cNvPr>
          <p:cNvSpPr/>
          <p:nvPr/>
        </p:nvSpPr>
        <p:spPr>
          <a:xfrm>
            <a:off x="9417337" y="1333988"/>
            <a:ext cx="418243" cy="4362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1218326">
              <a:defRPr/>
            </a:pPr>
            <a:r>
              <a:rPr lang="es-ES" sz="2400">
                <a:solidFill>
                  <a:schemeClr val="bg1"/>
                </a:solidFill>
                <a:latin typeface="+mj-lt"/>
              </a:rPr>
              <a:t>3</a:t>
            </a:r>
          </a:p>
        </p:txBody>
      </p:sp>
      <p:pic>
        <p:nvPicPr>
          <p:cNvPr id="15" name="Imagen 14">
            <a:extLst>
              <a:ext uri="{FF2B5EF4-FFF2-40B4-BE49-F238E27FC236}">
                <a16:creationId xmlns:a16="http://schemas.microsoft.com/office/drawing/2014/main" id="{184EED0A-BB8F-C9E1-3FE4-0098985F0B56}"/>
              </a:ext>
            </a:extLst>
          </p:cNvPr>
          <p:cNvPicPr>
            <a:picLocks noChangeAspect="1"/>
          </p:cNvPicPr>
          <p:nvPr/>
        </p:nvPicPr>
        <p:blipFill>
          <a:blip r:embed="rId9"/>
          <a:stretch>
            <a:fillRect/>
          </a:stretch>
        </p:blipFill>
        <p:spPr>
          <a:xfrm>
            <a:off x="9014345" y="2576757"/>
            <a:ext cx="2182192" cy="1228080"/>
          </a:xfrm>
          <a:prstGeom prst="rect">
            <a:avLst/>
          </a:prstGeom>
        </p:spPr>
      </p:pic>
      <p:pic>
        <p:nvPicPr>
          <p:cNvPr id="16" name="Imagen 15">
            <a:extLst>
              <a:ext uri="{FF2B5EF4-FFF2-40B4-BE49-F238E27FC236}">
                <a16:creationId xmlns:a16="http://schemas.microsoft.com/office/drawing/2014/main" id="{187EABBA-0376-5EDB-F2CB-4DF64B9CB296}"/>
              </a:ext>
            </a:extLst>
          </p:cNvPr>
          <p:cNvPicPr>
            <a:picLocks noChangeAspect="1"/>
          </p:cNvPicPr>
          <p:nvPr/>
        </p:nvPicPr>
        <p:blipFill rotWithShape="1">
          <a:blip r:embed="rId10"/>
          <a:srcRect t="1174" r="4147" b="-1"/>
          <a:stretch/>
        </p:blipFill>
        <p:spPr>
          <a:xfrm>
            <a:off x="5018654" y="2694711"/>
            <a:ext cx="2154693" cy="980981"/>
          </a:xfrm>
          <a:prstGeom prst="rect">
            <a:avLst/>
          </a:prstGeom>
          <a:ln>
            <a:solidFill>
              <a:schemeClr val="tx1"/>
            </a:solidFill>
          </a:ln>
        </p:spPr>
      </p:pic>
      <p:sp>
        <p:nvSpPr>
          <p:cNvPr id="10" name="Marcador de texto 2">
            <a:extLst>
              <a:ext uri="{FF2B5EF4-FFF2-40B4-BE49-F238E27FC236}">
                <a16:creationId xmlns:a16="http://schemas.microsoft.com/office/drawing/2014/main" id="{9773128E-1755-2D01-AC0B-459F6CD2935F}"/>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sp>
        <p:nvSpPr>
          <p:cNvPr id="3" name="Marcador de pie de página 2">
            <a:extLst>
              <a:ext uri="{FF2B5EF4-FFF2-40B4-BE49-F238E27FC236}">
                <a16:creationId xmlns:a16="http://schemas.microsoft.com/office/drawing/2014/main" id="{56EBE1C9-9133-121E-4D21-5D6D468AD09A}"/>
              </a:ext>
            </a:extLst>
          </p:cNvPr>
          <p:cNvSpPr txBox="1">
            <a:spLocks/>
          </p:cNvSpPr>
          <p:nvPr/>
        </p:nvSpPr>
        <p:spPr>
          <a:xfrm>
            <a:off x="335360" y="6401514"/>
            <a:ext cx="7250933" cy="123111"/>
          </a:xfrm>
          <a:prstGeom prst="rect">
            <a:avLst/>
          </a:prstGeom>
        </p:spPr>
        <p:txBody>
          <a:bodyPr vert="horz" lIns="0" tIns="0" rIns="0" bIns="0" rtlCol="0" anchor="b" anchorCtr="0">
            <a:spAutoFit/>
          </a:bodyPr>
          <a:lstStyle>
            <a:defPPr>
              <a:defRPr lang="en-US"/>
            </a:defPPr>
            <a:lvl1pPr marL="0" algn="l" defTabSz="457200" rtl="0" eaLnBrk="1" latinLnBrk="0" hangingPunct="1">
              <a:defRPr sz="800" kern="1200">
                <a:solidFill>
                  <a:schemeClr val="tx1"/>
                </a:solidFill>
                <a:latin typeface="ForFuture Sans" panose="020B0504020203020204" pitchFamily="34" charset="0"/>
                <a:ea typeface="+mn-ea"/>
                <a:cs typeface="+mn-cs"/>
                <a:sym typeface="ForFuture Sans" panose="020B0504020203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4F062A"/>
                </a:solidFill>
                <a:effectLst/>
                <a:uLnTx/>
                <a:uFillTx/>
                <a:latin typeface="ForFuture Sans" panose="020B0504020203020204" pitchFamily="34" charset="0"/>
                <a:ea typeface="+mn-ea"/>
                <a:cs typeface="+mn-cs"/>
                <a:sym typeface="ForFuture Sans" panose="020B0504020203020204" pitchFamily="34" charset="0"/>
              </a:rPr>
              <a:t>MINSAIT • SERVICIO DE PROGRAM MANAGEMENT OFFICE (PMO)</a:t>
            </a:r>
            <a:endParaRPr kumimoji="0" lang="es-ES" sz="800" b="0" i="0" u="none" strike="noStrike" kern="1200" cap="none" spc="0" normalizeH="0" baseline="0" noProof="0">
              <a:ln>
                <a:noFill/>
              </a:ln>
              <a:solidFill>
                <a:srgbClr val="4F062A"/>
              </a:solidFill>
              <a:effectLst/>
              <a:uLnTx/>
              <a:uFillTx/>
              <a:latin typeface="ForFuture Sans" panose="020B0504020203020204" pitchFamily="34" charset="0"/>
              <a:ea typeface="+mn-ea"/>
              <a:cs typeface="+mn-cs"/>
              <a:sym typeface="ForFuture Sans" panose="020B0504020203020204" pitchFamily="34" charset="0"/>
            </a:endParaRPr>
          </a:p>
        </p:txBody>
      </p:sp>
    </p:spTree>
    <p:extLst>
      <p:ext uri="{BB962C8B-B14F-4D97-AF65-F5344CB8AC3E}">
        <p14:creationId xmlns:p14="http://schemas.microsoft.com/office/powerpoint/2010/main" val="673697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5B7C76F-C0BF-D602-164E-1D4E76363844}"/>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2F44254A-1FA5-B6E1-8421-2B4C28852F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2F44254A-1FA5-B6E1-8421-2B4C28852F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D0700F3D-1B1F-5480-CB26-B4A466BC55CF}"/>
              </a:ext>
            </a:extLst>
          </p:cNvPr>
          <p:cNvSpPr>
            <a:spLocks noGrp="1"/>
          </p:cNvSpPr>
          <p:nvPr>
            <p:ph type="title"/>
          </p:nvPr>
        </p:nvSpPr>
        <p:spPr>
          <a:xfrm>
            <a:off x="335360" y="548680"/>
            <a:ext cx="11521678" cy="873124"/>
          </a:xfrm>
        </p:spPr>
        <p:txBody>
          <a:bodyPr vert="horz"/>
          <a:lstStyle/>
          <a:p>
            <a:r>
              <a:rPr lang="es-MX" sz="2000"/>
              <a:t>Disponemos de plantillas que recopilan las oportunidades de mejora sobre el estándar de </a:t>
            </a:r>
            <a:r>
              <a:rPr lang="es-MX" sz="2000" err="1"/>
              <a:t>ERPs</a:t>
            </a:r>
            <a:r>
              <a:rPr lang="es-MX" sz="2000"/>
              <a:t> que nos ayudan en la medición de la captura de eficiencias</a:t>
            </a:r>
            <a:endParaRPr lang="es-ES" sz="2200">
              <a:latin typeface="+mn-lt"/>
            </a:endParaRPr>
          </a:p>
        </p:txBody>
      </p:sp>
      <p:sp>
        <p:nvSpPr>
          <p:cNvPr id="3" name="Marcador de texto 2">
            <a:extLst>
              <a:ext uri="{FF2B5EF4-FFF2-40B4-BE49-F238E27FC236}">
                <a16:creationId xmlns:a16="http://schemas.microsoft.com/office/drawing/2014/main" id="{B2655A65-D720-4DE2-4A66-EFEFAAA965E8}"/>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pic>
        <p:nvPicPr>
          <p:cNvPr id="2" name="Imagen 1">
            <a:extLst>
              <a:ext uri="{FF2B5EF4-FFF2-40B4-BE49-F238E27FC236}">
                <a16:creationId xmlns:a16="http://schemas.microsoft.com/office/drawing/2014/main" id="{D07C8245-17FF-BF53-BC50-639948FAB1DB}"/>
              </a:ext>
            </a:extLst>
          </p:cNvPr>
          <p:cNvPicPr>
            <a:picLocks noChangeAspect="1"/>
          </p:cNvPicPr>
          <p:nvPr/>
        </p:nvPicPr>
        <p:blipFill>
          <a:blip r:embed="rId6"/>
          <a:stretch>
            <a:fillRect/>
          </a:stretch>
        </p:blipFill>
        <p:spPr>
          <a:xfrm>
            <a:off x="7110257" y="1963564"/>
            <a:ext cx="4746383" cy="2057598"/>
          </a:xfrm>
          <a:prstGeom prst="rect">
            <a:avLst/>
          </a:prstGeom>
        </p:spPr>
      </p:pic>
      <p:pic>
        <p:nvPicPr>
          <p:cNvPr id="7" name="Imagen 6">
            <a:extLst>
              <a:ext uri="{FF2B5EF4-FFF2-40B4-BE49-F238E27FC236}">
                <a16:creationId xmlns:a16="http://schemas.microsoft.com/office/drawing/2014/main" id="{BFE813CD-7FA4-0908-9B21-1068AD7837CA}"/>
              </a:ext>
            </a:extLst>
          </p:cNvPr>
          <p:cNvPicPr>
            <a:picLocks noChangeAspect="1"/>
          </p:cNvPicPr>
          <p:nvPr/>
        </p:nvPicPr>
        <p:blipFill>
          <a:blip r:embed="rId7"/>
          <a:stretch>
            <a:fillRect/>
          </a:stretch>
        </p:blipFill>
        <p:spPr>
          <a:xfrm>
            <a:off x="7110257" y="4283281"/>
            <a:ext cx="4745192" cy="1803708"/>
          </a:xfrm>
          <a:prstGeom prst="rect">
            <a:avLst/>
          </a:prstGeom>
        </p:spPr>
      </p:pic>
      <p:sp>
        <p:nvSpPr>
          <p:cNvPr id="8" name="Paralelogramo 7">
            <a:extLst>
              <a:ext uri="{FF2B5EF4-FFF2-40B4-BE49-F238E27FC236}">
                <a16:creationId xmlns:a16="http://schemas.microsoft.com/office/drawing/2014/main" id="{F889929D-9959-207D-0ACD-CF4881C72929}"/>
              </a:ext>
            </a:extLst>
          </p:cNvPr>
          <p:cNvSpPr/>
          <p:nvPr/>
        </p:nvSpPr>
        <p:spPr>
          <a:xfrm>
            <a:off x="-600744" y="2074372"/>
            <a:ext cx="3240360" cy="1835983"/>
          </a:xfrm>
          <a:prstGeom prst="parallelogram">
            <a:avLst/>
          </a:prstGeom>
          <a:solidFill>
            <a:srgbClr val="4F06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5600" marR="0" lvl="0"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a:ln>
                  <a:noFill/>
                </a:ln>
                <a:solidFill>
                  <a:schemeClr val="bg1"/>
                </a:solidFill>
                <a:effectLst/>
                <a:uLnTx/>
                <a:uFillTx/>
                <a:latin typeface="+mj-lt"/>
                <a:ea typeface="+mn-ea"/>
                <a:cs typeface="+mn-cs"/>
              </a:rPr>
              <a:t>Inventario de oportunidades de mejora</a:t>
            </a:r>
          </a:p>
        </p:txBody>
      </p:sp>
      <p:sp>
        <p:nvSpPr>
          <p:cNvPr id="9" name="Paralelogramo 8">
            <a:extLst>
              <a:ext uri="{FF2B5EF4-FFF2-40B4-BE49-F238E27FC236}">
                <a16:creationId xmlns:a16="http://schemas.microsoft.com/office/drawing/2014/main" id="{69177B76-8C60-B7D9-5206-57B33A26FFAB}"/>
              </a:ext>
            </a:extLst>
          </p:cNvPr>
          <p:cNvSpPr/>
          <p:nvPr/>
        </p:nvSpPr>
        <p:spPr>
          <a:xfrm>
            <a:off x="-600744" y="4267144"/>
            <a:ext cx="3240360" cy="1835983"/>
          </a:xfrm>
          <a:prstGeom prst="parallelogram">
            <a:avLst/>
          </a:prstGeom>
          <a:solidFill>
            <a:srgbClr val="4F06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5600" marR="0" lvl="0"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a:ln>
                  <a:noFill/>
                </a:ln>
                <a:solidFill>
                  <a:schemeClr val="bg1"/>
                </a:solidFill>
                <a:effectLst/>
                <a:uLnTx/>
                <a:uFillTx/>
                <a:latin typeface="+mj-lt"/>
                <a:ea typeface="+mn-ea"/>
                <a:cs typeface="+mn-cs"/>
              </a:rPr>
              <a:t>Modelos para la medición de las eficiencias</a:t>
            </a:r>
          </a:p>
        </p:txBody>
      </p:sp>
      <p:sp>
        <p:nvSpPr>
          <p:cNvPr id="10" name="CuadroTexto 9">
            <a:extLst>
              <a:ext uri="{FF2B5EF4-FFF2-40B4-BE49-F238E27FC236}">
                <a16:creationId xmlns:a16="http://schemas.microsoft.com/office/drawing/2014/main" id="{F6C04FBC-3A58-2062-FA87-04050D0D9D7D}"/>
              </a:ext>
            </a:extLst>
          </p:cNvPr>
          <p:cNvSpPr txBox="1"/>
          <p:nvPr/>
        </p:nvSpPr>
        <p:spPr>
          <a:xfrm>
            <a:off x="2956887" y="1498008"/>
            <a:ext cx="1728192" cy="338554"/>
          </a:xfrm>
          <a:prstGeom prst="rect">
            <a:avLst/>
          </a:prstGeom>
          <a:noFill/>
        </p:spPr>
        <p:txBody>
          <a:bodyPr wrap="square" rtlCol="0">
            <a:spAutoFit/>
          </a:bodyPr>
          <a:lstStyle/>
          <a:p>
            <a:r>
              <a:rPr lang="es-ES" sz="1600"/>
              <a:t>Descripción</a:t>
            </a:r>
          </a:p>
        </p:txBody>
      </p:sp>
      <p:sp>
        <p:nvSpPr>
          <p:cNvPr id="11" name="CuadroTexto 10">
            <a:extLst>
              <a:ext uri="{FF2B5EF4-FFF2-40B4-BE49-F238E27FC236}">
                <a16:creationId xmlns:a16="http://schemas.microsoft.com/office/drawing/2014/main" id="{489626AE-BF5C-B637-EDD7-CADF247F5B8A}"/>
              </a:ext>
            </a:extLst>
          </p:cNvPr>
          <p:cNvSpPr txBox="1"/>
          <p:nvPr/>
        </p:nvSpPr>
        <p:spPr>
          <a:xfrm>
            <a:off x="7032104" y="1507633"/>
            <a:ext cx="2376000" cy="338554"/>
          </a:xfrm>
          <a:prstGeom prst="rect">
            <a:avLst/>
          </a:prstGeom>
          <a:noFill/>
        </p:spPr>
        <p:txBody>
          <a:bodyPr wrap="square" rtlCol="0">
            <a:spAutoFit/>
          </a:bodyPr>
          <a:lstStyle/>
          <a:p>
            <a:r>
              <a:rPr lang="es-ES" sz="1600"/>
              <a:t>Ejemplos ilustrativos</a:t>
            </a:r>
          </a:p>
        </p:txBody>
      </p:sp>
      <p:sp>
        <p:nvSpPr>
          <p:cNvPr id="12" name="CuadroTexto 11">
            <a:extLst>
              <a:ext uri="{FF2B5EF4-FFF2-40B4-BE49-F238E27FC236}">
                <a16:creationId xmlns:a16="http://schemas.microsoft.com/office/drawing/2014/main" id="{A68FFE13-0B05-B0C4-0D09-2E499F58002C}"/>
              </a:ext>
            </a:extLst>
          </p:cNvPr>
          <p:cNvSpPr txBox="1"/>
          <p:nvPr/>
        </p:nvSpPr>
        <p:spPr>
          <a:xfrm>
            <a:off x="2956886" y="2299866"/>
            <a:ext cx="3859193" cy="1384995"/>
          </a:xfrm>
          <a:prstGeom prst="rect">
            <a:avLst/>
          </a:prstGeom>
          <a:noFill/>
        </p:spPr>
        <p:txBody>
          <a:bodyPr wrap="square" rtlCol="0">
            <a:spAutoFit/>
          </a:bodyPr>
          <a:lstStyle/>
          <a:p>
            <a:r>
              <a:rPr lang="es-ES" sz="1200"/>
              <a:t>Se definen para cada área funcional y proceso la propuesta de mejora con respecto al modelo actual. En esta definición de la propuesta de mejora se describe la misma, se determinan las variables en las que impacta la mejora y se detalla las acciones necesarias para la implantación de la mejora y la captura de las eficiencias asociadas.</a:t>
            </a:r>
          </a:p>
        </p:txBody>
      </p:sp>
      <p:sp>
        <p:nvSpPr>
          <p:cNvPr id="13" name="CuadroTexto 12">
            <a:extLst>
              <a:ext uri="{FF2B5EF4-FFF2-40B4-BE49-F238E27FC236}">
                <a16:creationId xmlns:a16="http://schemas.microsoft.com/office/drawing/2014/main" id="{5573E6D0-3C2B-5BA3-F847-1028B3EEF0EC}"/>
              </a:ext>
            </a:extLst>
          </p:cNvPr>
          <p:cNvSpPr txBox="1"/>
          <p:nvPr/>
        </p:nvSpPr>
        <p:spPr>
          <a:xfrm>
            <a:off x="2956887" y="4492638"/>
            <a:ext cx="3859193" cy="1384995"/>
          </a:xfrm>
          <a:prstGeom prst="rect">
            <a:avLst/>
          </a:prstGeom>
          <a:noFill/>
        </p:spPr>
        <p:txBody>
          <a:bodyPr wrap="square" rtlCol="0">
            <a:spAutoFit/>
          </a:bodyPr>
          <a:lstStyle/>
          <a:p>
            <a:r>
              <a:rPr lang="es-ES" sz="1200"/>
              <a:t>Se establece el impacto en la actividad (reducción de volumen, reducción de errores, reducción de coste, automatización, reducción de inventario, aumento de productividad,…) y los indicadores impactados, determinando la fórmula utilizada para el cálculo de las eficiencias y el grado de cumplimiento vs lo estimado en el Business case del proyecto.</a:t>
            </a:r>
          </a:p>
        </p:txBody>
      </p:sp>
      <p:sp>
        <p:nvSpPr>
          <p:cNvPr id="4" name="Marcador de pie de página 2">
            <a:extLst>
              <a:ext uri="{FF2B5EF4-FFF2-40B4-BE49-F238E27FC236}">
                <a16:creationId xmlns:a16="http://schemas.microsoft.com/office/drawing/2014/main" id="{5766C1FA-6FB8-538A-4CEC-FDF6210D178F}"/>
              </a:ext>
            </a:extLst>
          </p:cNvPr>
          <p:cNvSpPr>
            <a:spLocks noGrp="1"/>
          </p:cNvSpPr>
          <p:nvPr>
            <p:ph type="ftr" sz="quarter" idx="10"/>
          </p:nvPr>
        </p:nvSpPr>
        <p:spPr>
          <a:xfrm>
            <a:off x="335360" y="6401514"/>
            <a:ext cx="7250933" cy="123111"/>
          </a:xfrm>
        </p:spPr>
        <p:txBody>
          <a:bodyPr/>
          <a:lstStyle/>
          <a:p>
            <a:r>
              <a:rPr lang="fr-FR"/>
              <a:t>MINSAIT • SERVICIO DE PROGRAM MANAGEMENT OFFICE (PMO)</a:t>
            </a:r>
            <a:endParaRPr lang="es-ES"/>
          </a:p>
        </p:txBody>
      </p:sp>
    </p:spTree>
    <p:extLst>
      <p:ext uri="{BB962C8B-B14F-4D97-AF65-F5344CB8AC3E}">
        <p14:creationId xmlns:p14="http://schemas.microsoft.com/office/powerpoint/2010/main" val="2801706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55C6812-90F3-8C8C-9EDB-E4C4F9125757}"/>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8B2F4879-D437-606C-22CF-EB66F1F0F82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8B2F4879-D437-606C-22CF-EB66F1F0F82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Marcador de pie de página 2">
            <a:extLst>
              <a:ext uri="{FF2B5EF4-FFF2-40B4-BE49-F238E27FC236}">
                <a16:creationId xmlns:a16="http://schemas.microsoft.com/office/drawing/2014/main" id="{DFC797D3-72A2-5639-1CFB-1392BB8875FF}"/>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
        <p:nvSpPr>
          <p:cNvPr id="18" name="Marcador de texto 2">
            <a:extLst>
              <a:ext uri="{FF2B5EF4-FFF2-40B4-BE49-F238E27FC236}">
                <a16:creationId xmlns:a16="http://schemas.microsoft.com/office/drawing/2014/main" id="{71F7E9C5-F5A5-9476-0353-4EDFE97EBA24}"/>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pic>
        <p:nvPicPr>
          <p:cNvPr id="1026" name="Picture 2">
            <a:extLst>
              <a:ext uri="{FF2B5EF4-FFF2-40B4-BE49-F238E27FC236}">
                <a16:creationId xmlns:a16="http://schemas.microsoft.com/office/drawing/2014/main" id="{FDF5A54C-013C-F6B6-DFE6-2078A78274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5415" y="787030"/>
            <a:ext cx="8961171" cy="5522290"/>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4">
            <a:extLst>
              <a:ext uri="{FF2B5EF4-FFF2-40B4-BE49-F238E27FC236}">
                <a16:creationId xmlns:a16="http://schemas.microsoft.com/office/drawing/2014/main" id="{0ADB7422-A207-B20E-4EE7-40408928BE46}"/>
              </a:ext>
            </a:extLst>
          </p:cNvPr>
          <p:cNvSpPr>
            <a:spLocks noGrp="1"/>
          </p:cNvSpPr>
          <p:nvPr>
            <p:ph type="title"/>
          </p:nvPr>
        </p:nvSpPr>
        <p:spPr>
          <a:xfrm>
            <a:off x="335360" y="548680"/>
            <a:ext cx="11521678" cy="873124"/>
          </a:xfrm>
        </p:spPr>
        <p:txBody>
          <a:bodyPr vert="horz"/>
          <a:lstStyle/>
          <a:p>
            <a:r>
              <a:rPr lang="es-MX" sz="2000"/>
              <a:t>Portafolio de proyectos</a:t>
            </a:r>
            <a:endParaRPr lang="es-ES" sz="2200">
              <a:latin typeface="+mn-lt"/>
            </a:endParaRPr>
          </a:p>
        </p:txBody>
      </p:sp>
      <p:sp>
        <p:nvSpPr>
          <p:cNvPr id="4" name="17 Rectángulo">
            <a:extLst>
              <a:ext uri="{FF2B5EF4-FFF2-40B4-BE49-F238E27FC236}">
                <a16:creationId xmlns:a16="http://schemas.microsoft.com/office/drawing/2014/main" id="{1C72AF5B-611B-B3D2-C23E-9FE182217A34}"/>
              </a:ext>
            </a:extLst>
          </p:cNvPr>
          <p:cNvSpPr/>
          <p:nvPr/>
        </p:nvSpPr>
        <p:spPr>
          <a:xfrm rot="2332249">
            <a:off x="9872823" y="1550727"/>
            <a:ext cx="1368648" cy="404346"/>
          </a:xfrm>
          <a:prstGeom prst="rect">
            <a:avLst/>
          </a:prstGeom>
          <a:solidFill>
            <a:schemeClr val="bg1"/>
          </a:solidFill>
          <a:ln w="9525">
            <a:solidFill>
              <a:srgbClr val="D0CEC1"/>
            </a:solidFill>
          </a:ln>
        </p:spPr>
        <p:style>
          <a:lnRef idx="2">
            <a:schemeClr val="accent1">
              <a:shade val="50000"/>
            </a:schemeClr>
          </a:lnRef>
          <a:fillRef idx="1">
            <a:schemeClr val="accent1"/>
          </a:fillRef>
          <a:effectRef idx="0">
            <a:schemeClr val="accent1"/>
          </a:effectRef>
          <a:fontRef idx="minor">
            <a:schemeClr val="lt1"/>
          </a:fontRef>
        </p:style>
        <p:txBody>
          <a:bodyPr lIns="48000" rIns="48000" rtlCol="0" anchor="ctr"/>
          <a:lstStyle/>
          <a:p>
            <a:pPr algn="ctr" defTabSz="913790"/>
            <a:r>
              <a:rPr lang="es-ES_tradnl" sz="1600">
                <a:solidFill>
                  <a:srgbClr val="4F062A"/>
                </a:solidFill>
              </a:rPr>
              <a:t>Ilustrativo</a:t>
            </a:r>
          </a:p>
        </p:txBody>
      </p:sp>
    </p:spTree>
    <p:extLst>
      <p:ext uri="{BB962C8B-B14F-4D97-AF65-F5344CB8AC3E}">
        <p14:creationId xmlns:p14="http://schemas.microsoft.com/office/powerpoint/2010/main" val="2712352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E79D1F0-9535-7E39-BD9E-5CC8CC3117C8}"/>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0FF6F0FB-E5EC-C85E-29D9-052E2B7C1FF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0FF6F0FB-E5EC-C85E-29D9-052E2B7C1FF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Marcador de pie de página 2">
            <a:extLst>
              <a:ext uri="{FF2B5EF4-FFF2-40B4-BE49-F238E27FC236}">
                <a16:creationId xmlns:a16="http://schemas.microsoft.com/office/drawing/2014/main" id="{1C5AEFE3-A477-7EAF-BC1A-EDFAD18CF385}"/>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
        <p:nvSpPr>
          <p:cNvPr id="18" name="Marcador de texto 2">
            <a:extLst>
              <a:ext uri="{FF2B5EF4-FFF2-40B4-BE49-F238E27FC236}">
                <a16:creationId xmlns:a16="http://schemas.microsoft.com/office/drawing/2014/main" id="{00026AA8-1FF2-3AD8-DB52-7C745CE268D3}"/>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sp>
        <p:nvSpPr>
          <p:cNvPr id="3" name="Título 4">
            <a:extLst>
              <a:ext uri="{FF2B5EF4-FFF2-40B4-BE49-F238E27FC236}">
                <a16:creationId xmlns:a16="http://schemas.microsoft.com/office/drawing/2014/main" id="{257EC67B-684D-104A-60C1-CD4CDB848B65}"/>
              </a:ext>
            </a:extLst>
          </p:cNvPr>
          <p:cNvSpPr>
            <a:spLocks noGrp="1"/>
          </p:cNvSpPr>
          <p:nvPr>
            <p:ph type="title"/>
          </p:nvPr>
        </p:nvSpPr>
        <p:spPr>
          <a:xfrm>
            <a:off x="335360" y="548680"/>
            <a:ext cx="11521678" cy="873124"/>
          </a:xfrm>
        </p:spPr>
        <p:txBody>
          <a:bodyPr vert="horz"/>
          <a:lstStyle/>
          <a:p>
            <a:r>
              <a:rPr lang="es-MX" sz="2000"/>
              <a:t>Curva S</a:t>
            </a:r>
            <a:endParaRPr lang="es-ES" sz="2200">
              <a:latin typeface="+mn-lt"/>
            </a:endParaRPr>
          </a:p>
        </p:txBody>
      </p:sp>
      <p:pic>
        <p:nvPicPr>
          <p:cNvPr id="2050" name="Picture 2">
            <a:extLst>
              <a:ext uri="{FF2B5EF4-FFF2-40B4-BE49-F238E27FC236}">
                <a16:creationId xmlns:a16="http://schemas.microsoft.com/office/drawing/2014/main" id="{00006C9A-BE1D-5290-5882-E54530BA6A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3784" y="903421"/>
            <a:ext cx="9784433" cy="5405899"/>
          </a:xfrm>
          <a:prstGeom prst="rect">
            <a:avLst/>
          </a:prstGeom>
          <a:noFill/>
          <a:extLst>
            <a:ext uri="{909E8E84-426E-40DD-AFC4-6F175D3DCCD1}">
              <a14:hiddenFill xmlns:a14="http://schemas.microsoft.com/office/drawing/2010/main">
                <a:solidFill>
                  <a:srgbClr val="FFFFFF"/>
                </a:solidFill>
              </a14:hiddenFill>
            </a:ext>
          </a:extLst>
        </p:spPr>
      </p:pic>
      <p:sp>
        <p:nvSpPr>
          <p:cNvPr id="4" name="17 Rectángulo">
            <a:extLst>
              <a:ext uri="{FF2B5EF4-FFF2-40B4-BE49-F238E27FC236}">
                <a16:creationId xmlns:a16="http://schemas.microsoft.com/office/drawing/2014/main" id="{D7F60A53-47D7-3002-379F-0E73B556D468}"/>
              </a:ext>
            </a:extLst>
          </p:cNvPr>
          <p:cNvSpPr/>
          <p:nvPr/>
        </p:nvSpPr>
        <p:spPr>
          <a:xfrm rot="2332249">
            <a:off x="10303892" y="1872306"/>
            <a:ext cx="1368648" cy="404346"/>
          </a:xfrm>
          <a:prstGeom prst="rect">
            <a:avLst/>
          </a:prstGeom>
          <a:solidFill>
            <a:schemeClr val="bg1"/>
          </a:solidFill>
          <a:ln w="9525">
            <a:solidFill>
              <a:srgbClr val="D0CEC1"/>
            </a:solidFill>
          </a:ln>
        </p:spPr>
        <p:style>
          <a:lnRef idx="2">
            <a:schemeClr val="accent1">
              <a:shade val="50000"/>
            </a:schemeClr>
          </a:lnRef>
          <a:fillRef idx="1">
            <a:schemeClr val="accent1"/>
          </a:fillRef>
          <a:effectRef idx="0">
            <a:schemeClr val="accent1"/>
          </a:effectRef>
          <a:fontRef idx="minor">
            <a:schemeClr val="lt1"/>
          </a:fontRef>
        </p:style>
        <p:txBody>
          <a:bodyPr lIns="48000" rIns="48000" rtlCol="0" anchor="ctr"/>
          <a:lstStyle/>
          <a:p>
            <a:pPr algn="ctr" defTabSz="913790"/>
            <a:r>
              <a:rPr lang="es-ES_tradnl" sz="1600">
                <a:solidFill>
                  <a:srgbClr val="4F062A"/>
                </a:solidFill>
              </a:rPr>
              <a:t>Ilustrativo</a:t>
            </a:r>
          </a:p>
        </p:txBody>
      </p:sp>
    </p:spTree>
    <p:extLst>
      <p:ext uri="{BB962C8B-B14F-4D97-AF65-F5344CB8AC3E}">
        <p14:creationId xmlns:p14="http://schemas.microsoft.com/office/powerpoint/2010/main" val="32695510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44E697B-66B9-C9F6-0591-FB5F03DB774F}"/>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778C0DB7-E1D1-DFAA-C0EB-25A8A423475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778C0DB7-E1D1-DFAA-C0EB-25A8A423475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Marcador de pie de página 2">
            <a:extLst>
              <a:ext uri="{FF2B5EF4-FFF2-40B4-BE49-F238E27FC236}">
                <a16:creationId xmlns:a16="http://schemas.microsoft.com/office/drawing/2014/main" id="{CFA71402-AB82-5D47-209B-4782FC227B17}"/>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
        <p:nvSpPr>
          <p:cNvPr id="18" name="Marcador de texto 2">
            <a:extLst>
              <a:ext uri="{FF2B5EF4-FFF2-40B4-BE49-F238E27FC236}">
                <a16:creationId xmlns:a16="http://schemas.microsoft.com/office/drawing/2014/main" id="{03D3E31E-83AA-2070-74C0-4C33F8A158D1}"/>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sp>
        <p:nvSpPr>
          <p:cNvPr id="3" name="Título 4">
            <a:extLst>
              <a:ext uri="{FF2B5EF4-FFF2-40B4-BE49-F238E27FC236}">
                <a16:creationId xmlns:a16="http://schemas.microsoft.com/office/drawing/2014/main" id="{A50FC846-B6EF-6629-AB20-5197A8E4D616}"/>
              </a:ext>
            </a:extLst>
          </p:cNvPr>
          <p:cNvSpPr>
            <a:spLocks noGrp="1"/>
          </p:cNvSpPr>
          <p:nvPr>
            <p:ph type="title"/>
          </p:nvPr>
        </p:nvSpPr>
        <p:spPr>
          <a:xfrm>
            <a:off x="335360" y="548680"/>
            <a:ext cx="11521678" cy="873124"/>
          </a:xfrm>
        </p:spPr>
        <p:txBody>
          <a:bodyPr vert="horz"/>
          <a:lstStyle/>
          <a:p>
            <a:r>
              <a:rPr lang="es-MX" sz="2000"/>
              <a:t>Riesgos</a:t>
            </a:r>
            <a:endParaRPr lang="es-ES" sz="2200">
              <a:latin typeface="+mn-lt"/>
            </a:endParaRPr>
          </a:p>
        </p:txBody>
      </p:sp>
      <p:pic>
        <p:nvPicPr>
          <p:cNvPr id="3074" name="Picture 2">
            <a:extLst>
              <a:ext uri="{FF2B5EF4-FFF2-40B4-BE49-F238E27FC236}">
                <a16:creationId xmlns:a16="http://schemas.microsoft.com/office/drawing/2014/main" id="{3A70A786-CA10-AC76-5F94-3F8223970D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7700" y="933327"/>
            <a:ext cx="9476601" cy="5375993"/>
          </a:xfrm>
          <a:prstGeom prst="rect">
            <a:avLst/>
          </a:prstGeom>
          <a:noFill/>
          <a:extLst>
            <a:ext uri="{909E8E84-426E-40DD-AFC4-6F175D3DCCD1}">
              <a14:hiddenFill xmlns:a14="http://schemas.microsoft.com/office/drawing/2010/main">
                <a:solidFill>
                  <a:srgbClr val="FFFFFF"/>
                </a:solidFill>
              </a14:hiddenFill>
            </a:ext>
          </a:extLst>
        </p:spPr>
      </p:pic>
      <p:sp>
        <p:nvSpPr>
          <p:cNvPr id="4" name="17 Rectángulo">
            <a:extLst>
              <a:ext uri="{FF2B5EF4-FFF2-40B4-BE49-F238E27FC236}">
                <a16:creationId xmlns:a16="http://schemas.microsoft.com/office/drawing/2014/main" id="{00FB9456-41C2-8033-0ABF-4C900A9E3018}"/>
              </a:ext>
            </a:extLst>
          </p:cNvPr>
          <p:cNvSpPr/>
          <p:nvPr/>
        </p:nvSpPr>
        <p:spPr>
          <a:xfrm rot="2332249">
            <a:off x="10149976" y="1723446"/>
            <a:ext cx="1368648" cy="404346"/>
          </a:xfrm>
          <a:prstGeom prst="rect">
            <a:avLst/>
          </a:prstGeom>
          <a:solidFill>
            <a:schemeClr val="bg1"/>
          </a:solidFill>
          <a:ln w="9525">
            <a:solidFill>
              <a:srgbClr val="D0CEC1"/>
            </a:solidFill>
          </a:ln>
        </p:spPr>
        <p:style>
          <a:lnRef idx="2">
            <a:schemeClr val="accent1">
              <a:shade val="50000"/>
            </a:schemeClr>
          </a:lnRef>
          <a:fillRef idx="1">
            <a:schemeClr val="accent1"/>
          </a:fillRef>
          <a:effectRef idx="0">
            <a:schemeClr val="accent1"/>
          </a:effectRef>
          <a:fontRef idx="minor">
            <a:schemeClr val="lt1"/>
          </a:fontRef>
        </p:style>
        <p:txBody>
          <a:bodyPr lIns="48000" rIns="48000" rtlCol="0" anchor="ctr"/>
          <a:lstStyle/>
          <a:p>
            <a:pPr algn="ctr" defTabSz="913790"/>
            <a:r>
              <a:rPr lang="es-ES_tradnl" sz="1600">
                <a:solidFill>
                  <a:srgbClr val="4F062A"/>
                </a:solidFill>
              </a:rPr>
              <a:t>Ilustrativo</a:t>
            </a:r>
          </a:p>
        </p:txBody>
      </p:sp>
    </p:spTree>
    <p:extLst>
      <p:ext uri="{BB962C8B-B14F-4D97-AF65-F5344CB8AC3E}">
        <p14:creationId xmlns:p14="http://schemas.microsoft.com/office/powerpoint/2010/main" val="8516446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7D7B9E4-ACE2-6595-D471-A59EBC633E91}"/>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55B837CE-9775-2A59-9965-FC9ACC71C33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55B837CE-9775-2A59-9965-FC9ACC71C33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D83B3D01-5D38-9930-3593-D0F28FC9E88D}"/>
              </a:ext>
            </a:extLst>
          </p:cNvPr>
          <p:cNvSpPr>
            <a:spLocks noGrp="1"/>
          </p:cNvSpPr>
          <p:nvPr>
            <p:ph type="title"/>
          </p:nvPr>
        </p:nvSpPr>
        <p:spPr>
          <a:xfrm>
            <a:off x="335360" y="548680"/>
            <a:ext cx="11521678" cy="873124"/>
          </a:xfrm>
        </p:spPr>
        <p:txBody>
          <a:bodyPr vert="horz"/>
          <a:lstStyle/>
          <a:p>
            <a:r>
              <a:rPr lang="es-MX" sz="2000"/>
              <a:t>Matriz de riesgos</a:t>
            </a:r>
            <a:endParaRPr lang="es-ES" sz="2200">
              <a:latin typeface="+mn-lt"/>
            </a:endParaRPr>
          </a:p>
        </p:txBody>
      </p:sp>
      <p:sp>
        <p:nvSpPr>
          <p:cNvPr id="3" name="Marcador de texto 2">
            <a:extLst>
              <a:ext uri="{FF2B5EF4-FFF2-40B4-BE49-F238E27FC236}">
                <a16:creationId xmlns:a16="http://schemas.microsoft.com/office/drawing/2014/main" id="{2B7EF3EC-292F-0DB1-BED3-21BB002FAFA5}"/>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pic>
        <p:nvPicPr>
          <p:cNvPr id="2" name="Imagen 1">
            <a:extLst>
              <a:ext uri="{FF2B5EF4-FFF2-40B4-BE49-F238E27FC236}">
                <a16:creationId xmlns:a16="http://schemas.microsoft.com/office/drawing/2014/main" id="{B59CB129-1A59-808B-2E88-E70598298058}"/>
              </a:ext>
            </a:extLst>
          </p:cNvPr>
          <p:cNvPicPr>
            <a:picLocks noChangeAspect="1"/>
          </p:cNvPicPr>
          <p:nvPr/>
        </p:nvPicPr>
        <p:blipFill>
          <a:blip r:embed="rId6"/>
          <a:stretch>
            <a:fillRect/>
          </a:stretch>
        </p:blipFill>
        <p:spPr>
          <a:xfrm>
            <a:off x="1835315" y="1108997"/>
            <a:ext cx="9156986" cy="5072312"/>
          </a:xfrm>
          <a:prstGeom prst="rect">
            <a:avLst/>
          </a:prstGeom>
        </p:spPr>
      </p:pic>
      <p:sp>
        <p:nvSpPr>
          <p:cNvPr id="4" name="17 Rectángulo">
            <a:extLst>
              <a:ext uri="{FF2B5EF4-FFF2-40B4-BE49-F238E27FC236}">
                <a16:creationId xmlns:a16="http://schemas.microsoft.com/office/drawing/2014/main" id="{B0C3E1F5-A5EF-09C1-ED3E-A1ED54CFFD2E}"/>
              </a:ext>
            </a:extLst>
          </p:cNvPr>
          <p:cNvSpPr/>
          <p:nvPr/>
        </p:nvSpPr>
        <p:spPr>
          <a:xfrm rot="2332249">
            <a:off x="10067596" y="1272048"/>
            <a:ext cx="1368648" cy="404346"/>
          </a:xfrm>
          <a:prstGeom prst="rect">
            <a:avLst/>
          </a:prstGeom>
          <a:solidFill>
            <a:schemeClr val="bg1"/>
          </a:solidFill>
          <a:ln w="9525">
            <a:solidFill>
              <a:srgbClr val="D0CEC1"/>
            </a:solidFill>
          </a:ln>
        </p:spPr>
        <p:style>
          <a:lnRef idx="2">
            <a:schemeClr val="accent1">
              <a:shade val="50000"/>
            </a:schemeClr>
          </a:lnRef>
          <a:fillRef idx="1">
            <a:schemeClr val="accent1"/>
          </a:fillRef>
          <a:effectRef idx="0">
            <a:schemeClr val="accent1"/>
          </a:effectRef>
          <a:fontRef idx="minor">
            <a:schemeClr val="lt1"/>
          </a:fontRef>
        </p:style>
        <p:txBody>
          <a:bodyPr lIns="48000" rIns="48000" rtlCol="0" anchor="ctr"/>
          <a:lstStyle/>
          <a:p>
            <a:pPr algn="ctr" defTabSz="913790"/>
            <a:r>
              <a:rPr lang="es-ES_tradnl" sz="1600">
                <a:solidFill>
                  <a:srgbClr val="4F062A"/>
                </a:solidFill>
              </a:rPr>
              <a:t>Ilustrativo</a:t>
            </a:r>
          </a:p>
        </p:txBody>
      </p:sp>
      <p:sp>
        <p:nvSpPr>
          <p:cNvPr id="6" name="Marcador de pie de página 2">
            <a:extLst>
              <a:ext uri="{FF2B5EF4-FFF2-40B4-BE49-F238E27FC236}">
                <a16:creationId xmlns:a16="http://schemas.microsoft.com/office/drawing/2014/main" id="{A2A0AFA5-7A61-9037-71FE-39FA6DBDE3B2}"/>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Tree>
    <p:extLst>
      <p:ext uri="{BB962C8B-B14F-4D97-AF65-F5344CB8AC3E}">
        <p14:creationId xmlns:p14="http://schemas.microsoft.com/office/powerpoint/2010/main" val="1552964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0D8C348-381A-F148-7B66-96329141C7EE}"/>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E6411894-33D8-34B8-26A1-95CF5D21C96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E6411894-33D8-34B8-26A1-95CF5D21C96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Marcador de pie de página 2">
            <a:extLst>
              <a:ext uri="{FF2B5EF4-FFF2-40B4-BE49-F238E27FC236}">
                <a16:creationId xmlns:a16="http://schemas.microsoft.com/office/drawing/2014/main" id="{7B6A60D8-8076-E083-CC0E-D7557C54F50D}"/>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
        <p:nvSpPr>
          <p:cNvPr id="18" name="Marcador de texto 2">
            <a:extLst>
              <a:ext uri="{FF2B5EF4-FFF2-40B4-BE49-F238E27FC236}">
                <a16:creationId xmlns:a16="http://schemas.microsoft.com/office/drawing/2014/main" id="{DDDF9535-89F7-EF5C-F375-AC07DC8B041F}"/>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sp>
        <p:nvSpPr>
          <p:cNvPr id="3" name="Título 4">
            <a:extLst>
              <a:ext uri="{FF2B5EF4-FFF2-40B4-BE49-F238E27FC236}">
                <a16:creationId xmlns:a16="http://schemas.microsoft.com/office/drawing/2014/main" id="{408F377A-5354-F7D9-9215-0A4A4666F720}"/>
              </a:ext>
            </a:extLst>
          </p:cNvPr>
          <p:cNvSpPr>
            <a:spLocks noGrp="1"/>
          </p:cNvSpPr>
          <p:nvPr>
            <p:ph type="title"/>
          </p:nvPr>
        </p:nvSpPr>
        <p:spPr>
          <a:xfrm>
            <a:off x="335360" y="548680"/>
            <a:ext cx="11521678" cy="873124"/>
          </a:xfrm>
        </p:spPr>
        <p:txBody>
          <a:bodyPr vert="horz"/>
          <a:lstStyle/>
          <a:p>
            <a:r>
              <a:rPr lang="es-MX" sz="2000"/>
              <a:t>Presupuesto</a:t>
            </a:r>
            <a:endParaRPr lang="es-ES" sz="2200">
              <a:latin typeface="+mn-lt"/>
            </a:endParaRPr>
          </a:p>
        </p:txBody>
      </p:sp>
      <p:pic>
        <p:nvPicPr>
          <p:cNvPr id="4098" name="Picture 2">
            <a:extLst>
              <a:ext uri="{FF2B5EF4-FFF2-40B4-BE49-F238E27FC236}">
                <a16:creationId xmlns:a16="http://schemas.microsoft.com/office/drawing/2014/main" id="{FD5AEEC7-46DB-418A-5560-A85E8558CE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7160" y="926911"/>
            <a:ext cx="9377680" cy="5333556"/>
          </a:xfrm>
          <a:prstGeom prst="rect">
            <a:avLst/>
          </a:prstGeom>
          <a:noFill/>
          <a:extLst>
            <a:ext uri="{909E8E84-426E-40DD-AFC4-6F175D3DCCD1}">
              <a14:hiddenFill xmlns:a14="http://schemas.microsoft.com/office/drawing/2010/main">
                <a:solidFill>
                  <a:srgbClr val="FFFFFF"/>
                </a:solidFill>
              </a14:hiddenFill>
            </a:ext>
          </a:extLst>
        </p:spPr>
      </p:pic>
      <p:sp>
        <p:nvSpPr>
          <p:cNvPr id="4" name="17 Rectángulo">
            <a:extLst>
              <a:ext uri="{FF2B5EF4-FFF2-40B4-BE49-F238E27FC236}">
                <a16:creationId xmlns:a16="http://schemas.microsoft.com/office/drawing/2014/main" id="{2AB78439-B8E1-1288-3ABE-7BC4111A4798}"/>
              </a:ext>
            </a:extLst>
          </p:cNvPr>
          <p:cNvSpPr/>
          <p:nvPr/>
        </p:nvSpPr>
        <p:spPr>
          <a:xfrm rot="2332249">
            <a:off x="9719514" y="1526299"/>
            <a:ext cx="1368648" cy="404346"/>
          </a:xfrm>
          <a:prstGeom prst="rect">
            <a:avLst/>
          </a:prstGeom>
          <a:solidFill>
            <a:schemeClr val="bg1"/>
          </a:solidFill>
          <a:ln w="9525">
            <a:solidFill>
              <a:srgbClr val="D0CEC1"/>
            </a:solidFill>
          </a:ln>
        </p:spPr>
        <p:style>
          <a:lnRef idx="2">
            <a:schemeClr val="accent1">
              <a:shade val="50000"/>
            </a:schemeClr>
          </a:lnRef>
          <a:fillRef idx="1">
            <a:schemeClr val="accent1"/>
          </a:fillRef>
          <a:effectRef idx="0">
            <a:schemeClr val="accent1"/>
          </a:effectRef>
          <a:fontRef idx="minor">
            <a:schemeClr val="lt1"/>
          </a:fontRef>
        </p:style>
        <p:txBody>
          <a:bodyPr lIns="48000" rIns="48000" rtlCol="0" anchor="ctr"/>
          <a:lstStyle/>
          <a:p>
            <a:pPr algn="ctr" defTabSz="913790"/>
            <a:r>
              <a:rPr lang="es-ES_tradnl" sz="1600">
                <a:solidFill>
                  <a:srgbClr val="4F062A"/>
                </a:solidFill>
              </a:rPr>
              <a:t>Ilustrativo</a:t>
            </a:r>
          </a:p>
        </p:txBody>
      </p:sp>
    </p:spTree>
    <p:extLst>
      <p:ext uri="{BB962C8B-B14F-4D97-AF65-F5344CB8AC3E}">
        <p14:creationId xmlns:p14="http://schemas.microsoft.com/office/powerpoint/2010/main" val="8012154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373C946-37DD-2858-26DA-3FA1E05DA58A}"/>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B6AF977B-EC36-1D3F-8F87-CA9CEDBEAD2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B6AF977B-EC36-1D3F-8F87-CA9CEDBEAD2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BCDE8BD8-8AD9-0F37-1DE2-E92075E02D5F}"/>
              </a:ext>
            </a:extLst>
          </p:cNvPr>
          <p:cNvSpPr>
            <a:spLocks noGrp="1"/>
          </p:cNvSpPr>
          <p:nvPr>
            <p:ph type="title"/>
          </p:nvPr>
        </p:nvSpPr>
        <p:spPr>
          <a:xfrm>
            <a:off x="335360" y="548680"/>
            <a:ext cx="11521678" cy="873124"/>
          </a:xfrm>
        </p:spPr>
        <p:txBody>
          <a:bodyPr vert="horz"/>
          <a:lstStyle/>
          <a:p>
            <a:r>
              <a:rPr lang="es-MX" sz="2000"/>
              <a:t>Plan de presupuesto/ Gestión financiera de proyecto</a:t>
            </a:r>
            <a:endParaRPr lang="es-ES" sz="2200">
              <a:latin typeface="+mn-lt"/>
            </a:endParaRPr>
          </a:p>
        </p:txBody>
      </p:sp>
      <p:sp>
        <p:nvSpPr>
          <p:cNvPr id="3" name="Marcador de texto 2">
            <a:extLst>
              <a:ext uri="{FF2B5EF4-FFF2-40B4-BE49-F238E27FC236}">
                <a16:creationId xmlns:a16="http://schemas.microsoft.com/office/drawing/2014/main" id="{FB4821AD-A576-85A8-B81F-9FA18122FAD4}"/>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grpSp>
        <p:nvGrpSpPr>
          <p:cNvPr id="2" name="Grupo 1">
            <a:extLst>
              <a:ext uri="{FF2B5EF4-FFF2-40B4-BE49-F238E27FC236}">
                <a16:creationId xmlns:a16="http://schemas.microsoft.com/office/drawing/2014/main" id="{94CC8D11-6A78-D813-C9BE-E31111EEC217}"/>
              </a:ext>
            </a:extLst>
          </p:cNvPr>
          <p:cNvGrpSpPr/>
          <p:nvPr/>
        </p:nvGrpSpPr>
        <p:grpSpPr>
          <a:xfrm>
            <a:off x="1332409" y="925480"/>
            <a:ext cx="9527182" cy="5325380"/>
            <a:chOff x="1212353" y="4151089"/>
            <a:chExt cx="2883603" cy="1611839"/>
          </a:xfrm>
        </p:grpSpPr>
        <p:pic>
          <p:nvPicPr>
            <p:cNvPr id="4" name="Imagen 3">
              <a:extLst>
                <a:ext uri="{FF2B5EF4-FFF2-40B4-BE49-F238E27FC236}">
                  <a16:creationId xmlns:a16="http://schemas.microsoft.com/office/drawing/2014/main" id="{29FED524-FB62-82DF-EE53-C6D69C1AF812}"/>
                </a:ext>
              </a:extLst>
            </p:cNvPr>
            <p:cNvPicPr>
              <a:picLocks noChangeAspect="1"/>
            </p:cNvPicPr>
            <p:nvPr/>
          </p:nvPicPr>
          <p:blipFill>
            <a:blip r:embed="rId6"/>
            <a:stretch>
              <a:fillRect/>
            </a:stretch>
          </p:blipFill>
          <p:spPr>
            <a:xfrm>
              <a:off x="1212353" y="4151089"/>
              <a:ext cx="2883603" cy="1611839"/>
            </a:xfrm>
            <a:prstGeom prst="rect">
              <a:avLst/>
            </a:prstGeom>
          </p:spPr>
        </p:pic>
        <p:sp>
          <p:nvSpPr>
            <p:cNvPr id="6" name="Rectángulo 5">
              <a:extLst>
                <a:ext uri="{FF2B5EF4-FFF2-40B4-BE49-F238E27FC236}">
                  <a16:creationId xmlns:a16="http://schemas.microsoft.com/office/drawing/2014/main" id="{58280ED9-9D8A-8901-4AC9-1E7142DC6EF9}"/>
                </a:ext>
              </a:extLst>
            </p:cNvPr>
            <p:cNvSpPr/>
            <p:nvPr/>
          </p:nvSpPr>
          <p:spPr>
            <a:xfrm>
              <a:off x="3815217" y="4151089"/>
              <a:ext cx="253064" cy="1247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sz="4000"/>
            </a:p>
          </p:txBody>
        </p:sp>
        <p:sp>
          <p:nvSpPr>
            <p:cNvPr id="7" name="Rectángulo 6">
              <a:extLst>
                <a:ext uri="{FF2B5EF4-FFF2-40B4-BE49-F238E27FC236}">
                  <a16:creationId xmlns:a16="http://schemas.microsoft.com/office/drawing/2014/main" id="{EB45D2CF-7F99-A552-F9A0-86C89541B537}"/>
                </a:ext>
              </a:extLst>
            </p:cNvPr>
            <p:cNvSpPr/>
            <p:nvPr/>
          </p:nvSpPr>
          <p:spPr>
            <a:xfrm>
              <a:off x="2002631" y="4151089"/>
              <a:ext cx="1428931" cy="1247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600">
                  <a:solidFill>
                    <a:schemeClr val="tx1"/>
                  </a:solidFill>
                </a:rPr>
                <a:t>Gestión Financiera</a:t>
              </a:r>
              <a:endParaRPr lang="es-CL" sz="1600">
                <a:solidFill>
                  <a:schemeClr val="tx1"/>
                </a:solidFill>
              </a:endParaRPr>
            </a:p>
          </p:txBody>
        </p:sp>
        <p:sp>
          <p:nvSpPr>
            <p:cNvPr id="8" name="Rectángulo 7">
              <a:extLst>
                <a:ext uri="{FF2B5EF4-FFF2-40B4-BE49-F238E27FC236}">
                  <a16:creationId xmlns:a16="http://schemas.microsoft.com/office/drawing/2014/main" id="{5E73682D-C941-2F0E-065F-995C88DED21F}"/>
                </a:ext>
              </a:extLst>
            </p:cNvPr>
            <p:cNvSpPr/>
            <p:nvPr/>
          </p:nvSpPr>
          <p:spPr>
            <a:xfrm>
              <a:off x="1295366" y="5272658"/>
              <a:ext cx="95285" cy="1247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sz="4000"/>
            </a:p>
          </p:txBody>
        </p:sp>
      </p:grpSp>
      <p:sp>
        <p:nvSpPr>
          <p:cNvPr id="10" name="17 Rectángulo">
            <a:extLst>
              <a:ext uri="{FF2B5EF4-FFF2-40B4-BE49-F238E27FC236}">
                <a16:creationId xmlns:a16="http://schemas.microsoft.com/office/drawing/2014/main" id="{49E4AD10-D199-039F-70D2-D4692A2A412D}"/>
              </a:ext>
            </a:extLst>
          </p:cNvPr>
          <p:cNvSpPr/>
          <p:nvPr/>
        </p:nvSpPr>
        <p:spPr>
          <a:xfrm rot="2332249">
            <a:off x="9927871" y="1018210"/>
            <a:ext cx="1368648" cy="404346"/>
          </a:xfrm>
          <a:prstGeom prst="rect">
            <a:avLst/>
          </a:prstGeom>
          <a:solidFill>
            <a:schemeClr val="bg1"/>
          </a:solidFill>
          <a:ln w="9525">
            <a:solidFill>
              <a:srgbClr val="D0CEC1"/>
            </a:solidFill>
          </a:ln>
        </p:spPr>
        <p:style>
          <a:lnRef idx="2">
            <a:schemeClr val="accent1">
              <a:shade val="50000"/>
            </a:schemeClr>
          </a:lnRef>
          <a:fillRef idx="1">
            <a:schemeClr val="accent1"/>
          </a:fillRef>
          <a:effectRef idx="0">
            <a:schemeClr val="accent1"/>
          </a:effectRef>
          <a:fontRef idx="minor">
            <a:schemeClr val="lt1"/>
          </a:fontRef>
        </p:style>
        <p:txBody>
          <a:bodyPr lIns="48000" rIns="48000" rtlCol="0" anchor="ctr"/>
          <a:lstStyle/>
          <a:p>
            <a:pPr algn="ctr" defTabSz="913790"/>
            <a:r>
              <a:rPr lang="es-ES_tradnl" sz="1600">
                <a:solidFill>
                  <a:srgbClr val="4F062A"/>
                </a:solidFill>
              </a:rPr>
              <a:t>Ilustrativo</a:t>
            </a:r>
          </a:p>
        </p:txBody>
      </p:sp>
      <p:sp>
        <p:nvSpPr>
          <p:cNvPr id="9" name="Marcador de pie de página 2">
            <a:extLst>
              <a:ext uri="{FF2B5EF4-FFF2-40B4-BE49-F238E27FC236}">
                <a16:creationId xmlns:a16="http://schemas.microsoft.com/office/drawing/2014/main" id="{AD9E2BDF-9D75-21D8-4B2A-33DDC54D8715}"/>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Tree>
    <p:extLst>
      <p:ext uri="{BB962C8B-B14F-4D97-AF65-F5344CB8AC3E}">
        <p14:creationId xmlns:p14="http://schemas.microsoft.com/office/powerpoint/2010/main" val="5934512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310BB8C-DB07-495C-2094-9F945B904B18}"/>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9B382C75-9CB5-87CD-DC0E-5961AC8C341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9B382C75-9CB5-87CD-DC0E-5961AC8C341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774BF814-152D-977A-8448-1C60D32219DE}"/>
              </a:ext>
            </a:extLst>
          </p:cNvPr>
          <p:cNvSpPr>
            <a:spLocks noGrp="1"/>
          </p:cNvSpPr>
          <p:nvPr>
            <p:ph type="title"/>
          </p:nvPr>
        </p:nvSpPr>
        <p:spPr>
          <a:xfrm>
            <a:off x="335360" y="548680"/>
            <a:ext cx="11521678" cy="873124"/>
          </a:xfrm>
        </p:spPr>
        <p:txBody>
          <a:bodyPr vert="horz"/>
          <a:lstStyle/>
          <a:p>
            <a:r>
              <a:rPr lang="es-MX" sz="2000"/>
              <a:t>Plan de presupuesto/ Gestión financiera de proyecto</a:t>
            </a:r>
            <a:endParaRPr lang="es-ES" sz="2200">
              <a:latin typeface="+mn-lt"/>
            </a:endParaRPr>
          </a:p>
        </p:txBody>
      </p:sp>
      <p:sp>
        <p:nvSpPr>
          <p:cNvPr id="3" name="Marcador de texto 2">
            <a:extLst>
              <a:ext uri="{FF2B5EF4-FFF2-40B4-BE49-F238E27FC236}">
                <a16:creationId xmlns:a16="http://schemas.microsoft.com/office/drawing/2014/main" id="{5F44B4AA-80B2-D993-1F86-48CB0B2C151B}"/>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graphicFrame>
        <p:nvGraphicFramePr>
          <p:cNvPr id="2" name="Tabla 1">
            <a:extLst>
              <a:ext uri="{FF2B5EF4-FFF2-40B4-BE49-F238E27FC236}">
                <a16:creationId xmlns:a16="http://schemas.microsoft.com/office/drawing/2014/main" id="{57C66E25-D18B-B734-62CA-86F84CF18A1C}"/>
              </a:ext>
            </a:extLst>
          </p:cNvPr>
          <p:cNvGraphicFramePr>
            <a:graphicFrameLocks noGrp="1"/>
          </p:cNvGraphicFramePr>
          <p:nvPr>
            <p:extLst>
              <p:ext uri="{D42A27DB-BD31-4B8C-83A1-F6EECF244321}">
                <p14:modId xmlns:p14="http://schemas.microsoft.com/office/powerpoint/2010/main" val="3810346885"/>
              </p:ext>
            </p:extLst>
          </p:nvPr>
        </p:nvGraphicFramePr>
        <p:xfrm>
          <a:off x="633414" y="1376870"/>
          <a:ext cx="10925173" cy="4104261"/>
        </p:xfrm>
        <a:graphic>
          <a:graphicData uri="http://schemas.openxmlformats.org/drawingml/2006/table">
            <a:tbl>
              <a:tblPr/>
              <a:tblGrid>
                <a:gridCol w="702145">
                  <a:extLst>
                    <a:ext uri="{9D8B030D-6E8A-4147-A177-3AD203B41FA5}">
                      <a16:colId xmlns:a16="http://schemas.microsoft.com/office/drawing/2014/main" val="1891885440"/>
                    </a:ext>
                  </a:extLst>
                </a:gridCol>
                <a:gridCol w="550188">
                  <a:extLst>
                    <a:ext uri="{9D8B030D-6E8A-4147-A177-3AD203B41FA5}">
                      <a16:colId xmlns:a16="http://schemas.microsoft.com/office/drawing/2014/main" val="2867859719"/>
                    </a:ext>
                  </a:extLst>
                </a:gridCol>
                <a:gridCol w="2305552">
                  <a:extLst>
                    <a:ext uri="{9D8B030D-6E8A-4147-A177-3AD203B41FA5}">
                      <a16:colId xmlns:a16="http://schemas.microsoft.com/office/drawing/2014/main" val="3232576483"/>
                    </a:ext>
                  </a:extLst>
                </a:gridCol>
                <a:gridCol w="2363192">
                  <a:extLst>
                    <a:ext uri="{9D8B030D-6E8A-4147-A177-3AD203B41FA5}">
                      <a16:colId xmlns:a16="http://schemas.microsoft.com/office/drawing/2014/main" val="4210843461"/>
                    </a:ext>
                  </a:extLst>
                </a:gridCol>
                <a:gridCol w="597348">
                  <a:extLst>
                    <a:ext uri="{9D8B030D-6E8A-4147-A177-3AD203B41FA5}">
                      <a16:colId xmlns:a16="http://schemas.microsoft.com/office/drawing/2014/main" val="3128699866"/>
                    </a:ext>
                  </a:extLst>
                </a:gridCol>
                <a:gridCol w="696905">
                  <a:extLst>
                    <a:ext uri="{9D8B030D-6E8A-4147-A177-3AD203B41FA5}">
                      <a16:colId xmlns:a16="http://schemas.microsoft.com/office/drawing/2014/main" val="1729913004"/>
                    </a:ext>
                  </a:extLst>
                </a:gridCol>
                <a:gridCol w="607827">
                  <a:extLst>
                    <a:ext uri="{9D8B030D-6E8A-4147-A177-3AD203B41FA5}">
                      <a16:colId xmlns:a16="http://schemas.microsoft.com/office/drawing/2014/main" val="2552727179"/>
                    </a:ext>
                  </a:extLst>
                </a:gridCol>
                <a:gridCol w="523989">
                  <a:extLst>
                    <a:ext uri="{9D8B030D-6E8A-4147-A177-3AD203B41FA5}">
                      <a16:colId xmlns:a16="http://schemas.microsoft.com/office/drawing/2014/main" val="2775308057"/>
                    </a:ext>
                  </a:extLst>
                </a:gridCol>
                <a:gridCol w="665466">
                  <a:extLst>
                    <a:ext uri="{9D8B030D-6E8A-4147-A177-3AD203B41FA5}">
                      <a16:colId xmlns:a16="http://schemas.microsoft.com/office/drawing/2014/main" val="1076331380"/>
                    </a:ext>
                  </a:extLst>
                </a:gridCol>
                <a:gridCol w="518749">
                  <a:extLst>
                    <a:ext uri="{9D8B030D-6E8A-4147-A177-3AD203B41FA5}">
                      <a16:colId xmlns:a16="http://schemas.microsoft.com/office/drawing/2014/main" val="456736714"/>
                    </a:ext>
                  </a:extLst>
                </a:gridCol>
                <a:gridCol w="492550">
                  <a:extLst>
                    <a:ext uri="{9D8B030D-6E8A-4147-A177-3AD203B41FA5}">
                      <a16:colId xmlns:a16="http://schemas.microsoft.com/office/drawing/2014/main" val="1290111247"/>
                    </a:ext>
                  </a:extLst>
                </a:gridCol>
                <a:gridCol w="434911">
                  <a:extLst>
                    <a:ext uri="{9D8B030D-6E8A-4147-A177-3AD203B41FA5}">
                      <a16:colId xmlns:a16="http://schemas.microsoft.com/office/drawing/2014/main" val="18796632"/>
                    </a:ext>
                  </a:extLst>
                </a:gridCol>
                <a:gridCol w="466351">
                  <a:extLst>
                    <a:ext uri="{9D8B030D-6E8A-4147-A177-3AD203B41FA5}">
                      <a16:colId xmlns:a16="http://schemas.microsoft.com/office/drawing/2014/main" val="3493213740"/>
                    </a:ext>
                  </a:extLst>
                </a:gridCol>
              </a:tblGrid>
              <a:tr h="77739">
                <a:tc rowSpan="3">
                  <a:txBody>
                    <a:bodyPr/>
                    <a:lstStyle/>
                    <a:p>
                      <a:pPr algn="ctr" fontAlgn="ctr"/>
                      <a:r>
                        <a:rPr lang="es-CL" sz="500" b="1" i="0" u="none" strike="noStrike">
                          <a:solidFill>
                            <a:srgbClr val="FFFFFF"/>
                          </a:solidFill>
                          <a:effectLst/>
                          <a:latin typeface="Tahoma" panose="020B0604030504040204" pitchFamily="34" charset="0"/>
                        </a:rPr>
                        <a:t> </a:t>
                      </a:r>
                    </a:p>
                  </a:txBody>
                  <a:tcPr marL="96564" marR="96564" marT="48282" marB="48282"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FFFFFF"/>
                    </a:solidFill>
                  </a:tcPr>
                </a:tc>
                <a:tc rowSpan="3" gridSpan="4">
                  <a:txBody>
                    <a:bodyPr/>
                    <a:lstStyle/>
                    <a:p>
                      <a:pPr algn="ctr" fontAlgn="ctr"/>
                      <a:r>
                        <a:rPr lang="es-CL" sz="700" b="1" i="0" u="none" strike="noStrike">
                          <a:solidFill>
                            <a:srgbClr val="FFFFFF"/>
                          </a:solidFill>
                          <a:effectLst/>
                          <a:latin typeface="Arial" panose="020B0604020202020204" pitchFamily="34" charset="0"/>
                        </a:rPr>
                        <a:t>PLAN DE COMUNICACIONES</a:t>
                      </a:r>
                    </a:p>
                  </a:txBody>
                  <a:tcPr marL="96564" marR="96564" marT="48282" marB="48282"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a:noFill/>
                    </a:lnT>
                    <a:lnB>
                      <a:noFill/>
                    </a:lnB>
                    <a:solidFill>
                      <a:srgbClr val="0070C0"/>
                    </a:solidFill>
                  </a:tcPr>
                </a:tc>
                <a:tc rowSpan="3" hMerge="1">
                  <a:txBody>
                    <a:bodyPr/>
                    <a:lstStyle/>
                    <a:p>
                      <a:endParaRPr lang="es-CL"/>
                    </a:p>
                  </a:txBody>
                  <a:tcPr/>
                </a:tc>
                <a:tc rowSpan="3" hMerge="1">
                  <a:txBody>
                    <a:bodyPr/>
                    <a:lstStyle/>
                    <a:p>
                      <a:endParaRPr lang="es-CL"/>
                    </a:p>
                  </a:txBody>
                  <a:tcPr/>
                </a:tc>
                <a:tc rowSpan="3" hMerge="1">
                  <a:txBody>
                    <a:bodyPr/>
                    <a:lstStyle/>
                    <a:p>
                      <a:endParaRPr lang="es-CL"/>
                    </a:p>
                  </a:txBody>
                  <a:tcPr/>
                </a:tc>
                <a:tc>
                  <a:txBody>
                    <a:bodyPr/>
                    <a:lstStyle/>
                    <a:p>
                      <a:pPr algn="ctr" fontAlgn="ctr"/>
                      <a:r>
                        <a:rPr lang="es-CL" sz="600" b="1" i="0" u="none" strike="noStrike">
                          <a:solidFill>
                            <a:srgbClr val="FFFFFF"/>
                          </a:solidFill>
                          <a:effectLst/>
                          <a:latin typeface="Arial" panose="020B0604020202020204" pitchFamily="34" charset="0"/>
                        </a:rPr>
                        <a:t>Versión</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ctr" fontAlgn="ctr"/>
                      <a:r>
                        <a:rPr lang="es-CL" sz="600" b="1" i="1" u="none" strike="noStrike">
                          <a:solidFill>
                            <a:srgbClr val="FFFFFF"/>
                          </a:solidFill>
                          <a:effectLst/>
                          <a:latin typeface="Arial" panose="020B0604020202020204" pitchFamily="34" charset="0"/>
                        </a:rPr>
                        <a:t>2,0</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w="12700" cap="flat" cmpd="sng" algn="ctr">
                      <a:solidFill>
                        <a:srgbClr val="639FCB"/>
                      </a:solidFill>
                      <a:prstDash val="solid"/>
                      <a:round/>
                      <a:headEnd type="none" w="med" len="med"/>
                      <a:tailEnd type="none" w="med" len="med"/>
                    </a:lnL>
                    <a:lnR>
                      <a:noFill/>
                    </a:lnR>
                    <a:lnT>
                      <a:noFill/>
                    </a:lnT>
                    <a:lnB>
                      <a:noFill/>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a:noFill/>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a:noFill/>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a:noFill/>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a:noFill/>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a:noFill/>
                    </a:lnB>
                    <a:noFill/>
                  </a:tcPr>
                </a:tc>
                <a:extLst>
                  <a:ext uri="{0D108BD9-81ED-4DB2-BD59-A6C34878D82A}">
                    <a16:rowId xmlns:a16="http://schemas.microsoft.com/office/drawing/2014/main" val="3511381271"/>
                  </a:ext>
                </a:extLst>
              </a:tr>
              <a:tr h="202621">
                <a:tc v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tc>
                  <a:txBody>
                    <a:bodyPr/>
                    <a:lstStyle/>
                    <a:p>
                      <a:pPr algn="ctr" fontAlgn="ctr"/>
                      <a:r>
                        <a:rPr lang="es-CL" sz="600" b="1" i="0" u="none" strike="noStrike">
                          <a:solidFill>
                            <a:srgbClr val="FFFFFF"/>
                          </a:solidFill>
                          <a:effectLst/>
                          <a:latin typeface="Arial" panose="020B0604020202020204" pitchFamily="34" charset="0"/>
                        </a:rPr>
                        <a:t>Fecha Última Actualización</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ctr" fontAlgn="ctr"/>
                      <a:r>
                        <a:rPr lang="es-CL" sz="600" b="1" i="1" u="none" strike="noStrike">
                          <a:solidFill>
                            <a:srgbClr val="FFFFFF"/>
                          </a:solidFill>
                          <a:effectLst/>
                          <a:latin typeface="Arial" panose="020B0604020202020204" pitchFamily="34" charset="0"/>
                        </a:rPr>
                        <a:t>09-12-2024</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w="12700" cap="flat" cmpd="sng" algn="ctr">
                      <a:solidFill>
                        <a:srgbClr val="639FCB"/>
                      </a:solidFill>
                      <a:prstDash val="solid"/>
                      <a:round/>
                      <a:headEnd type="none" w="med" len="med"/>
                      <a:tailEnd type="none" w="med" len="med"/>
                    </a:lnL>
                    <a:lnR>
                      <a:noFill/>
                    </a:lnR>
                    <a:lnT>
                      <a:noFill/>
                    </a:lnT>
                    <a:lnB>
                      <a:noFill/>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a:noFill/>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a:noFill/>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a:noFill/>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a:noFill/>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a:noFill/>
                    </a:lnB>
                    <a:noFill/>
                  </a:tcPr>
                </a:tc>
                <a:extLst>
                  <a:ext uri="{0D108BD9-81ED-4DB2-BD59-A6C34878D82A}">
                    <a16:rowId xmlns:a16="http://schemas.microsoft.com/office/drawing/2014/main" val="3610077679"/>
                  </a:ext>
                </a:extLst>
              </a:tr>
              <a:tr h="77739">
                <a:tc vMerge="1">
                  <a:txBody>
                    <a:bodyPr/>
                    <a:lstStyle/>
                    <a:p>
                      <a:endParaRPr lang="es-CL"/>
                    </a:p>
                  </a:txBody>
                  <a:tcPr/>
                </a:tc>
                <a:tc gridSpan="4" vMerge="1">
                  <a:txBody>
                    <a:bodyPr/>
                    <a:lstStyle/>
                    <a:p>
                      <a:endParaRPr lang="es-CL"/>
                    </a:p>
                  </a:txBody>
                  <a:tcPr/>
                </a:tc>
                <a:tc hMerge="1" vMerge="1">
                  <a:txBody>
                    <a:bodyPr/>
                    <a:lstStyle/>
                    <a:p>
                      <a:endParaRPr lang="es-CL"/>
                    </a:p>
                  </a:txBody>
                  <a:tcPr/>
                </a:tc>
                <a:tc hMerge="1" vMerge="1">
                  <a:txBody>
                    <a:bodyPr/>
                    <a:lstStyle/>
                    <a:p>
                      <a:endParaRPr lang="es-CL"/>
                    </a:p>
                  </a:txBody>
                  <a:tcPr/>
                </a:tc>
                <a:tc hMerge="1" vMerge="1">
                  <a:txBody>
                    <a:bodyPr/>
                    <a:lstStyle/>
                    <a:p>
                      <a:endParaRPr lang="es-CL"/>
                    </a:p>
                  </a:txBody>
                  <a:tcPr/>
                </a:tc>
                <a:tc>
                  <a:txBody>
                    <a:bodyPr/>
                    <a:lstStyle/>
                    <a:p>
                      <a:pPr algn="ctr" fontAlgn="ctr"/>
                      <a:r>
                        <a:rPr lang="es-CL" sz="600" b="1" i="0" u="none" strike="noStrike">
                          <a:solidFill>
                            <a:srgbClr val="FFFFFF"/>
                          </a:solidFill>
                          <a:effectLst/>
                          <a:latin typeface="Arial" panose="020B0604020202020204" pitchFamily="34" charset="0"/>
                        </a:rPr>
                        <a:t>Jefe de Proyecto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ctr" fontAlgn="ctr"/>
                      <a:endParaRPr lang="es-CL" sz="600" b="1" i="1" u="none" strike="noStrike">
                        <a:solidFill>
                          <a:srgbClr val="FFFFFF"/>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w="12700" cap="flat" cmpd="sng" algn="ctr">
                      <a:solidFill>
                        <a:srgbClr val="639FCB"/>
                      </a:solidFill>
                      <a:prstDash val="solid"/>
                      <a:round/>
                      <a:headEnd type="none" w="med" len="med"/>
                      <a:tailEnd type="none" w="med" len="med"/>
                    </a:lnL>
                    <a:lnR>
                      <a:noFill/>
                    </a:lnR>
                    <a:lnT>
                      <a:noFill/>
                    </a:lnT>
                    <a:lnB>
                      <a:noFill/>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a:noFill/>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a:noFill/>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a:noFill/>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a:noFill/>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a:noFill/>
                    </a:lnB>
                    <a:noFill/>
                  </a:tcPr>
                </a:tc>
                <a:extLst>
                  <a:ext uri="{0D108BD9-81ED-4DB2-BD59-A6C34878D82A}">
                    <a16:rowId xmlns:a16="http://schemas.microsoft.com/office/drawing/2014/main" val="3227040510"/>
                  </a:ext>
                </a:extLst>
              </a:tr>
              <a:tr h="77739">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w="12700" cap="flat" cmpd="sng" algn="ctr">
                      <a:solidFill>
                        <a:srgbClr val="639FCB"/>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ctr" fontAlgn="ctr"/>
                      <a:endParaRPr lang="es-CL" sz="600" b="1" i="0" u="none" strike="noStrike">
                        <a:solidFill>
                          <a:srgbClr val="000000"/>
                        </a:solidFill>
                        <a:effectLst/>
                        <a:latin typeface="Arial" panose="020B0604020202020204" pitchFamily="34" charset="0"/>
                      </a:endParaRPr>
                    </a:p>
                  </a:txBody>
                  <a:tcPr marL="3058" marR="3058" marT="3058" marB="0" anchor="ctr">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ctr" fontAlgn="ctr"/>
                      <a:endParaRPr lang="es-CL" sz="600" b="1" i="0" u="none" strike="noStrike">
                        <a:solidFill>
                          <a:srgbClr val="000000"/>
                        </a:solidFill>
                        <a:effectLst/>
                        <a:latin typeface="Arial" panose="020B0604020202020204" pitchFamily="34" charset="0"/>
                      </a:endParaRPr>
                    </a:p>
                  </a:txBody>
                  <a:tcPr marL="3058" marR="3058" marT="3058" marB="0" anchor="ctr">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w="12700" cap="flat" cmpd="sng" algn="ctr">
                      <a:solidFill>
                        <a:srgbClr val="639FCB"/>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w="12700" cap="flat" cmpd="sng" algn="ctr">
                      <a:solidFill>
                        <a:srgbClr val="639FCB"/>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w="6350" cap="flat" cmpd="sng" algn="ctr">
                      <a:solidFill>
                        <a:srgbClr val="44B3E1"/>
                      </a:solidFill>
                      <a:prstDash val="solid"/>
                      <a:round/>
                      <a:headEnd type="none" w="med" len="med"/>
                      <a:tailEnd type="none" w="med" len="med"/>
                    </a:lnB>
                    <a:noFill/>
                  </a:tcPr>
                </a:tc>
                <a:tc>
                  <a:txBody>
                    <a:bodyPr/>
                    <a:lstStyle/>
                    <a:p>
                      <a:pPr algn="l" fontAlgn="b"/>
                      <a:endParaRPr lang="es-CL" sz="600" b="0" i="0" u="none" strike="noStrike">
                        <a:solidFill>
                          <a:srgbClr val="000000"/>
                        </a:solidFill>
                        <a:effectLst/>
                        <a:latin typeface="Aptos Narrow" panose="020B0004020202020204" pitchFamily="34" charset="0"/>
                      </a:endParaRPr>
                    </a:p>
                  </a:txBody>
                  <a:tcPr marL="3058" marR="3058" marT="3058" marB="0" anchor="b">
                    <a:lnL>
                      <a:noFill/>
                    </a:lnL>
                    <a:lnR>
                      <a:noFill/>
                    </a:lnR>
                    <a:lnT>
                      <a:noFill/>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706351708"/>
                  </a:ext>
                </a:extLst>
              </a:tr>
              <a:tr h="152962">
                <a:tc>
                  <a:txBody>
                    <a:bodyPr/>
                    <a:lstStyle/>
                    <a:p>
                      <a:pPr algn="ctr" fontAlgn="ctr"/>
                      <a:r>
                        <a:rPr lang="es-CL" sz="600" b="1" i="1" u="none" strike="noStrike">
                          <a:solidFill>
                            <a:srgbClr val="FFFFFF"/>
                          </a:solidFill>
                          <a:effectLst/>
                          <a:latin typeface="Arial" panose="020B0604020202020204" pitchFamily="34" charset="0"/>
                        </a:rPr>
                        <a:t>Fase del proyecto</a:t>
                      </a:r>
                    </a:p>
                  </a:txBody>
                  <a:tcPr marL="3058" marR="3058" marT="3058" marB="0" anchor="ctr">
                    <a:lnL w="6350" cap="flat" cmpd="sng" algn="ctr">
                      <a:solidFill>
                        <a:srgbClr val="44B3E1"/>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ctr" fontAlgn="ctr"/>
                      <a:r>
                        <a:rPr lang="es-CL" sz="600" b="1" i="1" u="none" strike="noStrike">
                          <a:solidFill>
                            <a:srgbClr val="FFFFFF"/>
                          </a:solidFill>
                          <a:effectLst/>
                          <a:latin typeface="Arial" panose="020B0604020202020204" pitchFamily="34" charset="0"/>
                        </a:rPr>
                        <a:t>Agrupación</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ctr" fontAlgn="ctr"/>
                      <a:r>
                        <a:rPr lang="es-CL" sz="600" b="1" i="1" u="none" strike="noStrike">
                          <a:solidFill>
                            <a:srgbClr val="FFFFFF"/>
                          </a:solidFill>
                          <a:effectLst/>
                          <a:latin typeface="Arial" panose="020B0604020202020204" pitchFamily="34" charset="0"/>
                        </a:rPr>
                        <a:t>Título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ctr" fontAlgn="ctr"/>
                      <a:r>
                        <a:rPr lang="es-CL" sz="600" b="1" i="1" u="none" strike="noStrike">
                          <a:solidFill>
                            <a:srgbClr val="FFFFFF"/>
                          </a:solidFill>
                          <a:effectLst/>
                          <a:latin typeface="Arial" panose="020B0604020202020204" pitchFamily="34" charset="0"/>
                        </a:rPr>
                        <a:t>Objetivo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ctr" fontAlgn="ctr"/>
                      <a:r>
                        <a:rPr lang="es-CL" sz="600" b="1" i="1" u="none" strike="noStrike">
                          <a:solidFill>
                            <a:srgbClr val="FFFFFF"/>
                          </a:solidFill>
                          <a:effectLst/>
                          <a:latin typeface="Arial" panose="020B0604020202020204" pitchFamily="34" charset="0"/>
                        </a:rPr>
                        <a:t>Frecuencia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ctr" fontAlgn="ctr"/>
                      <a:r>
                        <a:rPr lang="es-CL" sz="600" b="1" i="1" u="none" strike="noStrike">
                          <a:solidFill>
                            <a:srgbClr val="FFFFFF"/>
                          </a:solidFill>
                          <a:effectLst/>
                          <a:latin typeface="Arial" panose="020B0604020202020204" pitchFamily="34" charset="0"/>
                        </a:rPr>
                        <a:t>Medio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ctr" fontAlgn="ctr"/>
                      <a:r>
                        <a:rPr lang="es-CL" sz="600" b="1" i="1" u="none" strike="noStrike">
                          <a:solidFill>
                            <a:srgbClr val="FFFFFF"/>
                          </a:solidFill>
                          <a:effectLst/>
                          <a:latin typeface="Arial" panose="020B0604020202020204" pitchFamily="34" charset="0"/>
                        </a:rPr>
                        <a:t>Canal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ctr" fontAlgn="ctr"/>
                      <a:r>
                        <a:rPr lang="es-CL" sz="600" b="1" i="1" u="none" strike="noStrike">
                          <a:solidFill>
                            <a:srgbClr val="FFFFFF"/>
                          </a:solidFill>
                          <a:effectLst/>
                          <a:latin typeface="Arial" panose="020B0604020202020204" pitchFamily="34" charset="0"/>
                        </a:rPr>
                        <a:t>Fecha Trabajo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ctr" fontAlgn="ctr"/>
                      <a:r>
                        <a:rPr lang="es-CL" sz="600" b="1" i="1" u="none" strike="noStrike">
                          <a:solidFill>
                            <a:srgbClr val="FFFFFF"/>
                          </a:solidFill>
                          <a:effectLst/>
                          <a:latin typeface="Arial" panose="020B0604020202020204" pitchFamily="34" charset="0"/>
                        </a:rPr>
                        <a:t>Fecha Lanzamiento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ctr" fontAlgn="ctr"/>
                      <a:r>
                        <a:rPr lang="es-CL" sz="600" b="1" i="1" u="none" strike="noStrike">
                          <a:solidFill>
                            <a:srgbClr val="FFFFFF"/>
                          </a:solidFill>
                          <a:effectLst/>
                          <a:latin typeface="Arial" panose="020B0604020202020204" pitchFamily="34" charset="0"/>
                        </a:rPr>
                        <a:t>Status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fontAlgn="ctr"/>
                      <a:r>
                        <a:rPr lang="es-CL" sz="600" b="1" i="1" u="none" strike="noStrike">
                          <a:solidFill>
                            <a:srgbClr val="FFFFFF"/>
                          </a:solidFill>
                          <a:effectLst/>
                          <a:latin typeface="Arial" panose="020B0604020202020204" pitchFamily="34" charset="0"/>
                        </a:rPr>
                        <a:t>Responsable</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ctr" fontAlgn="ctr"/>
                      <a:r>
                        <a:rPr lang="es-CL" sz="600" b="1" i="1" u="none" strike="noStrike">
                          <a:solidFill>
                            <a:srgbClr val="FFFFFF"/>
                          </a:solidFill>
                          <a:effectLst/>
                          <a:latin typeface="Arial" panose="020B0604020202020204" pitchFamily="34" charset="0"/>
                        </a:rPr>
                        <a:t>Aprobador </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tc>
                  <a:txBody>
                    <a:bodyPr/>
                    <a:lstStyle/>
                    <a:p>
                      <a:pPr algn="ctr" fontAlgn="ctr"/>
                      <a:r>
                        <a:rPr lang="es-CL" sz="600" b="1" i="1" u="none" strike="noStrike">
                          <a:solidFill>
                            <a:srgbClr val="FFFFFF"/>
                          </a:solidFill>
                          <a:effectLst/>
                          <a:latin typeface="Arial" panose="020B0604020202020204" pitchFamily="34" charset="0"/>
                        </a:rPr>
                        <a:t>Destinatario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0070C0"/>
                    </a:solidFill>
                  </a:tcPr>
                </a:tc>
                <a:extLst>
                  <a:ext uri="{0D108BD9-81ED-4DB2-BD59-A6C34878D82A}">
                    <a16:rowId xmlns:a16="http://schemas.microsoft.com/office/drawing/2014/main" val="4287357981"/>
                  </a:ext>
                </a:extLst>
              </a:tr>
              <a:tr h="152962">
                <a:tc>
                  <a:txBody>
                    <a:bodyPr/>
                    <a:lstStyle/>
                    <a:p>
                      <a:pPr algn="l" fontAlgn="ctr"/>
                      <a:r>
                        <a:rPr lang="es-CL" sz="600" b="1" i="0" u="none" strike="noStrike">
                          <a:solidFill>
                            <a:srgbClr val="000000"/>
                          </a:solidFill>
                          <a:effectLst/>
                          <a:latin typeface="Arial" panose="020B0604020202020204" pitchFamily="34" charset="0"/>
                        </a:rPr>
                        <a:t>Pre Informativa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Acciones tempranas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Lanzamiento primer comunicado interno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MX" sz="600" b="0" i="0" u="none" strike="noStrike">
                          <a:solidFill>
                            <a:srgbClr val="000000"/>
                          </a:solidFill>
                          <a:effectLst/>
                          <a:latin typeface="Arial" panose="020B0604020202020204" pitchFamily="34" charset="0"/>
                        </a:rPr>
                        <a:t>Comunicar a los usuarios acerca del objetivo del proyecto y sus principales hitos.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Única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Comunicado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Mail Interno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16-03-2023</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24-03-2023</a:t>
                      </a:r>
                    </a:p>
                  </a:txBody>
                  <a:tcPr marL="3058" marR="3058" marT="3058" marB="0" anchor="ctr">
                    <a:lnL w="12700" cap="flat" cmpd="sng" algn="ctr">
                      <a:solidFill>
                        <a:srgbClr val="639FCB"/>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b"/>
                      <a:r>
                        <a:rPr lang="es-CL" sz="600" b="0" i="0" u="none" strike="noStrike">
                          <a:solidFill>
                            <a:srgbClr val="000000"/>
                          </a:solidFill>
                          <a:effectLst/>
                          <a:latin typeface="Arial" panose="020B0604020202020204" pitchFamily="34" charset="0"/>
                        </a:rPr>
                        <a:t>Cerrado</a:t>
                      </a:r>
                    </a:p>
                  </a:txBody>
                  <a:tcPr marL="3058" marR="3058" marT="3058" marB="0" anchor="b">
                    <a:lnL w="6350" cap="flat" cmpd="sng" algn="ctr">
                      <a:solidFill>
                        <a:srgbClr val="000000"/>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Área Comercial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extLst>
                  <a:ext uri="{0D108BD9-81ED-4DB2-BD59-A6C34878D82A}">
                    <a16:rowId xmlns:a16="http://schemas.microsoft.com/office/drawing/2014/main" val="1471728676"/>
                  </a:ext>
                </a:extLst>
              </a:tr>
              <a:tr h="228185">
                <a:tc>
                  <a:txBody>
                    <a:bodyPr/>
                    <a:lstStyle/>
                    <a:p>
                      <a:pPr algn="l" fontAlgn="ctr"/>
                      <a:r>
                        <a:rPr lang="es-CL" sz="600" b="1" i="0" u="none" strike="noStrike">
                          <a:solidFill>
                            <a:srgbClr val="000000"/>
                          </a:solidFill>
                          <a:effectLst/>
                          <a:latin typeface="Arial" panose="020B0604020202020204" pitchFamily="34" charset="0"/>
                        </a:rPr>
                        <a:t>Pre Informativa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Acciones tempranas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MX" sz="600" b="0" i="0" u="none" strike="noStrike">
                          <a:solidFill>
                            <a:srgbClr val="000000"/>
                          </a:solidFill>
                          <a:effectLst/>
                          <a:latin typeface="Arial" panose="020B0604020202020204" pitchFamily="34" charset="0"/>
                        </a:rPr>
                        <a:t>Comunicado de selección de nombre y logo del proyecto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MX" sz="600" b="0" i="0" u="none" strike="noStrike">
                          <a:solidFill>
                            <a:srgbClr val="000000"/>
                          </a:solidFill>
                          <a:effectLst/>
                          <a:latin typeface="Arial" panose="020B0604020202020204" pitchFamily="34" charset="0"/>
                        </a:rPr>
                        <a:t>Definir identidad del proyecto y generar compromiso dentro de la organización</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Única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Comunicado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Mail Interno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ctr" fontAlgn="ctr"/>
                      <a:r>
                        <a:rPr lang="es-CL" sz="600" b="0" i="0" u="none" strike="noStrike">
                          <a:solidFill>
                            <a:srgbClr val="000000"/>
                          </a:solidFill>
                          <a:effectLst/>
                          <a:latin typeface="Arial" panose="020B0604020202020204" pitchFamily="34" charset="0"/>
                        </a:rPr>
                        <a:t>14-04-2023</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ctr" fontAlgn="ctr"/>
                      <a:r>
                        <a:rPr lang="es-CL" sz="600" b="0" i="0" u="none" strike="noStrike">
                          <a:solidFill>
                            <a:srgbClr val="000000"/>
                          </a:solidFill>
                          <a:effectLst/>
                          <a:latin typeface="Arial" panose="020B0604020202020204" pitchFamily="34" charset="0"/>
                        </a:rPr>
                        <a:t>18-04-2023</a:t>
                      </a:r>
                    </a:p>
                  </a:txBody>
                  <a:tcPr marL="3058" marR="3058" marT="3058" marB="0" anchor="ctr">
                    <a:lnL w="12700" cap="flat" cmpd="sng" algn="ctr">
                      <a:solidFill>
                        <a:srgbClr val="639FCB"/>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b"/>
                      <a:r>
                        <a:rPr lang="es-CL" sz="600" b="0" i="0" u="none" strike="noStrike">
                          <a:solidFill>
                            <a:srgbClr val="000000"/>
                          </a:solidFill>
                          <a:effectLst/>
                          <a:latin typeface="Arial" panose="020B0604020202020204" pitchFamily="34" charset="0"/>
                        </a:rPr>
                        <a:t>Cerrado</a:t>
                      </a:r>
                    </a:p>
                  </a:txBody>
                  <a:tcPr marL="3058" marR="3058" marT="3058" marB="0" anchor="b">
                    <a:lnL w="6350" cap="flat" cmpd="sng" algn="ctr">
                      <a:solidFill>
                        <a:srgbClr val="000000"/>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Líderes de procesos funcionales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extLst>
                  <a:ext uri="{0D108BD9-81ED-4DB2-BD59-A6C34878D82A}">
                    <a16:rowId xmlns:a16="http://schemas.microsoft.com/office/drawing/2014/main" val="2394210249"/>
                  </a:ext>
                </a:extLst>
              </a:tr>
              <a:tr h="152962">
                <a:tc>
                  <a:txBody>
                    <a:bodyPr/>
                    <a:lstStyle/>
                    <a:p>
                      <a:pPr algn="l" fontAlgn="ctr"/>
                      <a:r>
                        <a:rPr lang="es-CL" sz="600" b="1" i="0" u="none" strike="noStrike">
                          <a:solidFill>
                            <a:srgbClr val="000000"/>
                          </a:solidFill>
                          <a:effectLst/>
                          <a:latin typeface="Arial" panose="020B0604020202020204" pitchFamily="34" charset="0"/>
                        </a:rPr>
                        <a:t>Pre Informativa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Acciones tempranas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Envio de comunicado avance funcional módulo: ordenes de trabajo, aparatos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ctr"/>
                      <a:r>
                        <a:rPr lang="es-MX" sz="600" b="0" i="0" u="none" strike="noStrike">
                          <a:solidFill>
                            <a:srgbClr val="000000"/>
                          </a:solidFill>
                          <a:effectLst/>
                          <a:latin typeface="Arial" panose="020B0604020202020204" pitchFamily="34" charset="0"/>
                        </a:rPr>
                        <a:t>Informar periodicamente de los avances del frente funcional del proyecto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Única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Comunicado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Mail Interno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21-04-2023</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24-04-2023</a:t>
                      </a:r>
                    </a:p>
                  </a:txBody>
                  <a:tcPr marL="3058" marR="3058" marT="3058" marB="0" anchor="ctr">
                    <a:lnL w="12700" cap="flat" cmpd="sng" algn="ctr">
                      <a:solidFill>
                        <a:srgbClr val="639FCB"/>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b"/>
                      <a:r>
                        <a:rPr lang="es-CL" sz="600" b="0" i="0" u="none" strike="noStrike">
                          <a:solidFill>
                            <a:srgbClr val="000000"/>
                          </a:solidFill>
                          <a:effectLst/>
                          <a:latin typeface="Arial" panose="020B0604020202020204" pitchFamily="34" charset="0"/>
                        </a:rPr>
                        <a:t>Cerrado</a:t>
                      </a:r>
                    </a:p>
                  </a:txBody>
                  <a:tcPr marL="3058" marR="3058" marT="3058" marB="0" anchor="b">
                    <a:lnL w="6350" cap="flat" cmpd="sng" algn="ctr">
                      <a:solidFill>
                        <a:srgbClr val="000000"/>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Área Comercial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extLst>
                  <a:ext uri="{0D108BD9-81ED-4DB2-BD59-A6C34878D82A}">
                    <a16:rowId xmlns:a16="http://schemas.microsoft.com/office/drawing/2014/main" val="3300819653"/>
                  </a:ext>
                </a:extLst>
              </a:tr>
              <a:tr h="152962">
                <a:tc>
                  <a:txBody>
                    <a:bodyPr/>
                    <a:lstStyle/>
                    <a:p>
                      <a:pPr algn="l" fontAlgn="ctr"/>
                      <a:r>
                        <a:rPr lang="es-CL" sz="600" b="1" i="0" u="none" strike="noStrike">
                          <a:solidFill>
                            <a:srgbClr val="000000"/>
                          </a:solidFill>
                          <a:effectLst/>
                          <a:latin typeface="Arial" panose="020B0604020202020204" pitchFamily="34" charset="0"/>
                        </a:rPr>
                        <a:t>Pre Informativa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Acciones tempranas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MX" sz="600" b="0" i="0" u="none" strike="noStrike">
                          <a:solidFill>
                            <a:srgbClr val="000000"/>
                          </a:solidFill>
                          <a:effectLst/>
                          <a:latin typeface="Arial" panose="020B0604020202020204" pitchFamily="34" charset="0"/>
                        </a:rPr>
                        <a:t>Envio de comunicado cierre funcional módulo: atención al cliente,  expedientes, instalaciones, contratación</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ctr"/>
                      <a:r>
                        <a:rPr lang="es-MX" sz="600" b="0" i="0" u="none" strike="noStrike">
                          <a:solidFill>
                            <a:srgbClr val="000000"/>
                          </a:solidFill>
                          <a:effectLst/>
                          <a:latin typeface="Arial" panose="020B0604020202020204" pitchFamily="34" charset="0"/>
                        </a:rPr>
                        <a:t>Informar periodicamente de los avances del frente funcional del proyecto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Única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Comunicado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Mail Interno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ctr" fontAlgn="ctr"/>
                      <a:r>
                        <a:rPr lang="es-CL" sz="600" b="0" i="0" u="none" strike="noStrike">
                          <a:solidFill>
                            <a:srgbClr val="000000"/>
                          </a:solidFill>
                          <a:effectLst/>
                          <a:latin typeface="Arial" panose="020B0604020202020204" pitchFamily="34" charset="0"/>
                        </a:rPr>
                        <a:t>27-04-2023</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ctr" fontAlgn="ctr"/>
                      <a:r>
                        <a:rPr lang="es-CL" sz="600" b="0" i="0" u="none" strike="noStrike">
                          <a:solidFill>
                            <a:srgbClr val="000000"/>
                          </a:solidFill>
                          <a:effectLst/>
                          <a:latin typeface="Arial" panose="020B0604020202020204" pitchFamily="34" charset="0"/>
                        </a:rPr>
                        <a:t>02-05-2023</a:t>
                      </a:r>
                    </a:p>
                  </a:txBody>
                  <a:tcPr marL="3058" marR="3058" marT="3058" marB="0" anchor="ctr">
                    <a:lnL w="12700" cap="flat" cmpd="sng" algn="ctr">
                      <a:solidFill>
                        <a:srgbClr val="639FCB"/>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b"/>
                      <a:r>
                        <a:rPr lang="es-CL" sz="600" b="0" i="0" u="none" strike="noStrike">
                          <a:solidFill>
                            <a:srgbClr val="000000"/>
                          </a:solidFill>
                          <a:effectLst/>
                          <a:latin typeface="Arial" panose="020B0604020202020204" pitchFamily="34" charset="0"/>
                        </a:rPr>
                        <a:t>Cerrado</a:t>
                      </a:r>
                    </a:p>
                  </a:txBody>
                  <a:tcPr marL="3058" marR="3058" marT="3058" marB="0" anchor="b">
                    <a:lnL w="6350" cap="flat" cmpd="sng" algn="ctr">
                      <a:solidFill>
                        <a:srgbClr val="000000"/>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Área Comercial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extLst>
                  <a:ext uri="{0D108BD9-81ED-4DB2-BD59-A6C34878D82A}">
                    <a16:rowId xmlns:a16="http://schemas.microsoft.com/office/drawing/2014/main" val="2991179599"/>
                  </a:ext>
                </a:extLst>
              </a:tr>
              <a:tr h="152962">
                <a:tc>
                  <a:txBody>
                    <a:bodyPr/>
                    <a:lstStyle/>
                    <a:p>
                      <a:pPr algn="l" fontAlgn="ctr"/>
                      <a:r>
                        <a:rPr lang="es-CL" sz="600" b="1" i="0" u="none" strike="noStrike">
                          <a:solidFill>
                            <a:srgbClr val="000000"/>
                          </a:solidFill>
                          <a:effectLst/>
                          <a:latin typeface="Arial" panose="020B0604020202020204" pitchFamily="34" charset="0"/>
                        </a:rPr>
                        <a:t>Pre Informativa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Acciones tempranas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MX" sz="600" b="0" i="0" u="none" strike="noStrike">
                          <a:solidFill>
                            <a:srgbClr val="000000"/>
                          </a:solidFill>
                          <a:effectLst/>
                          <a:latin typeface="Arial" panose="020B0604020202020204" pitchFamily="34" charset="0"/>
                        </a:rPr>
                        <a:t>Envio de comunicado cierre funcional módulo: lecturas, facturación y cobros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ctr"/>
                      <a:r>
                        <a:rPr lang="es-MX" sz="600" b="0" i="0" u="none" strike="noStrike">
                          <a:solidFill>
                            <a:srgbClr val="000000"/>
                          </a:solidFill>
                          <a:effectLst/>
                          <a:latin typeface="Arial" panose="020B0604020202020204" pitchFamily="34" charset="0"/>
                        </a:rPr>
                        <a:t>Informar periodicamente de los avances del frente funcional del proyecto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Única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Comunicado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Mail Interno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03-05-2023</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08-05-2023</a:t>
                      </a:r>
                    </a:p>
                  </a:txBody>
                  <a:tcPr marL="3058" marR="3058" marT="3058" marB="0" anchor="ctr">
                    <a:lnL w="12700" cap="flat" cmpd="sng" algn="ctr">
                      <a:solidFill>
                        <a:srgbClr val="639FCB"/>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b"/>
                      <a:r>
                        <a:rPr lang="es-CL" sz="600" b="0" i="0" u="none" strike="noStrike">
                          <a:solidFill>
                            <a:srgbClr val="000000"/>
                          </a:solidFill>
                          <a:effectLst/>
                          <a:latin typeface="Arial" panose="020B0604020202020204" pitchFamily="34" charset="0"/>
                        </a:rPr>
                        <a:t>Cerrado</a:t>
                      </a:r>
                    </a:p>
                  </a:txBody>
                  <a:tcPr marL="3058" marR="3058" marT="3058" marB="0" anchor="b">
                    <a:lnL w="6350" cap="flat" cmpd="sng" algn="ctr">
                      <a:solidFill>
                        <a:srgbClr val="000000"/>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Área Comercial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extLst>
                  <a:ext uri="{0D108BD9-81ED-4DB2-BD59-A6C34878D82A}">
                    <a16:rowId xmlns:a16="http://schemas.microsoft.com/office/drawing/2014/main" val="3250313824"/>
                  </a:ext>
                </a:extLst>
              </a:tr>
              <a:tr h="152962">
                <a:tc>
                  <a:txBody>
                    <a:bodyPr/>
                    <a:lstStyle/>
                    <a:p>
                      <a:pPr algn="l" fontAlgn="ctr"/>
                      <a:r>
                        <a:rPr lang="es-CL" sz="600" b="1" i="0" u="none" strike="noStrike">
                          <a:solidFill>
                            <a:srgbClr val="000000"/>
                          </a:solidFill>
                          <a:effectLst/>
                          <a:latin typeface="Arial" panose="020B0604020202020204" pitchFamily="34" charset="0"/>
                        </a:rPr>
                        <a:t>Pre Informativa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Acciones tempranas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MX" sz="600" b="0" i="0" u="none" strike="noStrike">
                          <a:solidFill>
                            <a:srgbClr val="000000"/>
                          </a:solidFill>
                          <a:effectLst/>
                          <a:latin typeface="Arial" panose="020B0604020202020204" pitchFamily="34" charset="0"/>
                        </a:rPr>
                        <a:t>Envio de comunicado cierre funcional módulo: atención al cliente,  expedientes, instalaciones, contratación</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ctr"/>
                      <a:r>
                        <a:rPr lang="es-MX" sz="600" b="0" i="0" u="none" strike="noStrike">
                          <a:solidFill>
                            <a:srgbClr val="000000"/>
                          </a:solidFill>
                          <a:effectLst/>
                          <a:latin typeface="Arial" panose="020B0604020202020204" pitchFamily="34" charset="0"/>
                        </a:rPr>
                        <a:t>Informar periodicamente de los avances del frente funcional del proyecto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Única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Reel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Mail Interno/ Whatsapp</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ctr" fontAlgn="ctr"/>
                      <a:r>
                        <a:rPr lang="es-CL" sz="600" b="0" i="0" u="none" strike="noStrike">
                          <a:solidFill>
                            <a:srgbClr val="000000"/>
                          </a:solidFill>
                          <a:effectLst/>
                          <a:latin typeface="Arial" panose="020B0604020202020204" pitchFamily="34" charset="0"/>
                        </a:rPr>
                        <a:t>01-05-2023</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ctr" fontAlgn="ctr"/>
                      <a:r>
                        <a:rPr lang="es-CL" sz="600" b="0" i="0" u="none" strike="noStrike">
                          <a:solidFill>
                            <a:srgbClr val="000000"/>
                          </a:solidFill>
                          <a:effectLst/>
                          <a:latin typeface="Arial" panose="020B0604020202020204" pitchFamily="34" charset="0"/>
                        </a:rPr>
                        <a:t>12-05-2023</a:t>
                      </a:r>
                    </a:p>
                  </a:txBody>
                  <a:tcPr marL="3058" marR="3058" marT="3058" marB="0" anchor="ctr">
                    <a:lnL w="12700" cap="flat" cmpd="sng" algn="ctr">
                      <a:solidFill>
                        <a:srgbClr val="639FCB"/>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b"/>
                      <a:r>
                        <a:rPr lang="es-CL" sz="600" b="0" i="0" u="none" strike="noStrike">
                          <a:solidFill>
                            <a:srgbClr val="000000"/>
                          </a:solidFill>
                          <a:effectLst/>
                          <a:latin typeface="Arial" panose="020B0604020202020204" pitchFamily="34" charset="0"/>
                        </a:rPr>
                        <a:t>Cerrado</a:t>
                      </a:r>
                    </a:p>
                  </a:txBody>
                  <a:tcPr marL="3058" marR="3058" marT="3058" marB="0" anchor="b">
                    <a:lnL w="6350" cap="flat" cmpd="sng" algn="ctr">
                      <a:solidFill>
                        <a:srgbClr val="000000"/>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Área Comercial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extLst>
                  <a:ext uri="{0D108BD9-81ED-4DB2-BD59-A6C34878D82A}">
                    <a16:rowId xmlns:a16="http://schemas.microsoft.com/office/drawing/2014/main" val="3041091290"/>
                  </a:ext>
                </a:extLst>
              </a:tr>
              <a:tr h="152962">
                <a:tc>
                  <a:txBody>
                    <a:bodyPr/>
                    <a:lstStyle/>
                    <a:p>
                      <a:pPr algn="l" fontAlgn="ctr"/>
                      <a:r>
                        <a:rPr lang="es-CL" sz="600" b="1" i="0" u="none" strike="noStrike">
                          <a:solidFill>
                            <a:srgbClr val="000000"/>
                          </a:solidFill>
                          <a:effectLst/>
                          <a:latin typeface="Arial" panose="020B0604020202020204" pitchFamily="34" charset="0"/>
                        </a:rPr>
                        <a:t>Pre Informativa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Acciones tempranas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MX" sz="600" b="0" i="0" u="none" strike="noStrike">
                          <a:solidFill>
                            <a:srgbClr val="000000"/>
                          </a:solidFill>
                          <a:effectLst/>
                          <a:latin typeface="Arial" panose="020B0604020202020204" pitchFamily="34" charset="0"/>
                        </a:rPr>
                        <a:t>Envio de comunicado cierre funcional módulo: gestión de deuda, ordenes de trabajo y aparatos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ctr"/>
                      <a:r>
                        <a:rPr lang="es-MX" sz="600" b="0" i="0" u="none" strike="noStrike">
                          <a:solidFill>
                            <a:srgbClr val="000000"/>
                          </a:solidFill>
                          <a:effectLst/>
                          <a:latin typeface="Arial" panose="020B0604020202020204" pitchFamily="34" charset="0"/>
                        </a:rPr>
                        <a:t>Informar periodicamente de los avances del frente funcional del proyecto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Única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Comunicado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Mail Interno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10-05-2023</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15-05-2023</a:t>
                      </a:r>
                    </a:p>
                  </a:txBody>
                  <a:tcPr marL="3058" marR="3058" marT="3058" marB="0" anchor="ctr">
                    <a:lnL w="12700" cap="flat" cmpd="sng" algn="ctr">
                      <a:solidFill>
                        <a:srgbClr val="639FCB"/>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b"/>
                      <a:r>
                        <a:rPr lang="es-CL" sz="600" b="0" i="0" u="none" strike="noStrike">
                          <a:solidFill>
                            <a:srgbClr val="000000"/>
                          </a:solidFill>
                          <a:effectLst/>
                          <a:latin typeface="Arial" panose="020B0604020202020204" pitchFamily="34" charset="0"/>
                        </a:rPr>
                        <a:t>Cerrado</a:t>
                      </a:r>
                    </a:p>
                  </a:txBody>
                  <a:tcPr marL="3058" marR="3058" marT="3058" marB="0" anchor="b">
                    <a:lnL w="6350" cap="flat" cmpd="sng" algn="ctr">
                      <a:solidFill>
                        <a:srgbClr val="000000"/>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Área Comercial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extLst>
                  <a:ext uri="{0D108BD9-81ED-4DB2-BD59-A6C34878D82A}">
                    <a16:rowId xmlns:a16="http://schemas.microsoft.com/office/drawing/2014/main" val="623310764"/>
                  </a:ext>
                </a:extLst>
              </a:tr>
              <a:tr h="152962">
                <a:tc>
                  <a:txBody>
                    <a:bodyPr/>
                    <a:lstStyle/>
                    <a:p>
                      <a:pPr algn="l" fontAlgn="ctr"/>
                      <a:r>
                        <a:rPr lang="es-CL" sz="600" b="1" i="0" u="none" strike="noStrike">
                          <a:solidFill>
                            <a:srgbClr val="000000"/>
                          </a:solidFill>
                          <a:effectLst/>
                          <a:latin typeface="Arial" panose="020B0604020202020204" pitchFamily="34" charset="0"/>
                        </a:rPr>
                        <a:t>Pre Informativa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Acciones tempranas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MX" sz="600" b="0" i="0" u="none" strike="noStrike" err="1">
                          <a:solidFill>
                            <a:srgbClr val="000000"/>
                          </a:solidFill>
                          <a:effectLst/>
                          <a:latin typeface="Arial" panose="020B0604020202020204" pitchFamily="34" charset="0"/>
                        </a:rPr>
                        <a:t>Envio</a:t>
                      </a:r>
                      <a:r>
                        <a:rPr lang="es-MX" sz="600" b="0" i="0" u="none" strike="noStrike">
                          <a:solidFill>
                            <a:srgbClr val="000000"/>
                          </a:solidFill>
                          <a:effectLst/>
                          <a:latin typeface="Arial" panose="020B0604020202020204" pitchFamily="34" charset="0"/>
                        </a:rPr>
                        <a:t> de comunicado avance funcional: cierre de primer bloque, elaboración  y entrega de </a:t>
                      </a:r>
                      <a:r>
                        <a:rPr lang="es-MX" sz="600" b="0" i="0" u="none" strike="noStrike" err="1">
                          <a:solidFill>
                            <a:srgbClr val="000000"/>
                          </a:solidFill>
                          <a:effectLst/>
                          <a:latin typeface="Arial" panose="020B0604020202020204" pitchFamily="34" charset="0"/>
                        </a:rPr>
                        <a:t>blueprints</a:t>
                      </a:r>
                      <a:endParaRPr lang="es-MX"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ctr"/>
                      <a:r>
                        <a:rPr lang="es-MX" sz="600" b="0" i="0" u="none" strike="noStrike">
                          <a:solidFill>
                            <a:srgbClr val="000000"/>
                          </a:solidFill>
                          <a:effectLst/>
                          <a:latin typeface="Arial" panose="020B0604020202020204" pitchFamily="34" charset="0"/>
                        </a:rPr>
                        <a:t>Informar periodicamente de los avances del frente funcional del proyecto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Única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Comunicado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Mail Interno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ctr" fontAlgn="ctr"/>
                      <a:r>
                        <a:rPr lang="es-CL" sz="600" b="0" i="0" u="none" strike="noStrike">
                          <a:solidFill>
                            <a:srgbClr val="000000"/>
                          </a:solidFill>
                          <a:effectLst/>
                          <a:latin typeface="Arial" panose="020B0604020202020204" pitchFamily="34" charset="0"/>
                        </a:rPr>
                        <a:t>17-05-2023</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ctr" fontAlgn="ctr"/>
                      <a:r>
                        <a:rPr lang="es-CL" sz="600" b="0" i="0" u="none" strike="noStrike">
                          <a:solidFill>
                            <a:srgbClr val="000000"/>
                          </a:solidFill>
                          <a:effectLst/>
                          <a:latin typeface="Arial" panose="020B0604020202020204" pitchFamily="34" charset="0"/>
                        </a:rPr>
                        <a:t>22-05-2023</a:t>
                      </a:r>
                    </a:p>
                  </a:txBody>
                  <a:tcPr marL="3058" marR="3058" marT="3058" marB="0" anchor="ctr">
                    <a:lnL w="12700" cap="flat" cmpd="sng" algn="ctr">
                      <a:solidFill>
                        <a:srgbClr val="639FCB"/>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b"/>
                      <a:r>
                        <a:rPr lang="es-CL" sz="600" b="0" i="0" u="none" strike="noStrike">
                          <a:solidFill>
                            <a:srgbClr val="000000"/>
                          </a:solidFill>
                          <a:effectLst/>
                          <a:latin typeface="Arial" panose="020B0604020202020204" pitchFamily="34" charset="0"/>
                        </a:rPr>
                        <a:t>Cerrado</a:t>
                      </a:r>
                    </a:p>
                  </a:txBody>
                  <a:tcPr marL="3058" marR="3058" marT="3058" marB="0" anchor="b">
                    <a:lnL w="6350" cap="flat" cmpd="sng" algn="ctr">
                      <a:solidFill>
                        <a:srgbClr val="000000"/>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Área Comercial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extLst>
                  <a:ext uri="{0D108BD9-81ED-4DB2-BD59-A6C34878D82A}">
                    <a16:rowId xmlns:a16="http://schemas.microsoft.com/office/drawing/2014/main" val="2381876941"/>
                  </a:ext>
                </a:extLst>
              </a:tr>
              <a:tr h="152962">
                <a:tc>
                  <a:txBody>
                    <a:bodyPr/>
                    <a:lstStyle/>
                    <a:p>
                      <a:pPr algn="l" fontAlgn="ctr"/>
                      <a:r>
                        <a:rPr lang="es-CL" sz="600" b="1" i="0" u="none" strike="noStrike">
                          <a:solidFill>
                            <a:srgbClr val="000000"/>
                          </a:solidFill>
                          <a:effectLst/>
                          <a:latin typeface="Arial" panose="020B0604020202020204" pitchFamily="34" charset="0"/>
                        </a:rPr>
                        <a:t>Pre Informativa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Acciones tempranas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MX" sz="600" b="0" i="0" u="none" strike="noStrike">
                          <a:solidFill>
                            <a:srgbClr val="000000"/>
                          </a:solidFill>
                          <a:effectLst/>
                          <a:latin typeface="Arial" panose="020B0604020202020204" pitchFamily="34" charset="0"/>
                        </a:rPr>
                        <a:t>Envio de comunicado cierre funcional módulo: gestión de deuda, ordenes de trabajo y aparatos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MX" sz="600" b="0" i="0" u="none" strike="noStrike">
                          <a:solidFill>
                            <a:srgbClr val="000000"/>
                          </a:solidFill>
                          <a:effectLst/>
                          <a:latin typeface="Arial" panose="020B0604020202020204" pitchFamily="34" charset="0"/>
                        </a:rPr>
                        <a:t>Informar periodicamente de los avances del frente funcional del proyecto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Única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Reel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Mail Interno/ Whatsapp</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15-05-2023</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26-05-2023</a:t>
                      </a:r>
                    </a:p>
                  </a:txBody>
                  <a:tcPr marL="3058" marR="3058" marT="3058" marB="0" anchor="ctr">
                    <a:lnL w="12700" cap="flat" cmpd="sng" algn="ctr">
                      <a:solidFill>
                        <a:srgbClr val="639FCB"/>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b"/>
                      <a:r>
                        <a:rPr lang="es-CL" sz="600" b="0" i="0" u="none" strike="noStrike">
                          <a:solidFill>
                            <a:srgbClr val="000000"/>
                          </a:solidFill>
                          <a:effectLst/>
                          <a:latin typeface="Arial" panose="020B0604020202020204" pitchFamily="34" charset="0"/>
                        </a:rPr>
                        <a:t>Cerrado</a:t>
                      </a:r>
                    </a:p>
                  </a:txBody>
                  <a:tcPr marL="3058" marR="3058" marT="3058" marB="0" anchor="b">
                    <a:lnL w="6350" cap="flat" cmpd="sng" algn="ctr">
                      <a:solidFill>
                        <a:srgbClr val="000000"/>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Área Comercial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extLst>
                  <a:ext uri="{0D108BD9-81ED-4DB2-BD59-A6C34878D82A}">
                    <a16:rowId xmlns:a16="http://schemas.microsoft.com/office/drawing/2014/main" val="3455768443"/>
                  </a:ext>
                </a:extLst>
              </a:tr>
              <a:tr h="152962">
                <a:tc>
                  <a:txBody>
                    <a:bodyPr/>
                    <a:lstStyle/>
                    <a:p>
                      <a:pPr algn="l" fontAlgn="ctr"/>
                      <a:r>
                        <a:rPr lang="es-CL" sz="600" b="1" i="0" u="none" strike="noStrike">
                          <a:solidFill>
                            <a:srgbClr val="000000"/>
                          </a:solidFill>
                          <a:effectLst/>
                          <a:latin typeface="Arial" panose="020B0604020202020204" pitchFamily="34" charset="0"/>
                        </a:rPr>
                        <a:t>Pre Informativa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Acciones tempranas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MX" sz="600" b="0" i="0" u="none" strike="noStrike">
                          <a:solidFill>
                            <a:srgbClr val="000000"/>
                          </a:solidFill>
                          <a:effectLst/>
                          <a:latin typeface="Arial" panose="020B0604020202020204" pitchFamily="34" charset="0"/>
                        </a:rPr>
                        <a:t>Envio de comunicado avance funcional: revisión conjunta y aprobación de blueprints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MX" sz="600" b="0" i="0" u="none" strike="noStrike">
                          <a:solidFill>
                            <a:srgbClr val="000000"/>
                          </a:solidFill>
                          <a:effectLst/>
                          <a:latin typeface="Arial" panose="020B0604020202020204" pitchFamily="34" charset="0"/>
                        </a:rPr>
                        <a:t>Informar periodicamente de los avances del frente funcional del proyecto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Única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Comunicado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Mail Interno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ctr" fontAlgn="ctr"/>
                      <a:r>
                        <a:rPr lang="es-CL" sz="600" b="0" i="0" u="none" strike="noStrike">
                          <a:solidFill>
                            <a:srgbClr val="000000"/>
                          </a:solidFill>
                          <a:effectLst/>
                          <a:latin typeface="Arial" panose="020B0604020202020204" pitchFamily="34" charset="0"/>
                        </a:rPr>
                        <a:t>24-05-2023</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ctr" fontAlgn="ctr"/>
                      <a:r>
                        <a:rPr lang="es-CL" sz="600" b="0" i="0" u="none" strike="noStrike">
                          <a:solidFill>
                            <a:srgbClr val="000000"/>
                          </a:solidFill>
                          <a:effectLst/>
                          <a:latin typeface="Arial" panose="020B0604020202020204" pitchFamily="34" charset="0"/>
                        </a:rPr>
                        <a:t>29-05-2023</a:t>
                      </a:r>
                    </a:p>
                  </a:txBody>
                  <a:tcPr marL="3058" marR="3058" marT="3058" marB="0" anchor="ctr">
                    <a:lnL w="12700" cap="flat" cmpd="sng" algn="ctr">
                      <a:solidFill>
                        <a:srgbClr val="639FCB"/>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b"/>
                      <a:r>
                        <a:rPr lang="es-CL" sz="600" b="0" i="0" u="none" strike="noStrike">
                          <a:solidFill>
                            <a:srgbClr val="000000"/>
                          </a:solidFill>
                          <a:effectLst/>
                          <a:latin typeface="Arial" panose="020B0604020202020204" pitchFamily="34" charset="0"/>
                        </a:rPr>
                        <a:t>Cerrado</a:t>
                      </a:r>
                    </a:p>
                  </a:txBody>
                  <a:tcPr marL="3058" marR="3058" marT="3058" marB="0" anchor="b">
                    <a:lnL w="6350" cap="flat" cmpd="sng" algn="ctr">
                      <a:solidFill>
                        <a:srgbClr val="000000"/>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Área Comercial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extLst>
                  <a:ext uri="{0D108BD9-81ED-4DB2-BD59-A6C34878D82A}">
                    <a16:rowId xmlns:a16="http://schemas.microsoft.com/office/drawing/2014/main" val="3474324062"/>
                  </a:ext>
                </a:extLst>
              </a:tr>
              <a:tr h="152962">
                <a:tc>
                  <a:txBody>
                    <a:bodyPr/>
                    <a:lstStyle/>
                    <a:p>
                      <a:pPr algn="l" fontAlgn="ctr"/>
                      <a:r>
                        <a:rPr lang="es-CL" sz="600" b="1" i="0" u="none" strike="noStrike">
                          <a:solidFill>
                            <a:srgbClr val="000000"/>
                          </a:solidFill>
                          <a:effectLst/>
                          <a:latin typeface="Arial" panose="020B0604020202020204" pitchFamily="34" charset="0"/>
                        </a:rPr>
                        <a:t>Pre Informativa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Acciones tempranas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MX" sz="600" b="0" i="0" u="none" strike="noStrike">
                          <a:solidFill>
                            <a:srgbClr val="000000"/>
                          </a:solidFill>
                          <a:effectLst/>
                          <a:latin typeface="Arial" panose="020B0604020202020204" pitchFamily="34" charset="0"/>
                        </a:rPr>
                        <a:t>Envio de comunicado avance funcional: revisión conjunta y aprobación de blueprints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MX" sz="600" b="0" i="0" u="none" strike="noStrike">
                          <a:solidFill>
                            <a:srgbClr val="000000"/>
                          </a:solidFill>
                          <a:effectLst/>
                          <a:latin typeface="Arial" panose="020B0604020202020204" pitchFamily="34" charset="0"/>
                        </a:rPr>
                        <a:t>Informar periodicamente de los avances del frente funcional del proyecto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Única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Comunicado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Mail Interno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31-05-2023</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05-06-2023</a:t>
                      </a:r>
                    </a:p>
                  </a:txBody>
                  <a:tcPr marL="3058" marR="3058" marT="3058" marB="0" anchor="ctr">
                    <a:lnL w="12700" cap="flat" cmpd="sng" algn="ctr">
                      <a:solidFill>
                        <a:srgbClr val="639FCB"/>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b"/>
                      <a:r>
                        <a:rPr lang="es-CL" sz="600" b="0" i="0" u="none" strike="noStrike">
                          <a:solidFill>
                            <a:srgbClr val="000000"/>
                          </a:solidFill>
                          <a:effectLst/>
                          <a:latin typeface="Arial" panose="020B0604020202020204" pitchFamily="34" charset="0"/>
                        </a:rPr>
                        <a:t>Cerrado</a:t>
                      </a:r>
                    </a:p>
                  </a:txBody>
                  <a:tcPr marL="3058" marR="3058" marT="3058" marB="0" anchor="b">
                    <a:lnL w="6350" cap="flat" cmpd="sng" algn="ctr">
                      <a:solidFill>
                        <a:srgbClr val="000000"/>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Área Comercial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extLst>
                  <a:ext uri="{0D108BD9-81ED-4DB2-BD59-A6C34878D82A}">
                    <a16:rowId xmlns:a16="http://schemas.microsoft.com/office/drawing/2014/main" val="1367703445"/>
                  </a:ext>
                </a:extLst>
              </a:tr>
              <a:tr h="152962">
                <a:tc>
                  <a:txBody>
                    <a:bodyPr/>
                    <a:lstStyle/>
                    <a:p>
                      <a:pPr algn="l" fontAlgn="ctr"/>
                      <a:r>
                        <a:rPr lang="es-CL" sz="600" b="1" i="0" u="none" strike="noStrike">
                          <a:solidFill>
                            <a:srgbClr val="000000"/>
                          </a:solidFill>
                          <a:effectLst/>
                          <a:latin typeface="Arial" panose="020B0604020202020204" pitchFamily="34" charset="0"/>
                        </a:rPr>
                        <a:t>Pre Informativa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Acciones tempranas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MX" sz="600" b="0" i="0" u="none" strike="noStrike">
                          <a:solidFill>
                            <a:srgbClr val="000000"/>
                          </a:solidFill>
                          <a:effectLst/>
                          <a:latin typeface="Arial" panose="020B0604020202020204" pitchFamily="34" charset="0"/>
                        </a:rPr>
                        <a:t>Envio de comunicado avance funcional módulo: App, Contabilidad, Social Media y Self Service</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ctr"/>
                      <a:r>
                        <a:rPr lang="es-MX" sz="600" b="0" i="0" u="none" strike="noStrike">
                          <a:solidFill>
                            <a:srgbClr val="000000"/>
                          </a:solidFill>
                          <a:effectLst/>
                          <a:latin typeface="Arial" panose="020B0604020202020204" pitchFamily="34" charset="0"/>
                        </a:rPr>
                        <a:t>Informar periodicamente de los avances del frente funcional del proyecto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Única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Comunicado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Mail Interno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28-06-2023</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03-07-2023</a:t>
                      </a:r>
                    </a:p>
                  </a:txBody>
                  <a:tcPr marL="3058" marR="3058" marT="3058" marB="0" anchor="ctr">
                    <a:lnL w="12700" cap="flat" cmpd="sng" algn="ctr">
                      <a:solidFill>
                        <a:srgbClr val="639FCB"/>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b"/>
                      <a:r>
                        <a:rPr lang="es-CL" sz="600" b="0" i="0" u="none" strike="noStrike">
                          <a:solidFill>
                            <a:srgbClr val="000000"/>
                          </a:solidFill>
                          <a:effectLst/>
                          <a:latin typeface="Arial" panose="020B0604020202020204" pitchFamily="34" charset="0"/>
                        </a:rPr>
                        <a:t>Cerrado</a:t>
                      </a:r>
                    </a:p>
                  </a:txBody>
                  <a:tcPr marL="3058" marR="3058" marT="3058" marB="0" anchor="b">
                    <a:lnL w="6350" cap="flat" cmpd="sng" algn="ctr">
                      <a:solidFill>
                        <a:srgbClr val="000000"/>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Área Comercial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extLst>
                  <a:ext uri="{0D108BD9-81ED-4DB2-BD59-A6C34878D82A}">
                    <a16:rowId xmlns:a16="http://schemas.microsoft.com/office/drawing/2014/main" val="2530801509"/>
                  </a:ext>
                </a:extLst>
              </a:tr>
              <a:tr h="228185">
                <a:tc>
                  <a:txBody>
                    <a:bodyPr/>
                    <a:lstStyle/>
                    <a:p>
                      <a:pPr algn="l" fontAlgn="ctr"/>
                      <a:r>
                        <a:rPr lang="es-CL" sz="600" b="1" i="0" u="none" strike="noStrike">
                          <a:solidFill>
                            <a:srgbClr val="000000"/>
                          </a:solidFill>
                          <a:effectLst/>
                          <a:latin typeface="Arial" panose="020B0604020202020204" pitchFamily="34" charset="0"/>
                        </a:rPr>
                        <a:t>Informativa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Plan de comunicaciones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MX" sz="600" b="0" i="0" u="none" strike="noStrike">
                          <a:solidFill>
                            <a:srgbClr val="000000"/>
                          </a:solidFill>
                          <a:effectLst/>
                          <a:latin typeface="Arial" panose="020B0604020202020204" pitchFamily="34" charset="0"/>
                        </a:rPr>
                        <a:t>Comunicación de testimonios de la capa media del área comercial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44B3E1"/>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MX" sz="600" b="0" i="0" u="none" strike="noStrike">
                          <a:solidFill>
                            <a:srgbClr val="000000"/>
                          </a:solidFill>
                          <a:effectLst/>
                          <a:latin typeface="Arial" panose="020B0604020202020204" pitchFamily="34" charset="0"/>
                        </a:rPr>
                        <a:t>Empoderar a la capa media del área comercial de Sedapal ante toda la organización</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Única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Comunicado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Mail Interno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ctr" fontAlgn="ctr"/>
                      <a:r>
                        <a:rPr lang="es-CL" sz="600" b="0" i="0" u="none" strike="noStrike">
                          <a:solidFill>
                            <a:srgbClr val="000000"/>
                          </a:solidFill>
                          <a:effectLst/>
                          <a:latin typeface="Arial" panose="020B0604020202020204" pitchFamily="34" charset="0"/>
                        </a:rPr>
                        <a:t>11-09-2023</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ctr" fontAlgn="ctr"/>
                      <a:r>
                        <a:rPr lang="es-CL" sz="600" b="0" i="0" u="none" strike="noStrike">
                          <a:solidFill>
                            <a:srgbClr val="000000"/>
                          </a:solidFill>
                          <a:effectLst/>
                          <a:latin typeface="Arial" panose="020B0604020202020204" pitchFamily="34" charset="0"/>
                        </a:rPr>
                        <a:t>18-09-2023</a:t>
                      </a:r>
                    </a:p>
                  </a:txBody>
                  <a:tcPr marL="3058" marR="3058" marT="3058" marB="0" anchor="ctr">
                    <a:lnL w="12700" cap="flat" cmpd="sng" algn="ctr">
                      <a:solidFill>
                        <a:srgbClr val="639FCB"/>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b"/>
                      <a:r>
                        <a:rPr lang="es-CL" sz="600" b="0" i="0" u="none" strike="noStrike">
                          <a:solidFill>
                            <a:srgbClr val="000000"/>
                          </a:solidFill>
                          <a:effectLst/>
                          <a:latin typeface="Arial" panose="020B0604020202020204" pitchFamily="34" charset="0"/>
                        </a:rPr>
                        <a:t>Cerrado</a:t>
                      </a:r>
                    </a:p>
                  </a:txBody>
                  <a:tcPr marL="3058" marR="3058" marT="3058" marB="0" anchor="b">
                    <a:lnL w="6350" cap="flat" cmpd="sng" algn="ctr">
                      <a:solidFill>
                        <a:srgbClr val="000000"/>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Área Comercial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extLst>
                  <a:ext uri="{0D108BD9-81ED-4DB2-BD59-A6C34878D82A}">
                    <a16:rowId xmlns:a16="http://schemas.microsoft.com/office/drawing/2014/main" val="1123589173"/>
                  </a:ext>
                </a:extLst>
              </a:tr>
              <a:tr h="228185">
                <a:tc>
                  <a:txBody>
                    <a:bodyPr/>
                    <a:lstStyle/>
                    <a:p>
                      <a:pPr algn="l" fontAlgn="ctr"/>
                      <a:r>
                        <a:rPr lang="es-CL" sz="600" b="1" i="0" u="none" strike="noStrike">
                          <a:solidFill>
                            <a:srgbClr val="000000"/>
                          </a:solidFill>
                          <a:effectLst/>
                          <a:latin typeface="Arial" panose="020B0604020202020204" pitchFamily="34" charset="0"/>
                        </a:rPr>
                        <a:t>Informativa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MX" sz="600" b="0" i="0" u="none" strike="noStrike">
                          <a:solidFill>
                            <a:srgbClr val="000000"/>
                          </a:solidFill>
                          <a:effectLst/>
                          <a:latin typeface="Arial" panose="020B0604020202020204" pitchFamily="34" charset="0"/>
                        </a:rPr>
                        <a:t>Red de agentes de cambio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Comunicación Agentes del cambio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MX" sz="600" b="0" i="0" u="none" strike="noStrike">
                          <a:solidFill>
                            <a:srgbClr val="000000"/>
                          </a:solidFill>
                          <a:effectLst/>
                          <a:latin typeface="Arial" panose="020B0604020202020204" pitchFamily="34" charset="0"/>
                        </a:rPr>
                        <a:t>Informar a los agentes del cambio de su elección y presentarles su función en el proyecto. Invitación a evento presencial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Única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Comunicado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Mail Interno/ Contacto personal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02-10-2023</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10-10-2023</a:t>
                      </a:r>
                    </a:p>
                  </a:txBody>
                  <a:tcPr marL="3058" marR="3058" marT="3058" marB="0" anchor="ctr">
                    <a:lnL w="12700" cap="flat" cmpd="sng" algn="ctr">
                      <a:solidFill>
                        <a:srgbClr val="639FCB"/>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b"/>
                      <a:r>
                        <a:rPr lang="es-CL" sz="600" b="0" i="0" u="none" strike="noStrike">
                          <a:solidFill>
                            <a:srgbClr val="000000"/>
                          </a:solidFill>
                          <a:effectLst/>
                          <a:latin typeface="Arial" panose="020B0604020202020204" pitchFamily="34" charset="0"/>
                        </a:rPr>
                        <a:t>Cerrado</a:t>
                      </a:r>
                    </a:p>
                  </a:txBody>
                  <a:tcPr marL="3058" marR="3058" marT="3058" marB="0" anchor="b">
                    <a:lnL w="6350" cap="flat" cmpd="sng" algn="ctr">
                      <a:solidFill>
                        <a:srgbClr val="000000"/>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Agentes del cambio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extLst>
                  <a:ext uri="{0D108BD9-81ED-4DB2-BD59-A6C34878D82A}">
                    <a16:rowId xmlns:a16="http://schemas.microsoft.com/office/drawing/2014/main" val="911918583"/>
                  </a:ext>
                </a:extLst>
              </a:tr>
              <a:tr h="228185">
                <a:tc>
                  <a:txBody>
                    <a:bodyPr/>
                    <a:lstStyle/>
                    <a:p>
                      <a:pPr algn="l" fontAlgn="ctr"/>
                      <a:r>
                        <a:rPr lang="es-CL" sz="600" b="1" i="0" u="none" strike="noStrike">
                          <a:solidFill>
                            <a:srgbClr val="000000"/>
                          </a:solidFill>
                          <a:effectLst/>
                          <a:latin typeface="Arial" panose="020B0604020202020204" pitchFamily="34" charset="0"/>
                        </a:rPr>
                        <a:t>Informativa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Plan de comunicaciones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Cobertura mediática de talleres de análisis de procesos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MX" sz="600" b="0" i="0" u="none" strike="noStrike">
                          <a:solidFill>
                            <a:srgbClr val="000000"/>
                          </a:solidFill>
                          <a:effectLst/>
                          <a:latin typeface="Arial" panose="020B0604020202020204" pitchFamily="34" charset="0"/>
                        </a:rPr>
                        <a:t>Dar visibilidad a la actividad ante toda la organización</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Única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Reel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Mail Interno/ Whatsapp</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ctr" fontAlgn="ctr"/>
                      <a:r>
                        <a:rPr lang="es-CL" sz="600" b="0" i="0" u="none" strike="noStrike">
                          <a:solidFill>
                            <a:srgbClr val="000000"/>
                          </a:solidFill>
                          <a:effectLst/>
                          <a:latin typeface="Arial" panose="020B0604020202020204" pitchFamily="34" charset="0"/>
                        </a:rPr>
                        <a:t>16-10-2023</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ctr" fontAlgn="ctr"/>
                      <a:r>
                        <a:rPr lang="es-CL" sz="600" b="0" i="0" u="none" strike="noStrike">
                          <a:solidFill>
                            <a:srgbClr val="000000"/>
                          </a:solidFill>
                          <a:effectLst/>
                          <a:latin typeface="Arial" panose="020B0604020202020204" pitchFamily="34" charset="0"/>
                        </a:rPr>
                        <a:t>23-10-2023</a:t>
                      </a:r>
                    </a:p>
                  </a:txBody>
                  <a:tcPr marL="3058" marR="3058" marT="3058" marB="0" anchor="ctr">
                    <a:lnL w="12700" cap="flat" cmpd="sng" algn="ctr">
                      <a:solidFill>
                        <a:srgbClr val="639FCB"/>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b"/>
                      <a:r>
                        <a:rPr lang="es-CL" sz="600" b="0" i="0" u="none" strike="noStrike">
                          <a:solidFill>
                            <a:srgbClr val="000000"/>
                          </a:solidFill>
                          <a:effectLst/>
                          <a:latin typeface="Arial" panose="020B0604020202020204" pitchFamily="34" charset="0"/>
                        </a:rPr>
                        <a:t>Cerrado</a:t>
                      </a:r>
                    </a:p>
                  </a:txBody>
                  <a:tcPr marL="3058" marR="3058" marT="3058" marB="0" anchor="b">
                    <a:lnL w="6350" cap="flat" cmpd="sng" algn="ctr">
                      <a:solidFill>
                        <a:srgbClr val="000000"/>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tc>
                  <a:txBody>
                    <a:bodyPr/>
                    <a:lstStyle/>
                    <a:p>
                      <a:pPr algn="l" fontAlgn="ctr"/>
                      <a:r>
                        <a:rPr lang="es-CL" sz="600" b="0" i="0" u="none" strike="noStrike">
                          <a:solidFill>
                            <a:srgbClr val="000000"/>
                          </a:solidFill>
                          <a:effectLst/>
                          <a:latin typeface="Arial" panose="020B0604020202020204" pitchFamily="34" charset="0"/>
                        </a:rPr>
                        <a:t>Área Comercial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noFill/>
                  </a:tcPr>
                </a:tc>
                <a:extLst>
                  <a:ext uri="{0D108BD9-81ED-4DB2-BD59-A6C34878D82A}">
                    <a16:rowId xmlns:a16="http://schemas.microsoft.com/office/drawing/2014/main" val="3928031825"/>
                  </a:ext>
                </a:extLst>
              </a:tr>
              <a:tr h="228185">
                <a:tc>
                  <a:txBody>
                    <a:bodyPr/>
                    <a:lstStyle/>
                    <a:p>
                      <a:pPr algn="l" fontAlgn="ctr"/>
                      <a:r>
                        <a:rPr lang="es-CL" sz="600" b="1" i="0" u="none" strike="noStrike">
                          <a:solidFill>
                            <a:srgbClr val="000000"/>
                          </a:solidFill>
                          <a:effectLst/>
                          <a:latin typeface="Arial" panose="020B0604020202020204" pitchFamily="34" charset="0"/>
                        </a:rPr>
                        <a:t>Informativa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Plan de comunicaciones</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MX" sz="600" b="0" i="0" u="none" strike="noStrike">
                          <a:solidFill>
                            <a:srgbClr val="000000"/>
                          </a:solidFill>
                          <a:effectLst/>
                          <a:latin typeface="Arial" panose="020B0604020202020204" pitchFamily="34" charset="0"/>
                        </a:rPr>
                        <a:t>Mensaje de Agradecimiento por completitud de encuesta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MX" sz="600" b="0" i="0" u="none" strike="noStrike">
                          <a:solidFill>
                            <a:srgbClr val="000000"/>
                          </a:solidFill>
                          <a:effectLst/>
                          <a:latin typeface="Arial" panose="020B0604020202020204" pitchFamily="34" charset="0"/>
                        </a:rPr>
                        <a:t>Dar visibilidad a los usuarios que participaron de la encuesta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Única</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Comunicado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Mail Interno</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08-12-2023</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ctr" fontAlgn="ctr"/>
                      <a:r>
                        <a:rPr lang="es-CL" sz="600" b="0" i="0" u="none" strike="noStrike">
                          <a:solidFill>
                            <a:srgbClr val="000000"/>
                          </a:solidFill>
                          <a:effectLst/>
                          <a:latin typeface="Arial" panose="020B0604020202020204" pitchFamily="34" charset="0"/>
                        </a:rPr>
                        <a:t>08-12-2023</a:t>
                      </a:r>
                    </a:p>
                  </a:txBody>
                  <a:tcPr marL="3058" marR="3058" marT="3058" marB="0" anchor="ctr">
                    <a:lnL w="12700" cap="flat" cmpd="sng" algn="ctr">
                      <a:solidFill>
                        <a:srgbClr val="639FCB"/>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b"/>
                      <a:r>
                        <a:rPr lang="es-CL" sz="600" b="0" i="0" u="none" strike="noStrike">
                          <a:solidFill>
                            <a:srgbClr val="000000"/>
                          </a:solidFill>
                          <a:effectLst/>
                          <a:latin typeface="Arial" panose="020B0604020202020204" pitchFamily="34" charset="0"/>
                        </a:rPr>
                        <a:t>Cerrado</a:t>
                      </a:r>
                    </a:p>
                  </a:txBody>
                  <a:tcPr marL="3058" marR="3058" marT="3058" marB="0" anchor="b">
                    <a:lnL w="6350" cap="flat" cmpd="sng" algn="ctr">
                      <a:solidFill>
                        <a:srgbClr val="000000"/>
                      </a:solidFill>
                      <a:prstDash val="solid"/>
                      <a:round/>
                      <a:headEnd type="none" w="med" len="med"/>
                      <a:tailEnd type="none" w="med" len="med"/>
                    </a:lnL>
                    <a:lnR w="12700" cap="flat" cmpd="sng" algn="ctr">
                      <a:solidFill>
                        <a:srgbClr val="639FCB"/>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endParaRPr lang="es-CL" sz="600" b="0" i="0" u="none" strike="noStrike">
                        <a:solidFill>
                          <a:srgbClr val="000000"/>
                        </a:solidFill>
                        <a:effectLst/>
                        <a:latin typeface="Arial" panose="020B0604020202020204" pitchFamily="34" charset="0"/>
                      </a:endParaRP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tc>
                  <a:txBody>
                    <a:bodyPr/>
                    <a:lstStyle/>
                    <a:p>
                      <a:pPr algn="l" fontAlgn="ctr"/>
                      <a:r>
                        <a:rPr lang="es-CL" sz="600" b="0" i="0" u="none" strike="noStrike">
                          <a:solidFill>
                            <a:srgbClr val="000000"/>
                          </a:solidFill>
                          <a:effectLst/>
                          <a:latin typeface="Arial" panose="020B0604020202020204" pitchFamily="34" charset="0"/>
                        </a:rPr>
                        <a:t>Área Comercial</a:t>
                      </a:r>
                    </a:p>
                  </a:txBody>
                  <a:tcPr marL="3058" marR="3058" marT="3058" marB="0" anchor="ctr">
                    <a:lnL w="12700" cap="flat" cmpd="sng" algn="ctr">
                      <a:solidFill>
                        <a:srgbClr val="639FCB"/>
                      </a:solidFill>
                      <a:prstDash val="solid"/>
                      <a:round/>
                      <a:headEnd type="none" w="med" len="med"/>
                      <a:tailEnd type="none" w="med" len="med"/>
                    </a:lnL>
                    <a:lnR w="12700" cap="flat" cmpd="sng" algn="ctr">
                      <a:solidFill>
                        <a:srgbClr val="639FCB"/>
                      </a:solidFill>
                      <a:prstDash val="solid"/>
                      <a:round/>
                      <a:headEnd type="none" w="med" len="med"/>
                      <a:tailEnd type="none" w="med" len="med"/>
                    </a:lnR>
                    <a:lnT w="12700" cap="flat" cmpd="sng" algn="ctr">
                      <a:solidFill>
                        <a:srgbClr val="639FCB"/>
                      </a:solidFill>
                      <a:prstDash val="solid"/>
                      <a:round/>
                      <a:headEnd type="none" w="med" len="med"/>
                      <a:tailEnd type="none" w="med" len="med"/>
                    </a:lnT>
                    <a:lnB w="12700" cap="flat" cmpd="sng" algn="ctr">
                      <a:solidFill>
                        <a:srgbClr val="639FCB"/>
                      </a:solidFill>
                      <a:prstDash val="solid"/>
                      <a:round/>
                      <a:headEnd type="none" w="med" len="med"/>
                      <a:tailEnd type="none" w="med" len="med"/>
                    </a:lnB>
                    <a:solidFill>
                      <a:srgbClr val="C0E6F5"/>
                    </a:solidFill>
                  </a:tcPr>
                </a:tc>
                <a:extLst>
                  <a:ext uri="{0D108BD9-81ED-4DB2-BD59-A6C34878D82A}">
                    <a16:rowId xmlns:a16="http://schemas.microsoft.com/office/drawing/2014/main" val="1838292789"/>
                  </a:ext>
                </a:extLst>
              </a:tr>
            </a:tbl>
          </a:graphicData>
        </a:graphic>
      </p:graphicFrame>
      <p:sp>
        <p:nvSpPr>
          <p:cNvPr id="4" name="17 Rectángulo">
            <a:extLst>
              <a:ext uri="{FF2B5EF4-FFF2-40B4-BE49-F238E27FC236}">
                <a16:creationId xmlns:a16="http://schemas.microsoft.com/office/drawing/2014/main" id="{B0B8F769-85CC-44B5-6BA4-6575345D590F}"/>
              </a:ext>
            </a:extLst>
          </p:cNvPr>
          <p:cNvSpPr/>
          <p:nvPr/>
        </p:nvSpPr>
        <p:spPr>
          <a:xfrm rot="2332249">
            <a:off x="10543278" y="2159600"/>
            <a:ext cx="1368648" cy="404346"/>
          </a:xfrm>
          <a:prstGeom prst="rect">
            <a:avLst/>
          </a:prstGeom>
          <a:solidFill>
            <a:schemeClr val="bg1"/>
          </a:solidFill>
          <a:ln w="9525">
            <a:solidFill>
              <a:srgbClr val="D0CEC1"/>
            </a:solidFill>
          </a:ln>
        </p:spPr>
        <p:style>
          <a:lnRef idx="2">
            <a:schemeClr val="accent1">
              <a:shade val="50000"/>
            </a:schemeClr>
          </a:lnRef>
          <a:fillRef idx="1">
            <a:schemeClr val="accent1"/>
          </a:fillRef>
          <a:effectRef idx="0">
            <a:schemeClr val="accent1"/>
          </a:effectRef>
          <a:fontRef idx="minor">
            <a:schemeClr val="lt1"/>
          </a:fontRef>
        </p:style>
        <p:txBody>
          <a:bodyPr lIns="48000" rIns="48000" rtlCol="0" anchor="ctr"/>
          <a:lstStyle/>
          <a:p>
            <a:pPr algn="ctr" defTabSz="913790"/>
            <a:r>
              <a:rPr lang="es-ES_tradnl" sz="1600">
                <a:solidFill>
                  <a:srgbClr val="4F062A"/>
                </a:solidFill>
              </a:rPr>
              <a:t>Ilustrativo</a:t>
            </a:r>
          </a:p>
        </p:txBody>
      </p:sp>
      <p:sp>
        <p:nvSpPr>
          <p:cNvPr id="6" name="Marcador de pie de página 2">
            <a:extLst>
              <a:ext uri="{FF2B5EF4-FFF2-40B4-BE49-F238E27FC236}">
                <a16:creationId xmlns:a16="http://schemas.microsoft.com/office/drawing/2014/main" id="{2D933E65-79BF-9D58-30DE-4BA8FE7DD36D}"/>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Tree>
    <p:extLst>
      <p:ext uri="{BB962C8B-B14F-4D97-AF65-F5344CB8AC3E}">
        <p14:creationId xmlns:p14="http://schemas.microsoft.com/office/powerpoint/2010/main" val="16799340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1ECEFAA-167D-69F8-E8F7-AC997CD6FBD0}"/>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CAEDF5E7-4AEE-759C-A26E-87FA546D756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CAEDF5E7-4AEE-759C-A26E-87FA546D756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0E11E899-68D2-517E-F26F-80484954E58E}"/>
              </a:ext>
            </a:extLst>
          </p:cNvPr>
          <p:cNvSpPr>
            <a:spLocks noGrp="1"/>
          </p:cNvSpPr>
          <p:nvPr>
            <p:ph type="title"/>
          </p:nvPr>
        </p:nvSpPr>
        <p:spPr>
          <a:xfrm>
            <a:off x="335360" y="548680"/>
            <a:ext cx="11521678" cy="873124"/>
          </a:xfrm>
        </p:spPr>
        <p:txBody>
          <a:bodyPr vert="horz"/>
          <a:lstStyle/>
          <a:p>
            <a:r>
              <a:rPr lang="es-MX" sz="2000"/>
              <a:t>Plan de presupuesto/ Gestión financiera de proyecto</a:t>
            </a:r>
            <a:endParaRPr lang="es-ES" sz="2200">
              <a:latin typeface="+mn-lt"/>
            </a:endParaRPr>
          </a:p>
        </p:txBody>
      </p:sp>
      <p:sp>
        <p:nvSpPr>
          <p:cNvPr id="3" name="Marcador de texto 2">
            <a:extLst>
              <a:ext uri="{FF2B5EF4-FFF2-40B4-BE49-F238E27FC236}">
                <a16:creationId xmlns:a16="http://schemas.microsoft.com/office/drawing/2014/main" id="{BB4E4F5C-7C90-830A-7FD9-4ADB50E19F91}"/>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pic>
        <p:nvPicPr>
          <p:cNvPr id="4" name="Picture 2">
            <a:extLst>
              <a:ext uri="{FF2B5EF4-FFF2-40B4-BE49-F238E27FC236}">
                <a16:creationId xmlns:a16="http://schemas.microsoft.com/office/drawing/2014/main" id="{49B48637-8A7E-A847-088A-ADBFEB2138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6856" y="833091"/>
            <a:ext cx="9158287" cy="5494972"/>
          </a:xfrm>
          <a:prstGeom prst="rect">
            <a:avLst/>
          </a:prstGeom>
          <a:noFill/>
          <a:extLst>
            <a:ext uri="{909E8E84-426E-40DD-AFC4-6F175D3DCCD1}">
              <a14:hiddenFill xmlns:a14="http://schemas.microsoft.com/office/drawing/2010/main">
                <a:solidFill>
                  <a:srgbClr val="FFFFFF"/>
                </a:solidFill>
              </a14:hiddenFill>
            </a:ext>
          </a:extLst>
        </p:spPr>
      </p:pic>
      <p:sp>
        <p:nvSpPr>
          <p:cNvPr id="6" name="17 Rectángulo">
            <a:extLst>
              <a:ext uri="{FF2B5EF4-FFF2-40B4-BE49-F238E27FC236}">
                <a16:creationId xmlns:a16="http://schemas.microsoft.com/office/drawing/2014/main" id="{637B15B8-1025-2F26-6FCF-400F74878835}"/>
              </a:ext>
            </a:extLst>
          </p:cNvPr>
          <p:cNvSpPr/>
          <p:nvPr/>
        </p:nvSpPr>
        <p:spPr>
          <a:xfrm rot="2332249">
            <a:off x="9733049" y="933370"/>
            <a:ext cx="1368648" cy="404346"/>
          </a:xfrm>
          <a:prstGeom prst="rect">
            <a:avLst/>
          </a:prstGeom>
          <a:solidFill>
            <a:schemeClr val="bg1"/>
          </a:solidFill>
          <a:ln w="9525">
            <a:solidFill>
              <a:srgbClr val="D0CEC1"/>
            </a:solidFill>
          </a:ln>
        </p:spPr>
        <p:style>
          <a:lnRef idx="2">
            <a:schemeClr val="accent1">
              <a:shade val="50000"/>
            </a:schemeClr>
          </a:lnRef>
          <a:fillRef idx="1">
            <a:schemeClr val="accent1"/>
          </a:fillRef>
          <a:effectRef idx="0">
            <a:schemeClr val="accent1"/>
          </a:effectRef>
          <a:fontRef idx="minor">
            <a:schemeClr val="lt1"/>
          </a:fontRef>
        </p:style>
        <p:txBody>
          <a:bodyPr lIns="48000" rIns="48000" rtlCol="0" anchor="ctr"/>
          <a:lstStyle/>
          <a:p>
            <a:pPr algn="ctr" defTabSz="913790"/>
            <a:r>
              <a:rPr lang="es-ES_tradnl" sz="1600">
                <a:solidFill>
                  <a:srgbClr val="4F062A"/>
                </a:solidFill>
              </a:rPr>
              <a:t>Ilustrativo</a:t>
            </a:r>
          </a:p>
        </p:txBody>
      </p:sp>
      <p:sp>
        <p:nvSpPr>
          <p:cNvPr id="2" name="Marcador de pie de página 2">
            <a:extLst>
              <a:ext uri="{FF2B5EF4-FFF2-40B4-BE49-F238E27FC236}">
                <a16:creationId xmlns:a16="http://schemas.microsoft.com/office/drawing/2014/main" id="{5807AEAE-0D22-CEF4-D23A-0C4A9A08FF7D}"/>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Tree>
    <p:extLst>
      <p:ext uri="{BB962C8B-B14F-4D97-AF65-F5344CB8AC3E}">
        <p14:creationId xmlns:p14="http://schemas.microsoft.com/office/powerpoint/2010/main" val="32986106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F613458-9DB2-DBA7-8BC1-C9FE24E51060}"/>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8630A872-23E7-96D4-5776-584D4DB92D3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8630A872-23E7-96D4-5776-584D4DB92D3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Marcador de pie de página 2">
            <a:extLst>
              <a:ext uri="{FF2B5EF4-FFF2-40B4-BE49-F238E27FC236}">
                <a16:creationId xmlns:a16="http://schemas.microsoft.com/office/drawing/2014/main" id="{D5562E69-6EE2-F287-E127-BF1649C9C8E3}"/>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
        <p:nvSpPr>
          <p:cNvPr id="18" name="Marcador de texto 2">
            <a:extLst>
              <a:ext uri="{FF2B5EF4-FFF2-40B4-BE49-F238E27FC236}">
                <a16:creationId xmlns:a16="http://schemas.microsoft.com/office/drawing/2014/main" id="{82F3929B-E484-C44A-6D2B-E435847E2051}"/>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sp>
        <p:nvSpPr>
          <p:cNvPr id="3" name="Título 4">
            <a:extLst>
              <a:ext uri="{FF2B5EF4-FFF2-40B4-BE49-F238E27FC236}">
                <a16:creationId xmlns:a16="http://schemas.microsoft.com/office/drawing/2014/main" id="{14790B3D-A264-93BD-258E-8AB2C90C71CD}"/>
              </a:ext>
            </a:extLst>
          </p:cNvPr>
          <p:cNvSpPr>
            <a:spLocks noGrp="1"/>
          </p:cNvSpPr>
          <p:nvPr>
            <p:ph type="title"/>
          </p:nvPr>
        </p:nvSpPr>
        <p:spPr>
          <a:xfrm>
            <a:off x="335360" y="548680"/>
            <a:ext cx="11521678" cy="873124"/>
          </a:xfrm>
        </p:spPr>
        <p:txBody>
          <a:bodyPr vert="horz"/>
          <a:lstStyle/>
          <a:p>
            <a:r>
              <a:rPr lang="es-MX" sz="2000"/>
              <a:t>Proyecto - frente</a:t>
            </a:r>
            <a:endParaRPr lang="es-ES" sz="2200">
              <a:latin typeface="+mn-lt"/>
            </a:endParaRPr>
          </a:p>
        </p:txBody>
      </p:sp>
      <p:pic>
        <p:nvPicPr>
          <p:cNvPr id="5122" name="Picture 2">
            <a:extLst>
              <a:ext uri="{FF2B5EF4-FFF2-40B4-BE49-F238E27FC236}">
                <a16:creationId xmlns:a16="http://schemas.microsoft.com/office/drawing/2014/main" id="{7196251A-1577-BD03-27A4-344020551F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4440" y="811645"/>
            <a:ext cx="9723120" cy="5457101"/>
          </a:xfrm>
          <a:prstGeom prst="rect">
            <a:avLst/>
          </a:prstGeom>
          <a:noFill/>
          <a:extLst>
            <a:ext uri="{909E8E84-426E-40DD-AFC4-6F175D3DCCD1}">
              <a14:hiddenFill xmlns:a14="http://schemas.microsoft.com/office/drawing/2010/main">
                <a:solidFill>
                  <a:srgbClr val="FFFFFF"/>
                </a:solidFill>
              </a14:hiddenFill>
            </a:ext>
          </a:extLst>
        </p:spPr>
      </p:pic>
      <p:sp>
        <p:nvSpPr>
          <p:cNvPr id="4" name="17 Rectángulo">
            <a:extLst>
              <a:ext uri="{FF2B5EF4-FFF2-40B4-BE49-F238E27FC236}">
                <a16:creationId xmlns:a16="http://schemas.microsoft.com/office/drawing/2014/main" id="{78DC78DC-7AF0-8E9F-6902-E4DD07F11E58}"/>
              </a:ext>
            </a:extLst>
          </p:cNvPr>
          <p:cNvSpPr/>
          <p:nvPr/>
        </p:nvSpPr>
        <p:spPr>
          <a:xfrm rot="2332249">
            <a:off x="10177622" y="1596824"/>
            <a:ext cx="1368648" cy="404346"/>
          </a:xfrm>
          <a:prstGeom prst="rect">
            <a:avLst/>
          </a:prstGeom>
          <a:solidFill>
            <a:schemeClr val="bg1"/>
          </a:solidFill>
          <a:ln w="9525">
            <a:solidFill>
              <a:srgbClr val="D0CEC1"/>
            </a:solidFill>
          </a:ln>
        </p:spPr>
        <p:style>
          <a:lnRef idx="2">
            <a:schemeClr val="accent1">
              <a:shade val="50000"/>
            </a:schemeClr>
          </a:lnRef>
          <a:fillRef idx="1">
            <a:schemeClr val="accent1"/>
          </a:fillRef>
          <a:effectRef idx="0">
            <a:schemeClr val="accent1"/>
          </a:effectRef>
          <a:fontRef idx="minor">
            <a:schemeClr val="lt1"/>
          </a:fontRef>
        </p:style>
        <p:txBody>
          <a:bodyPr lIns="48000" rIns="48000" rtlCol="0" anchor="ctr"/>
          <a:lstStyle/>
          <a:p>
            <a:pPr algn="ctr" defTabSz="913790"/>
            <a:r>
              <a:rPr lang="es-ES_tradnl" sz="1600">
                <a:solidFill>
                  <a:srgbClr val="4F062A"/>
                </a:solidFill>
              </a:rPr>
              <a:t>Ilustrativo</a:t>
            </a:r>
          </a:p>
        </p:txBody>
      </p:sp>
    </p:spTree>
    <p:extLst>
      <p:ext uri="{BB962C8B-B14F-4D97-AF65-F5344CB8AC3E}">
        <p14:creationId xmlns:p14="http://schemas.microsoft.com/office/powerpoint/2010/main" val="11727628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E3B2C63-E4E7-D0A4-C8D4-340934969AF4}"/>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B99DEA1F-8667-B12C-95AF-F3192767AF0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B99DEA1F-8667-B12C-95AF-F3192767AF0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Marcador de pie de página 2">
            <a:extLst>
              <a:ext uri="{FF2B5EF4-FFF2-40B4-BE49-F238E27FC236}">
                <a16:creationId xmlns:a16="http://schemas.microsoft.com/office/drawing/2014/main" id="{F7D3838E-9C17-D26C-5760-1F0D6A3FD79C}"/>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
        <p:nvSpPr>
          <p:cNvPr id="18" name="Marcador de texto 2">
            <a:extLst>
              <a:ext uri="{FF2B5EF4-FFF2-40B4-BE49-F238E27FC236}">
                <a16:creationId xmlns:a16="http://schemas.microsoft.com/office/drawing/2014/main" id="{2C517E1E-2FFE-2E0D-B596-9C2B62DF69EE}"/>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sp>
        <p:nvSpPr>
          <p:cNvPr id="3" name="Título 4">
            <a:extLst>
              <a:ext uri="{FF2B5EF4-FFF2-40B4-BE49-F238E27FC236}">
                <a16:creationId xmlns:a16="http://schemas.microsoft.com/office/drawing/2014/main" id="{32680D20-9730-9662-3BE4-1E217901C49C}"/>
              </a:ext>
            </a:extLst>
          </p:cNvPr>
          <p:cNvSpPr>
            <a:spLocks noGrp="1"/>
          </p:cNvSpPr>
          <p:nvPr>
            <p:ph type="title"/>
          </p:nvPr>
        </p:nvSpPr>
        <p:spPr>
          <a:xfrm>
            <a:off x="335360" y="548680"/>
            <a:ext cx="11521678" cy="873124"/>
          </a:xfrm>
        </p:spPr>
        <p:txBody>
          <a:bodyPr vert="horz"/>
          <a:lstStyle/>
          <a:p>
            <a:r>
              <a:rPr lang="es-MX" sz="2000"/>
              <a:t>Controles de cambio</a:t>
            </a:r>
            <a:endParaRPr lang="es-ES" sz="2200">
              <a:latin typeface="+mn-lt"/>
            </a:endParaRPr>
          </a:p>
        </p:txBody>
      </p:sp>
      <p:pic>
        <p:nvPicPr>
          <p:cNvPr id="6146" name="Picture 2">
            <a:extLst>
              <a:ext uri="{FF2B5EF4-FFF2-40B4-BE49-F238E27FC236}">
                <a16:creationId xmlns:a16="http://schemas.microsoft.com/office/drawing/2014/main" id="{B20195E7-CFC5-756C-7834-A938E1C099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4440" y="874369"/>
            <a:ext cx="9723120" cy="5444947"/>
          </a:xfrm>
          <a:prstGeom prst="rect">
            <a:avLst/>
          </a:prstGeom>
          <a:noFill/>
          <a:extLst>
            <a:ext uri="{909E8E84-426E-40DD-AFC4-6F175D3DCCD1}">
              <a14:hiddenFill xmlns:a14="http://schemas.microsoft.com/office/drawing/2010/main">
                <a:solidFill>
                  <a:srgbClr val="FFFFFF"/>
                </a:solidFill>
              </a14:hiddenFill>
            </a:ext>
          </a:extLst>
        </p:spPr>
      </p:pic>
      <p:sp>
        <p:nvSpPr>
          <p:cNvPr id="4" name="17 Rectángulo">
            <a:extLst>
              <a:ext uri="{FF2B5EF4-FFF2-40B4-BE49-F238E27FC236}">
                <a16:creationId xmlns:a16="http://schemas.microsoft.com/office/drawing/2014/main" id="{756347AD-9621-A3B9-D07D-661139A2EC46}"/>
              </a:ext>
            </a:extLst>
          </p:cNvPr>
          <p:cNvSpPr/>
          <p:nvPr/>
        </p:nvSpPr>
        <p:spPr>
          <a:xfrm rot="2332249">
            <a:off x="10303121" y="1728904"/>
            <a:ext cx="1368648" cy="404346"/>
          </a:xfrm>
          <a:prstGeom prst="rect">
            <a:avLst/>
          </a:prstGeom>
          <a:solidFill>
            <a:schemeClr val="bg1"/>
          </a:solidFill>
          <a:ln w="9525">
            <a:solidFill>
              <a:srgbClr val="D0CEC1"/>
            </a:solidFill>
          </a:ln>
        </p:spPr>
        <p:style>
          <a:lnRef idx="2">
            <a:schemeClr val="accent1">
              <a:shade val="50000"/>
            </a:schemeClr>
          </a:lnRef>
          <a:fillRef idx="1">
            <a:schemeClr val="accent1"/>
          </a:fillRef>
          <a:effectRef idx="0">
            <a:schemeClr val="accent1"/>
          </a:effectRef>
          <a:fontRef idx="minor">
            <a:schemeClr val="lt1"/>
          </a:fontRef>
        </p:style>
        <p:txBody>
          <a:bodyPr lIns="48000" rIns="48000" rtlCol="0" anchor="ctr"/>
          <a:lstStyle/>
          <a:p>
            <a:pPr algn="ctr" defTabSz="913790"/>
            <a:r>
              <a:rPr lang="es-ES_tradnl" sz="1600">
                <a:solidFill>
                  <a:srgbClr val="4F062A"/>
                </a:solidFill>
              </a:rPr>
              <a:t>Ilustrativo</a:t>
            </a:r>
          </a:p>
        </p:txBody>
      </p:sp>
    </p:spTree>
    <p:extLst>
      <p:ext uri="{BB962C8B-B14F-4D97-AF65-F5344CB8AC3E}">
        <p14:creationId xmlns:p14="http://schemas.microsoft.com/office/powerpoint/2010/main" val="25488060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19E23C6-309F-0F5A-27C4-483D42A6649F}"/>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BCE37E23-CFE6-32AC-9329-687B724E6B7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BCE37E23-CFE6-32AC-9329-687B724E6B7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Marcador de pie de página 2">
            <a:extLst>
              <a:ext uri="{FF2B5EF4-FFF2-40B4-BE49-F238E27FC236}">
                <a16:creationId xmlns:a16="http://schemas.microsoft.com/office/drawing/2014/main" id="{25806084-5DFE-75D3-3D0F-D973EDCCD5C7}"/>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
        <p:nvSpPr>
          <p:cNvPr id="18" name="Marcador de texto 2">
            <a:extLst>
              <a:ext uri="{FF2B5EF4-FFF2-40B4-BE49-F238E27FC236}">
                <a16:creationId xmlns:a16="http://schemas.microsoft.com/office/drawing/2014/main" id="{5EFCD833-D72B-7793-C9CB-FF4E1B93366A}"/>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sp>
        <p:nvSpPr>
          <p:cNvPr id="3" name="Título 4">
            <a:extLst>
              <a:ext uri="{FF2B5EF4-FFF2-40B4-BE49-F238E27FC236}">
                <a16:creationId xmlns:a16="http://schemas.microsoft.com/office/drawing/2014/main" id="{6EDD1D7F-FB3A-BB07-A599-AB9D93D38525}"/>
              </a:ext>
            </a:extLst>
          </p:cNvPr>
          <p:cNvSpPr>
            <a:spLocks noGrp="1"/>
          </p:cNvSpPr>
          <p:nvPr>
            <p:ph type="title"/>
          </p:nvPr>
        </p:nvSpPr>
        <p:spPr>
          <a:xfrm>
            <a:off x="335360" y="548680"/>
            <a:ext cx="11521678" cy="873124"/>
          </a:xfrm>
        </p:spPr>
        <p:txBody>
          <a:bodyPr vert="horz"/>
          <a:lstStyle/>
          <a:p>
            <a:r>
              <a:rPr lang="es-MX" sz="2000"/>
              <a:t>Lecciones aprendidas</a:t>
            </a:r>
            <a:endParaRPr lang="es-ES" sz="2200">
              <a:latin typeface="+mn-lt"/>
            </a:endParaRPr>
          </a:p>
        </p:txBody>
      </p:sp>
      <p:pic>
        <p:nvPicPr>
          <p:cNvPr id="7170" name="Picture 2">
            <a:extLst>
              <a:ext uri="{FF2B5EF4-FFF2-40B4-BE49-F238E27FC236}">
                <a16:creationId xmlns:a16="http://schemas.microsoft.com/office/drawing/2014/main" id="{82DFA1C4-ED2A-BE59-F419-E37EB7182A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20649" y="958675"/>
            <a:ext cx="9550702" cy="5350646"/>
          </a:xfrm>
          <a:prstGeom prst="rect">
            <a:avLst/>
          </a:prstGeom>
          <a:noFill/>
          <a:extLst>
            <a:ext uri="{909E8E84-426E-40DD-AFC4-6F175D3DCCD1}">
              <a14:hiddenFill xmlns:a14="http://schemas.microsoft.com/office/drawing/2010/main">
                <a:solidFill>
                  <a:srgbClr val="FFFFFF"/>
                </a:solidFill>
              </a14:hiddenFill>
            </a:ext>
          </a:extLst>
        </p:spPr>
      </p:pic>
      <p:sp>
        <p:nvSpPr>
          <p:cNvPr id="4" name="17 Rectángulo">
            <a:extLst>
              <a:ext uri="{FF2B5EF4-FFF2-40B4-BE49-F238E27FC236}">
                <a16:creationId xmlns:a16="http://schemas.microsoft.com/office/drawing/2014/main" id="{D1A9D71D-F888-57A1-AF96-1F81FDC29B76}"/>
              </a:ext>
            </a:extLst>
          </p:cNvPr>
          <p:cNvSpPr/>
          <p:nvPr/>
        </p:nvSpPr>
        <p:spPr>
          <a:xfrm rot="2332249">
            <a:off x="10106503" y="1806494"/>
            <a:ext cx="1368648" cy="404346"/>
          </a:xfrm>
          <a:prstGeom prst="rect">
            <a:avLst/>
          </a:prstGeom>
          <a:solidFill>
            <a:schemeClr val="bg1"/>
          </a:solidFill>
          <a:ln w="9525">
            <a:solidFill>
              <a:srgbClr val="D0CEC1"/>
            </a:solidFill>
          </a:ln>
        </p:spPr>
        <p:style>
          <a:lnRef idx="2">
            <a:schemeClr val="accent1">
              <a:shade val="50000"/>
            </a:schemeClr>
          </a:lnRef>
          <a:fillRef idx="1">
            <a:schemeClr val="accent1"/>
          </a:fillRef>
          <a:effectRef idx="0">
            <a:schemeClr val="accent1"/>
          </a:effectRef>
          <a:fontRef idx="minor">
            <a:schemeClr val="lt1"/>
          </a:fontRef>
        </p:style>
        <p:txBody>
          <a:bodyPr lIns="48000" rIns="48000" rtlCol="0" anchor="ctr"/>
          <a:lstStyle/>
          <a:p>
            <a:pPr algn="ctr" defTabSz="913790"/>
            <a:r>
              <a:rPr lang="es-ES_tradnl" sz="1600">
                <a:solidFill>
                  <a:srgbClr val="4F062A"/>
                </a:solidFill>
              </a:rPr>
              <a:t>Ilustrativo</a:t>
            </a:r>
          </a:p>
        </p:txBody>
      </p:sp>
    </p:spTree>
    <p:extLst>
      <p:ext uri="{BB962C8B-B14F-4D97-AF65-F5344CB8AC3E}">
        <p14:creationId xmlns:p14="http://schemas.microsoft.com/office/powerpoint/2010/main" val="9721898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1F16FE4-B082-17B2-B3E2-C82D62209ACE}"/>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3D82203F-2F64-306C-E441-7C29213A457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3D82203F-2F64-306C-E441-7C29213A457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Marcador de pie de página 2">
            <a:extLst>
              <a:ext uri="{FF2B5EF4-FFF2-40B4-BE49-F238E27FC236}">
                <a16:creationId xmlns:a16="http://schemas.microsoft.com/office/drawing/2014/main" id="{7AF59E3D-FBC5-BD91-B8F6-8A14ACC98E1B}"/>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
        <p:nvSpPr>
          <p:cNvPr id="18" name="Marcador de texto 2">
            <a:extLst>
              <a:ext uri="{FF2B5EF4-FFF2-40B4-BE49-F238E27FC236}">
                <a16:creationId xmlns:a16="http://schemas.microsoft.com/office/drawing/2014/main" id="{DBC2D4E5-C066-A949-C77E-BBE9581E9D09}"/>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sp>
        <p:nvSpPr>
          <p:cNvPr id="3" name="Título 4">
            <a:extLst>
              <a:ext uri="{FF2B5EF4-FFF2-40B4-BE49-F238E27FC236}">
                <a16:creationId xmlns:a16="http://schemas.microsoft.com/office/drawing/2014/main" id="{5AC98715-65E7-4AE0-00A4-672808B3EF94}"/>
              </a:ext>
            </a:extLst>
          </p:cNvPr>
          <p:cNvSpPr>
            <a:spLocks noGrp="1"/>
          </p:cNvSpPr>
          <p:nvPr>
            <p:ph type="title"/>
          </p:nvPr>
        </p:nvSpPr>
        <p:spPr>
          <a:xfrm>
            <a:off x="335360" y="548680"/>
            <a:ext cx="11521678" cy="873124"/>
          </a:xfrm>
        </p:spPr>
        <p:txBody>
          <a:bodyPr vert="horz"/>
          <a:lstStyle/>
          <a:p>
            <a:r>
              <a:rPr lang="es-MX" sz="2000"/>
              <a:t>Compromisos</a:t>
            </a:r>
            <a:endParaRPr lang="es-ES" sz="2200">
              <a:latin typeface="+mn-lt"/>
            </a:endParaRPr>
          </a:p>
        </p:txBody>
      </p:sp>
      <p:pic>
        <p:nvPicPr>
          <p:cNvPr id="8194" name="Picture 2">
            <a:extLst>
              <a:ext uri="{FF2B5EF4-FFF2-40B4-BE49-F238E27FC236}">
                <a16:creationId xmlns:a16="http://schemas.microsoft.com/office/drawing/2014/main" id="{562FA0B1-51E5-0BC1-4D0F-86609F966F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5774" y="865305"/>
            <a:ext cx="9480452" cy="5320904"/>
          </a:xfrm>
          <a:prstGeom prst="rect">
            <a:avLst/>
          </a:prstGeom>
          <a:noFill/>
          <a:extLst>
            <a:ext uri="{909E8E84-426E-40DD-AFC4-6F175D3DCCD1}">
              <a14:hiddenFill xmlns:a14="http://schemas.microsoft.com/office/drawing/2010/main">
                <a:solidFill>
                  <a:srgbClr val="FFFFFF"/>
                </a:solidFill>
              </a14:hiddenFill>
            </a:ext>
          </a:extLst>
        </p:spPr>
      </p:pic>
      <p:sp>
        <p:nvSpPr>
          <p:cNvPr id="4" name="17 Rectángulo">
            <a:extLst>
              <a:ext uri="{FF2B5EF4-FFF2-40B4-BE49-F238E27FC236}">
                <a16:creationId xmlns:a16="http://schemas.microsoft.com/office/drawing/2014/main" id="{2E05B0CA-91BA-6CFA-5B98-C4FE1DCAF88B}"/>
              </a:ext>
            </a:extLst>
          </p:cNvPr>
          <p:cNvSpPr/>
          <p:nvPr/>
        </p:nvSpPr>
        <p:spPr>
          <a:xfrm rot="2332249">
            <a:off x="10238584" y="1682808"/>
            <a:ext cx="1368648" cy="404346"/>
          </a:xfrm>
          <a:prstGeom prst="rect">
            <a:avLst/>
          </a:prstGeom>
          <a:solidFill>
            <a:schemeClr val="bg1"/>
          </a:solidFill>
          <a:ln w="9525">
            <a:solidFill>
              <a:srgbClr val="D0CEC1"/>
            </a:solidFill>
          </a:ln>
        </p:spPr>
        <p:style>
          <a:lnRef idx="2">
            <a:schemeClr val="accent1">
              <a:shade val="50000"/>
            </a:schemeClr>
          </a:lnRef>
          <a:fillRef idx="1">
            <a:schemeClr val="accent1"/>
          </a:fillRef>
          <a:effectRef idx="0">
            <a:schemeClr val="accent1"/>
          </a:effectRef>
          <a:fontRef idx="minor">
            <a:schemeClr val="lt1"/>
          </a:fontRef>
        </p:style>
        <p:txBody>
          <a:bodyPr lIns="48000" rIns="48000" rtlCol="0" anchor="ctr"/>
          <a:lstStyle/>
          <a:p>
            <a:pPr algn="ctr" defTabSz="913790"/>
            <a:r>
              <a:rPr lang="es-ES_tradnl" sz="1600">
                <a:solidFill>
                  <a:srgbClr val="4F062A"/>
                </a:solidFill>
              </a:rPr>
              <a:t>Ilustrativo</a:t>
            </a:r>
          </a:p>
        </p:txBody>
      </p:sp>
    </p:spTree>
    <p:extLst>
      <p:ext uri="{BB962C8B-B14F-4D97-AF65-F5344CB8AC3E}">
        <p14:creationId xmlns:p14="http://schemas.microsoft.com/office/powerpoint/2010/main" val="38797548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64D06A0-84E5-FBCD-D7C1-9014DE09EB27}"/>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2BC5714C-C9F1-5856-43E3-B77D87D922E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2BC5714C-C9F1-5856-43E3-B77D87D922E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219902B5-46B9-C4DC-AE43-749AE24A74DA}"/>
              </a:ext>
            </a:extLst>
          </p:cNvPr>
          <p:cNvSpPr>
            <a:spLocks noGrp="1"/>
          </p:cNvSpPr>
          <p:nvPr>
            <p:ph type="title"/>
          </p:nvPr>
        </p:nvSpPr>
        <p:spPr>
          <a:xfrm>
            <a:off x="335360" y="548680"/>
            <a:ext cx="11521678" cy="873124"/>
          </a:xfrm>
        </p:spPr>
        <p:txBody>
          <a:bodyPr vert="horz"/>
          <a:lstStyle/>
          <a:p>
            <a:r>
              <a:rPr lang="es-MX" sz="2000"/>
              <a:t>Master plan  - Cronograma consolidado con dependencias y línea base</a:t>
            </a:r>
            <a:endParaRPr lang="es-ES" sz="2200">
              <a:latin typeface="+mn-lt"/>
            </a:endParaRPr>
          </a:p>
        </p:txBody>
      </p:sp>
      <p:sp>
        <p:nvSpPr>
          <p:cNvPr id="3" name="Marcador de texto 2">
            <a:extLst>
              <a:ext uri="{FF2B5EF4-FFF2-40B4-BE49-F238E27FC236}">
                <a16:creationId xmlns:a16="http://schemas.microsoft.com/office/drawing/2014/main" id="{C10E349A-51D6-8B41-9B04-EE926A1FC6D8}"/>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pic>
        <p:nvPicPr>
          <p:cNvPr id="2" name="Imagen 1" descr="Una captura de pantalla de una computadora&#10;&#10;Descripción generada automáticamente">
            <a:extLst>
              <a:ext uri="{FF2B5EF4-FFF2-40B4-BE49-F238E27FC236}">
                <a16:creationId xmlns:a16="http://schemas.microsoft.com/office/drawing/2014/main" id="{CA7B55C3-BA19-48A2-F9B3-117145AFF51D}"/>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984000" y="898065"/>
            <a:ext cx="10224000" cy="5253990"/>
          </a:xfrm>
          <a:custGeom>
            <a:avLst/>
            <a:gdLst>
              <a:gd name="connsiteX0" fmla="*/ 0 w 10224000"/>
              <a:gd name="connsiteY0" fmla="*/ 0 h 5253990"/>
              <a:gd name="connsiteX1" fmla="*/ 10224000 w 10224000"/>
              <a:gd name="connsiteY1" fmla="*/ 0 h 5253990"/>
              <a:gd name="connsiteX2" fmla="*/ 10224000 w 10224000"/>
              <a:gd name="connsiteY2" fmla="*/ 5253990 h 5253990"/>
              <a:gd name="connsiteX3" fmla="*/ 0 w 10224000"/>
              <a:gd name="connsiteY3" fmla="*/ 5253990 h 5253990"/>
            </a:gdLst>
            <a:ahLst/>
            <a:cxnLst>
              <a:cxn ang="0">
                <a:pos x="connsiteX0" y="connsiteY0"/>
              </a:cxn>
              <a:cxn ang="0">
                <a:pos x="connsiteX1" y="connsiteY1"/>
              </a:cxn>
              <a:cxn ang="0">
                <a:pos x="connsiteX2" y="connsiteY2"/>
              </a:cxn>
              <a:cxn ang="0">
                <a:pos x="connsiteX3" y="connsiteY3"/>
              </a:cxn>
            </a:cxnLst>
            <a:rect l="l" t="t" r="r" b="b"/>
            <a:pathLst>
              <a:path w="10224000" h="5253990">
                <a:moveTo>
                  <a:pt x="0" y="0"/>
                </a:moveTo>
                <a:lnTo>
                  <a:pt x="10224000" y="0"/>
                </a:lnTo>
                <a:lnTo>
                  <a:pt x="10224000" y="5253990"/>
                </a:lnTo>
                <a:lnTo>
                  <a:pt x="0" y="5253990"/>
                </a:lnTo>
                <a:close/>
              </a:path>
            </a:pathLst>
          </a:custGeom>
        </p:spPr>
      </p:pic>
      <p:sp>
        <p:nvSpPr>
          <p:cNvPr id="9" name="17 Rectángulo">
            <a:extLst>
              <a:ext uri="{FF2B5EF4-FFF2-40B4-BE49-F238E27FC236}">
                <a16:creationId xmlns:a16="http://schemas.microsoft.com/office/drawing/2014/main" id="{72A3D29A-9ACE-CA56-414A-35C03CF94086}"/>
              </a:ext>
            </a:extLst>
          </p:cNvPr>
          <p:cNvSpPr/>
          <p:nvPr/>
        </p:nvSpPr>
        <p:spPr>
          <a:xfrm rot="2332249">
            <a:off x="10344523" y="1117017"/>
            <a:ext cx="1368648" cy="404346"/>
          </a:xfrm>
          <a:prstGeom prst="rect">
            <a:avLst/>
          </a:prstGeom>
          <a:solidFill>
            <a:schemeClr val="bg1"/>
          </a:solidFill>
          <a:ln w="9525">
            <a:solidFill>
              <a:srgbClr val="D0CEC1"/>
            </a:solidFill>
          </a:ln>
        </p:spPr>
        <p:style>
          <a:lnRef idx="2">
            <a:schemeClr val="accent1">
              <a:shade val="50000"/>
            </a:schemeClr>
          </a:lnRef>
          <a:fillRef idx="1">
            <a:schemeClr val="accent1"/>
          </a:fillRef>
          <a:effectRef idx="0">
            <a:schemeClr val="accent1"/>
          </a:effectRef>
          <a:fontRef idx="minor">
            <a:schemeClr val="lt1"/>
          </a:fontRef>
        </p:style>
        <p:txBody>
          <a:bodyPr lIns="48000" rIns="48000" rtlCol="0" anchor="ctr"/>
          <a:lstStyle/>
          <a:p>
            <a:pPr algn="ctr" defTabSz="913790"/>
            <a:r>
              <a:rPr lang="es-ES_tradnl" sz="1600">
                <a:solidFill>
                  <a:srgbClr val="4F062A"/>
                </a:solidFill>
              </a:rPr>
              <a:t>Ilustrativo</a:t>
            </a:r>
          </a:p>
        </p:txBody>
      </p:sp>
      <p:sp>
        <p:nvSpPr>
          <p:cNvPr id="4" name="Marcador de pie de página 2">
            <a:extLst>
              <a:ext uri="{FF2B5EF4-FFF2-40B4-BE49-F238E27FC236}">
                <a16:creationId xmlns:a16="http://schemas.microsoft.com/office/drawing/2014/main" id="{A9D1B328-7AEE-3E46-C905-6F5AA019DAE8}"/>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Tree>
    <p:extLst>
      <p:ext uri="{BB962C8B-B14F-4D97-AF65-F5344CB8AC3E}">
        <p14:creationId xmlns:p14="http://schemas.microsoft.com/office/powerpoint/2010/main" val="27757521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0696F50-F691-54DF-E79C-DF04EE4D832E}"/>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D43F06AB-581C-2683-B113-BCF1A0CC023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D43F06AB-581C-2683-B113-BCF1A0CC023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31A283D9-94F9-AB10-FE9D-BEBE9AEE6600}"/>
              </a:ext>
            </a:extLst>
          </p:cNvPr>
          <p:cNvSpPr>
            <a:spLocks noGrp="1"/>
          </p:cNvSpPr>
          <p:nvPr>
            <p:ph type="title"/>
          </p:nvPr>
        </p:nvSpPr>
        <p:spPr>
          <a:xfrm>
            <a:off x="335360" y="548680"/>
            <a:ext cx="11521678" cy="873124"/>
          </a:xfrm>
        </p:spPr>
        <p:txBody>
          <a:bodyPr vert="horz"/>
          <a:lstStyle/>
          <a:p>
            <a:r>
              <a:rPr lang="es-MX" sz="2000"/>
              <a:t>Master plan  - Cronograma consolidado de todos los frentes con dependencias y línea base</a:t>
            </a:r>
            <a:endParaRPr lang="es-ES" sz="2200">
              <a:latin typeface="+mn-lt"/>
            </a:endParaRPr>
          </a:p>
        </p:txBody>
      </p:sp>
      <p:sp>
        <p:nvSpPr>
          <p:cNvPr id="3" name="Marcador de texto 2">
            <a:extLst>
              <a:ext uri="{FF2B5EF4-FFF2-40B4-BE49-F238E27FC236}">
                <a16:creationId xmlns:a16="http://schemas.microsoft.com/office/drawing/2014/main" id="{5AD27BEA-DE56-03F6-44D5-E6FD7C6C0773}"/>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pic>
        <p:nvPicPr>
          <p:cNvPr id="7" name="Imagen 6">
            <a:extLst>
              <a:ext uri="{FF2B5EF4-FFF2-40B4-BE49-F238E27FC236}">
                <a16:creationId xmlns:a16="http://schemas.microsoft.com/office/drawing/2014/main" id="{070E2F3A-3369-F745-371C-CFF12690351B}"/>
              </a:ext>
            </a:extLst>
          </p:cNvPr>
          <p:cNvPicPr>
            <a:picLocks noChangeAspect="1"/>
          </p:cNvPicPr>
          <p:nvPr/>
        </p:nvPicPr>
        <p:blipFill>
          <a:blip r:embed="rId6"/>
          <a:stretch>
            <a:fillRect/>
          </a:stretch>
        </p:blipFill>
        <p:spPr>
          <a:xfrm>
            <a:off x="1580315" y="1199157"/>
            <a:ext cx="9031369" cy="5013664"/>
          </a:xfrm>
          <a:prstGeom prst="rect">
            <a:avLst/>
          </a:prstGeom>
          <a:ln>
            <a:solidFill>
              <a:schemeClr val="tx1"/>
            </a:solidFill>
          </a:ln>
        </p:spPr>
      </p:pic>
      <p:sp>
        <p:nvSpPr>
          <p:cNvPr id="8" name="17 Rectángulo">
            <a:extLst>
              <a:ext uri="{FF2B5EF4-FFF2-40B4-BE49-F238E27FC236}">
                <a16:creationId xmlns:a16="http://schemas.microsoft.com/office/drawing/2014/main" id="{204626F1-A387-9B05-6A1C-17A16480B672}"/>
              </a:ext>
            </a:extLst>
          </p:cNvPr>
          <p:cNvSpPr/>
          <p:nvPr/>
        </p:nvSpPr>
        <p:spPr>
          <a:xfrm rot="2332249">
            <a:off x="9698330" y="1418015"/>
            <a:ext cx="1368648" cy="404346"/>
          </a:xfrm>
          <a:prstGeom prst="rect">
            <a:avLst/>
          </a:prstGeom>
          <a:solidFill>
            <a:schemeClr val="bg1"/>
          </a:solidFill>
          <a:ln w="9525">
            <a:solidFill>
              <a:srgbClr val="D0CEC1"/>
            </a:solidFill>
          </a:ln>
        </p:spPr>
        <p:style>
          <a:lnRef idx="2">
            <a:schemeClr val="accent1">
              <a:shade val="50000"/>
            </a:schemeClr>
          </a:lnRef>
          <a:fillRef idx="1">
            <a:schemeClr val="accent1"/>
          </a:fillRef>
          <a:effectRef idx="0">
            <a:schemeClr val="accent1"/>
          </a:effectRef>
          <a:fontRef idx="minor">
            <a:schemeClr val="lt1"/>
          </a:fontRef>
        </p:style>
        <p:txBody>
          <a:bodyPr lIns="48000" rIns="48000" rtlCol="0" anchor="ctr"/>
          <a:lstStyle/>
          <a:p>
            <a:pPr algn="ctr" defTabSz="913790"/>
            <a:r>
              <a:rPr lang="es-ES_tradnl" sz="1600">
                <a:solidFill>
                  <a:srgbClr val="4F062A"/>
                </a:solidFill>
              </a:rPr>
              <a:t>Ilustrativo</a:t>
            </a:r>
          </a:p>
        </p:txBody>
      </p:sp>
      <p:sp>
        <p:nvSpPr>
          <p:cNvPr id="2" name="Marcador de pie de página 2">
            <a:extLst>
              <a:ext uri="{FF2B5EF4-FFF2-40B4-BE49-F238E27FC236}">
                <a16:creationId xmlns:a16="http://schemas.microsoft.com/office/drawing/2014/main" id="{6B576C83-6F13-1992-4D3A-74B1BBC32B9D}"/>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Tree>
    <p:extLst>
      <p:ext uri="{BB962C8B-B14F-4D97-AF65-F5344CB8AC3E}">
        <p14:creationId xmlns:p14="http://schemas.microsoft.com/office/powerpoint/2010/main" val="16652723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E368336-B66D-C5FD-F2EE-D99CDE476F1C}"/>
            </a:ext>
          </a:extLst>
        </p:cNvPr>
        <p:cNvGrpSpPr/>
        <p:nvPr/>
      </p:nvGrpSpPr>
      <p:grpSpPr>
        <a:xfrm>
          <a:off x="0" y="0"/>
          <a:ext cx="0" cy="0"/>
          <a:chOff x="0" y="0"/>
          <a:chExt cx="0" cy="0"/>
        </a:xfrm>
      </p:grpSpPr>
      <p:graphicFrame>
        <p:nvGraphicFramePr>
          <p:cNvPr id="42" name="Objeto 41" hidden="1">
            <a:extLst>
              <a:ext uri="{FF2B5EF4-FFF2-40B4-BE49-F238E27FC236}">
                <a16:creationId xmlns:a16="http://schemas.microsoft.com/office/drawing/2014/main" id="{5B20B17E-1FCB-1671-F8EF-9255343AFDC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95" imgH="394" progId="TCLayout.ActiveDocument.1">
                  <p:embed/>
                </p:oleObj>
              </mc:Choice>
              <mc:Fallback>
                <p:oleObj name="Diapositiva de think-cell" r:id="rId4" imgW="395" imgH="394" progId="TCLayout.ActiveDocument.1">
                  <p:embed/>
                  <p:pic>
                    <p:nvPicPr>
                      <p:cNvPr id="42" name="Objeto 41" hidden="1">
                        <a:extLst>
                          <a:ext uri="{FF2B5EF4-FFF2-40B4-BE49-F238E27FC236}">
                            <a16:creationId xmlns:a16="http://schemas.microsoft.com/office/drawing/2014/main" id="{5B20B17E-1FCB-1671-F8EF-9255343AFDC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E991636C-0255-28D9-6406-63E1F24B27E9}"/>
              </a:ext>
            </a:extLst>
          </p:cNvPr>
          <p:cNvSpPr>
            <a:spLocks noGrp="1"/>
          </p:cNvSpPr>
          <p:nvPr>
            <p:ph type="title"/>
          </p:nvPr>
        </p:nvSpPr>
        <p:spPr>
          <a:xfrm>
            <a:off x="335360" y="548680"/>
            <a:ext cx="11521678" cy="873124"/>
          </a:xfrm>
        </p:spPr>
        <p:txBody>
          <a:bodyPr vert="horz"/>
          <a:lstStyle/>
          <a:p>
            <a:r>
              <a:rPr lang="es-MX" sz="2000"/>
              <a:t>Plan de Recursos</a:t>
            </a:r>
            <a:endParaRPr lang="es-ES" sz="2200">
              <a:latin typeface="+mn-lt"/>
            </a:endParaRPr>
          </a:p>
        </p:txBody>
      </p:sp>
      <p:sp>
        <p:nvSpPr>
          <p:cNvPr id="3" name="Marcador de texto 2">
            <a:extLst>
              <a:ext uri="{FF2B5EF4-FFF2-40B4-BE49-F238E27FC236}">
                <a16:creationId xmlns:a16="http://schemas.microsoft.com/office/drawing/2014/main" id="{626C1402-A967-3AAD-5EA3-CBD143F23D5F}"/>
              </a:ext>
            </a:extLst>
          </p:cNvPr>
          <p:cNvSpPr>
            <a:spLocks noGrp="1"/>
          </p:cNvSpPr>
          <p:nvPr>
            <p:ph type="body" sz="quarter" idx="16"/>
          </p:nvPr>
        </p:nvSpPr>
        <p:spPr>
          <a:xfrm>
            <a:off x="334963" y="323850"/>
            <a:ext cx="11522075" cy="159018"/>
          </a:xfrm>
        </p:spPr>
        <p:txBody>
          <a:bodyPr/>
          <a:lstStyle/>
          <a:p>
            <a:r>
              <a:rPr lang="es-ES"/>
              <a:t>03. VALOR AÑADIDO MINSAIT</a:t>
            </a:r>
            <a:endParaRPr lang="es-CO"/>
          </a:p>
        </p:txBody>
      </p:sp>
      <p:pic>
        <p:nvPicPr>
          <p:cNvPr id="2" name="Imagen 1">
            <a:extLst>
              <a:ext uri="{FF2B5EF4-FFF2-40B4-BE49-F238E27FC236}">
                <a16:creationId xmlns:a16="http://schemas.microsoft.com/office/drawing/2014/main" id="{170326F5-BB5C-7D7C-89C1-4F10FA75B888}"/>
              </a:ext>
            </a:extLst>
          </p:cNvPr>
          <p:cNvPicPr>
            <a:picLocks noChangeAspect="1"/>
          </p:cNvPicPr>
          <p:nvPr/>
        </p:nvPicPr>
        <p:blipFill>
          <a:blip r:embed="rId6"/>
          <a:stretch>
            <a:fillRect/>
          </a:stretch>
        </p:blipFill>
        <p:spPr>
          <a:xfrm>
            <a:off x="1474588" y="926338"/>
            <a:ext cx="9242824" cy="5230829"/>
          </a:xfrm>
          <a:prstGeom prst="rect">
            <a:avLst/>
          </a:prstGeom>
          <a:ln>
            <a:noFill/>
          </a:ln>
        </p:spPr>
      </p:pic>
      <p:sp>
        <p:nvSpPr>
          <p:cNvPr id="4" name="17 Rectángulo">
            <a:extLst>
              <a:ext uri="{FF2B5EF4-FFF2-40B4-BE49-F238E27FC236}">
                <a16:creationId xmlns:a16="http://schemas.microsoft.com/office/drawing/2014/main" id="{CEB6F77A-A9F0-EFA4-63F5-88EA07B46729}"/>
              </a:ext>
            </a:extLst>
          </p:cNvPr>
          <p:cNvSpPr/>
          <p:nvPr/>
        </p:nvSpPr>
        <p:spPr>
          <a:xfrm rot="2332249">
            <a:off x="9670094" y="1111905"/>
            <a:ext cx="1368648" cy="404346"/>
          </a:xfrm>
          <a:prstGeom prst="rect">
            <a:avLst/>
          </a:prstGeom>
          <a:solidFill>
            <a:schemeClr val="bg1"/>
          </a:solidFill>
          <a:ln w="9525">
            <a:solidFill>
              <a:srgbClr val="D0CEC1"/>
            </a:solidFill>
          </a:ln>
        </p:spPr>
        <p:style>
          <a:lnRef idx="2">
            <a:schemeClr val="accent1">
              <a:shade val="50000"/>
            </a:schemeClr>
          </a:lnRef>
          <a:fillRef idx="1">
            <a:schemeClr val="accent1"/>
          </a:fillRef>
          <a:effectRef idx="0">
            <a:schemeClr val="accent1"/>
          </a:effectRef>
          <a:fontRef idx="minor">
            <a:schemeClr val="lt1"/>
          </a:fontRef>
        </p:style>
        <p:txBody>
          <a:bodyPr lIns="48000" rIns="48000" rtlCol="0" anchor="ctr"/>
          <a:lstStyle/>
          <a:p>
            <a:pPr algn="ctr" defTabSz="913790"/>
            <a:r>
              <a:rPr lang="es-ES_tradnl" sz="1600">
                <a:solidFill>
                  <a:srgbClr val="4F062A"/>
                </a:solidFill>
              </a:rPr>
              <a:t>Ilustrativo</a:t>
            </a:r>
          </a:p>
        </p:txBody>
      </p:sp>
      <p:sp>
        <p:nvSpPr>
          <p:cNvPr id="6" name="Marcador de pie de página 2">
            <a:extLst>
              <a:ext uri="{FF2B5EF4-FFF2-40B4-BE49-F238E27FC236}">
                <a16:creationId xmlns:a16="http://schemas.microsoft.com/office/drawing/2014/main" id="{525A529F-5731-AC7B-0A3A-C5130D694D24}"/>
              </a:ext>
            </a:extLst>
          </p:cNvPr>
          <p:cNvSpPr>
            <a:spLocks noGrp="1"/>
          </p:cNvSpPr>
          <p:nvPr>
            <p:ph type="ftr" sz="quarter" idx="10"/>
          </p:nvPr>
        </p:nvSpPr>
        <p:spPr>
          <a:xfrm>
            <a:off x="335360" y="6401514"/>
            <a:ext cx="7250933" cy="123111"/>
          </a:xfrm>
        </p:spPr>
        <p:txBody>
          <a:bodyPr/>
          <a:lstStyle/>
          <a:p>
            <a:r>
              <a:rPr lang="it-IT"/>
              <a:t>MINSAIT • SERVICIO DE PROGRAM MANAGEMENT OFFICE (PMO)</a:t>
            </a:r>
            <a:endParaRPr lang="es-ES"/>
          </a:p>
        </p:txBody>
      </p:sp>
    </p:spTree>
    <p:extLst>
      <p:ext uri="{BB962C8B-B14F-4D97-AF65-F5344CB8AC3E}">
        <p14:creationId xmlns:p14="http://schemas.microsoft.com/office/powerpoint/2010/main" val="32771246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AA8CE-6D58-B7FD-4B11-664ED9210541}"/>
            </a:ext>
          </a:extLst>
        </p:cNvPr>
        <p:cNvGrpSpPr/>
        <p:nvPr/>
      </p:nvGrpSpPr>
      <p:grpSpPr>
        <a:xfrm>
          <a:off x="0" y="0"/>
          <a:ext cx="0" cy="0"/>
          <a:chOff x="0" y="0"/>
          <a:chExt cx="0" cy="0"/>
        </a:xfrm>
      </p:grpSpPr>
      <p:graphicFrame>
        <p:nvGraphicFramePr>
          <p:cNvPr id="4" name="Objeto 3" hidden="1">
            <a:extLst>
              <a:ext uri="{FF2B5EF4-FFF2-40B4-BE49-F238E27FC236}">
                <a16:creationId xmlns:a16="http://schemas.microsoft.com/office/drawing/2014/main" id="{234DB65B-F403-9CE5-4C13-8F306D5E98A8}"/>
              </a:ext>
            </a:extLst>
          </p:cNvPr>
          <p:cNvGraphicFramePr>
            <a:graphicFrameLocks noChangeAspect="1"/>
          </p:cNvGraphicFramePr>
          <p:nvPr>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a de think-cell" r:id="rId4" imgW="473" imgH="473" progId="TCLayout.ActiveDocument.1">
                  <p:embed/>
                </p:oleObj>
              </mc:Choice>
              <mc:Fallback>
                <p:oleObj name="Diapositiva de think-cell" r:id="rId4" imgW="473" imgH="473" progId="TCLayout.ActiveDocument.1">
                  <p:embed/>
                  <p:pic>
                    <p:nvPicPr>
                      <p:cNvPr id="4" name="Objeto 3" hidden="1">
                        <a:extLst>
                          <a:ext uri="{FF2B5EF4-FFF2-40B4-BE49-F238E27FC236}">
                            <a16:creationId xmlns:a16="http://schemas.microsoft.com/office/drawing/2014/main" id="{234DB65B-F403-9CE5-4C13-8F306D5E98A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CF0D9D4C-9408-C631-89B1-3D223B76B6BB}"/>
              </a:ext>
            </a:extLst>
          </p:cNvPr>
          <p:cNvSpPr>
            <a:spLocks noGrp="1"/>
          </p:cNvSpPr>
          <p:nvPr>
            <p:ph type="body" sz="quarter" idx="10"/>
          </p:nvPr>
        </p:nvSpPr>
        <p:spPr>
          <a:xfrm>
            <a:off x="9675710" y="196743"/>
            <a:ext cx="2377147" cy="1706562"/>
          </a:xfrm>
        </p:spPr>
        <p:txBody>
          <a:bodyPr/>
          <a:lstStyle/>
          <a:p>
            <a:r>
              <a:rPr lang="es-ES"/>
              <a:t>04</a:t>
            </a:r>
          </a:p>
        </p:txBody>
      </p:sp>
      <p:sp>
        <p:nvSpPr>
          <p:cNvPr id="3" name="Marcador de texto 2">
            <a:extLst>
              <a:ext uri="{FF2B5EF4-FFF2-40B4-BE49-F238E27FC236}">
                <a16:creationId xmlns:a16="http://schemas.microsoft.com/office/drawing/2014/main" id="{7D888F45-A150-91AA-1345-385BB3D698E8}"/>
              </a:ext>
            </a:extLst>
          </p:cNvPr>
          <p:cNvSpPr>
            <a:spLocks noGrp="1"/>
          </p:cNvSpPr>
          <p:nvPr>
            <p:ph type="body" sz="quarter" idx="11"/>
          </p:nvPr>
        </p:nvSpPr>
        <p:spPr>
          <a:xfrm>
            <a:off x="335360" y="368300"/>
            <a:ext cx="8678517" cy="1439714"/>
          </a:xfrm>
        </p:spPr>
        <p:txBody>
          <a:bodyPr/>
          <a:lstStyle/>
          <a:p>
            <a:r>
              <a:rPr lang="es-MX"/>
              <a:t>Plan y equipo de trabajo</a:t>
            </a:r>
            <a:endParaRPr lang="es-ES"/>
          </a:p>
        </p:txBody>
      </p:sp>
      <p:pic>
        <p:nvPicPr>
          <p:cNvPr id="9" name="Picture Placeholder 20">
            <a:extLst>
              <a:ext uri="{FF2B5EF4-FFF2-40B4-BE49-F238E27FC236}">
                <a16:creationId xmlns:a16="http://schemas.microsoft.com/office/drawing/2014/main" id="{DE6E563E-182F-E42D-027C-59491567AB31}"/>
              </a:ext>
            </a:extLst>
          </p:cNvPr>
          <p:cNvPicPr>
            <a:picLocks noGrp="1" noChangeAspect="1"/>
          </p:cNvPicPr>
          <p:nvPr>
            <p:ph type="pic" sz="quarter" idx="13"/>
          </p:nvPr>
        </p:nvPicPr>
        <p:blipFill>
          <a:blip r:embed="rId6">
            <a:extLst>
              <a:ext uri="{28A0092B-C50C-407E-A947-70E740481C1C}">
                <a14:useLocalDpi xmlns:a14="http://schemas.microsoft.com/office/drawing/2010/main" val="0"/>
              </a:ext>
            </a:extLst>
          </a:blip>
          <a:srcRect l="2" r="2"/>
          <a:stretch/>
        </p:blipFill>
        <p:spPr>
          <a:xfrm>
            <a:off x="351850" y="2908469"/>
            <a:ext cx="9045575" cy="3132138"/>
          </a:xfrm>
        </p:spPr>
      </p:pic>
    </p:spTree>
    <p:extLst>
      <p:ext uri="{BB962C8B-B14F-4D97-AF65-F5344CB8AC3E}">
        <p14:creationId xmlns:p14="http://schemas.microsoft.com/office/powerpoint/2010/main" val="24892484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85A0F-6C4D-B58D-EB37-B5ADC0538261}"/>
            </a:ext>
          </a:extLst>
        </p:cNvPr>
        <p:cNvGrpSpPr/>
        <p:nvPr/>
      </p:nvGrpSpPr>
      <p:grpSpPr>
        <a:xfrm>
          <a:off x="0" y="0"/>
          <a:ext cx="0" cy="0"/>
          <a:chOff x="0" y="0"/>
          <a:chExt cx="0" cy="0"/>
        </a:xfrm>
      </p:grpSpPr>
      <p:graphicFrame>
        <p:nvGraphicFramePr>
          <p:cNvPr id="71" name="think-cell data - do not delete" hidden="1">
            <a:extLst>
              <a:ext uri="{FF2B5EF4-FFF2-40B4-BE49-F238E27FC236}">
                <a16:creationId xmlns:a16="http://schemas.microsoft.com/office/drawing/2014/main" id="{0FEB3F40-6B2B-8C04-3BF1-00DD10E8C98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25" imgH="425" progId="TCLayout.ActiveDocument.1">
                  <p:embed/>
                </p:oleObj>
              </mc:Choice>
              <mc:Fallback>
                <p:oleObj name="Diapositiva de think-cell" r:id="rId4" imgW="425" imgH="425" progId="TCLayout.ActiveDocument.1">
                  <p:embed/>
                  <p:pic>
                    <p:nvPicPr>
                      <p:cNvPr id="71" name="think-cell data - do not delete" hidden="1">
                        <a:extLst>
                          <a:ext uri="{FF2B5EF4-FFF2-40B4-BE49-F238E27FC236}">
                            <a16:creationId xmlns:a16="http://schemas.microsoft.com/office/drawing/2014/main" id="{0FEB3F40-6B2B-8C04-3BF1-00DD10E8C98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3" name="Marcador de texto 6">
            <a:extLst>
              <a:ext uri="{FF2B5EF4-FFF2-40B4-BE49-F238E27FC236}">
                <a16:creationId xmlns:a16="http://schemas.microsoft.com/office/drawing/2014/main" id="{7083B5B7-E8B5-BEDA-1B25-714289A03E29}"/>
              </a:ext>
            </a:extLst>
          </p:cNvPr>
          <p:cNvSpPr txBox="1">
            <a:spLocks/>
          </p:cNvSpPr>
          <p:nvPr/>
        </p:nvSpPr>
        <p:spPr>
          <a:xfrm>
            <a:off x="335360" y="323548"/>
            <a:ext cx="11521678" cy="160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solidFill>
                  <a:srgbClr val="4F062A"/>
                </a:solidFill>
                <a:latin typeface="ForFuture Sans" panose="020B0504020203020204" pitchFamily="34" charset="0"/>
              </a:rPr>
              <a:t>04.</a:t>
            </a:r>
            <a:r>
              <a:rPr lang="es-ES" sz="1000">
                <a:solidFill>
                  <a:srgbClr val="4F062A"/>
                </a:solidFill>
                <a:latin typeface="ForFuture Sans" panose="020B0504020203020204" pitchFamily="34" charset="0"/>
                <a:sym typeface="ForFuture Sans" panose="020B0504020203020204" pitchFamily="34" charset="0"/>
              </a:rPr>
              <a:t> PLAN Y EQUIPO DE TRABAJO</a:t>
            </a:r>
            <a:endParaRPr lang="es-ES" sz="1000">
              <a:solidFill>
                <a:srgbClr val="4F062A"/>
              </a:solidFill>
              <a:latin typeface="ForFuture Sans" panose="020B0504020203020204" pitchFamily="34" charset="0"/>
            </a:endParaRPr>
          </a:p>
        </p:txBody>
      </p:sp>
      <p:graphicFrame>
        <p:nvGraphicFramePr>
          <p:cNvPr id="86" name="Tabla 85">
            <a:extLst>
              <a:ext uri="{FF2B5EF4-FFF2-40B4-BE49-F238E27FC236}">
                <a16:creationId xmlns:a16="http://schemas.microsoft.com/office/drawing/2014/main" id="{C3631F13-D429-F73B-7D8B-DD0A03252FFF}"/>
              </a:ext>
            </a:extLst>
          </p:cNvPr>
          <p:cNvGraphicFramePr>
            <a:graphicFrameLocks noGrp="1"/>
          </p:cNvGraphicFramePr>
          <p:nvPr>
            <p:extLst>
              <p:ext uri="{D42A27DB-BD31-4B8C-83A1-F6EECF244321}">
                <p14:modId xmlns:p14="http://schemas.microsoft.com/office/powerpoint/2010/main" val="3413586413"/>
              </p:ext>
            </p:extLst>
          </p:nvPr>
        </p:nvGraphicFramePr>
        <p:xfrm>
          <a:off x="176821" y="1355883"/>
          <a:ext cx="11838357" cy="4857247"/>
        </p:xfrm>
        <a:graphic>
          <a:graphicData uri="http://schemas.openxmlformats.org/drawingml/2006/table">
            <a:tbl>
              <a:tblPr/>
              <a:tblGrid>
                <a:gridCol w="2752110">
                  <a:extLst>
                    <a:ext uri="{9D8B030D-6E8A-4147-A177-3AD203B41FA5}">
                      <a16:colId xmlns:a16="http://schemas.microsoft.com/office/drawing/2014/main" val="3161131779"/>
                    </a:ext>
                  </a:extLst>
                </a:gridCol>
                <a:gridCol w="412478">
                  <a:extLst>
                    <a:ext uri="{9D8B030D-6E8A-4147-A177-3AD203B41FA5}">
                      <a16:colId xmlns:a16="http://schemas.microsoft.com/office/drawing/2014/main" val="3585606359"/>
                    </a:ext>
                  </a:extLst>
                </a:gridCol>
                <a:gridCol w="667213">
                  <a:extLst>
                    <a:ext uri="{9D8B030D-6E8A-4147-A177-3AD203B41FA5}">
                      <a16:colId xmlns:a16="http://schemas.microsoft.com/office/drawing/2014/main" val="844920200"/>
                    </a:ext>
                  </a:extLst>
                </a:gridCol>
                <a:gridCol w="667213">
                  <a:extLst>
                    <a:ext uri="{9D8B030D-6E8A-4147-A177-3AD203B41FA5}">
                      <a16:colId xmlns:a16="http://schemas.microsoft.com/office/drawing/2014/main" val="4218387956"/>
                    </a:ext>
                  </a:extLst>
                </a:gridCol>
                <a:gridCol w="667213">
                  <a:extLst>
                    <a:ext uri="{9D8B030D-6E8A-4147-A177-3AD203B41FA5}">
                      <a16:colId xmlns:a16="http://schemas.microsoft.com/office/drawing/2014/main" val="23990670"/>
                    </a:ext>
                  </a:extLst>
                </a:gridCol>
                <a:gridCol w="667213">
                  <a:extLst>
                    <a:ext uri="{9D8B030D-6E8A-4147-A177-3AD203B41FA5}">
                      <a16:colId xmlns:a16="http://schemas.microsoft.com/office/drawing/2014/main" val="1823733521"/>
                    </a:ext>
                  </a:extLst>
                </a:gridCol>
                <a:gridCol w="667213">
                  <a:extLst>
                    <a:ext uri="{9D8B030D-6E8A-4147-A177-3AD203B41FA5}">
                      <a16:colId xmlns:a16="http://schemas.microsoft.com/office/drawing/2014/main" val="476887292"/>
                    </a:ext>
                  </a:extLst>
                </a:gridCol>
                <a:gridCol w="667213">
                  <a:extLst>
                    <a:ext uri="{9D8B030D-6E8A-4147-A177-3AD203B41FA5}">
                      <a16:colId xmlns:a16="http://schemas.microsoft.com/office/drawing/2014/main" val="1270549456"/>
                    </a:ext>
                  </a:extLst>
                </a:gridCol>
                <a:gridCol w="667213">
                  <a:extLst>
                    <a:ext uri="{9D8B030D-6E8A-4147-A177-3AD203B41FA5}">
                      <a16:colId xmlns:a16="http://schemas.microsoft.com/office/drawing/2014/main" val="737252368"/>
                    </a:ext>
                  </a:extLst>
                </a:gridCol>
                <a:gridCol w="667213">
                  <a:extLst>
                    <a:ext uri="{9D8B030D-6E8A-4147-A177-3AD203B41FA5}">
                      <a16:colId xmlns:a16="http://schemas.microsoft.com/office/drawing/2014/main" val="1008807967"/>
                    </a:ext>
                  </a:extLst>
                </a:gridCol>
                <a:gridCol w="667213">
                  <a:extLst>
                    <a:ext uri="{9D8B030D-6E8A-4147-A177-3AD203B41FA5}">
                      <a16:colId xmlns:a16="http://schemas.microsoft.com/office/drawing/2014/main" val="1550727912"/>
                    </a:ext>
                  </a:extLst>
                </a:gridCol>
                <a:gridCol w="667213">
                  <a:extLst>
                    <a:ext uri="{9D8B030D-6E8A-4147-A177-3AD203B41FA5}">
                      <a16:colId xmlns:a16="http://schemas.microsoft.com/office/drawing/2014/main" val="2747766791"/>
                    </a:ext>
                  </a:extLst>
                </a:gridCol>
                <a:gridCol w="667213">
                  <a:extLst>
                    <a:ext uri="{9D8B030D-6E8A-4147-A177-3AD203B41FA5}">
                      <a16:colId xmlns:a16="http://schemas.microsoft.com/office/drawing/2014/main" val="2125819377"/>
                    </a:ext>
                  </a:extLst>
                </a:gridCol>
                <a:gridCol w="667213">
                  <a:extLst>
                    <a:ext uri="{9D8B030D-6E8A-4147-A177-3AD203B41FA5}">
                      <a16:colId xmlns:a16="http://schemas.microsoft.com/office/drawing/2014/main" val="512957198"/>
                    </a:ext>
                  </a:extLst>
                </a:gridCol>
                <a:gridCol w="667213">
                  <a:extLst>
                    <a:ext uri="{9D8B030D-6E8A-4147-A177-3AD203B41FA5}">
                      <a16:colId xmlns:a16="http://schemas.microsoft.com/office/drawing/2014/main" val="3780464228"/>
                    </a:ext>
                  </a:extLst>
                </a:gridCol>
              </a:tblGrid>
              <a:tr h="180439">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b"/>
                      <a:r>
                        <a:rPr lang="es-CL" sz="1100" b="1" i="0" u="none" strike="noStrike">
                          <a:solidFill>
                            <a:srgbClr val="FFFFFF"/>
                          </a:solidFill>
                          <a:effectLst/>
                          <a:latin typeface="+mn-lt"/>
                        </a:rPr>
                        <a:t>Principales Actividades</a:t>
                      </a:r>
                    </a:p>
                  </a:txBody>
                  <a:tcPr marL="10021" marR="10021" marT="10021" marB="0" anchor="ctr">
                    <a:lnL>
                      <a:noFill/>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r>
                        <a:rPr lang="es-CL" sz="1100" b="1" i="0" u="none" strike="noStrike">
                          <a:solidFill>
                            <a:srgbClr val="FFFFFF"/>
                          </a:solidFill>
                          <a:effectLst/>
                          <a:latin typeface="+mn-lt"/>
                        </a:rPr>
                        <a:t>Mes 1</a:t>
                      </a: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r>
                        <a:rPr lang="es-CL" sz="1100" b="1" i="0" u="none" strike="noStrike">
                          <a:solidFill>
                            <a:srgbClr val="FFFFFF"/>
                          </a:solidFill>
                          <a:effectLst/>
                          <a:latin typeface="+mn-lt"/>
                        </a:rPr>
                        <a:t>Mes 2</a:t>
                      </a: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r>
                        <a:rPr lang="es-CL" sz="1100" b="1" i="0" u="none" strike="noStrike">
                          <a:solidFill>
                            <a:srgbClr val="FFFFFF"/>
                          </a:solidFill>
                          <a:effectLst/>
                          <a:latin typeface="+mn-lt"/>
                        </a:rPr>
                        <a:t>Mes 3</a:t>
                      </a: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r>
                        <a:rPr lang="es-CL" sz="1100" b="1" i="0" u="none" strike="noStrike">
                          <a:solidFill>
                            <a:srgbClr val="FFFFFF"/>
                          </a:solidFill>
                          <a:effectLst/>
                          <a:latin typeface="+mn-lt"/>
                        </a:rPr>
                        <a:t>Mes 4</a:t>
                      </a: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s-CL" sz="1100" b="1" i="0" u="none" strike="noStrike" kern="1200">
                          <a:solidFill>
                            <a:srgbClr val="FFFFFF"/>
                          </a:solidFill>
                          <a:effectLst/>
                          <a:latin typeface="ForFuture Sans"/>
                          <a:ea typeface="+mn-ea"/>
                          <a:cs typeface="+mn-cs"/>
                        </a:rPr>
                        <a:t>Mes 5</a:t>
                      </a: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r>
                        <a:rPr lang="es-CL" sz="1100" b="1" i="0" u="none" strike="noStrike">
                          <a:solidFill>
                            <a:srgbClr val="FFFFFF"/>
                          </a:solidFill>
                          <a:effectLst/>
                          <a:latin typeface="+mn-lt"/>
                        </a:rPr>
                        <a:t>Mes 6</a:t>
                      </a: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r>
                        <a:rPr lang="es-CL" sz="1100" b="1" i="0" u="none" strike="noStrike">
                          <a:solidFill>
                            <a:srgbClr val="FFFFFF"/>
                          </a:solidFill>
                          <a:effectLst/>
                          <a:latin typeface="+mn-lt"/>
                        </a:rPr>
                        <a:t>Mes 7</a:t>
                      </a: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r>
                        <a:rPr lang="es-CL" sz="1100" b="1" i="0" u="none" strike="noStrike">
                          <a:solidFill>
                            <a:srgbClr val="FFFFFF"/>
                          </a:solidFill>
                          <a:effectLst/>
                          <a:latin typeface="+mn-lt"/>
                        </a:rPr>
                        <a:t>Mes 8</a:t>
                      </a: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r>
                        <a:rPr lang="es-CL" sz="1100" b="1" i="0" u="none" strike="noStrike">
                          <a:solidFill>
                            <a:srgbClr val="FFFFFF"/>
                          </a:solidFill>
                          <a:effectLst/>
                          <a:latin typeface="+mn-lt"/>
                        </a:rPr>
                        <a:t>Mes 9 </a:t>
                      </a: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r>
                        <a:rPr lang="es-CL" sz="1100" b="1" i="0" u="none" strike="noStrike">
                          <a:solidFill>
                            <a:srgbClr val="FFFFFF"/>
                          </a:solidFill>
                          <a:effectLst/>
                          <a:latin typeface="+mn-lt"/>
                        </a:rPr>
                        <a:t>Mes 10</a:t>
                      </a: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r>
                        <a:rPr lang="es-CL" sz="1100" b="1" i="0" u="none" strike="noStrike">
                          <a:solidFill>
                            <a:srgbClr val="FFFFFF"/>
                          </a:solidFill>
                          <a:effectLst/>
                          <a:latin typeface="+mn-lt"/>
                        </a:rPr>
                        <a:t>Mes 11</a:t>
                      </a: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r>
                        <a:rPr lang="es-CL" sz="1100" b="1" i="0" u="none" strike="noStrike">
                          <a:solidFill>
                            <a:srgbClr val="FFFFFF"/>
                          </a:solidFill>
                          <a:effectLst/>
                          <a:latin typeface="+mn-lt"/>
                        </a:rPr>
                        <a:t>Mes 12</a:t>
                      </a: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L" sz="1100" b="1" i="0" u="none" strike="noStrike">
                          <a:solidFill>
                            <a:srgbClr val="FFFFFF"/>
                          </a:solidFill>
                          <a:effectLst/>
                          <a:latin typeface="+mn-lt"/>
                        </a:rPr>
                        <a:t>Mes 13</a:t>
                      </a: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L" sz="1100" b="1" i="0" u="none" strike="noStrike">
                          <a:solidFill>
                            <a:srgbClr val="FFFFFF"/>
                          </a:solidFill>
                          <a:effectLst/>
                          <a:latin typeface="+mn-lt"/>
                        </a:rPr>
                        <a:t>Mes 14</a:t>
                      </a: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3778542"/>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l" rtl="0" fontAlgn="b"/>
                      <a:r>
                        <a:rPr lang="es-ES" sz="750" b="0" i="0" u="none" strike="noStrike">
                          <a:solidFill>
                            <a:schemeClr val="bg2"/>
                          </a:solidFill>
                          <a:effectLst/>
                          <a:latin typeface="Soho Gothic Pro Light" panose="020B0303030504020204" pitchFamily="34" charset="0"/>
                        </a:rPr>
                        <a:t>Preparación y puesta en marcha de la PMO</a:t>
                      </a:r>
                      <a:endParaRPr lang="es-PE" sz="750" b="0" i="0" u="none" strike="noStrike">
                        <a:solidFill>
                          <a:schemeClr val="bg2"/>
                        </a:solidFill>
                        <a:effectLst/>
                        <a:highlight>
                          <a:srgbClr val="D9E1F2"/>
                        </a:highlight>
                        <a:latin typeface="Soho Gothic Pro Light" panose="020B0303030504020204" pitchFamily="34" charset="0"/>
                      </a:endParaRPr>
                    </a:p>
                  </a:txBody>
                  <a:tcPr marL="9525" marR="9525" marT="9525" marB="0" anchor="ctr">
                    <a:lnL>
                      <a:noFill/>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8878778"/>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0" marR="0" lvl="0" indent="0" algn="l" defTabSz="913897" rtl="0" eaLnBrk="1" fontAlgn="b" latinLnBrk="0" hangingPunct="1">
                        <a:lnSpc>
                          <a:spcPct val="100000"/>
                        </a:lnSpc>
                        <a:spcBef>
                          <a:spcPts val="0"/>
                        </a:spcBef>
                        <a:spcAft>
                          <a:spcPts val="0"/>
                        </a:spcAft>
                        <a:buClrTx/>
                        <a:buSzTx/>
                        <a:buFontTx/>
                        <a:buNone/>
                        <a:tabLst/>
                        <a:defRPr/>
                      </a:pPr>
                      <a:r>
                        <a:rPr lang="es-ES" sz="750" b="0" i="0" u="none" strike="noStrike">
                          <a:solidFill>
                            <a:schemeClr val="bg2"/>
                          </a:solidFill>
                          <a:effectLst/>
                          <a:latin typeface="Soho Gothic Pro Light" panose="020B0303030504020204" pitchFamily="34" charset="0"/>
                        </a:rPr>
                        <a:t>Implementación, Pruebas, Puesta en Marcha y SIoporte</a:t>
                      </a:r>
                      <a:endParaRPr lang="es-PE" sz="750" b="0" i="0" u="none" strike="noStrike">
                        <a:solidFill>
                          <a:schemeClr val="bg2"/>
                        </a:solidFill>
                        <a:effectLst/>
                        <a:highlight>
                          <a:srgbClr val="D9E1F2"/>
                        </a:highlight>
                        <a:latin typeface="Soho Gothic Pro Light" panose="020B0303030504020204" pitchFamily="34" charset="0"/>
                      </a:endParaRPr>
                    </a:p>
                  </a:txBody>
                  <a:tcPr marL="9525" marR="9525" marT="9525" marB="0" anchor="ctr">
                    <a:lnL>
                      <a:noFill/>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9323189"/>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b="1" i="0" u="none" strike="noStrike" kern="1200" noProof="0">
                          <a:solidFill>
                            <a:schemeClr val="tx1"/>
                          </a:solidFill>
                          <a:effectLst/>
                          <a:latin typeface="+mn-lt"/>
                          <a:ea typeface="+mn-ea"/>
                          <a:cs typeface="+mn-cs"/>
                        </a:rPr>
                        <a:t>PMO</a:t>
                      </a:r>
                    </a:p>
                  </a:txBody>
                  <a:tcPr marL="177192" marR="6563" marT="6563" marB="0" anchor="ctr">
                    <a:lnL>
                      <a:noFill/>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3E2DA">
                        <a:lumMod val="10000"/>
                      </a:srgbClr>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kern="1200">
                        <a:solidFill>
                          <a:srgbClr val="000000"/>
                        </a:solidFill>
                        <a:effectLst/>
                        <a:latin typeface="+mn-lt"/>
                        <a:ea typeface="+mn-ea"/>
                        <a:cs typeface="+mn-cs"/>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0588923"/>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93663" marR="0" lvl="0" indent="0" algn="l" defTabSz="913874" rtl="0" eaLnBrk="1" fontAlgn="b" latinLnBrk="0" hangingPunct="1">
                        <a:lnSpc>
                          <a:spcPct val="100000"/>
                        </a:lnSpc>
                        <a:spcBef>
                          <a:spcPts val="0"/>
                        </a:spcBef>
                        <a:spcAft>
                          <a:spcPts val="0"/>
                        </a:spcAft>
                        <a:buClr>
                          <a:srgbClr val="000000"/>
                        </a:buClr>
                        <a:buSzPts val="600"/>
                        <a:buFont typeface="Wingdings" panose="05000000000000000000" pitchFamily="2" charset="2"/>
                        <a:buNone/>
                        <a:tabLst/>
                        <a:defRPr/>
                      </a:pPr>
                      <a:r>
                        <a:rPr lang="es-ES" sz="900" b="1" i="0" u="none" strike="noStrike" kern="1200" noProof="0">
                          <a:solidFill>
                            <a:schemeClr val="bg2"/>
                          </a:solidFill>
                          <a:effectLst/>
                          <a:latin typeface="+mn-lt"/>
                          <a:ea typeface="+mn-ea"/>
                          <a:cs typeface="+mn-cs"/>
                        </a:rPr>
                        <a:t>Alineamiento Estratégico </a:t>
                      </a:r>
                    </a:p>
                  </a:txBody>
                  <a:tcPr marL="0" marR="0" marT="0" marB="0" anchor="b">
                    <a:lnL w="12700" cmpd="sng">
                      <a:noFill/>
                      <a:prstDash val="solid"/>
                    </a:lnL>
                    <a:lnR w="317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1C5E0"/>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no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4471158"/>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455613" lvl="1" indent="-192088" algn="l" defTabSz="913874" rtl="0" eaLnBrk="0" fontAlgn="b" latinLnBrk="0" hangingPunct="0">
                        <a:spcBef>
                          <a:spcPts val="200"/>
                        </a:spcBef>
                        <a:spcAft>
                          <a:spcPts val="200"/>
                        </a:spcAft>
                        <a:buClr>
                          <a:srgbClr val="000000"/>
                        </a:buClr>
                        <a:buSzPts val="600"/>
                        <a:buFont typeface="Wingdings" panose="05000000000000000000" pitchFamily="2" charset="2"/>
                        <a:buNone/>
                      </a:pPr>
                      <a:r>
                        <a:rPr lang="es-MX" sz="900" kern="1200" baseline="0" noProof="0">
                          <a:solidFill>
                            <a:schemeClr val="bg2"/>
                          </a:solidFill>
                          <a:latin typeface="+mn-lt"/>
                          <a:ea typeface="+mn-ea"/>
                          <a:cs typeface="+mn-cs"/>
                        </a:rPr>
                        <a:t>Identificación de principales stakeholders </a:t>
                      </a:r>
                      <a:endParaRPr lang="es-419" sz="900" kern="1200" baseline="0" noProof="0">
                        <a:solidFill>
                          <a:schemeClr val="bg2"/>
                        </a:solidFill>
                        <a:latin typeface="+mn-lt"/>
                        <a:ea typeface="+mn-ea"/>
                        <a:cs typeface="+mn-cs"/>
                      </a:endParaRPr>
                    </a:p>
                  </a:txBody>
                  <a:tcPr marL="0" marR="0" marT="0" marB="0" anchor="b">
                    <a:lnL w="12700" cmpd="sng">
                      <a:noFill/>
                      <a:prstDash val="solid"/>
                    </a:lnL>
                    <a:lnR w="317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0ECF5"/>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no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5316642"/>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455613" lvl="1" indent="-192088" algn="l" defTabSz="913874" rtl="0" eaLnBrk="0" fontAlgn="b" latinLnBrk="0" hangingPunct="0">
                        <a:spcBef>
                          <a:spcPts val="200"/>
                        </a:spcBef>
                        <a:spcAft>
                          <a:spcPts val="200"/>
                        </a:spcAft>
                        <a:buClr>
                          <a:srgbClr val="000000"/>
                        </a:buClr>
                        <a:buSzPts val="600"/>
                        <a:buFont typeface="Wingdings" panose="05000000000000000000" pitchFamily="2" charset="2"/>
                        <a:buNone/>
                      </a:pPr>
                      <a:r>
                        <a:rPr lang="es-419" sz="900" kern="1200" baseline="0" noProof="0">
                          <a:solidFill>
                            <a:schemeClr val="bg2"/>
                          </a:solidFill>
                          <a:latin typeface="+mn-lt"/>
                          <a:ea typeface="+mn-ea"/>
                          <a:cs typeface="+mn-cs"/>
                        </a:rPr>
                        <a:t>Kick Off </a:t>
                      </a:r>
                    </a:p>
                  </a:txBody>
                  <a:tcPr marL="0" marR="0" marT="0" marB="0" anchor="b">
                    <a:lnL w="12700" cmpd="sng">
                      <a:noFill/>
                      <a:prstDash val="solid"/>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0ECF5"/>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7976"/>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455613" lvl="1" indent="-192088" algn="l" defTabSz="913874" rtl="0" eaLnBrk="0" fontAlgn="b" latinLnBrk="0" hangingPunct="0">
                        <a:spcBef>
                          <a:spcPts val="200"/>
                        </a:spcBef>
                        <a:spcAft>
                          <a:spcPts val="200"/>
                        </a:spcAft>
                        <a:buClr>
                          <a:srgbClr val="000000"/>
                        </a:buClr>
                        <a:buSzPts val="600"/>
                        <a:buFont typeface="Wingdings" panose="05000000000000000000" pitchFamily="2" charset="2"/>
                        <a:buNone/>
                      </a:pPr>
                      <a:r>
                        <a:rPr lang="es-MX" sz="900" kern="1200" baseline="0" noProof="0">
                          <a:solidFill>
                            <a:schemeClr val="bg2"/>
                          </a:solidFill>
                          <a:latin typeface="+mn-lt"/>
                          <a:ea typeface="+mn-ea"/>
                          <a:cs typeface="+mn-cs"/>
                        </a:rPr>
                        <a:t>Solicitud y recopilación de información </a:t>
                      </a:r>
                      <a:endParaRPr lang="es-419" sz="900" kern="1200" baseline="0" noProof="0">
                        <a:solidFill>
                          <a:schemeClr val="bg2"/>
                        </a:solidFill>
                        <a:latin typeface="+mn-lt"/>
                        <a:ea typeface="+mn-ea"/>
                        <a:cs typeface="+mn-cs"/>
                      </a:endParaRPr>
                    </a:p>
                  </a:txBody>
                  <a:tcPr marL="0" marR="0" marT="0" marB="0" anchor="b">
                    <a:lnL w="12700" cmpd="sng">
                      <a:noFill/>
                      <a:prstDash val="solid"/>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0ECF5"/>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5807771"/>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455613" lvl="1" indent="-192088" algn="l" defTabSz="913874" rtl="0" eaLnBrk="0" fontAlgn="b" latinLnBrk="0" hangingPunct="0">
                        <a:spcBef>
                          <a:spcPts val="200"/>
                        </a:spcBef>
                        <a:spcAft>
                          <a:spcPts val="200"/>
                        </a:spcAft>
                        <a:buClr>
                          <a:srgbClr val="000000"/>
                        </a:buClr>
                        <a:buSzPts val="600"/>
                        <a:buFont typeface="Wingdings" panose="05000000000000000000" pitchFamily="2" charset="2"/>
                        <a:buNone/>
                      </a:pPr>
                      <a:r>
                        <a:rPr lang="es-419" sz="900" kern="1200" baseline="0" noProof="0">
                          <a:solidFill>
                            <a:schemeClr val="bg2"/>
                          </a:solidFill>
                          <a:latin typeface="+mn-lt"/>
                          <a:ea typeface="+mn-ea"/>
                          <a:cs typeface="+mn-cs"/>
                        </a:rPr>
                        <a:t>Planificación de reuniones </a:t>
                      </a:r>
                    </a:p>
                  </a:txBody>
                  <a:tcPr marL="0" marR="0" marT="0" marB="0" anchor="b">
                    <a:lnL w="12700" cmpd="sng">
                      <a:noFill/>
                      <a:prstDash val="solid"/>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0ECF5"/>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7317311"/>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93663" marR="0" lvl="0" indent="0" algn="l" defTabSz="913874" rtl="0" eaLnBrk="1" fontAlgn="b" latinLnBrk="0" hangingPunct="1">
                        <a:lnSpc>
                          <a:spcPct val="100000"/>
                        </a:lnSpc>
                        <a:spcBef>
                          <a:spcPts val="0"/>
                        </a:spcBef>
                        <a:spcAft>
                          <a:spcPts val="0"/>
                        </a:spcAft>
                        <a:buClr>
                          <a:srgbClr val="000000"/>
                        </a:buClr>
                        <a:buSzPts val="600"/>
                        <a:buFont typeface="Wingdings" panose="05000000000000000000" pitchFamily="2" charset="2"/>
                        <a:buNone/>
                        <a:tabLst/>
                        <a:defRPr/>
                      </a:pPr>
                      <a:r>
                        <a:rPr lang="es-MX" sz="900" b="1" i="0" u="none" strike="noStrike" kern="1200" noProof="0">
                          <a:solidFill>
                            <a:schemeClr val="bg2"/>
                          </a:solidFill>
                          <a:effectLst/>
                          <a:latin typeface="+mn-lt"/>
                          <a:ea typeface="+mn-ea"/>
                          <a:cs typeface="+mn-cs"/>
                        </a:rPr>
                        <a:t>Diseño y adaptación  de la PMO</a:t>
                      </a:r>
                    </a:p>
                  </a:txBody>
                  <a:tcPr marL="0" marR="0" marT="0" marB="0" anchor="b">
                    <a:lnL w="12700" cmpd="sng">
                      <a:noFill/>
                      <a:prstDash val="solid"/>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C9C7E1"/>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3292135"/>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455613" lvl="1" indent="-192088" algn="l" defTabSz="913874" rtl="0" eaLnBrk="0" fontAlgn="b" latinLnBrk="0" hangingPunct="0">
                        <a:spcBef>
                          <a:spcPts val="200"/>
                        </a:spcBef>
                        <a:spcAft>
                          <a:spcPts val="200"/>
                        </a:spcAft>
                        <a:buClr>
                          <a:srgbClr val="000000"/>
                        </a:buClr>
                        <a:buSzPts val="600"/>
                        <a:buFont typeface="Wingdings" panose="05000000000000000000" pitchFamily="2" charset="2"/>
                        <a:buNone/>
                      </a:pPr>
                      <a:r>
                        <a:rPr lang="es-MX" sz="900" kern="1200" baseline="0" noProof="0">
                          <a:solidFill>
                            <a:schemeClr val="bg2"/>
                          </a:solidFill>
                          <a:latin typeface="+mn-lt"/>
                          <a:ea typeface="+mn-ea"/>
                          <a:cs typeface="+mn-cs"/>
                        </a:rPr>
                        <a:t>Definir el modelo operativo de la PMO </a:t>
                      </a:r>
                      <a:endParaRPr lang="es-419" sz="900" kern="1200" baseline="0" noProof="0">
                        <a:solidFill>
                          <a:schemeClr val="bg2"/>
                        </a:solidFill>
                        <a:latin typeface="+mn-lt"/>
                        <a:ea typeface="+mn-ea"/>
                        <a:cs typeface="+mn-cs"/>
                      </a:endParaRPr>
                    </a:p>
                  </a:txBody>
                  <a:tcPr marL="0" marR="0" marT="0" marB="0" anchor="b">
                    <a:lnL w="12700" cmpd="sng">
                      <a:noFill/>
                      <a:prstDash val="solid"/>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4E3F0"/>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50425"/>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455613" lvl="1" indent="-192088" algn="l" defTabSz="913874" rtl="0" eaLnBrk="0" fontAlgn="b" latinLnBrk="0" hangingPunct="0">
                        <a:spcBef>
                          <a:spcPts val="200"/>
                        </a:spcBef>
                        <a:spcAft>
                          <a:spcPts val="200"/>
                        </a:spcAft>
                        <a:buClr>
                          <a:srgbClr val="000000"/>
                        </a:buClr>
                        <a:buSzPts val="600"/>
                        <a:buFont typeface="Wingdings" panose="05000000000000000000" pitchFamily="2" charset="2"/>
                        <a:buNone/>
                      </a:pPr>
                      <a:r>
                        <a:rPr lang="es-MX" sz="900" kern="1200" baseline="0" noProof="0">
                          <a:solidFill>
                            <a:schemeClr val="bg2"/>
                          </a:solidFill>
                          <a:latin typeface="+mn-lt"/>
                          <a:ea typeface="+mn-ea"/>
                          <a:cs typeface="+mn-cs"/>
                        </a:rPr>
                        <a:t>Adaptar las herramientas a utilizar en la PMO </a:t>
                      </a:r>
                      <a:endParaRPr lang="es-419" sz="900" kern="1200" baseline="0" noProof="0">
                        <a:solidFill>
                          <a:schemeClr val="bg2"/>
                        </a:solidFill>
                        <a:latin typeface="+mn-lt"/>
                        <a:ea typeface="+mn-ea"/>
                        <a:cs typeface="+mn-cs"/>
                      </a:endParaRPr>
                    </a:p>
                  </a:txBody>
                  <a:tcPr marL="0" marR="0" marT="0" marB="0" anchor="b">
                    <a:lnL w="12700" cmpd="sng">
                      <a:noFill/>
                      <a:prstDash val="solid"/>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4E3F0"/>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7489316"/>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88900" marR="0" lvl="0" indent="0" algn="l" defTabSz="685800" rtl="0" eaLnBrk="1" fontAlgn="b" latinLnBrk="0" hangingPunct="1">
                        <a:lnSpc>
                          <a:spcPct val="100000"/>
                        </a:lnSpc>
                        <a:spcBef>
                          <a:spcPts val="0"/>
                        </a:spcBef>
                        <a:spcAft>
                          <a:spcPts val="0"/>
                        </a:spcAft>
                        <a:buClr>
                          <a:srgbClr val="000000"/>
                        </a:buClr>
                        <a:buSzPts val="600"/>
                        <a:buFont typeface="Wingdings" panose="05000000000000000000" pitchFamily="2" charset="2"/>
                        <a:buNone/>
                        <a:tabLst/>
                        <a:defRPr/>
                      </a:pPr>
                      <a:r>
                        <a:rPr lang="es-MX" sz="900" b="1" i="0" u="none" strike="noStrike" kern="1200" noProof="0">
                          <a:solidFill>
                            <a:schemeClr val="bg2"/>
                          </a:solidFill>
                          <a:effectLst/>
                          <a:latin typeface="+mn-lt"/>
                          <a:ea typeface="+mn-ea"/>
                          <a:cs typeface="+mn-cs"/>
                        </a:rPr>
                        <a:t>Master plan </a:t>
                      </a:r>
                    </a:p>
                  </a:txBody>
                  <a:tcPr marL="0" marR="0" marT="0" marB="0" anchor="b">
                    <a:lnL w="12700" cmpd="sng">
                      <a:noFill/>
                      <a:prstDash val="solid"/>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BC7A7"/>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7505038"/>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455613" lvl="1" indent="-192088" algn="l" defTabSz="913874" rtl="0" eaLnBrk="0" fontAlgn="b" latinLnBrk="0" hangingPunct="0">
                        <a:spcBef>
                          <a:spcPts val="200"/>
                        </a:spcBef>
                        <a:spcAft>
                          <a:spcPts val="200"/>
                        </a:spcAft>
                        <a:buClr>
                          <a:srgbClr val="000000"/>
                        </a:buClr>
                        <a:buSzPts val="600"/>
                        <a:buFont typeface="Wingdings" panose="05000000000000000000" pitchFamily="2" charset="2"/>
                        <a:buNone/>
                      </a:pPr>
                      <a:r>
                        <a:rPr lang="es-419" sz="900" kern="1200" baseline="0" noProof="0">
                          <a:solidFill>
                            <a:schemeClr val="bg2"/>
                          </a:solidFill>
                          <a:latin typeface="+mn-lt"/>
                          <a:ea typeface="+mn-ea"/>
                          <a:cs typeface="+mn-cs"/>
                        </a:rPr>
                        <a:t>Planificaciones detallada </a:t>
                      </a:r>
                    </a:p>
                  </a:txBody>
                  <a:tcPr marL="0" marR="0" marT="0" marB="0" anchor="b">
                    <a:lnL>
                      <a:noFill/>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DEEE2"/>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0454591"/>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455613" lvl="1" indent="-192088" algn="l" defTabSz="913874" rtl="0" eaLnBrk="0" fontAlgn="b" latinLnBrk="0" hangingPunct="0">
                        <a:spcBef>
                          <a:spcPts val="200"/>
                        </a:spcBef>
                        <a:spcAft>
                          <a:spcPts val="200"/>
                        </a:spcAft>
                        <a:buClr>
                          <a:srgbClr val="000000"/>
                        </a:buClr>
                        <a:buSzPts val="600"/>
                        <a:buFont typeface="Wingdings" panose="05000000000000000000" pitchFamily="2" charset="2"/>
                        <a:buNone/>
                      </a:pPr>
                      <a:r>
                        <a:rPr lang="es-MX" sz="900" kern="1200" baseline="0" noProof="0">
                          <a:solidFill>
                            <a:schemeClr val="bg2"/>
                          </a:solidFill>
                          <a:latin typeface="+mn-lt"/>
                          <a:ea typeface="+mn-ea"/>
                          <a:cs typeface="+mn-cs"/>
                        </a:rPr>
                        <a:t>Revisión y consolidación de planes de trabajo </a:t>
                      </a:r>
                      <a:endParaRPr lang="es-419" sz="900" kern="1200" baseline="0" noProof="0">
                        <a:solidFill>
                          <a:schemeClr val="bg2"/>
                        </a:solidFill>
                        <a:latin typeface="+mn-lt"/>
                        <a:ea typeface="+mn-ea"/>
                        <a:cs typeface="+mn-cs"/>
                      </a:endParaRPr>
                    </a:p>
                  </a:txBody>
                  <a:tcPr marL="0" marR="0" marT="0" marB="0" anchor="b">
                    <a:lnL>
                      <a:noFill/>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DEEE2"/>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5040802"/>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455613" lvl="1" indent="-192088" algn="l" defTabSz="913874" rtl="0" eaLnBrk="0" fontAlgn="b" latinLnBrk="0" hangingPunct="0">
                        <a:spcBef>
                          <a:spcPts val="200"/>
                        </a:spcBef>
                        <a:spcAft>
                          <a:spcPts val="200"/>
                        </a:spcAft>
                        <a:buClr>
                          <a:srgbClr val="000000"/>
                        </a:buClr>
                        <a:buSzPts val="600"/>
                        <a:buFont typeface="Wingdings" panose="05000000000000000000" pitchFamily="2" charset="2"/>
                        <a:buNone/>
                      </a:pPr>
                      <a:r>
                        <a:rPr lang="es-419" sz="900" kern="1200" baseline="0" noProof="0">
                          <a:solidFill>
                            <a:schemeClr val="bg2"/>
                          </a:solidFill>
                          <a:latin typeface="+mn-lt"/>
                          <a:ea typeface="+mn-ea"/>
                          <a:cs typeface="+mn-cs"/>
                        </a:rPr>
                        <a:t>Elaboración del Camino Crítico</a:t>
                      </a:r>
                    </a:p>
                  </a:txBody>
                  <a:tcPr marL="0" marR="0" marT="0" marB="0" anchor="b">
                    <a:lnL>
                      <a:noFill/>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DEEE2"/>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2577632"/>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93663" marR="0" lvl="0" indent="0" algn="l" defTabSz="913874" rtl="0" eaLnBrk="1" fontAlgn="b" latinLnBrk="0" hangingPunct="1">
                        <a:lnSpc>
                          <a:spcPct val="100000"/>
                        </a:lnSpc>
                        <a:spcBef>
                          <a:spcPts val="0"/>
                        </a:spcBef>
                        <a:spcAft>
                          <a:spcPts val="0"/>
                        </a:spcAft>
                        <a:buClr>
                          <a:srgbClr val="000000"/>
                        </a:buClr>
                        <a:buSzPts val="600"/>
                        <a:buFont typeface="Wingdings" panose="05000000000000000000" pitchFamily="2" charset="2"/>
                        <a:buNone/>
                        <a:tabLst/>
                        <a:defRPr/>
                      </a:pPr>
                      <a:r>
                        <a:rPr lang="es-MX" sz="900" b="1" i="0" u="none" strike="noStrike" kern="1200" noProof="0">
                          <a:solidFill>
                            <a:schemeClr val="bg2"/>
                          </a:solidFill>
                          <a:effectLst/>
                          <a:latin typeface="+mn-lt"/>
                          <a:ea typeface="+mn-ea"/>
                          <a:cs typeface="+mn-cs"/>
                        </a:rPr>
                        <a:t>Lanzamiento</a:t>
                      </a:r>
                      <a:endParaRPr lang="es-419" sz="900" b="1" i="0" u="none" strike="noStrike" kern="1200" noProof="0">
                        <a:solidFill>
                          <a:schemeClr val="bg2"/>
                        </a:solidFill>
                        <a:effectLst/>
                        <a:latin typeface="+mn-lt"/>
                        <a:ea typeface="+mn-ea"/>
                        <a:cs typeface="+mn-cs"/>
                      </a:endParaRPr>
                    </a:p>
                  </a:txBody>
                  <a:tcPr marL="0" marR="0" marT="0" marB="0" anchor="b">
                    <a:lnL>
                      <a:noFill/>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1B9C7"/>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4079215"/>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455613" lvl="1" indent="-192088" eaLnBrk="0" hangingPunct="0">
                        <a:spcBef>
                          <a:spcPts val="200"/>
                        </a:spcBef>
                        <a:spcAft>
                          <a:spcPts val="200"/>
                        </a:spcAft>
                        <a:buFont typeface="Wingdings" panose="05000000000000000000" pitchFamily="2" charset="2"/>
                        <a:buNone/>
                      </a:pPr>
                      <a:r>
                        <a:rPr lang="es-MX" sz="900" kern="1200" baseline="0">
                          <a:solidFill>
                            <a:schemeClr val="bg2"/>
                          </a:solidFill>
                          <a:latin typeface="+mn-lt"/>
                          <a:ea typeface="+mn-ea"/>
                          <a:cs typeface="+mn-cs"/>
                        </a:rPr>
                        <a:t>Publicación a todos los stakeholders </a:t>
                      </a:r>
                      <a:endParaRPr lang="es-419" sz="900" b="0" i="0" u="none" strike="noStrike" kern="1200" noProof="0">
                        <a:solidFill>
                          <a:schemeClr val="bg2"/>
                        </a:solidFill>
                        <a:effectLst/>
                        <a:latin typeface="+mn-lt"/>
                        <a:ea typeface="+mn-ea"/>
                        <a:cs typeface="+mn-cs"/>
                      </a:endParaRPr>
                    </a:p>
                  </a:txBody>
                  <a:tcPr marL="0" marR="0" marT="0" marB="0" anchor="b">
                    <a:lnL>
                      <a:noFill/>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AE8EC"/>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4728677"/>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455613" marR="0" lvl="1" indent="-192088" algn="l" defTabSz="913874" rtl="0" eaLnBrk="0" fontAlgn="b" latinLnBrk="0" hangingPunct="0">
                        <a:lnSpc>
                          <a:spcPct val="100000"/>
                        </a:lnSpc>
                        <a:spcBef>
                          <a:spcPts val="200"/>
                        </a:spcBef>
                        <a:spcAft>
                          <a:spcPts val="200"/>
                        </a:spcAft>
                        <a:buClrTx/>
                        <a:buSzTx/>
                        <a:buFont typeface="Wingdings" panose="05000000000000000000" pitchFamily="2" charset="2"/>
                        <a:buNone/>
                        <a:tabLst/>
                        <a:defRPr/>
                      </a:pPr>
                      <a:r>
                        <a:rPr lang="es-MX" sz="900" baseline="0">
                          <a:solidFill>
                            <a:schemeClr val="bg2"/>
                          </a:solidFill>
                          <a:cs typeface="+mn-cs"/>
                        </a:rPr>
                        <a:t>Diseño de los canales de comunicación </a:t>
                      </a:r>
                      <a:endParaRPr lang="es-419" sz="900" b="0" i="0" u="none" strike="noStrike" kern="1200" noProof="0">
                        <a:solidFill>
                          <a:schemeClr val="bg2"/>
                        </a:solidFill>
                        <a:effectLst/>
                        <a:latin typeface="+mn-lt"/>
                        <a:ea typeface="+mn-ea"/>
                        <a:cs typeface="+mn-cs"/>
                      </a:endParaRPr>
                    </a:p>
                  </a:txBody>
                  <a:tcPr marL="0" marR="0" marT="0" marB="0" anchor="b">
                    <a:lnL>
                      <a:noFill/>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AE8EC"/>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9679780"/>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455613" marR="0" lvl="1" indent="-192088" algn="l" defTabSz="913874" rtl="0" eaLnBrk="0" fontAlgn="b" latinLnBrk="0" hangingPunct="0">
                        <a:lnSpc>
                          <a:spcPct val="100000"/>
                        </a:lnSpc>
                        <a:spcBef>
                          <a:spcPts val="200"/>
                        </a:spcBef>
                        <a:spcAft>
                          <a:spcPts val="200"/>
                        </a:spcAft>
                        <a:buClrTx/>
                        <a:buSzTx/>
                        <a:buFont typeface="Wingdings" panose="05000000000000000000" pitchFamily="2" charset="2"/>
                        <a:buNone/>
                        <a:tabLst/>
                        <a:defRPr/>
                      </a:pPr>
                      <a:r>
                        <a:rPr lang="es-MX" sz="900" kern="1200" baseline="0" noProof="0">
                          <a:solidFill>
                            <a:schemeClr val="bg2"/>
                          </a:solidFill>
                          <a:latin typeface="+mn-lt"/>
                          <a:ea typeface="+mn-ea"/>
                          <a:cs typeface="+mn-cs"/>
                        </a:rPr>
                        <a:t>Planificación de actividades periódicas </a:t>
                      </a:r>
                      <a:endParaRPr lang="es-419" sz="900" kern="1200" baseline="0" noProof="0">
                        <a:solidFill>
                          <a:schemeClr val="bg2"/>
                        </a:solidFill>
                        <a:latin typeface="+mn-lt"/>
                        <a:ea typeface="+mn-ea"/>
                        <a:cs typeface="+mn-cs"/>
                      </a:endParaRPr>
                    </a:p>
                  </a:txBody>
                  <a:tcPr marL="0" marR="0" marT="0" marB="0" anchor="b">
                    <a:lnL>
                      <a:noFill/>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AE8EC"/>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905696"/>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455613" marR="0" lvl="1" indent="-192088" algn="l" defTabSz="913874" rtl="0" eaLnBrk="0" fontAlgn="b" latinLnBrk="0" hangingPunct="0">
                        <a:lnSpc>
                          <a:spcPct val="100000"/>
                        </a:lnSpc>
                        <a:spcBef>
                          <a:spcPts val="200"/>
                        </a:spcBef>
                        <a:spcAft>
                          <a:spcPts val="200"/>
                        </a:spcAft>
                        <a:buClrTx/>
                        <a:buSzTx/>
                        <a:buFont typeface="Wingdings" panose="05000000000000000000" pitchFamily="2" charset="2"/>
                        <a:buNone/>
                        <a:tabLst/>
                        <a:defRPr/>
                      </a:pPr>
                      <a:r>
                        <a:rPr lang="es-MX" sz="900" kern="1200" baseline="0">
                          <a:solidFill>
                            <a:schemeClr val="bg2"/>
                          </a:solidFill>
                          <a:latin typeface="+mn-lt"/>
                          <a:ea typeface="+mn-ea"/>
                          <a:cs typeface="+mn-cs"/>
                        </a:rPr>
                        <a:t>Creación y despliegue bitácora de controles</a:t>
                      </a:r>
                      <a:endParaRPr lang="es-ES" sz="900" kern="1200" baseline="0">
                        <a:solidFill>
                          <a:schemeClr val="bg2"/>
                        </a:solidFill>
                        <a:latin typeface="+mn-lt"/>
                        <a:ea typeface="+mn-ea"/>
                        <a:cs typeface="+mn-cs"/>
                      </a:endParaRPr>
                    </a:p>
                  </a:txBody>
                  <a:tcPr marL="0" marR="0" marT="0" marB="0" anchor="b">
                    <a:lnL>
                      <a:noFill/>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AE8EC"/>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4616510"/>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0" marR="0" lvl="0" indent="0" algn="l" defTabSz="913874" rtl="0" eaLnBrk="1" fontAlgn="b" latinLnBrk="0" hangingPunct="1">
                        <a:lnSpc>
                          <a:spcPct val="100000"/>
                        </a:lnSpc>
                        <a:spcBef>
                          <a:spcPts val="0"/>
                        </a:spcBef>
                        <a:spcAft>
                          <a:spcPts val="0"/>
                        </a:spcAft>
                        <a:buClr>
                          <a:srgbClr val="000000"/>
                        </a:buClr>
                        <a:buSzPts val="600"/>
                        <a:buFont typeface="Wingdings" panose="05000000000000000000" pitchFamily="2" charset="2"/>
                        <a:buNone/>
                        <a:tabLst/>
                        <a:defRPr/>
                      </a:pPr>
                      <a:r>
                        <a:rPr lang="es-419" sz="900" b="1" i="0" u="none" strike="noStrike" kern="1200" noProof="0">
                          <a:solidFill>
                            <a:schemeClr val="bg2"/>
                          </a:solidFill>
                          <a:effectLst/>
                          <a:latin typeface="+mn-lt"/>
                          <a:ea typeface="+mn-ea"/>
                          <a:cs typeface="+mn-cs"/>
                        </a:rPr>
                        <a:t>Operación de la PMO</a:t>
                      </a:r>
                    </a:p>
                  </a:txBody>
                  <a:tcPr marL="59064" marR="6563" marT="6563" marB="0" anchor="ctr">
                    <a:lnL>
                      <a:noFill/>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FDCD1"/>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8468747"/>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455613" lvl="1" indent="-192088" algn="l" defTabSz="913874" rtl="0" eaLnBrk="0" fontAlgn="b" latinLnBrk="0" hangingPunct="0">
                        <a:spcBef>
                          <a:spcPts val="200"/>
                        </a:spcBef>
                        <a:spcAft>
                          <a:spcPts val="200"/>
                        </a:spcAft>
                        <a:buFont typeface="Wingdings" panose="05000000000000000000" pitchFamily="2" charset="2"/>
                        <a:buNone/>
                      </a:pPr>
                      <a:r>
                        <a:rPr lang="es-MX" sz="900" kern="1200" baseline="0" noProof="0">
                          <a:solidFill>
                            <a:schemeClr val="bg2"/>
                          </a:solidFill>
                          <a:latin typeface="+mn-lt"/>
                          <a:ea typeface="+mn-ea"/>
                          <a:cs typeface="+mn-cs"/>
                        </a:rPr>
                        <a:t>Identificación de riesgos, desviaciones</a:t>
                      </a:r>
                      <a:endParaRPr lang="es-419" sz="900" kern="1200" baseline="0" noProof="0">
                        <a:solidFill>
                          <a:schemeClr val="bg2"/>
                        </a:solidFill>
                        <a:latin typeface="+mn-lt"/>
                        <a:ea typeface="+mn-ea"/>
                        <a:cs typeface="+mn-cs"/>
                      </a:endParaRPr>
                    </a:p>
                  </a:txBody>
                  <a:tcPr marL="0" marR="0" marT="0" marB="0" anchor="b">
                    <a:lnL>
                      <a:noFill/>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4F3F0"/>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267001"/>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455613" lvl="1" indent="-192088" algn="l" defTabSz="913874" rtl="0" eaLnBrk="0" fontAlgn="b" latinLnBrk="0" hangingPunct="0">
                        <a:spcBef>
                          <a:spcPts val="200"/>
                        </a:spcBef>
                        <a:spcAft>
                          <a:spcPts val="200"/>
                        </a:spcAft>
                        <a:buFont typeface="Wingdings" panose="05000000000000000000" pitchFamily="2" charset="2"/>
                        <a:buNone/>
                      </a:pPr>
                      <a:r>
                        <a:rPr lang="es-MX" sz="900" kern="1200" baseline="0" noProof="0">
                          <a:solidFill>
                            <a:schemeClr val="bg2"/>
                          </a:solidFill>
                          <a:latin typeface="+mn-lt"/>
                          <a:ea typeface="+mn-ea"/>
                          <a:cs typeface="+mn-cs"/>
                        </a:rPr>
                        <a:t>Consolidación de informes de seguimiento</a:t>
                      </a:r>
                      <a:endParaRPr lang="es-419" sz="900" kern="1200" baseline="0" noProof="0">
                        <a:solidFill>
                          <a:schemeClr val="bg2"/>
                        </a:solidFill>
                        <a:latin typeface="+mn-lt"/>
                        <a:ea typeface="+mn-ea"/>
                        <a:cs typeface="+mn-cs"/>
                      </a:endParaRPr>
                    </a:p>
                  </a:txBody>
                  <a:tcPr marL="0" marR="0" marT="0" marB="0" anchor="b">
                    <a:lnL>
                      <a:noFill/>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4F3F0"/>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015535"/>
                  </a:ext>
                </a:extLst>
              </a:tr>
              <a:tr h="194867">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marL="455613" lvl="1" indent="-192088" algn="l" defTabSz="913874" rtl="0" eaLnBrk="0" fontAlgn="b" latinLnBrk="0" hangingPunct="0">
                        <a:spcBef>
                          <a:spcPts val="200"/>
                        </a:spcBef>
                        <a:spcAft>
                          <a:spcPts val="200"/>
                        </a:spcAft>
                        <a:buFont typeface="Wingdings" panose="05000000000000000000" pitchFamily="2" charset="2"/>
                        <a:buNone/>
                      </a:pPr>
                      <a:r>
                        <a:rPr lang="es-MX" sz="900" kern="1200" baseline="0" noProof="0">
                          <a:solidFill>
                            <a:schemeClr val="bg2"/>
                          </a:solidFill>
                          <a:latin typeface="+mn-lt"/>
                          <a:ea typeface="+mn-ea"/>
                          <a:cs typeface="+mn-cs"/>
                        </a:rPr>
                        <a:t>Actualización cronogramas y presupuestos</a:t>
                      </a:r>
                    </a:p>
                  </a:txBody>
                  <a:tcPr marL="0" marR="0" marT="0" marB="0" anchor="b">
                    <a:lnL>
                      <a:noFill/>
                    </a:lnL>
                    <a:lnR w="3175" cap="flat" cmpd="sng" algn="ctr">
                      <a:solidFill>
                        <a:srgbClr val="FFFFFF">
                          <a:lumMod val="85000"/>
                        </a:srgb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4F3F0"/>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77" rtl="0" eaLnBrk="1" latinLnBrk="0" hangingPunct="1">
                        <a:defRPr sz="1800" kern="1200">
                          <a:solidFill>
                            <a:schemeClr val="tx1"/>
                          </a:solidFill>
                          <a:latin typeface="ForFuture Sans"/>
                        </a:defRPr>
                      </a:lvl1pPr>
                      <a:lvl2pPr marL="457189" algn="l" defTabSz="914377" rtl="0" eaLnBrk="1" latinLnBrk="0" hangingPunct="1">
                        <a:defRPr sz="1800" kern="1200">
                          <a:solidFill>
                            <a:schemeClr val="tx1"/>
                          </a:solidFill>
                          <a:latin typeface="ForFuture Sans"/>
                        </a:defRPr>
                      </a:lvl2pPr>
                      <a:lvl3pPr marL="914377" algn="l" defTabSz="914377" rtl="0" eaLnBrk="1" latinLnBrk="0" hangingPunct="1">
                        <a:defRPr sz="1800" kern="1200">
                          <a:solidFill>
                            <a:schemeClr val="tx1"/>
                          </a:solidFill>
                          <a:latin typeface="ForFuture Sans"/>
                        </a:defRPr>
                      </a:lvl3pPr>
                      <a:lvl4pPr marL="1371566" algn="l" defTabSz="914377" rtl="0" eaLnBrk="1" latinLnBrk="0" hangingPunct="1">
                        <a:defRPr sz="1800" kern="1200">
                          <a:solidFill>
                            <a:schemeClr val="tx1"/>
                          </a:solidFill>
                          <a:latin typeface="ForFuture Sans"/>
                        </a:defRPr>
                      </a:lvl4pPr>
                      <a:lvl5pPr marL="1828754" algn="l" defTabSz="914377" rtl="0" eaLnBrk="1" latinLnBrk="0" hangingPunct="1">
                        <a:defRPr sz="1800" kern="1200">
                          <a:solidFill>
                            <a:schemeClr val="tx1"/>
                          </a:solidFill>
                          <a:latin typeface="ForFuture Sans"/>
                        </a:defRPr>
                      </a:lvl5pPr>
                      <a:lvl6pPr marL="2285943" algn="l" defTabSz="914377" rtl="0" eaLnBrk="1" latinLnBrk="0" hangingPunct="1">
                        <a:defRPr sz="1800" kern="1200">
                          <a:solidFill>
                            <a:schemeClr val="tx1"/>
                          </a:solidFill>
                          <a:latin typeface="ForFuture Sans"/>
                        </a:defRPr>
                      </a:lvl6pPr>
                      <a:lvl7pPr marL="2743131" algn="l" defTabSz="914377" rtl="0" eaLnBrk="1" latinLnBrk="0" hangingPunct="1">
                        <a:defRPr sz="1800" kern="1200">
                          <a:solidFill>
                            <a:schemeClr val="tx1"/>
                          </a:solidFill>
                          <a:latin typeface="ForFuture Sans"/>
                        </a:defRPr>
                      </a:lvl7pPr>
                      <a:lvl8pPr marL="3200320" algn="l" defTabSz="914377" rtl="0" eaLnBrk="1" latinLnBrk="0" hangingPunct="1">
                        <a:defRPr sz="1800" kern="1200">
                          <a:solidFill>
                            <a:schemeClr val="tx1"/>
                          </a:solidFill>
                          <a:latin typeface="ForFuture Sans"/>
                        </a:defRPr>
                      </a:lvl8pPr>
                      <a:lvl9pPr marL="3657509" algn="l" defTabSz="914377" rtl="0" eaLnBrk="1" latinLnBrk="0" hangingPunct="1">
                        <a:defRPr sz="1800" kern="1200">
                          <a:solidFill>
                            <a:schemeClr val="tx1"/>
                          </a:solidFill>
                          <a:latin typeface="ForFuture Sans"/>
                        </a:defRPr>
                      </a:lvl9p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CL" sz="1100" b="0" i="0" u="none" strike="noStrike">
                        <a:solidFill>
                          <a:srgbClr val="000000"/>
                        </a:solidFill>
                        <a:effectLst/>
                        <a:latin typeface="+mn-lt"/>
                      </a:endParaRPr>
                    </a:p>
                  </a:txBody>
                  <a:tcPr marL="10021" marR="10021" marT="10021" marB="0" anchor="ctr">
                    <a:lnL w="3175" cap="flat" cmpd="sng" algn="ctr">
                      <a:solidFill>
                        <a:srgbClr val="FFFFFF">
                          <a:lumMod val="85000"/>
                        </a:srgbClr>
                      </a:solidFill>
                      <a:prstDash val="solid"/>
                      <a:round/>
                      <a:headEnd type="none" w="med" len="med"/>
                      <a:tailEnd type="none" w="med" len="med"/>
                    </a:lnL>
                    <a:lnR w="3175" cap="flat" cmpd="sng" algn="ctr">
                      <a:solidFill>
                        <a:srgbClr val="FFFFFF">
                          <a:lumMod val="85000"/>
                        </a:srgbClr>
                      </a:solidFill>
                      <a:prstDash val="solid"/>
                      <a:round/>
                      <a:headEnd type="none" w="med" len="med"/>
                      <a:tailEnd type="none" w="med" len="med"/>
                    </a:lnR>
                    <a:lnT w="3175" cap="flat" cmpd="sng" algn="ctr">
                      <a:solidFill>
                        <a:srgbClr val="FFFFFF">
                          <a:lumMod val="85000"/>
                        </a:srgbClr>
                      </a:solidFill>
                      <a:prstDash val="solid"/>
                      <a:round/>
                      <a:headEnd type="none" w="med" len="med"/>
                      <a:tailEnd type="none" w="med" len="med"/>
                    </a:lnT>
                    <a:lnB w="317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5718933"/>
                  </a:ext>
                </a:extLst>
              </a:tr>
            </a:tbl>
          </a:graphicData>
        </a:graphic>
      </p:graphicFrame>
      <p:sp>
        <p:nvSpPr>
          <p:cNvPr id="88" name="Título 1">
            <a:extLst>
              <a:ext uri="{FF2B5EF4-FFF2-40B4-BE49-F238E27FC236}">
                <a16:creationId xmlns:a16="http://schemas.microsoft.com/office/drawing/2014/main" id="{3B968AA2-C74A-3893-15EE-0FA6947DBABB}"/>
              </a:ext>
            </a:extLst>
          </p:cNvPr>
          <p:cNvSpPr txBox="1">
            <a:spLocks/>
          </p:cNvSpPr>
          <p:nvPr/>
        </p:nvSpPr>
        <p:spPr>
          <a:xfrm>
            <a:off x="335360" y="540047"/>
            <a:ext cx="11026380" cy="354333"/>
          </a:xfrm>
          <a:prstGeom prst="rect">
            <a:avLst/>
          </a:prstGeom>
        </p:spPr>
        <p:txBody>
          <a:bodyPr vert="horz" lIns="0" tIns="0" rIns="0" bIns="0" rtlCol="0" anchor="t">
            <a:noAutofit/>
          </a:bodyPr>
          <a:lstStyle>
            <a:lvl1pPr algn="l" defTabSz="914377" rtl="0" eaLnBrk="1" latinLnBrk="0" hangingPunct="1">
              <a:lnSpc>
                <a:spcPct val="85000"/>
              </a:lnSpc>
              <a:spcBef>
                <a:spcPct val="0"/>
              </a:spcBef>
              <a:buNone/>
              <a:defRPr sz="2400" kern="1200">
                <a:solidFill>
                  <a:schemeClr val="tx1"/>
                </a:solidFill>
                <a:latin typeface="+mj-lt"/>
                <a:ea typeface="+mj-ea"/>
                <a:cs typeface="+mj-cs"/>
              </a:defRPr>
            </a:lvl1pPr>
          </a:lstStyle>
          <a:p>
            <a:pPr marL="0" marR="0" lvl="0" indent="0" algn="l" defTabSz="914377" rtl="0" eaLnBrk="1" fontAlgn="auto" latinLnBrk="0" hangingPunct="1">
              <a:lnSpc>
                <a:spcPct val="85000"/>
              </a:lnSpc>
              <a:spcBef>
                <a:spcPct val="0"/>
              </a:spcBef>
              <a:spcAft>
                <a:spcPts val="0"/>
              </a:spcAft>
              <a:buClrTx/>
              <a:buSzTx/>
              <a:buFontTx/>
              <a:buNone/>
              <a:tabLst/>
              <a:defRPr/>
            </a:pPr>
            <a:r>
              <a:rPr kumimoji="0" lang="es-ES" sz="2000" b="0" i="0" u="none" strike="noStrike" kern="1200" cap="none" spc="0" normalizeH="0" baseline="0" noProof="0">
                <a:ln>
                  <a:noFill/>
                </a:ln>
                <a:solidFill>
                  <a:srgbClr val="4F062A"/>
                </a:solidFill>
                <a:effectLst/>
                <a:uLnTx/>
                <a:uFillTx/>
                <a:latin typeface="ForFuture Sans"/>
                <a:ea typeface="+mj-ea"/>
                <a:cs typeface="+mj-cs"/>
              </a:rPr>
              <a:t>El plan del proyecto del PMO Avanzada es de </a:t>
            </a:r>
            <a:r>
              <a:rPr kumimoji="0" lang="es-ES" sz="2000" b="0" i="0" u="none" strike="noStrike" kern="1200" cap="none" spc="0" normalizeH="0" baseline="0" noProof="0">
                <a:ln>
                  <a:noFill/>
                </a:ln>
                <a:solidFill>
                  <a:schemeClr val="accent1"/>
                </a:solidFill>
                <a:effectLst/>
                <a:uLnTx/>
                <a:uFillTx/>
                <a:latin typeface="ForFuture Sans"/>
                <a:ea typeface="+mj-ea"/>
                <a:cs typeface="+mj-cs"/>
              </a:rPr>
              <a:t>9 meses de implementación + 2 meses de soporte</a:t>
            </a:r>
            <a:r>
              <a:rPr kumimoji="0" lang="es-ES" sz="2000" b="0" i="0" u="none" strike="noStrike" kern="1200" cap="none" spc="0" normalizeH="0" baseline="0" noProof="0">
                <a:ln>
                  <a:noFill/>
                </a:ln>
                <a:solidFill>
                  <a:srgbClr val="4F062A"/>
                </a:solidFill>
                <a:effectLst/>
                <a:uLnTx/>
                <a:uFillTx/>
                <a:latin typeface="ForFuture Sans"/>
                <a:ea typeface="+mj-ea"/>
                <a:cs typeface="+mj-cs"/>
              </a:rPr>
              <a:t>*</a:t>
            </a:r>
            <a:endParaRPr kumimoji="0" lang="es-ES" sz="2000" b="0" i="0" u="none" strike="noStrike" kern="1200" cap="none" spc="0" normalizeH="0" baseline="30000" noProof="0">
              <a:ln>
                <a:noFill/>
              </a:ln>
              <a:solidFill>
                <a:srgbClr val="4F062A"/>
              </a:solidFill>
              <a:effectLst/>
              <a:uLnTx/>
              <a:uFillTx/>
              <a:latin typeface="ForFuture Sans"/>
              <a:ea typeface="+mj-ea"/>
              <a:cs typeface="+mj-cs"/>
            </a:endParaRPr>
          </a:p>
        </p:txBody>
      </p:sp>
      <p:cxnSp>
        <p:nvCxnSpPr>
          <p:cNvPr id="89" name="17 Conector recto">
            <a:extLst>
              <a:ext uri="{FF2B5EF4-FFF2-40B4-BE49-F238E27FC236}">
                <a16:creationId xmlns:a16="http://schemas.microsoft.com/office/drawing/2014/main" id="{78FE50D7-1354-F5E3-5AB2-279833058CFE}"/>
              </a:ext>
            </a:extLst>
          </p:cNvPr>
          <p:cNvCxnSpPr>
            <a:cxnSpLocks/>
          </p:cNvCxnSpPr>
          <p:nvPr/>
        </p:nvCxnSpPr>
        <p:spPr>
          <a:xfrm>
            <a:off x="2986885" y="1622005"/>
            <a:ext cx="1660956" cy="0"/>
          </a:xfrm>
          <a:prstGeom prst="line">
            <a:avLst/>
          </a:prstGeom>
          <a:noFill/>
          <a:ln w="19050" cap="flat" cmpd="sng" algn="ctr">
            <a:solidFill>
              <a:srgbClr val="4F062A"/>
            </a:solidFill>
            <a:prstDash val="solid"/>
            <a:miter lim="800000"/>
            <a:headEnd type="diamond" w="med" len="med"/>
            <a:tailEnd type="diamond" w="med" len="med"/>
          </a:ln>
          <a:effectLst/>
        </p:spPr>
      </p:cxnSp>
      <p:cxnSp>
        <p:nvCxnSpPr>
          <p:cNvPr id="91" name="17 Conector recto">
            <a:extLst>
              <a:ext uri="{FF2B5EF4-FFF2-40B4-BE49-F238E27FC236}">
                <a16:creationId xmlns:a16="http://schemas.microsoft.com/office/drawing/2014/main" id="{FA5C6A64-3CFA-0E15-1B11-7F52C6962DFF}"/>
              </a:ext>
            </a:extLst>
          </p:cNvPr>
          <p:cNvCxnSpPr>
            <a:cxnSpLocks/>
          </p:cNvCxnSpPr>
          <p:nvPr/>
        </p:nvCxnSpPr>
        <p:spPr>
          <a:xfrm>
            <a:off x="3451443" y="2640460"/>
            <a:ext cx="477267" cy="0"/>
          </a:xfrm>
          <a:prstGeom prst="line">
            <a:avLst/>
          </a:prstGeom>
          <a:noFill/>
          <a:ln w="19050" cap="flat" cmpd="sng" algn="ctr">
            <a:solidFill>
              <a:srgbClr val="48A690"/>
            </a:solidFill>
            <a:prstDash val="solid"/>
            <a:miter lim="800000"/>
            <a:headEnd type="diamond" w="med" len="med"/>
            <a:tailEnd type="diamond" w="med" len="med"/>
          </a:ln>
          <a:effectLst/>
        </p:spPr>
      </p:cxnSp>
      <p:sp>
        <p:nvSpPr>
          <p:cNvPr id="92" name="CuadroTexto 91">
            <a:extLst>
              <a:ext uri="{FF2B5EF4-FFF2-40B4-BE49-F238E27FC236}">
                <a16:creationId xmlns:a16="http://schemas.microsoft.com/office/drawing/2014/main" id="{3EDFF031-BACF-CDB2-F2E4-886FCE153300}"/>
              </a:ext>
            </a:extLst>
          </p:cNvPr>
          <p:cNvSpPr txBox="1"/>
          <p:nvPr/>
        </p:nvSpPr>
        <p:spPr>
          <a:xfrm>
            <a:off x="2326237" y="6361892"/>
            <a:ext cx="9637964" cy="400110"/>
          </a:xfrm>
          <a:prstGeom prst="rect">
            <a:avLst/>
          </a:prstGeom>
          <a:noFill/>
        </p:spPr>
        <p:txBody>
          <a:bodyPr wrap="square">
            <a:spAutoFit/>
          </a:bodyPr>
          <a:lstStyle/>
          <a:p>
            <a:pPr defTabSz="914354">
              <a:defRPr/>
            </a:pPr>
            <a:r>
              <a:rPr lang="es-ES_tradnl" sz="1000">
                <a:solidFill>
                  <a:srgbClr val="4F062A"/>
                </a:solidFill>
                <a:latin typeface="+mj-lt"/>
              </a:rPr>
              <a:t>*Esta planificación de proyecto se ajustó al cronograma general y debe considerarse como de alto nivel para los fines de esta propuesta. Se entregará el plan detallado como parte de los entregables del proyecto</a:t>
            </a:r>
          </a:p>
        </p:txBody>
      </p:sp>
      <p:cxnSp>
        <p:nvCxnSpPr>
          <p:cNvPr id="97" name="17 Conector recto">
            <a:extLst>
              <a:ext uri="{FF2B5EF4-FFF2-40B4-BE49-F238E27FC236}">
                <a16:creationId xmlns:a16="http://schemas.microsoft.com/office/drawing/2014/main" id="{9DA5872C-0535-2BD7-854E-4C46164E52A7}"/>
              </a:ext>
            </a:extLst>
          </p:cNvPr>
          <p:cNvCxnSpPr>
            <a:cxnSpLocks/>
          </p:cNvCxnSpPr>
          <p:nvPr/>
        </p:nvCxnSpPr>
        <p:spPr>
          <a:xfrm flipV="1">
            <a:off x="4655290" y="1852949"/>
            <a:ext cx="7201349" cy="8171"/>
          </a:xfrm>
          <a:prstGeom prst="line">
            <a:avLst/>
          </a:prstGeom>
          <a:noFill/>
          <a:ln w="19050" cap="flat" cmpd="sng" algn="ctr">
            <a:solidFill>
              <a:srgbClr val="4F062A"/>
            </a:solidFill>
            <a:prstDash val="solid"/>
            <a:miter lim="800000"/>
            <a:headEnd type="diamond" w="med" len="med"/>
            <a:tailEnd type="diamond" w="med" len="med"/>
          </a:ln>
          <a:effectLst/>
        </p:spPr>
      </p:cxnSp>
      <p:sp>
        <p:nvSpPr>
          <p:cNvPr id="99" name="CuadroTexto 98">
            <a:extLst>
              <a:ext uri="{FF2B5EF4-FFF2-40B4-BE49-F238E27FC236}">
                <a16:creationId xmlns:a16="http://schemas.microsoft.com/office/drawing/2014/main" id="{355A0133-9E9A-9A42-DC08-62ED430582BC}"/>
              </a:ext>
            </a:extLst>
          </p:cNvPr>
          <p:cNvSpPr txBox="1"/>
          <p:nvPr/>
        </p:nvSpPr>
        <p:spPr>
          <a:xfrm>
            <a:off x="10189697" y="1660943"/>
            <a:ext cx="973254" cy="230832"/>
          </a:xfrm>
          <a:prstGeom prst="rect">
            <a:avLst/>
          </a:prstGeom>
          <a:noFill/>
        </p:spPr>
        <p:txBody>
          <a:bodyPr wrap="square">
            <a:spAutoFit/>
          </a:bodyPr>
          <a:lstStyle/>
          <a:p>
            <a:pPr defTabSz="914354">
              <a:defRPr/>
            </a:pPr>
            <a:r>
              <a:rPr lang="es-ES_tradnl" sz="900">
                <a:solidFill>
                  <a:srgbClr val="1A3B47"/>
                </a:solidFill>
                <a:latin typeface="Soho Gothic Pro Light"/>
              </a:rPr>
              <a:t>Salida en Vivo</a:t>
            </a:r>
          </a:p>
        </p:txBody>
      </p:sp>
      <p:sp>
        <p:nvSpPr>
          <p:cNvPr id="106" name="21 Rombo">
            <a:extLst>
              <a:ext uri="{FF2B5EF4-FFF2-40B4-BE49-F238E27FC236}">
                <a16:creationId xmlns:a16="http://schemas.microsoft.com/office/drawing/2014/main" id="{A8662C46-75F2-9B46-84D1-0729A3206A91}"/>
              </a:ext>
            </a:extLst>
          </p:cNvPr>
          <p:cNvSpPr/>
          <p:nvPr/>
        </p:nvSpPr>
        <p:spPr>
          <a:xfrm>
            <a:off x="10099576" y="1719398"/>
            <a:ext cx="124222" cy="133551"/>
          </a:xfrm>
          <a:prstGeom prst="diamond">
            <a:avLst/>
          </a:prstGeom>
          <a:solidFill>
            <a:srgbClr val="FF0000"/>
          </a:solidFill>
          <a:ln w="28575" cap="flat" cmpd="sng" algn="ctr">
            <a:noFill/>
            <a:prstDash val="solid"/>
            <a:miter lim="800000"/>
          </a:ln>
          <a:effectLst/>
        </p:spPr>
        <p:txBody>
          <a:bodyPr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s-ES" sz="1200" b="0" i="0" u="none" strike="noStrike" kern="0" cap="none" spc="0" normalizeH="0" baseline="0" noProof="0">
              <a:ln>
                <a:noFill/>
              </a:ln>
              <a:solidFill>
                <a:srgbClr val="FFFFFF"/>
              </a:solidFill>
              <a:effectLst/>
              <a:uLnTx/>
              <a:uFillTx/>
              <a:latin typeface="Soho Gothic Pro Light"/>
              <a:ea typeface="+mn-ea"/>
              <a:cs typeface="+mn-cs"/>
            </a:endParaRPr>
          </a:p>
        </p:txBody>
      </p:sp>
      <p:cxnSp>
        <p:nvCxnSpPr>
          <p:cNvPr id="108" name="17 Conector recto">
            <a:extLst>
              <a:ext uri="{FF2B5EF4-FFF2-40B4-BE49-F238E27FC236}">
                <a16:creationId xmlns:a16="http://schemas.microsoft.com/office/drawing/2014/main" id="{E05FCEA2-301C-A971-890B-F11855691EC4}"/>
              </a:ext>
            </a:extLst>
          </p:cNvPr>
          <p:cNvCxnSpPr>
            <a:cxnSpLocks/>
          </p:cNvCxnSpPr>
          <p:nvPr/>
        </p:nvCxnSpPr>
        <p:spPr>
          <a:xfrm>
            <a:off x="3031284" y="4159916"/>
            <a:ext cx="2269026" cy="0"/>
          </a:xfrm>
          <a:prstGeom prst="line">
            <a:avLst/>
          </a:prstGeom>
          <a:noFill/>
          <a:ln w="19050" cap="flat" cmpd="sng" algn="ctr">
            <a:solidFill>
              <a:srgbClr val="48A690"/>
            </a:solidFill>
            <a:prstDash val="solid"/>
            <a:miter lim="800000"/>
            <a:headEnd type="diamond" w="med" len="med"/>
            <a:tailEnd type="diamond" w="med" len="med"/>
          </a:ln>
          <a:effectLst/>
        </p:spPr>
      </p:cxnSp>
      <p:cxnSp>
        <p:nvCxnSpPr>
          <p:cNvPr id="110" name="17 Conector recto">
            <a:extLst>
              <a:ext uri="{FF2B5EF4-FFF2-40B4-BE49-F238E27FC236}">
                <a16:creationId xmlns:a16="http://schemas.microsoft.com/office/drawing/2014/main" id="{C940C747-B125-8706-14BA-35BE9B600C88}"/>
              </a:ext>
            </a:extLst>
          </p:cNvPr>
          <p:cNvCxnSpPr>
            <a:cxnSpLocks/>
          </p:cNvCxnSpPr>
          <p:nvPr/>
        </p:nvCxnSpPr>
        <p:spPr>
          <a:xfrm>
            <a:off x="3378418" y="4378267"/>
            <a:ext cx="7249119" cy="0"/>
          </a:xfrm>
          <a:prstGeom prst="line">
            <a:avLst/>
          </a:prstGeom>
          <a:noFill/>
          <a:ln w="19050" cap="flat" cmpd="sng" algn="ctr">
            <a:solidFill>
              <a:srgbClr val="48A690"/>
            </a:solidFill>
            <a:prstDash val="solid"/>
            <a:miter lim="800000"/>
            <a:headEnd type="diamond" w="med" len="med"/>
            <a:tailEnd type="diamond" w="med" len="med"/>
          </a:ln>
          <a:effectLst/>
        </p:spPr>
      </p:cxnSp>
      <p:cxnSp>
        <p:nvCxnSpPr>
          <p:cNvPr id="111" name="17 Conector recto">
            <a:extLst>
              <a:ext uri="{FF2B5EF4-FFF2-40B4-BE49-F238E27FC236}">
                <a16:creationId xmlns:a16="http://schemas.microsoft.com/office/drawing/2014/main" id="{6D79898E-1192-A477-EFBC-6249FC8A1058}"/>
              </a:ext>
            </a:extLst>
          </p:cNvPr>
          <p:cNvCxnSpPr>
            <a:cxnSpLocks/>
          </p:cNvCxnSpPr>
          <p:nvPr/>
        </p:nvCxnSpPr>
        <p:spPr>
          <a:xfrm>
            <a:off x="3031284" y="3975432"/>
            <a:ext cx="2269026" cy="0"/>
          </a:xfrm>
          <a:prstGeom prst="line">
            <a:avLst/>
          </a:prstGeom>
          <a:noFill/>
          <a:ln w="19050" cap="flat" cmpd="sng" algn="ctr">
            <a:solidFill>
              <a:srgbClr val="48A690"/>
            </a:solidFill>
            <a:prstDash val="solid"/>
            <a:miter lim="800000"/>
            <a:headEnd type="diamond" w="med" len="med"/>
            <a:tailEnd type="diamond" w="med" len="med"/>
          </a:ln>
          <a:effectLst/>
        </p:spPr>
      </p:cxnSp>
      <p:cxnSp>
        <p:nvCxnSpPr>
          <p:cNvPr id="112" name="17 Conector recto">
            <a:extLst>
              <a:ext uri="{FF2B5EF4-FFF2-40B4-BE49-F238E27FC236}">
                <a16:creationId xmlns:a16="http://schemas.microsoft.com/office/drawing/2014/main" id="{D4FAD831-B841-A518-1D53-1308490740DB}"/>
              </a:ext>
            </a:extLst>
          </p:cNvPr>
          <p:cNvCxnSpPr>
            <a:cxnSpLocks/>
          </p:cNvCxnSpPr>
          <p:nvPr/>
        </p:nvCxnSpPr>
        <p:spPr>
          <a:xfrm>
            <a:off x="3075867" y="3396079"/>
            <a:ext cx="219570" cy="0"/>
          </a:xfrm>
          <a:prstGeom prst="line">
            <a:avLst/>
          </a:prstGeom>
          <a:noFill/>
          <a:ln w="19050" cap="flat" cmpd="sng" algn="ctr">
            <a:solidFill>
              <a:srgbClr val="48A690"/>
            </a:solidFill>
            <a:prstDash val="solid"/>
            <a:miter lim="800000"/>
            <a:headEnd type="diamond" w="med" len="med"/>
            <a:tailEnd type="diamond" w="med" len="med"/>
          </a:ln>
          <a:effectLst/>
        </p:spPr>
      </p:cxnSp>
      <p:cxnSp>
        <p:nvCxnSpPr>
          <p:cNvPr id="113" name="17 Conector recto">
            <a:extLst>
              <a:ext uri="{FF2B5EF4-FFF2-40B4-BE49-F238E27FC236}">
                <a16:creationId xmlns:a16="http://schemas.microsoft.com/office/drawing/2014/main" id="{5632C194-881D-892A-58C0-CD23C252C269}"/>
              </a:ext>
            </a:extLst>
          </p:cNvPr>
          <p:cNvCxnSpPr>
            <a:cxnSpLocks/>
          </p:cNvCxnSpPr>
          <p:nvPr/>
        </p:nvCxnSpPr>
        <p:spPr>
          <a:xfrm>
            <a:off x="2994334" y="2829338"/>
            <a:ext cx="1010576" cy="0"/>
          </a:xfrm>
          <a:prstGeom prst="line">
            <a:avLst/>
          </a:prstGeom>
          <a:noFill/>
          <a:ln w="19050" cap="flat" cmpd="sng" algn="ctr">
            <a:solidFill>
              <a:srgbClr val="48A690"/>
            </a:solidFill>
            <a:prstDash val="solid"/>
            <a:miter lim="800000"/>
            <a:headEnd type="diamond" w="med" len="med"/>
            <a:tailEnd type="diamond" w="med" len="med"/>
          </a:ln>
          <a:effectLst/>
        </p:spPr>
      </p:cxnSp>
      <p:cxnSp>
        <p:nvCxnSpPr>
          <p:cNvPr id="114" name="17 Conector recto">
            <a:extLst>
              <a:ext uri="{FF2B5EF4-FFF2-40B4-BE49-F238E27FC236}">
                <a16:creationId xmlns:a16="http://schemas.microsoft.com/office/drawing/2014/main" id="{49D8BF8B-5681-E716-A93D-0E8EA08BDA04}"/>
              </a:ext>
            </a:extLst>
          </p:cNvPr>
          <p:cNvCxnSpPr>
            <a:cxnSpLocks/>
          </p:cNvCxnSpPr>
          <p:nvPr/>
        </p:nvCxnSpPr>
        <p:spPr>
          <a:xfrm>
            <a:off x="4036660" y="5933906"/>
            <a:ext cx="7871355" cy="0"/>
          </a:xfrm>
          <a:prstGeom prst="line">
            <a:avLst/>
          </a:prstGeom>
          <a:noFill/>
          <a:ln w="19050" cap="flat" cmpd="sng" algn="ctr">
            <a:solidFill>
              <a:srgbClr val="48A690"/>
            </a:solidFill>
            <a:prstDash val="solid"/>
            <a:miter lim="800000"/>
            <a:headEnd type="diamond" w="med" len="med"/>
            <a:tailEnd type="diamond" w="med" len="med"/>
          </a:ln>
          <a:effectLst/>
        </p:spPr>
      </p:cxnSp>
      <p:cxnSp>
        <p:nvCxnSpPr>
          <p:cNvPr id="115" name="17 Conector recto">
            <a:extLst>
              <a:ext uri="{FF2B5EF4-FFF2-40B4-BE49-F238E27FC236}">
                <a16:creationId xmlns:a16="http://schemas.microsoft.com/office/drawing/2014/main" id="{C565B5EC-77B5-7FDD-F214-B5B638D43F7F}"/>
              </a:ext>
            </a:extLst>
          </p:cNvPr>
          <p:cNvCxnSpPr>
            <a:cxnSpLocks/>
          </p:cNvCxnSpPr>
          <p:nvPr/>
        </p:nvCxnSpPr>
        <p:spPr>
          <a:xfrm>
            <a:off x="4017610" y="4950436"/>
            <a:ext cx="1282700" cy="0"/>
          </a:xfrm>
          <a:prstGeom prst="line">
            <a:avLst/>
          </a:prstGeom>
          <a:noFill/>
          <a:ln w="19050" cap="flat" cmpd="sng" algn="ctr">
            <a:solidFill>
              <a:srgbClr val="48A690"/>
            </a:solidFill>
            <a:prstDash val="solid"/>
            <a:miter lim="800000"/>
            <a:headEnd type="diamond" w="med" len="med"/>
            <a:tailEnd type="diamond" w="med" len="med"/>
          </a:ln>
          <a:effectLst/>
        </p:spPr>
      </p:cxnSp>
      <p:cxnSp>
        <p:nvCxnSpPr>
          <p:cNvPr id="116" name="17 Conector recto">
            <a:extLst>
              <a:ext uri="{FF2B5EF4-FFF2-40B4-BE49-F238E27FC236}">
                <a16:creationId xmlns:a16="http://schemas.microsoft.com/office/drawing/2014/main" id="{7369747D-B838-696F-FA6C-25C8C465584B}"/>
              </a:ext>
            </a:extLst>
          </p:cNvPr>
          <p:cNvCxnSpPr>
            <a:cxnSpLocks/>
          </p:cNvCxnSpPr>
          <p:nvPr/>
        </p:nvCxnSpPr>
        <p:spPr>
          <a:xfrm>
            <a:off x="3451443" y="5126454"/>
            <a:ext cx="8456572" cy="0"/>
          </a:xfrm>
          <a:prstGeom prst="line">
            <a:avLst/>
          </a:prstGeom>
          <a:noFill/>
          <a:ln w="19050" cap="flat" cmpd="sng" algn="ctr">
            <a:solidFill>
              <a:srgbClr val="48A690"/>
            </a:solidFill>
            <a:prstDash val="solid"/>
            <a:miter lim="800000"/>
            <a:headEnd type="diamond" w="med" len="med"/>
            <a:tailEnd type="diamond" w="med" len="med"/>
          </a:ln>
          <a:effectLst/>
        </p:spPr>
      </p:cxnSp>
      <p:cxnSp>
        <p:nvCxnSpPr>
          <p:cNvPr id="117" name="17 Conector recto">
            <a:extLst>
              <a:ext uri="{FF2B5EF4-FFF2-40B4-BE49-F238E27FC236}">
                <a16:creationId xmlns:a16="http://schemas.microsoft.com/office/drawing/2014/main" id="{B678D69A-4C2F-78A4-6F6E-09385D006AB6}"/>
              </a:ext>
            </a:extLst>
          </p:cNvPr>
          <p:cNvCxnSpPr>
            <a:cxnSpLocks/>
          </p:cNvCxnSpPr>
          <p:nvPr/>
        </p:nvCxnSpPr>
        <p:spPr>
          <a:xfrm>
            <a:off x="2994334" y="5757889"/>
            <a:ext cx="8913681" cy="0"/>
          </a:xfrm>
          <a:prstGeom prst="line">
            <a:avLst/>
          </a:prstGeom>
          <a:noFill/>
          <a:ln w="19050" cap="flat" cmpd="sng" algn="ctr">
            <a:solidFill>
              <a:srgbClr val="48A690"/>
            </a:solidFill>
            <a:prstDash val="solid"/>
            <a:miter lim="800000"/>
            <a:headEnd type="diamond" w="med" len="med"/>
            <a:tailEnd type="diamond" w="med" len="med"/>
          </a:ln>
          <a:effectLst/>
        </p:spPr>
      </p:cxnSp>
      <p:cxnSp>
        <p:nvCxnSpPr>
          <p:cNvPr id="118" name="17 Conector recto">
            <a:extLst>
              <a:ext uri="{FF2B5EF4-FFF2-40B4-BE49-F238E27FC236}">
                <a16:creationId xmlns:a16="http://schemas.microsoft.com/office/drawing/2014/main" id="{A1A325D4-8D26-DD0D-6A70-AFC061E845ED}"/>
              </a:ext>
            </a:extLst>
          </p:cNvPr>
          <p:cNvCxnSpPr>
            <a:cxnSpLocks/>
          </p:cNvCxnSpPr>
          <p:nvPr/>
        </p:nvCxnSpPr>
        <p:spPr>
          <a:xfrm>
            <a:off x="4036660" y="6135328"/>
            <a:ext cx="6656917" cy="0"/>
          </a:xfrm>
          <a:prstGeom prst="line">
            <a:avLst/>
          </a:prstGeom>
          <a:noFill/>
          <a:ln w="19050" cap="flat" cmpd="sng" algn="ctr">
            <a:solidFill>
              <a:srgbClr val="48A690"/>
            </a:solidFill>
            <a:prstDash val="solid"/>
            <a:miter lim="800000"/>
            <a:headEnd type="diamond" w="med" len="med"/>
            <a:tailEnd type="diamond" w="med" len="med"/>
          </a:ln>
          <a:effectLst/>
        </p:spPr>
      </p:cxnSp>
      <p:cxnSp>
        <p:nvCxnSpPr>
          <p:cNvPr id="119" name="17 Conector recto">
            <a:extLst>
              <a:ext uri="{FF2B5EF4-FFF2-40B4-BE49-F238E27FC236}">
                <a16:creationId xmlns:a16="http://schemas.microsoft.com/office/drawing/2014/main" id="{D0BDEEEE-60D5-81BC-D483-8A6A691247B0}"/>
              </a:ext>
            </a:extLst>
          </p:cNvPr>
          <p:cNvCxnSpPr>
            <a:cxnSpLocks/>
          </p:cNvCxnSpPr>
          <p:nvPr/>
        </p:nvCxnSpPr>
        <p:spPr>
          <a:xfrm>
            <a:off x="3451443" y="5353271"/>
            <a:ext cx="7176094" cy="0"/>
          </a:xfrm>
          <a:prstGeom prst="line">
            <a:avLst/>
          </a:prstGeom>
          <a:noFill/>
          <a:ln w="19050" cap="flat" cmpd="sng" algn="ctr">
            <a:solidFill>
              <a:srgbClr val="48A690"/>
            </a:solidFill>
            <a:prstDash val="solid"/>
            <a:miter lim="800000"/>
            <a:headEnd type="diamond" w="med" len="med"/>
            <a:tailEnd type="diamond" w="med" len="med"/>
          </a:ln>
          <a:effectLst/>
        </p:spPr>
      </p:cxnSp>
      <p:cxnSp>
        <p:nvCxnSpPr>
          <p:cNvPr id="120" name="17 Conector recto">
            <a:extLst>
              <a:ext uri="{FF2B5EF4-FFF2-40B4-BE49-F238E27FC236}">
                <a16:creationId xmlns:a16="http://schemas.microsoft.com/office/drawing/2014/main" id="{F35AC67A-DE97-4306-3599-50C54678C220}"/>
              </a:ext>
            </a:extLst>
          </p:cNvPr>
          <p:cNvCxnSpPr>
            <a:cxnSpLocks/>
          </p:cNvCxnSpPr>
          <p:nvPr/>
        </p:nvCxnSpPr>
        <p:spPr>
          <a:xfrm>
            <a:off x="4017610" y="4757485"/>
            <a:ext cx="6609927" cy="0"/>
          </a:xfrm>
          <a:prstGeom prst="line">
            <a:avLst/>
          </a:prstGeom>
          <a:noFill/>
          <a:ln w="19050" cap="flat" cmpd="sng" algn="ctr">
            <a:solidFill>
              <a:srgbClr val="48A690"/>
            </a:solidFill>
            <a:prstDash val="solid"/>
            <a:miter lim="800000"/>
            <a:headEnd type="diamond" w="med" len="med"/>
            <a:tailEnd type="diamond" w="med" len="med"/>
          </a:ln>
          <a:effectLst/>
        </p:spPr>
      </p:cxnSp>
      <p:cxnSp>
        <p:nvCxnSpPr>
          <p:cNvPr id="140" name="17 Conector recto">
            <a:extLst>
              <a:ext uri="{FF2B5EF4-FFF2-40B4-BE49-F238E27FC236}">
                <a16:creationId xmlns:a16="http://schemas.microsoft.com/office/drawing/2014/main" id="{3E997797-00E5-FE01-F64D-FBB513F36E15}"/>
              </a:ext>
            </a:extLst>
          </p:cNvPr>
          <p:cNvCxnSpPr>
            <a:cxnSpLocks/>
          </p:cNvCxnSpPr>
          <p:nvPr/>
        </p:nvCxnSpPr>
        <p:spPr>
          <a:xfrm>
            <a:off x="2994334" y="2437260"/>
            <a:ext cx="301103" cy="0"/>
          </a:xfrm>
          <a:prstGeom prst="line">
            <a:avLst/>
          </a:prstGeom>
          <a:noFill/>
          <a:ln w="19050" cap="flat" cmpd="sng" algn="ctr">
            <a:solidFill>
              <a:srgbClr val="48A690"/>
            </a:solidFill>
            <a:prstDash val="solid"/>
            <a:miter lim="800000"/>
            <a:headEnd type="diamond" w="med" len="med"/>
            <a:tailEnd type="diamond" w="med" len="med"/>
          </a:ln>
          <a:effectLst/>
        </p:spPr>
      </p:cxnSp>
      <p:cxnSp>
        <p:nvCxnSpPr>
          <p:cNvPr id="143" name="17 Conector recto">
            <a:extLst>
              <a:ext uri="{FF2B5EF4-FFF2-40B4-BE49-F238E27FC236}">
                <a16:creationId xmlns:a16="http://schemas.microsoft.com/office/drawing/2014/main" id="{102B9AE0-A523-F696-BCF0-A79E96BAD0EB}"/>
              </a:ext>
            </a:extLst>
          </p:cNvPr>
          <p:cNvCxnSpPr>
            <a:cxnSpLocks/>
          </p:cNvCxnSpPr>
          <p:nvPr/>
        </p:nvCxnSpPr>
        <p:spPr>
          <a:xfrm>
            <a:off x="2986885" y="2998671"/>
            <a:ext cx="1668405" cy="0"/>
          </a:xfrm>
          <a:prstGeom prst="line">
            <a:avLst/>
          </a:prstGeom>
          <a:noFill/>
          <a:ln w="19050" cap="flat" cmpd="sng" algn="ctr">
            <a:solidFill>
              <a:srgbClr val="48A690"/>
            </a:solidFill>
            <a:prstDash val="solid"/>
            <a:miter lim="800000"/>
            <a:headEnd type="diamond" w="med" len="med"/>
            <a:tailEnd type="diamond" w="med" len="med"/>
          </a:ln>
          <a:effectLst/>
        </p:spPr>
      </p:cxnSp>
      <p:cxnSp>
        <p:nvCxnSpPr>
          <p:cNvPr id="147" name="17 Conector recto">
            <a:extLst>
              <a:ext uri="{FF2B5EF4-FFF2-40B4-BE49-F238E27FC236}">
                <a16:creationId xmlns:a16="http://schemas.microsoft.com/office/drawing/2014/main" id="{F49EC516-D22A-0A97-3855-AE3344E81C89}"/>
              </a:ext>
            </a:extLst>
          </p:cNvPr>
          <p:cNvCxnSpPr>
            <a:cxnSpLocks/>
          </p:cNvCxnSpPr>
          <p:nvPr/>
        </p:nvCxnSpPr>
        <p:spPr>
          <a:xfrm>
            <a:off x="3463277" y="3565412"/>
            <a:ext cx="1184564" cy="0"/>
          </a:xfrm>
          <a:prstGeom prst="line">
            <a:avLst/>
          </a:prstGeom>
          <a:noFill/>
          <a:ln w="19050" cap="flat" cmpd="sng" algn="ctr">
            <a:solidFill>
              <a:srgbClr val="48A690"/>
            </a:solidFill>
            <a:prstDash val="solid"/>
            <a:miter lim="800000"/>
            <a:headEnd type="diamond" w="med" len="med"/>
            <a:tailEnd type="diamond" w="med" len="med"/>
          </a:ln>
          <a:effectLst/>
        </p:spPr>
      </p:cxnSp>
      <p:sp>
        <p:nvSpPr>
          <p:cNvPr id="172" name="CuadroTexto 171">
            <a:extLst>
              <a:ext uri="{FF2B5EF4-FFF2-40B4-BE49-F238E27FC236}">
                <a16:creationId xmlns:a16="http://schemas.microsoft.com/office/drawing/2014/main" id="{6C3EB28A-4BB0-237F-2C95-DD93C016F767}"/>
              </a:ext>
            </a:extLst>
          </p:cNvPr>
          <p:cNvSpPr txBox="1"/>
          <p:nvPr/>
        </p:nvSpPr>
        <p:spPr>
          <a:xfrm rot="304789">
            <a:off x="10735848" y="905776"/>
            <a:ext cx="1102517" cy="461665"/>
          </a:xfrm>
          <a:prstGeom prst="rect">
            <a:avLst/>
          </a:prstGeom>
          <a:solidFill>
            <a:schemeClr val="bg1">
              <a:lumMod val="95000"/>
            </a:schemeClr>
          </a:solidFill>
          <a:ln>
            <a:solidFill>
              <a:schemeClr val="bg1">
                <a:lumMod val="65000"/>
              </a:schemeClr>
            </a:solidFill>
          </a:ln>
        </p:spPr>
        <p:txBody>
          <a:bodyPr wrap="square" rtlCol="0">
            <a:spAutoFit/>
          </a:bodyPr>
          <a:lstStyle/>
          <a:p>
            <a:pPr algn="ctr"/>
            <a:r>
              <a:rPr lang="es-ES" sz="1200"/>
              <a:t>Preliminar - Ilustrativo</a:t>
            </a:r>
          </a:p>
        </p:txBody>
      </p:sp>
    </p:spTree>
    <p:extLst>
      <p:ext uri="{BB962C8B-B14F-4D97-AF65-F5344CB8AC3E}">
        <p14:creationId xmlns:p14="http://schemas.microsoft.com/office/powerpoint/2010/main" val="21933176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D888B-AC1E-5EB9-8540-02FF309318CC}"/>
            </a:ext>
          </a:extLst>
        </p:cNvPr>
        <p:cNvGrpSpPr/>
        <p:nvPr/>
      </p:nvGrpSpPr>
      <p:grpSpPr>
        <a:xfrm>
          <a:off x="0" y="0"/>
          <a:ext cx="0" cy="0"/>
          <a:chOff x="0" y="0"/>
          <a:chExt cx="0" cy="0"/>
        </a:xfrm>
      </p:grpSpPr>
      <p:graphicFrame>
        <p:nvGraphicFramePr>
          <p:cNvPr id="71" name="think-cell data - do not delete" hidden="1">
            <a:extLst>
              <a:ext uri="{FF2B5EF4-FFF2-40B4-BE49-F238E27FC236}">
                <a16:creationId xmlns:a16="http://schemas.microsoft.com/office/drawing/2014/main" id="{2A7D7AA2-9AAF-446A-25B8-BF3233C900B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25" imgH="425" progId="TCLayout.ActiveDocument.1">
                  <p:embed/>
                </p:oleObj>
              </mc:Choice>
              <mc:Fallback>
                <p:oleObj name="Diapositiva de think-cell" r:id="rId4" imgW="425" imgH="425" progId="TCLayout.ActiveDocument.1">
                  <p:embed/>
                  <p:pic>
                    <p:nvPicPr>
                      <p:cNvPr id="71" name="think-cell data - do not delete" hidden="1">
                        <a:extLst>
                          <a:ext uri="{FF2B5EF4-FFF2-40B4-BE49-F238E27FC236}">
                            <a16:creationId xmlns:a16="http://schemas.microsoft.com/office/drawing/2014/main" id="{2A7D7AA2-9AAF-446A-25B8-BF3233C900B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8" name="Freeform 20">
            <a:extLst>
              <a:ext uri="{FF2B5EF4-FFF2-40B4-BE49-F238E27FC236}">
                <a16:creationId xmlns:a16="http://schemas.microsoft.com/office/drawing/2014/main" id="{0F33F389-9894-80BB-427A-3420430E1109}"/>
              </a:ext>
            </a:extLst>
          </p:cNvPr>
          <p:cNvSpPr/>
          <p:nvPr/>
        </p:nvSpPr>
        <p:spPr>
          <a:xfrm>
            <a:off x="333773" y="4084793"/>
            <a:ext cx="11521678" cy="2370447"/>
          </a:xfrm>
          <a:prstGeom prst="octagon">
            <a:avLst>
              <a:gd name="adj" fmla="val 7200"/>
            </a:avLst>
          </a:prstGeom>
          <a:solidFill>
            <a:schemeClr val="tx2"/>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3200" b="0" i="0" u="none" strike="noStrike" kern="1200" cap="none" spc="0" normalizeH="0" baseline="0" noProof="1">
              <a:ln>
                <a:noFill/>
              </a:ln>
              <a:solidFill>
                <a:srgbClr val="4F062A"/>
              </a:solidFill>
              <a:effectLst/>
              <a:uLnTx/>
              <a:uFillTx/>
              <a:latin typeface="ForFuture Sans"/>
              <a:ea typeface="+mn-ea"/>
              <a:cs typeface="+mn-cs"/>
            </a:endParaRPr>
          </a:p>
        </p:txBody>
      </p:sp>
      <p:sp>
        <p:nvSpPr>
          <p:cNvPr id="32" name="Freeform 20">
            <a:extLst>
              <a:ext uri="{FF2B5EF4-FFF2-40B4-BE49-F238E27FC236}">
                <a16:creationId xmlns:a16="http://schemas.microsoft.com/office/drawing/2014/main" id="{D23BD91F-CB14-4F4A-4F87-6B8182E76AC4}"/>
              </a:ext>
            </a:extLst>
          </p:cNvPr>
          <p:cNvSpPr/>
          <p:nvPr/>
        </p:nvSpPr>
        <p:spPr>
          <a:xfrm>
            <a:off x="314460" y="2767083"/>
            <a:ext cx="11539155" cy="1189944"/>
          </a:xfrm>
          <a:prstGeom prst="octagon">
            <a:avLst>
              <a:gd name="adj" fmla="val 10223"/>
            </a:avLst>
          </a:prstGeom>
          <a:solidFill>
            <a:schemeClr val="tx2"/>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3200" b="0" i="0" u="none" strike="noStrike" kern="1200" cap="none" spc="0" normalizeH="0" baseline="0" noProof="1">
              <a:ln>
                <a:noFill/>
              </a:ln>
              <a:solidFill>
                <a:srgbClr val="4F062A"/>
              </a:solidFill>
              <a:effectLst/>
              <a:uLnTx/>
              <a:uFillTx/>
              <a:latin typeface="ForFuture Sans"/>
              <a:ea typeface="+mn-ea"/>
              <a:cs typeface="+mn-cs"/>
            </a:endParaRPr>
          </a:p>
        </p:txBody>
      </p:sp>
      <p:sp>
        <p:nvSpPr>
          <p:cNvPr id="31" name="Freeform 20">
            <a:extLst>
              <a:ext uri="{FF2B5EF4-FFF2-40B4-BE49-F238E27FC236}">
                <a16:creationId xmlns:a16="http://schemas.microsoft.com/office/drawing/2014/main" id="{41836EAB-6F85-258D-C771-148CC770DA4C}"/>
              </a:ext>
            </a:extLst>
          </p:cNvPr>
          <p:cNvSpPr/>
          <p:nvPr/>
        </p:nvSpPr>
        <p:spPr>
          <a:xfrm>
            <a:off x="346124" y="1352365"/>
            <a:ext cx="11528391" cy="1296366"/>
          </a:xfrm>
          <a:prstGeom prst="octagon">
            <a:avLst>
              <a:gd name="adj" fmla="val 10223"/>
            </a:avLst>
          </a:prstGeom>
          <a:solidFill>
            <a:schemeClr val="tx2"/>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3200" b="0" i="0" u="none" strike="noStrike" kern="1200" cap="none" spc="0" normalizeH="0" baseline="0" noProof="1">
              <a:ln>
                <a:noFill/>
              </a:ln>
              <a:solidFill>
                <a:srgbClr val="4F062A"/>
              </a:solidFill>
              <a:effectLst/>
              <a:uLnTx/>
              <a:uFillTx/>
              <a:latin typeface="ForFuture Sans"/>
              <a:ea typeface="+mn-ea"/>
              <a:cs typeface="+mn-cs"/>
            </a:endParaRPr>
          </a:p>
        </p:txBody>
      </p:sp>
      <p:sp>
        <p:nvSpPr>
          <p:cNvPr id="20" name="Freeform 14">
            <a:extLst>
              <a:ext uri="{FF2B5EF4-FFF2-40B4-BE49-F238E27FC236}">
                <a16:creationId xmlns:a16="http://schemas.microsoft.com/office/drawing/2014/main" id="{95058EF7-E675-0C2C-CBE4-1CA4C68172F6}"/>
              </a:ext>
            </a:extLst>
          </p:cNvPr>
          <p:cNvSpPr/>
          <p:nvPr/>
        </p:nvSpPr>
        <p:spPr>
          <a:xfrm>
            <a:off x="1974812" y="1476836"/>
            <a:ext cx="1873976" cy="985762"/>
          </a:xfrm>
          <a:prstGeom prst="octagon">
            <a:avLst>
              <a:gd name="adj" fmla="val 996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12000" tIns="45720" rIns="18000" bIns="45720" rtlCol="0" anchor="ctr"/>
          <a:lstStyle/>
          <a:p>
            <a:pPr defTabSz="914400">
              <a:spcBef>
                <a:spcPts val="300"/>
              </a:spcBef>
              <a:defRPr/>
            </a:pPr>
            <a:endParaRPr kumimoji="0" lang="es-ES" sz="1050" b="0" i="0" u="none" strike="noStrike" kern="1200" cap="none" spc="0" normalizeH="0" baseline="0" noProof="0">
              <a:ln>
                <a:noFill/>
              </a:ln>
              <a:solidFill>
                <a:srgbClr val="FFFFFF"/>
              </a:solidFill>
              <a:effectLst/>
              <a:uLnTx/>
              <a:uFillTx/>
              <a:latin typeface="ForFuture Sans"/>
              <a:ea typeface="+mn-ea"/>
              <a:cs typeface="+mn-cs"/>
            </a:endParaRPr>
          </a:p>
        </p:txBody>
      </p:sp>
      <p:sp>
        <p:nvSpPr>
          <p:cNvPr id="19" name="Freeform 14">
            <a:extLst>
              <a:ext uri="{FF2B5EF4-FFF2-40B4-BE49-F238E27FC236}">
                <a16:creationId xmlns:a16="http://schemas.microsoft.com/office/drawing/2014/main" id="{5D3E3AF9-883C-6227-D2F7-E62C1698231B}"/>
              </a:ext>
            </a:extLst>
          </p:cNvPr>
          <p:cNvSpPr/>
          <p:nvPr/>
        </p:nvSpPr>
        <p:spPr>
          <a:xfrm>
            <a:off x="5188094" y="1491208"/>
            <a:ext cx="2052000" cy="992350"/>
          </a:xfrm>
          <a:prstGeom prst="octagon">
            <a:avLst>
              <a:gd name="adj" fmla="val 1009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12000" rIns="18000" rtlCol="0" anchor="ctr"/>
          <a:lstStyle/>
          <a:p>
            <a:pPr marL="0" marR="0" lvl="0" indent="0" algn="ctr" defTabSz="914400" rtl="0" eaLnBrk="1" fontAlgn="auto" latinLnBrk="0" hangingPunct="1">
              <a:lnSpc>
                <a:spcPct val="100000"/>
              </a:lnSpc>
              <a:spcBef>
                <a:spcPts val="300"/>
              </a:spcBef>
              <a:spcAft>
                <a:spcPts val="0"/>
              </a:spcAft>
              <a:buClrTx/>
              <a:buSzTx/>
              <a:buFontTx/>
              <a:buNone/>
              <a:tabLst/>
              <a:defRPr/>
            </a:pPr>
            <a:endParaRPr kumimoji="0" lang="es-ES" sz="12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1" name="Rectángulo 10">
            <a:extLst>
              <a:ext uri="{FF2B5EF4-FFF2-40B4-BE49-F238E27FC236}">
                <a16:creationId xmlns:a16="http://schemas.microsoft.com/office/drawing/2014/main" id="{55773F59-19F6-8A05-94EB-DC05F6EF7EAF}"/>
              </a:ext>
            </a:extLst>
          </p:cNvPr>
          <p:cNvSpPr/>
          <p:nvPr/>
        </p:nvSpPr>
        <p:spPr>
          <a:xfrm>
            <a:off x="433332" y="1758934"/>
            <a:ext cx="1156072" cy="483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chemeClr val="bg1"/>
                </a:solidFill>
                <a:effectLst/>
                <a:uLnTx/>
                <a:uFillTx/>
                <a:latin typeface="ForFuture Sans"/>
                <a:ea typeface="+mn-ea"/>
                <a:cs typeface="+mn-cs"/>
              </a:rPr>
              <a:t>Nivel Estratégico</a:t>
            </a:r>
          </a:p>
        </p:txBody>
      </p:sp>
      <p:cxnSp>
        <p:nvCxnSpPr>
          <p:cNvPr id="12" name="Conector angular 72">
            <a:extLst>
              <a:ext uri="{FF2B5EF4-FFF2-40B4-BE49-F238E27FC236}">
                <a16:creationId xmlns:a16="http://schemas.microsoft.com/office/drawing/2014/main" id="{A77D83BD-6675-4D5D-64EE-54267E42DF35}"/>
              </a:ext>
            </a:extLst>
          </p:cNvPr>
          <p:cNvCxnSpPr>
            <a:cxnSpLocks/>
          </p:cNvCxnSpPr>
          <p:nvPr/>
        </p:nvCxnSpPr>
        <p:spPr>
          <a:xfrm>
            <a:off x="6201981" y="2483558"/>
            <a:ext cx="0" cy="2229658"/>
          </a:xfrm>
          <a:prstGeom prst="straightConnector1">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6" name="Rectángulo 15">
            <a:extLst>
              <a:ext uri="{FF2B5EF4-FFF2-40B4-BE49-F238E27FC236}">
                <a16:creationId xmlns:a16="http://schemas.microsoft.com/office/drawing/2014/main" id="{45790B7D-5C15-6DC7-6D74-62B6BC71874F}"/>
              </a:ext>
            </a:extLst>
          </p:cNvPr>
          <p:cNvSpPr/>
          <p:nvPr/>
        </p:nvSpPr>
        <p:spPr>
          <a:xfrm>
            <a:off x="433332" y="3095949"/>
            <a:ext cx="1224002" cy="4832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chemeClr val="bg1"/>
                </a:solidFill>
                <a:effectLst/>
                <a:uLnTx/>
                <a:uFillTx/>
                <a:latin typeface="ForFuture Sans"/>
                <a:ea typeface="+mn-ea"/>
                <a:cs typeface="+mn-cs"/>
              </a:rPr>
              <a:t>Nivel Táctico</a:t>
            </a:r>
          </a:p>
        </p:txBody>
      </p:sp>
      <p:sp>
        <p:nvSpPr>
          <p:cNvPr id="17" name="Rectángulo 16">
            <a:extLst>
              <a:ext uri="{FF2B5EF4-FFF2-40B4-BE49-F238E27FC236}">
                <a16:creationId xmlns:a16="http://schemas.microsoft.com/office/drawing/2014/main" id="{B7A92280-C95E-64B9-D17D-ADF05FD415D7}"/>
              </a:ext>
            </a:extLst>
          </p:cNvPr>
          <p:cNvSpPr/>
          <p:nvPr/>
        </p:nvSpPr>
        <p:spPr>
          <a:xfrm>
            <a:off x="433332" y="4576483"/>
            <a:ext cx="1349650" cy="483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chemeClr val="bg1"/>
                </a:solidFill>
                <a:effectLst/>
                <a:uLnTx/>
                <a:uFillTx/>
                <a:latin typeface="ForFuture Sans"/>
                <a:ea typeface="+mn-ea"/>
                <a:cs typeface="+mn-cs"/>
              </a:rPr>
              <a:t>Nivel Operativo</a:t>
            </a:r>
          </a:p>
        </p:txBody>
      </p:sp>
      <p:cxnSp>
        <p:nvCxnSpPr>
          <p:cNvPr id="44" name="Conector angular 72">
            <a:extLst>
              <a:ext uri="{FF2B5EF4-FFF2-40B4-BE49-F238E27FC236}">
                <a16:creationId xmlns:a16="http://schemas.microsoft.com/office/drawing/2014/main" id="{BA2F338A-E6D3-B76B-7C89-2FC11639D782}"/>
              </a:ext>
            </a:extLst>
          </p:cNvPr>
          <p:cNvCxnSpPr>
            <a:cxnSpLocks/>
          </p:cNvCxnSpPr>
          <p:nvPr/>
        </p:nvCxnSpPr>
        <p:spPr>
          <a:xfrm flipH="1">
            <a:off x="2992298" y="2462598"/>
            <a:ext cx="8997" cy="2224403"/>
          </a:xfrm>
          <a:prstGeom prst="straightConnector1">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4" name="Rectángulo 53">
            <a:extLst>
              <a:ext uri="{FF2B5EF4-FFF2-40B4-BE49-F238E27FC236}">
                <a16:creationId xmlns:a16="http://schemas.microsoft.com/office/drawing/2014/main" id="{C71E0013-705F-CE51-BCB3-3B1B5F912A2A}"/>
              </a:ext>
            </a:extLst>
          </p:cNvPr>
          <p:cNvSpPr/>
          <p:nvPr/>
        </p:nvSpPr>
        <p:spPr>
          <a:xfrm>
            <a:off x="7910319" y="1045390"/>
            <a:ext cx="3607500" cy="516319"/>
          </a:xfrm>
          <a:prstGeom prst="rect">
            <a:avLst/>
          </a:prstGeom>
          <a:noFill/>
          <a:ln w="9525" cap="flat"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defTabSz="914400" rtl="0" eaLnBrk="1" fontAlgn="auto" latinLnBrk="0" hangingPunct="1">
              <a:lnSpc>
                <a:spcPct val="100000"/>
              </a:lnSpc>
              <a:spcBef>
                <a:spcPts val="0"/>
              </a:spcBef>
              <a:spcAft>
                <a:spcPts val="0"/>
              </a:spcAft>
              <a:buClrTx/>
              <a:buSzTx/>
              <a:buFontTx/>
              <a:buNone/>
              <a:tabLst/>
              <a:defRPr b="0" i="0"/>
            </a:pPr>
            <a:r>
              <a:rPr kumimoji="0" lang="es-ES" sz="1600" i="0" u="none" strike="noStrike" kern="1200" cap="none" spc="0" normalizeH="0" baseline="0" noProof="0">
                <a:ln>
                  <a:noFill/>
                </a:ln>
                <a:solidFill>
                  <a:srgbClr val="4F062A"/>
                </a:solidFill>
                <a:effectLst/>
                <a:uLnTx/>
                <a:uFillTx/>
                <a:latin typeface="ForFuture Sans"/>
                <a:ea typeface="+mn-ea"/>
                <a:cs typeface="+mn-cs"/>
              </a:rPr>
              <a:t>Responsabilidades del equipo</a:t>
            </a:r>
            <a:endParaRPr kumimoji="0" lang="x-none" sz="1600" i="0" u="none" strike="noStrike" kern="1200" cap="none" spc="0" normalizeH="0" baseline="0" noProof="0">
              <a:ln>
                <a:noFill/>
              </a:ln>
              <a:solidFill>
                <a:srgbClr val="4F062A"/>
              </a:solidFill>
              <a:effectLst/>
              <a:uLnTx/>
              <a:uFillTx/>
              <a:latin typeface="ForFuture Sans"/>
              <a:ea typeface="+mn-ea"/>
              <a:cs typeface="+mn-cs"/>
            </a:endParaRPr>
          </a:p>
        </p:txBody>
      </p:sp>
      <p:grpSp>
        <p:nvGrpSpPr>
          <p:cNvPr id="47" name="Grupo 46">
            <a:extLst>
              <a:ext uri="{FF2B5EF4-FFF2-40B4-BE49-F238E27FC236}">
                <a16:creationId xmlns:a16="http://schemas.microsoft.com/office/drawing/2014/main" id="{A4126231-0AD2-9611-5E98-55004501B981}"/>
              </a:ext>
            </a:extLst>
          </p:cNvPr>
          <p:cNvGrpSpPr/>
          <p:nvPr/>
        </p:nvGrpSpPr>
        <p:grpSpPr>
          <a:xfrm>
            <a:off x="2090391" y="1740780"/>
            <a:ext cx="540000" cy="540000"/>
            <a:chOff x="3619460" y="4920397"/>
            <a:chExt cx="622877" cy="627922"/>
          </a:xfrm>
          <a:solidFill>
            <a:schemeClr val="tx1"/>
          </a:solidFill>
        </p:grpSpPr>
        <p:sp>
          <p:nvSpPr>
            <p:cNvPr id="48" name="Elipse 47">
              <a:extLst>
                <a:ext uri="{FF2B5EF4-FFF2-40B4-BE49-F238E27FC236}">
                  <a16:creationId xmlns:a16="http://schemas.microsoft.com/office/drawing/2014/main" id="{C2D56C2C-C443-5FD0-1362-76D204F8EEFD}"/>
                </a:ext>
              </a:extLst>
            </p:cNvPr>
            <p:cNvSpPr/>
            <p:nvPr/>
          </p:nvSpPr>
          <p:spPr>
            <a:xfrm>
              <a:off x="3619460" y="4920397"/>
              <a:ext cx="622877" cy="62792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351" b="0" i="0" u="none" strike="noStrike" kern="1200" cap="none" spc="0" normalizeH="0" baseline="0" noProof="0">
                <a:ln>
                  <a:noFill/>
                </a:ln>
                <a:solidFill>
                  <a:srgbClr val="FFFFFF"/>
                </a:solidFill>
                <a:effectLst/>
                <a:uLnTx/>
                <a:uFillTx/>
                <a:latin typeface="ForFuture Sans"/>
                <a:ea typeface="+mn-ea"/>
                <a:cs typeface="+mn-cs"/>
              </a:endParaRPr>
            </a:p>
          </p:txBody>
        </p:sp>
        <p:pic>
          <p:nvPicPr>
            <p:cNvPr id="49" name="Imagen 48">
              <a:extLst>
                <a:ext uri="{FF2B5EF4-FFF2-40B4-BE49-F238E27FC236}">
                  <a16:creationId xmlns:a16="http://schemas.microsoft.com/office/drawing/2014/main" id="{B4988747-C109-D715-59E9-C099945DA478}"/>
                </a:ext>
              </a:extLst>
            </p:cNvPr>
            <p:cNvPicPr preferRelativeResize="0">
              <a:picLocks noChangeAspect="1"/>
            </p:cNvPicPr>
            <p:nvPr/>
          </p:nvPicPr>
          <p:blipFill>
            <a:blip r:embed="rId6">
              <a:duotone>
                <a:schemeClr val="accent1">
                  <a:shade val="45000"/>
                  <a:satMod val="135000"/>
                </a:schemeClr>
                <a:prstClr val="white"/>
              </a:duotone>
              <a:lum bright="-56000"/>
            </a:blip>
            <a:stretch>
              <a:fillRect/>
            </a:stretch>
          </p:blipFill>
          <p:spPr>
            <a:xfrm>
              <a:off x="3840457" y="4980100"/>
              <a:ext cx="180883" cy="506331"/>
            </a:xfrm>
            <a:prstGeom prst="rect">
              <a:avLst/>
            </a:prstGeom>
            <a:grpFill/>
          </p:spPr>
        </p:pic>
      </p:grpSp>
      <p:sp>
        <p:nvSpPr>
          <p:cNvPr id="55" name="CuadroTexto 20">
            <a:extLst>
              <a:ext uri="{FF2B5EF4-FFF2-40B4-BE49-F238E27FC236}">
                <a16:creationId xmlns:a16="http://schemas.microsoft.com/office/drawing/2014/main" id="{A82BE2AE-7605-7852-CEF2-41C67E384C6D}"/>
              </a:ext>
            </a:extLst>
          </p:cNvPr>
          <p:cNvSpPr txBox="1"/>
          <p:nvPr/>
        </p:nvSpPr>
        <p:spPr>
          <a:xfrm>
            <a:off x="7910319" y="2936270"/>
            <a:ext cx="3099628" cy="968217"/>
          </a:xfrm>
          <a:prstGeom prst="rect">
            <a:avLst/>
          </a:prstGeom>
          <a:ln>
            <a:noFill/>
          </a:ln>
        </p:spPr>
        <p:txBody>
          <a:bodyPr vert="horz" wrap="square" lIns="0" tIns="0" rIns="0" bIns="0" rtlCol="0" anchor="ctr">
            <a:noAutofit/>
          </a:bodyPr>
          <a:lstStyle/>
          <a:p>
            <a:pPr defTabSz="914400">
              <a:spcBef>
                <a:spcPts val="200"/>
              </a:spcBef>
              <a:defRPr b="0" i="0"/>
            </a:pPr>
            <a:r>
              <a:rPr lang="es-MX" sz="800">
                <a:solidFill>
                  <a:schemeClr val="bg1"/>
                </a:solidFill>
                <a:latin typeface="+mj-lt"/>
              </a:rPr>
              <a:t>Responsable de la ejecución del proyecto y de la gestión de los equipos de trabajo.</a:t>
            </a:r>
          </a:p>
          <a:p>
            <a:pPr defTabSz="914400">
              <a:spcBef>
                <a:spcPts val="200"/>
              </a:spcBef>
              <a:defRPr b="0" i="0"/>
            </a:pPr>
            <a:r>
              <a:rPr lang="es-MX" sz="800" b="1">
                <a:solidFill>
                  <a:schemeClr val="bg1"/>
                </a:solidFill>
                <a:latin typeface="+mj-lt"/>
              </a:rPr>
              <a:t>Funciones:</a:t>
            </a:r>
          </a:p>
          <a:p>
            <a:pPr marL="171450" indent="-171450" defTabSz="914400">
              <a:spcBef>
                <a:spcPts val="200"/>
              </a:spcBef>
              <a:buFont typeface="Arial" panose="020B0604020202020204" pitchFamily="34" charset="0"/>
              <a:buChar char="•"/>
              <a:defRPr b="0" i="0"/>
            </a:pPr>
            <a:r>
              <a:rPr lang="es-MX" sz="800">
                <a:solidFill>
                  <a:schemeClr val="bg1"/>
                </a:solidFill>
                <a:latin typeface="+mj-lt"/>
              </a:rPr>
              <a:t>Ejecuta el plan de proyecto</a:t>
            </a:r>
          </a:p>
          <a:p>
            <a:pPr marL="171450" indent="-171450" defTabSz="914400">
              <a:spcBef>
                <a:spcPts val="200"/>
              </a:spcBef>
              <a:buFont typeface="Arial" panose="020B0604020202020204" pitchFamily="34" charset="0"/>
              <a:buChar char="•"/>
              <a:defRPr b="0" i="0"/>
            </a:pPr>
            <a:r>
              <a:rPr lang="es-MX" sz="800">
                <a:solidFill>
                  <a:schemeClr val="bg1"/>
                </a:solidFill>
                <a:latin typeface="+mj-lt"/>
              </a:rPr>
              <a:t>Gestiona riesgos y desviaciones</a:t>
            </a:r>
          </a:p>
          <a:p>
            <a:pPr marL="171450" indent="-171450" defTabSz="914400">
              <a:spcBef>
                <a:spcPts val="200"/>
              </a:spcBef>
              <a:buFont typeface="Arial" panose="020B0604020202020204" pitchFamily="34" charset="0"/>
              <a:buChar char="•"/>
              <a:defRPr b="0" i="0"/>
            </a:pPr>
            <a:r>
              <a:rPr lang="es-MX" sz="800">
                <a:solidFill>
                  <a:schemeClr val="bg1"/>
                </a:solidFill>
                <a:latin typeface="+mj-lt"/>
              </a:rPr>
              <a:t>Asigna las tareas al equipo de proyecto</a:t>
            </a:r>
          </a:p>
          <a:p>
            <a:pPr marL="171450" indent="-171450" defTabSz="914400">
              <a:spcBef>
                <a:spcPts val="200"/>
              </a:spcBef>
              <a:buFont typeface="Arial" panose="020B0604020202020204" pitchFamily="34" charset="0"/>
              <a:buChar char="•"/>
              <a:defRPr b="0" i="0"/>
            </a:pPr>
            <a:r>
              <a:rPr lang="es-MX" sz="800">
                <a:solidFill>
                  <a:schemeClr val="bg1"/>
                </a:solidFill>
                <a:latin typeface="+mj-lt"/>
              </a:rPr>
              <a:t>Diseña los análisis y herramientas a utilizar</a:t>
            </a:r>
          </a:p>
          <a:p>
            <a:pPr marL="171450" indent="-171450" defTabSz="914400">
              <a:spcBef>
                <a:spcPts val="200"/>
              </a:spcBef>
              <a:buFont typeface="Arial" panose="020B0604020202020204" pitchFamily="34" charset="0"/>
              <a:buChar char="•"/>
              <a:defRPr b="0" i="0"/>
            </a:pPr>
            <a:r>
              <a:rPr lang="es-MX" sz="800">
                <a:solidFill>
                  <a:schemeClr val="bg1"/>
                </a:solidFill>
                <a:latin typeface="+mj-lt"/>
              </a:rPr>
              <a:t>Certifica la calidad de los trabajos realizados</a:t>
            </a:r>
          </a:p>
          <a:p>
            <a:pPr defTabSz="914400">
              <a:buFont typeface="Arial" panose="020B0604020202020204" pitchFamily="34" charset="0"/>
              <a:defRPr b="0" i="0"/>
            </a:pPr>
            <a:endParaRPr lang="es-MX" sz="800">
              <a:solidFill>
                <a:schemeClr val="bg1"/>
              </a:solidFill>
              <a:latin typeface="+mj-lt"/>
            </a:endParaRPr>
          </a:p>
        </p:txBody>
      </p:sp>
      <p:sp>
        <p:nvSpPr>
          <p:cNvPr id="56" name="CuadroTexto 20">
            <a:extLst>
              <a:ext uri="{FF2B5EF4-FFF2-40B4-BE49-F238E27FC236}">
                <a16:creationId xmlns:a16="http://schemas.microsoft.com/office/drawing/2014/main" id="{7F6D7FB5-8693-240A-9827-6D2E35558BE9}"/>
              </a:ext>
            </a:extLst>
          </p:cNvPr>
          <p:cNvSpPr txBox="1"/>
          <p:nvPr/>
        </p:nvSpPr>
        <p:spPr>
          <a:xfrm>
            <a:off x="7910319" y="4410209"/>
            <a:ext cx="3090884" cy="1789938"/>
          </a:xfrm>
          <a:prstGeom prst="rect">
            <a:avLst/>
          </a:prstGeom>
          <a:ln>
            <a:noFill/>
          </a:ln>
        </p:spPr>
        <p:txBody>
          <a:bodyPr vert="horz" wrap="square" lIns="0" tIns="0" rIns="0" bIns="0" rtlCol="0" anchor="ctr">
            <a:noAutofit/>
          </a:bodyPr>
          <a:lstStyle/>
          <a:p>
            <a:pPr defTabSz="914400">
              <a:lnSpc>
                <a:spcPts val="800"/>
              </a:lnSpc>
              <a:spcBef>
                <a:spcPts val="600"/>
              </a:spcBef>
              <a:defRPr b="0" i="0"/>
            </a:pPr>
            <a:r>
              <a:rPr kumimoji="0" lang="es-MX" sz="800" b="0" i="0" u="none" strike="noStrike" kern="1200" cap="none" spc="0" normalizeH="0" baseline="0" noProof="0">
                <a:ln>
                  <a:noFill/>
                </a:ln>
                <a:solidFill>
                  <a:schemeClr val="bg1"/>
                </a:solidFill>
                <a:effectLst/>
                <a:uLnTx/>
                <a:uFillTx/>
                <a:latin typeface="+mj-lt"/>
                <a:ea typeface="+mn-lt"/>
                <a:cs typeface="+mn-lt"/>
              </a:rPr>
              <a:t>Responsables de la ejecución de las actividades y entregables del proyecto.</a:t>
            </a:r>
          </a:p>
          <a:p>
            <a:pPr defTabSz="914400">
              <a:lnSpc>
                <a:spcPts val="600"/>
              </a:lnSpc>
              <a:spcBef>
                <a:spcPts val="600"/>
              </a:spcBef>
              <a:defRPr b="0" i="0"/>
            </a:pPr>
            <a:r>
              <a:rPr kumimoji="0" lang="es-MX" sz="800" b="1" i="0" u="none" strike="noStrike" kern="1200" cap="none" spc="0" normalizeH="0" baseline="0" noProof="0">
                <a:ln>
                  <a:noFill/>
                </a:ln>
                <a:solidFill>
                  <a:schemeClr val="bg1"/>
                </a:solidFill>
                <a:effectLst/>
                <a:uLnTx/>
                <a:uFillTx/>
                <a:latin typeface="+mj-lt"/>
                <a:ea typeface="+mn-lt"/>
                <a:cs typeface="+mn-lt"/>
              </a:rPr>
              <a:t>Funciones:</a:t>
            </a:r>
          </a:p>
          <a:p>
            <a:pPr marL="171450" indent="-171450" defTabSz="914400">
              <a:lnSpc>
                <a:spcPts val="600"/>
              </a:lnSpc>
              <a:spcBef>
                <a:spcPts val="600"/>
              </a:spcBef>
              <a:buFont typeface="Arial" panose="020B0604020202020204" pitchFamily="34" charset="0"/>
              <a:buChar char="•"/>
              <a:defRPr b="0" i="0"/>
            </a:pPr>
            <a:r>
              <a:rPr kumimoji="0" lang="es-MX" sz="800" b="0" i="0" u="none" strike="noStrike" kern="1200" cap="none" spc="0" normalizeH="0" baseline="0" noProof="0">
                <a:ln>
                  <a:noFill/>
                </a:ln>
                <a:solidFill>
                  <a:schemeClr val="bg1"/>
                </a:solidFill>
                <a:effectLst/>
                <a:uLnTx/>
                <a:uFillTx/>
                <a:latin typeface="+mj-lt"/>
                <a:ea typeface="+mn-lt"/>
                <a:cs typeface="+mn-lt"/>
              </a:rPr>
              <a:t>Elaborar cronogramas:</a:t>
            </a:r>
          </a:p>
          <a:p>
            <a:pPr marL="171450" indent="9525" defTabSz="914400">
              <a:lnSpc>
                <a:spcPts val="600"/>
              </a:lnSpc>
              <a:spcBef>
                <a:spcPts val="600"/>
              </a:spcBef>
              <a:buFont typeface="Arial" panose="020B0604020202020204" pitchFamily="34" charset="0"/>
              <a:buChar char="•"/>
              <a:defRPr b="0" i="0"/>
            </a:pPr>
            <a:r>
              <a:rPr kumimoji="0" lang="es-MX" sz="800" b="0" i="0" u="none" strike="noStrike" kern="1200" cap="none" spc="0" normalizeH="0" baseline="0" noProof="0">
                <a:ln>
                  <a:noFill/>
                </a:ln>
                <a:solidFill>
                  <a:schemeClr val="bg1"/>
                </a:solidFill>
                <a:effectLst/>
                <a:uLnTx/>
                <a:uFillTx/>
                <a:latin typeface="+mj-lt"/>
                <a:ea typeface="+mn-lt"/>
                <a:cs typeface="+mn-lt"/>
              </a:rPr>
              <a:t> Plan de riesgos</a:t>
            </a:r>
          </a:p>
          <a:p>
            <a:pPr marL="171450" indent="9525" defTabSz="914400">
              <a:lnSpc>
                <a:spcPts val="600"/>
              </a:lnSpc>
              <a:spcBef>
                <a:spcPts val="600"/>
              </a:spcBef>
              <a:buFont typeface="Arial" panose="020B0604020202020204" pitchFamily="34" charset="0"/>
              <a:buChar char="•"/>
              <a:defRPr b="0" i="0"/>
            </a:pPr>
            <a:r>
              <a:rPr kumimoji="0" lang="es-MX" sz="800" b="0" i="0" u="none" strike="noStrike" kern="1200" cap="none" spc="0" normalizeH="0" baseline="0" noProof="0">
                <a:ln>
                  <a:noFill/>
                </a:ln>
                <a:solidFill>
                  <a:schemeClr val="bg1"/>
                </a:solidFill>
                <a:effectLst/>
                <a:uLnTx/>
                <a:uFillTx/>
                <a:latin typeface="+mj-lt"/>
                <a:ea typeface="+mn-lt"/>
                <a:cs typeface="+mn-lt"/>
              </a:rPr>
              <a:t> Planes de recursos</a:t>
            </a:r>
          </a:p>
          <a:p>
            <a:pPr marL="171450" indent="9525" defTabSz="914400">
              <a:lnSpc>
                <a:spcPts val="600"/>
              </a:lnSpc>
              <a:spcBef>
                <a:spcPts val="600"/>
              </a:spcBef>
              <a:buFont typeface="Arial" panose="020B0604020202020204" pitchFamily="34" charset="0"/>
              <a:buChar char="•"/>
              <a:defRPr b="0" i="0"/>
            </a:pPr>
            <a:r>
              <a:rPr kumimoji="0" lang="es-MX" sz="800" b="0" i="0" u="none" strike="noStrike" kern="1200" cap="none" spc="0" normalizeH="0" baseline="0" noProof="0">
                <a:ln>
                  <a:noFill/>
                </a:ln>
                <a:solidFill>
                  <a:schemeClr val="bg1"/>
                </a:solidFill>
                <a:effectLst/>
                <a:uLnTx/>
                <a:uFillTx/>
                <a:latin typeface="+mj-lt"/>
                <a:ea typeface="+mn-lt"/>
                <a:cs typeface="+mn-lt"/>
              </a:rPr>
              <a:t> Plan de presupuestos (costos)</a:t>
            </a:r>
          </a:p>
          <a:p>
            <a:pPr marL="171450" indent="9525" defTabSz="914400">
              <a:lnSpc>
                <a:spcPts val="600"/>
              </a:lnSpc>
              <a:spcBef>
                <a:spcPts val="600"/>
              </a:spcBef>
              <a:buFont typeface="Arial" panose="020B0604020202020204" pitchFamily="34" charset="0"/>
              <a:buChar char="•"/>
              <a:defRPr b="0" i="0"/>
            </a:pPr>
            <a:r>
              <a:rPr kumimoji="0" lang="es-MX" sz="800" b="0" i="0" u="none" strike="noStrike" kern="1200" cap="none" spc="0" normalizeH="0" baseline="0" noProof="0">
                <a:ln>
                  <a:noFill/>
                </a:ln>
                <a:solidFill>
                  <a:schemeClr val="bg1"/>
                </a:solidFill>
                <a:effectLst/>
                <a:uLnTx/>
                <a:uFillTx/>
                <a:latin typeface="+mj-lt"/>
                <a:ea typeface="+mn-lt"/>
                <a:cs typeface="+mn-lt"/>
              </a:rPr>
              <a:t> Informes de avance (semanales, quincenales y mensuales).</a:t>
            </a:r>
          </a:p>
          <a:p>
            <a:pPr marL="171450" indent="-171450" defTabSz="914400">
              <a:lnSpc>
                <a:spcPts val="800"/>
              </a:lnSpc>
              <a:spcBef>
                <a:spcPts val="600"/>
              </a:spcBef>
              <a:buFont typeface="Arial" panose="020B0604020202020204" pitchFamily="34" charset="0"/>
              <a:buChar char="•"/>
              <a:defRPr b="0" i="0"/>
            </a:pPr>
            <a:r>
              <a:rPr kumimoji="0" lang="es-MX" sz="800" b="0" i="0" u="none" strike="noStrike" kern="1200" cap="none" spc="0" normalizeH="0" baseline="0" noProof="0">
                <a:ln>
                  <a:noFill/>
                </a:ln>
                <a:solidFill>
                  <a:schemeClr val="bg1"/>
                </a:solidFill>
                <a:effectLst/>
                <a:uLnTx/>
                <a:uFillTx/>
                <a:latin typeface="+mj-lt"/>
                <a:ea typeface="+mn-lt"/>
                <a:cs typeface="+mn-lt"/>
              </a:rPr>
              <a:t>Realiza entrevistas y coordina reuniones de seguimiento de acuerdos y pendientes.</a:t>
            </a:r>
          </a:p>
          <a:p>
            <a:pPr marL="171450" indent="-171450" defTabSz="914400">
              <a:lnSpc>
                <a:spcPts val="800"/>
              </a:lnSpc>
              <a:spcBef>
                <a:spcPts val="600"/>
              </a:spcBef>
              <a:buFont typeface="Arial" panose="020B0604020202020204" pitchFamily="34" charset="0"/>
              <a:buChar char="•"/>
              <a:defRPr b="0" i="0"/>
            </a:pPr>
            <a:r>
              <a:rPr kumimoji="0" lang="es-MX" sz="800" b="0" i="0" u="none" strike="noStrike" kern="1200" cap="none" spc="0" normalizeH="0" baseline="0" noProof="0">
                <a:ln>
                  <a:noFill/>
                </a:ln>
                <a:solidFill>
                  <a:schemeClr val="bg1"/>
                </a:solidFill>
                <a:effectLst/>
                <a:uLnTx/>
                <a:uFillTx/>
                <a:latin typeface="+mj-lt"/>
                <a:ea typeface="+mn-lt"/>
                <a:cs typeface="+mn-lt"/>
              </a:rPr>
              <a:t>Planificar, gobernar y controlar la migración de datos a PMO Avanzada, velando por la calidad, integridad, trazabilidad y el cumplimiento del cronograma.</a:t>
            </a:r>
          </a:p>
          <a:p>
            <a:pPr marL="171450" indent="-171450" defTabSz="914400">
              <a:lnSpc>
                <a:spcPts val="800"/>
              </a:lnSpc>
              <a:spcBef>
                <a:spcPts val="600"/>
              </a:spcBef>
              <a:buFont typeface="Arial" panose="020B0604020202020204" pitchFamily="34" charset="0"/>
              <a:buChar char="•"/>
              <a:defRPr b="0" i="0"/>
            </a:pPr>
            <a:endParaRPr kumimoji="0" lang="es-MX" sz="800" b="0" i="0" u="none" strike="noStrike" kern="1200" cap="none" spc="0" normalizeH="0" baseline="0" noProof="0">
              <a:ln>
                <a:noFill/>
              </a:ln>
              <a:solidFill>
                <a:schemeClr val="bg1"/>
              </a:solidFill>
              <a:effectLst/>
              <a:uLnTx/>
              <a:uFillTx/>
              <a:latin typeface="+mj-lt"/>
              <a:ea typeface="+mn-lt"/>
              <a:cs typeface="+mn-lt"/>
            </a:endParaRPr>
          </a:p>
          <a:p>
            <a:pPr marL="171450" indent="-171450" defTabSz="914400">
              <a:spcBef>
                <a:spcPts val="600"/>
              </a:spcBef>
              <a:buFont typeface="Arial" panose="020B0604020202020204" pitchFamily="34" charset="0"/>
              <a:buChar char="•"/>
              <a:defRPr b="0" i="0"/>
            </a:pPr>
            <a:endParaRPr lang="es-MX" sz="800">
              <a:solidFill>
                <a:schemeClr val="bg1"/>
              </a:solidFill>
              <a:latin typeface="+mj-lt"/>
              <a:ea typeface="+mn-lt"/>
              <a:cs typeface="+mn-lt"/>
            </a:endParaRPr>
          </a:p>
          <a:p>
            <a:pPr marL="180340" marR="0" lvl="0" indent="-180340" algn="l" defTabSz="914400">
              <a:lnSpc>
                <a:spcPct val="100000"/>
              </a:lnSpc>
              <a:spcBef>
                <a:spcPts val="200"/>
              </a:spcBef>
              <a:spcAft>
                <a:spcPts val="0"/>
              </a:spcAft>
              <a:buClrTx/>
              <a:buSzTx/>
              <a:buFont typeface="Arial" panose="020B0604020202020204" pitchFamily="34" charset="0"/>
              <a:buChar char="•"/>
              <a:tabLst/>
              <a:defRPr b="0" i="0"/>
            </a:pPr>
            <a:endParaRPr lang="es-ES" sz="800" b="0" i="0" u="none" strike="noStrike" kern="1200" cap="none" spc="0" normalizeH="0" baseline="0" noProof="0">
              <a:ln>
                <a:noFill/>
              </a:ln>
              <a:solidFill>
                <a:schemeClr val="bg1"/>
              </a:solidFill>
              <a:effectLst/>
              <a:uLnTx/>
              <a:uFillTx/>
              <a:latin typeface="+mj-lt"/>
            </a:endParaRPr>
          </a:p>
        </p:txBody>
      </p:sp>
      <p:sp>
        <p:nvSpPr>
          <p:cNvPr id="57" name="CuadroTexto 20">
            <a:extLst>
              <a:ext uri="{FF2B5EF4-FFF2-40B4-BE49-F238E27FC236}">
                <a16:creationId xmlns:a16="http://schemas.microsoft.com/office/drawing/2014/main" id="{74FE8B9C-0266-35AD-E2F4-3BC71DC02800}"/>
              </a:ext>
            </a:extLst>
          </p:cNvPr>
          <p:cNvSpPr txBox="1"/>
          <p:nvPr/>
        </p:nvSpPr>
        <p:spPr>
          <a:xfrm>
            <a:off x="7910319" y="1549449"/>
            <a:ext cx="3099627" cy="911967"/>
          </a:xfrm>
          <a:prstGeom prst="rect">
            <a:avLst/>
          </a:prstGeom>
          <a:ln>
            <a:noFill/>
          </a:ln>
        </p:spPr>
        <p:txBody>
          <a:bodyPr vert="horz" wrap="square" lIns="0" tIns="0" rIns="0" bIns="0" rtlCol="0" anchor="ctr">
            <a:noAutofit/>
          </a:bodyPr>
          <a:lstStyle/>
          <a:p>
            <a:pPr marL="0" lvl="1" defTabSz="513147">
              <a:defRPr/>
            </a:pPr>
            <a:r>
              <a:rPr lang="es-MX" sz="800">
                <a:solidFill>
                  <a:schemeClr val="bg1"/>
                </a:solidFill>
                <a:latin typeface="+mj-lt"/>
              </a:rPr>
              <a:t>Responsable de las decisiones sobre el ámbito y alcance del proyecto, decisiones estratégicas y de posibles modificaciones en la planificación del mismo.</a:t>
            </a:r>
            <a:br>
              <a:rPr lang="es-MX" sz="800">
                <a:solidFill>
                  <a:schemeClr val="bg1"/>
                </a:solidFill>
                <a:latin typeface="+mj-lt"/>
              </a:rPr>
            </a:br>
            <a:r>
              <a:rPr lang="es-MX" sz="800" b="1">
                <a:solidFill>
                  <a:schemeClr val="bg1"/>
                </a:solidFill>
                <a:latin typeface="+mj-lt"/>
              </a:rPr>
              <a:t>Funciones:</a:t>
            </a:r>
          </a:p>
          <a:p>
            <a:pPr marL="171450" lvl="1" indent="-171450" defTabSz="513147">
              <a:buFont typeface="Arial" panose="020B0604020202020204" pitchFamily="34" charset="0"/>
              <a:buChar char="•"/>
              <a:defRPr/>
            </a:pPr>
            <a:r>
              <a:rPr lang="es-MX" sz="800">
                <a:solidFill>
                  <a:schemeClr val="bg1"/>
                </a:solidFill>
                <a:latin typeface="+mj-lt"/>
              </a:rPr>
              <a:t>Liderar el proyecto</a:t>
            </a:r>
          </a:p>
          <a:p>
            <a:pPr marL="171450" lvl="1" indent="-171450" defTabSz="513147">
              <a:buFont typeface="Arial" panose="020B0604020202020204" pitchFamily="34" charset="0"/>
              <a:buChar char="•"/>
              <a:defRPr/>
            </a:pPr>
            <a:r>
              <a:rPr lang="es-MX" sz="800">
                <a:solidFill>
                  <a:schemeClr val="bg1"/>
                </a:solidFill>
                <a:latin typeface="+mj-lt"/>
              </a:rPr>
              <a:t>Promover la calidad del trabajo</a:t>
            </a:r>
          </a:p>
          <a:p>
            <a:pPr marL="171450" lvl="1" indent="-171450" defTabSz="513147">
              <a:buFont typeface="Arial" panose="020B0604020202020204" pitchFamily="34" charset="0"/>
              <a:buChar char="•"/>
              <a:defRPr/>
            </a:pPr>
            <a:r>
              <a:rPr lang="es-MX" sz="800">
                <a:solidFill>
                  <a:schemeClr val="bg1"/>
                </a:solidFill>
                <a:latin typeface="+mj-lt"/>
              </a:rPr>
              <a:t>Evaluar los análisis y propuestas presentados</a:t>
            </a:r>
          </a:p>
          <a:p>
            <a:pPr marL="171450" lvl="1" indent="-171450" defTabSz="513147">
              <a:buFont typeface="Arial" panose="020B0604020202020204" pitchFamily="34" charset="0"/>
              <a:buChar char="•"/>
              <a:defRPr/>
            </a:pPr>
            <a:r>
              <a:rPr lang="es-MX" sz="800">
                <a:solidFill>
                  <a:schemeClr val="bg1"/>
                </a:solidFill>
                <a:latin typeface="+mj-lt"/>
              </a:rPr>
              <a:t>Toma de decisiones sobre propuestas del equipo de trabajo</a:t>
            </a:r>
          </a:p>
        </p:txBody>
      </p:sp>
      <p:sp>
        <p:nvSpPr>
          <p:cNvPr id="24" name="Freeform 14">
            <a:extLst>
              <a:ext uri="{FF2B5EF4-FFF2-40B4-BE49-F238E27FC236}">
                <a16:creationId xmlns:a16="http://schemas.microsoft.com/office/drawing/2014/main" id="{37062B53-A1C2-7E92-B8AC-5B68BA6D9A42}"/>
              </a:ext>
            </a:extLst>
          </p:cNvPr>
          <p:cNvSpPr/>
          <p:nvPr/>
        </p:nvSpPr>
        <p:spPr>
          <a:xfrm>
            <a:off x="1974812" y="2954042"/>
            <a:ext cx="1869320" cy="792000"/>
          </a:xfrm>
          <a:prstGeom prst="octagon">
            <a:avLst>
              <a:gd name="adj" fmla="val 1485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12000" tIns="45720" rIns="18000" bIns="45720" rtlCol="0" anchor="ctr"/>
          <a:lstStyle/>
          <a:p>
            <a:pPr marL="76200" defTabSz="914400">
              <a:spcBef>
                <a:spcPts val="300"/>
              </a:spcBef>
              <a:defRPr/>
            </a:pPr>
            <a:r>
              <a:rPr kumimoji="0" lang="es-ES" sz="1050" b="0" i="0" u="none" strike="noStrike" kern="1200" cap="none" spc="0" normalizeH="0" baseline="0" noProof="0">
                <a:ln>
                  <a:noFill/>
                </a:ln>
                <a:solidFill>
                  <a:srgbClr val="FFFFFF"/>
                </a:solidFill>
                <a:effectLst/>
                <a:uLnTx/>
                <a:uFillTx/>
                <a:latin typeface="ForFuture Sans"/>
                <a:ea typeface="+mn-ea"/>
                <a:cs typeface="+mn-cs"/>
              </a:rPr>
              <a:t>Project Manager</a:t>
            </a:r>
          </a:p>
        </p:txBody>
      </p:sp>
      <p:sp>
        <p:nvSpPr>
          <p:cNvPr id="25" name="Freeform 14">
            <a:extLst>
              <a:ext uri="{FF2B5EF4-FFF2-40B4-BE49-F238E27FC236}">
                <a16:creationId xmlns:a16="http://schemas.microsoft.com/office/drawing/2014/main" id="{FD304200-41D8-4F36-E7B2-07004F157B02}"/>
              </a:ext>
            </a:extLst>
          </p:cNvPr>
          <p:cNvSpPr/>
          <p:nvPr/>
        </p:nvSpPr>
        <p:spPr>
          <a:xfrm>
            <a:off x="5188094" y="2954042"/>
            <a:ext cx="2052000" cy="791999"/>
          </a:xfrm>
          <a:prstGeom prst="octagon">
            <a:avLst>
              <a:gd name="adj" fmla="val 1485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12000" rIns="18000" rtlCol="0" anchor="ctr"/>
          <a:lstStyle/>
          <a:p>
            <a:pPr marL="0" marR="0" lvl="0" indent="0" algn="ctr" defTabSz="914400" rtl="0" eaLnBrk="1" fontAlgn="auto" latinLnBrk="0" hangingPunct="1">
              <a:lnSpc>
                <a:spcPct val="100000"/>
              </a:lnSpc>
              <a:spcBef>
                <a:spcPts val="300"/>
              </a:spcBef>
              <a:spcAft>
                <a:spcPts val="0"/>
              </a:spcAft>
              <a:buClrTx/>
              <a:buSzTx/>
              <a:buFontTx/>
              <a:buNone/>
              <a:tabLst/>
              <a:defRPr/>
            </a:pPr>
            <a:endParaRPr kumimoji="0" lang="es-ES" sz="1200" b="0" i="0" u="none" strike="noStrike" kern="1200" cap="none" spc="0" normalizeH="0" baseline="0" noProof="0">
              <a:ln>
                <a:noFill/>
              </a:ln>
              <a:solidFill>
                <a:srgbClr val="FFFFFF"/>
              </a:solidFill>
              <a:effectLst/>
              <a:uLnTx/>
              <a:uFillTx/>
              <a:latin typeface="ForFuture Sans"/>
              <a:ea typeface="+mn-ea"/>
              <a:cs typeface="+mn-cs"/>
            </a:endParaRPr>
          </a:p>
        </p:txBody>
      </p:sp>
      <p:grpSp>
        <p:nvGrpSpPr>
          <p:cNvPr id="50" name="Grupo 49">
            <a:extLst>
              <a:ext uri="{FF2B5EF4-FFF2-40B4-BE49-F238E27FC236}">
                <a16:creationId xmlns:a16="http://schemas.microsoft.com/office/drawing/2014/main" id="{A2A4274C-AEE2-7308-386F-E6CBC144FC71}"/>
              </a:ext>
            </a:extLst>
          </p:cNvPr>
          <p:cNvGrpSpPr/>
          <p:nvPr/>
        </p:nvGrpSpPr>
        <p:grpSpPr>
          <a:xfrm>
            <a:off x="2090391" y="3065484"/>
            <a:ext cx="540000" cy="540000"/>
            <a:chOff x="3619460" y="4920397"/>
            <a:chExt cx="622877" cy="627922"/>
          </a:xfrm>
          <a:solidFill>
            <a:schemeClr val="tx1"/>
          </a:solidFill>
        </p:grpSpPr>
        <p:sp>
          <p:nvSpPr>
            <p:cNvPr id="51" name="Elipse 50">
              <a:extLst>
                <a:ext uri="{FF2B5EF4-FFF2-40B4-BE49-F238E27FC236}">
                  <a16:creationId xmlns:a16="http://schemas.microsoft.com/office/drawing/2014/main" id="{531B0B3A-CA10-00B9-7022-71766DBFE736}"/>
                </a:ext>
              </a:extLst>
            </p:cNvPr>
            <p:cNvSpPr/>
            <p:nvPr/>
          </p:nvSpPr>
          <p:spPr>
            <a:xfrm>
              <a:off x="3619460" y="4920397"/>
              <a:ext cx="622877" cy="62792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351" b="0" i="0" u="none" strike="noStrike" kern="1200" cap="none" spc="0" normalizeH="0" baseline="0" noProof="0">
                <a:ln>
                  <a:noFill/>
                </a:ln>
                <a:solidFill>
                  <a:srgbClr val="FFFFFF"/>
                </a:solidFill>
                <a:effectLst/>
                <a:uLnTx/>
                <a:uFillTx/>
                <a:latin typeface="ForFuture Sans"/>
                <a:ea typeface="+mn-ea"/>
                <a:cs typeface="+mn-cs"/>
              </a:endParaRPr>
            </a:p>
          </p:txBody>
        </p:sp>
        <p:pic>
          <p:nvPicPr>
            <p:cNvPr id="52" name="Imagen 51">
              <a:extLst>
                <a:ext uri="{FF2B5EF4-FFF2-40B4-BE49-F238E27FC236}">
                  <a16:creationId xmlns:a16="http://schemas.microsoft.com/office/drawing/2014/main" id="{5D5CE909-49C0-FF0E-24BF-9936C11D01F6}"/>
                </a:ext>
              </a:extLst>
            </p:cNvPr>
            <p:cNvPicPr preferRelativeResize="0">
              <a:picLocks noChangeAspect="1"/>
            </p:cNvPicPr>
            <p:nvPr/>
          </p:nvPicPr>
          <p:blipFill>
            <a:blip r:embed="rId6">
              <a:duotone>
                <a:schemeClr val="accent1">
                  <a:shade val="45000"/>
                  <a:satMod val="135000"/>
                </a:schemeClr>
                <a:prstClr val="white"/>
              </a:duotone>
              <a:lum bright="-56000"/>
            </a:blip>
            <a:stretch>
              <a:fillRect/>
            </a:stretch>
          </p:blipFill>
          <p:spPr>
            <a:xfrm>
              <a:off x="3840457" y="4980100"/>
              <a:ext cx="180883" cy="506331"/>
            </a:xfrm>
            <a:prstGeom prst="rect">
              <a:avLst/>
            </a:prstGeom>
            <a:grpFill/>
          </p:spPr>
        </p:pic>
      </p:grpSp>
      <p:sp>
        <p:nvSpPr>
          <p:cNvPr id="28" name="Freeform 14">
            <a:extLst>
              <a:ext uri="{FF2B5EF4-FFF2-40B4-BE49-F238E27FC236}">
                <a16:creationId xmlns:a16="http://schemas.microsoft.com/office/drawing/2014/main" id="{425550A9-D8EA-030E-A6FA-43A30F5C9B2C}"/>
              </a:ext>
            </a:extLst>
          </p:cNvPr>
          <p:cNvSpPr/>
          <p:nvPr/>
        </p:nvSpPr>
        <p:spPr>
          <a:xfrm>
            <a:off x="1971819" y="4432652"/>
            <a:ext cx="1872314" cy="953525"/>
          </a:xfrm>
          <a:prstGeom prst="octagon">
            <a:avLst>
              <a:gd name="adj" fmla="val 1040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45720" rIns="36000" bIns="45720" rtlCol="0" anchor="ctr"/>
          <a:lstStyle/>
          <a:p>
            <a:pPr marL="571500" marR="0" lvl="0" defTabSz="179384" rtl="0" eaLnBrk="1" fontAlgn="auto" latinLnBrk="0" hangingPunct="1">
              <a:lnSpc>
                <a:spcPct val="100000"/>
              </a:lnSpc>
              <a:spcBef>
                <a:spcPts val="300"/>
              </a:spcBef>
              <a:spcAft>
                <a:spcPts val="0"/>
              </a:spcAft>
              <a:buClrTx/>
              <a:buSzTx/>
              <a:buFontTx/>
              <a:buNone/>
              <a:tabLst/>
              <a:defRPr/>
            </a:pPr>
            <a:endParaRPr kumimoji="0" lang="es-ES" sz="1050" b="0" i="0" u="none" strike="noStrike" kern="1200" cap="none" spc="0" normalizeH="0" baseline="0" noProof="0">
              <a:ln>
                <a:noFill/>
              </a:ln>
              <a:solidFill>
                <a:srgbClr val="FFFFFF"/>
              </a:solidFill>
              <a:effectLst/>
              <a:uLnTx/>
              <a:uFillTx/>
              <a:latin typeface="ForFuture Sans"/>
              <a:ea typeface="+mn-ea"/>
              <a:cs typeface="+mn-cs"/>
            </a:endParaRPr>
          </a:p>
        </p:txBody>
      </p:sp>
      <p:sp>
        <p:nvSpPr>
          <p:cNvPr id="29" name="Freeform 14">
            <a:extLst>
              <a:ext uri="{FF2B5EF4-FFF2-40B4-BE49-F238E27FC236}">
                <a16:creationId xmlns:a16="http://schemas.microsoft.com/office/drawing/2014/main" id="{40237B1F-0D7D-ED89-48CD-202EC60F240D}"/>
              </a:ext>
            </a:extLst>
          </p:cNvPr>
          <p:cNvSpPr/>
          <p:nvPr/>
        </p:nvSpPr>
        <p:spPr>
          <a:xfrm>
            <a:off x="5188094" y="4176950"/>
            <a:ext cx="2052000" cy="1444438"/>
          </a:xfrm>
          <a:prstGeom prst="octagon">
            <a:avLst>
              <a:gd name="adj" fmla="val 1130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12000" tIns="45720" rIns="18000" bIns="45720" rtlCol="0" anchor="ctr"/>
          <a:lstStyle/>
          <a:p>
            <a:pPr algn="ctr" defTabSz="179384">
              <a:spcBef>
                <a:spcPts val="300"/>
              </a:spcBef>
              <a:defRPr/>
            </a:pPr>
            <a:endParaRPr kumimoji="0" lang="es-ES" sz="1100" b="0" i="0" u="none" strike="noStrike" kern="1200" cap="none" spc="0" normalizeH="0" baseline="0" noProof="0">
              <a:ln>
                <a:noFill/>
              </a:ln>
              <a:solidFill>
                <a:srgbClr val="FFFFFF"/>
              </a:solidFill>
              <a:effectLst/>
              <a:uLnTx/>
              <a:uFillTx/>
              <a:latin typeface="ForFuture Sans"/>
              <a:ea typeface="+mn-ea"/>
              <a:cs typeface="+mn-cs"/>
            </a:endParaRPr>
          </a:p>
        </p:txBody>
      </p:sp>
      <p:grpSp>
        <p:nvGrpSpPr>
          <p:cNvPr id="41" name="Grupo 40">
            <a:extLst>
              <a:ext uri="{FF2B5EF4-FFF2-40B4-BE49-F238E27FC236}">
                <a16:creationId xmlns:a16="http://schemas.microsoft.com/office/drawing/2014/main" id="{CE031D7F-A12F-65C5-0D11-6245DFFEC085}"/>
              </a:ext>
            </a:extLst>
          </p:cNvPr>
          <p:cNvGrpSpPr/>
          <p:nvPr/>
        </p:nvGrpSpPr>
        <p:grpSpPr>
          <a:xfrm>
            <a:off x="5683428" y="5248612"/>
            <a:ext cx="327934" cy="323365"/>
            <a:chOff x="3619460" y="4920397"/>
            <a:chExt cx="622877" cy="627922"/>
          </a:xfrm>
          <a:solidFill>
            <a:schemeClr val="tx1"/>
          </a:solidFill>
        </p:grpSpPr>
        <p:sp>
          <p:nvSpPr>
            <p:cNvPr id="42" name="Elipse 41">
              <a:extLst>
                <a:ext uri="{FF2B5EF4-FFF2-40B4-BE49-F238E27FC236}">
                  <a16:creationId xmlns:a16="http://schemas.microsoft.com/office/drawing/2014/main" id="{F267F8AB-AD94-45CF-CF31-6A3F3CDE9D5C}"/>
                </a:ext>
              </a:extLst>
            </p:cNvPr>
            <p:cNvSpPr/>
            <p:nvPr/>
          </p:nvSpPr>
          <p:spPr>
            <a:xfrm>
              <a:off x="3619460" y="4920397"/>
              <a:ext cx="622877" cy="62792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351" b="0" i="0" u="none" strike="noStrike" kern="1200" cap="none" spc="0" normalizeH="0" baseline="0" noProof="0">
                <a:ln>
                  <a:noFill/>
                </a:ln>
                <a:solidFill>
                  <a:srgbClr val="FFFFFF"/>
                </a:solidFill>
                <a:effectLst/>
                <a:uLnTx/>
                <a:uFillTx/>
                <a:latin typeface="ForFuture Sans"/>
                <a:ea typeface="+mn-ea"/>
                <a:cs typeface="+mn-cs"/>
              </a:endParaRPr>
            </a:p>
          </p:txBody>
        </p:sp>
        <p:pic>
          <p:nvPicPr>
            <p:cNvPr id="43" name="Imagen 42">
              <a:extLst>
                <a:ext uri="{FF2B5EF4-FFF2-40B4-BE49-F238E27FC236}">
                  <a16:creationId xmlns:a16="http://schemas.microsoft.com/office/drawing/2014/main" id="{AED3FA00-60E2-998C-1DFD-794C9DB39BBE}"/>
                </a:ext>
              </a:extLst>
            </p:cNvPr>
            <p:cNvPicPr preferRelativeResize="0">
              <a:picLocks noChangeAspect="1"/>
            </p:cNvPicPr>
            <p:nvPr/>
          </p:nvPicPr>
          <p:blipFill>
            <a:blip r:embed="rId6">
              <a:duotone>
                <a:schemeClr val="accent1">
                  <a:shade val="45000"/>
                  <a:satMod val="135000"/>
                </a:schemeClr>
                <a:prstClr val="white"/>
              </a:duotone>
              <a:lum bright="-56000"/>
            </a:blip>
            <a:stretch>
              <a:fillRect/>
            </a:stretch>
          </p:blipFill>
          <p:spPr>
            <a:xfrm>
              <a:off x="3840457" y="4980100"/>
              <a:ext cx="180883" cy="506331"/>
            </a:xfrm>
            <a:prstGeom prst="rect">
              <a:avLst/>
            </a:prstGeom>
            <a:grpFill/>
          </p:spPr>
        </p:pic>
      </p:grpSp>
      <p:pic>
        <p:nvPicPr>
          <p:cNvPr id="62" name="Imagen 61">
            <a:extLst>
              <a:ext uri="{FF2B5EF4-FFF2-40B4-BE49-F238E27FC236}">
                <a16:creationId xmlns:a16="http://schemas.microsoft.com/office/drawing/2014/main" id="{468ED6FE-1D80-6967-8FC2-ABD0A2F22AFD}"/>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5228651" y="1155037"/>
            <a:ext cx="1835106" cy="174917"/>
          </a:xfrm>
          <a:prstGeom prst="rect">
            <a:avLst/>
          </a:prstGeom>
        </p:spPr>
      </p:pic>
      <p:grpSp>
        <p:nvGrpSpPr>
          <p:cNvPr id="5" name="Grupo 4">
            <a:extLst>
              <a:ext uri="{FF2B5EF4-FFF2-40B4-BE49-F238E27FC236}">
                <a16:creationId xmlns:a16="http://schemas.microsoft.com/office/drawing/2014/main" id="{33DB8236-7A95-7917-B776-36BD192FE470}"/>
              </a:ext>
            </a:extLst>
          </p:cNvPr>
          <p:cNvGrpSpPr/>
          <p:nvPr/>
        </p:nvGrpSpPr>
        <p:grpSpPr>
          <a:xfrm>
            <a:off x="2257107" y="4594638"/>
            <a:ext cx="278429" cy="277054"/>
            <a:chOff x="3619460" y="4920397"/>
            <a:chExt cx="622877" cy="627922"/>
          </a:xfrm>
          <a:solidFill>
            <a:schemeClr val="tx1"/>
          </a:solidFill>
        </p:grpSpPr>
        <p:sp>
          <p:nvSpPr>
            <p:cNvPr id="6" name="Elipse 5">
              <a:extLst>
                <a:ext uri="{FF2B5EF4-FFF2-40B4-BE49-F238E27FC236}">
                  <a16:creationId xmlns:a16="http://schemas.microsoft.com/office/drawing/2014/main" id="{88C0DB2E-99E3-D9E6-5E4F-61945F2037FF}"/>
                </a:ext>
              </a:extLst>
            </p:cNvPr>
            <p:cNvSpPr/>
            <p:nvPr/>
          </p:nvSpPr>
          <p:spPr>
            <a:xfrm>
              <a:off x="3619460" y="4920397"/>
              <a:ext cx="622877" cy="62792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351" b="0" i="0" u="none" strike="noStrike" kern="1200" cap="none" spc="0" normalizeH="0" baseline="0" noProof="0">
                <a:ln>
                  <a:noFill/>
                </a:ln>
                <a:solidFill>
                  <a:srgbClr val="FFFFFF"/>
                </a:solidFill>
                <a:effectLst/>
                <a:uLnTx/>
                <a:uFillTx/>
                <a:latin typeface="ForFuture Sans"/>
                <a:ea typeface="+mn-ea"/>
                <a:cs typeface="+mn-cs"/>
              </a:endParaRPr>
            </a:p>
          </p:txBody>
        </p:sp>
        <p:pic>
          <p:nvPicPr>
            <p:cNvPr id="7" name="Imagen 6">
              <a:extLst>
                <a:ext uri="{FF2B5EF4-FFF2-40B4-BE49-F238E27FC236}">
                  <a16:creationId xmlns:a16="http://schemas.microsoft.com/office/drawing/2014/main" id="{C1E8DBC2-B36F-95FB-F857-BF91544C40D3}"/>
                </a:ext>
              </a:extLst>
            </p:cNvPr>
            <p:cNvPicPr preferRelativeResize="0">
              <a:picLocks noChangeAspect="1"/>
            </p:cNvPicPr>
            <p:nvPr/>
          </p:nvPicPr>
          <p:blipFill>
            <a:blip r:embed="rId6">
              <a:duotone>
                <a:schemeClr val="accent1">
                  <a:shade val="45000"/>
                  <a:satMod val="135000"/>
                </a:schemeClr>
                <a:prstClr val="white"/>
              </a:duotone>
              <a:lum bright="-56000"/>
            </a:blip>
            <a:stretch>
              <a:fillRect/>
            </a:stretch>
          </p:blipFill>
          <p:spPr>
            <a:xfrm>
              <a:off x="3840457" y="4980100"/>
              <a:ext cx="180883" cy="506331"/>
            </a:xfrm>
            <a:prstGeom prst="rect">
              <a:avLst/>
            </a:prstGeom>
            <a:grpFill/>
          </p:spPr>
        </p:pic>
      </p:grpSp>
      <p:grpSp>
        <p:nvGrpSpPr>
          <p:cNvPr id="8" name="Grupo 7">
            <a:extLst>
              <a:ext uri="{FF2B5EF4-FFF2-40B4-BE49-F238E27FC236}">
                <a16:creationId xmlns:a16="http://schemas.microsoft.com/office/drawing/2014/main" id="{C33E3930-D2B5-ED40-7F2F-DB9751F89BD5}"/>
              </a:ext>
            </a:extLst>
          </p:cNvPr>
          <p:cNvGrpSpPr/>
          <p:nvPr/>
        </p:nvGrpSpPr>
        <p:grpSpPr>
          <a:xfrm>
            <a:off x="2131974" y="4694354"/>
            <a:ext cx="278429" cy="277054"/>
            <a:chOff x="3619460" y="4920397"/>
            <a:chExt cx="622877" cy="627922"/>
          </a:xfrm>
          <a:solidFill>
            <a:schemeClr val="tx1"/>
          </a:solidFill>
        </p:grpSpPr>
        <p:sp>
          <p:nvSpPr>
            <p:cNvPr id="9" name="Elipse 8">
              <a:extLst>
                <a:ext uri="{FF2B5EF4-FFF2-40B4-BE49-F238E27FC236}">
                  <a16:creationId xmlns:a16="http://schemas.microsoft.com/office/drawing/2014/main" id="{A4464067-4E4E-4560-7278-5EC7CDCC5054}"/>
                </a:ext>
              </a:extLst>
            </p:cNvPr>
            <p:cNvSpPr/>
            <p:nvPr/>
          </p:nvSpPr>
          <p:spPr>
            <a:xfrm>
              <a:off x="3619460" y="4920397"/>
              <a:ext cx="622877" cy="62792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351" b="0" i="0" u="none" strike="noStrike" kern="1200" cap="none" spc="0" normalizeH="0" baseline="0" noProof="0">
                <a:ln>
                  <a:noFill/>
                </a:ln>
                <a:solidFill>
                  <a:srgbClr val="FFFFFF"/>
                </a:solidFill>
                <a:effectLst/>
                <a:uLnTx/>
                <a:uFillTx/>
                <a:latin typeface="ForFuture Sans"/>
                <a:ea typeface="+mn-ea"/>
                <a:cs typeface="+mn-cs"/>
              </a:endParaRPr>
            </a:p>
          </p:txBody>
        </p:sp>
        <p:pic>
          <p:nvPicPr>
            <p:cNvPr id="13" name="Imagen 12">
              <a:extLst>
                <a:ext uri="{FF2B5EF4-FFF2-40B4-BE49-F238E27FC236}">
                  <a16:creationId xmlns:a16="http://schemas.microsoft.com/office/drawing/2014/main" id="{86606DDA-A928-97BE-2386-6638C6668C52}"/>
                </a:ext>
              </a:extLst>
            </p:cNvPr>
            <p:cNvPicPr preferRelativeResize="0">
              <a:picLocks noChangeAspect="1"/>
            </p:cNvPicPr>
            <p:nvPr/>
          </p:nvPicPr>
          <p:blipFill>
            <a:blip r:embed="rId6">
              <a:duotone>
                <a:schemeClr val="accent1">
                  <a:shade val="45000"/>
                  <a:satMod val="135000"/>
                </a:schemeClr>
                <a:prstClr val="white"/>
              </a:duotone>
              <a:lum bright="-56000"/>
            </a:blip>
            <a:stretch>
              <a:fillRect/>
            </a:stretch>
          </p:blipFill>
          <p:spPr>
            <a:xfrm>
              <a:off x="3840457" y="4980100"/>
              <a:ext cx="180883" cy="506331"/>
            </a:xfrm>
            <a:prstGeom prst="rect">
              <a:avLst/>
            </a:prstGeom>
            <a:grpFill/>
          </p:spPr>
        </p:pic>
      </p:grpSp>
      <p:grpSp>
        <p:nvGrpSpPr>
          <p:cNvPr id="15" name="Grupo 14">
            <a:extLst>
              <a:ext uri="{FF2B5EF4-FFF2-40B4-BE49-F238E27FC236}">
                <a16:creationId xmlns:a16="http://schemas.microsoft.com/office/drawing/2014/main" id="{584337E4-24A1-996B-CBA7-C08005183BE3}"/>
              </a:ext>
            </a:extLst>
          </p:cNvPr>
          <p:cNvGrpSpPr/>
          <p:nvPr/>
        </p:nvGrpSpPr>
        <p:grpSpPr>
          <a:xfrm>
            <a:off x="2315360" y="4694354"/>
            <a:ext cx="278429" cy="277054"/>
            <a:chOff x="3619460" y="4920397"/>
            <a:chExt cx="622877" cy="627922"/>
          </a:xfrm>
          <a:solidFill>
            <a:schemeClr val="tx1"/>
          </a:solidFill>
        </p:grpSpPr>
        <p:sp>
          <p:nvSpPr>
            <p:cNvPr id="18" name="Elipse 17">
              <a:extLst>
                <a:ext uri="{FF2B5EF4-FFF2-40B4-BE49-F238E27FC236}">
                  <a16:creationId xmlns:a16="http://schemas.microsoft.com/office/drawing/2014/main" id="{B3DF82A0-53B1-B21E-8F35-A21F07EA78FC}"/>
                </a:ext>
              </a:extLst>
            </p:cNvPr>
            <p:cNvSpPr/>
            <p:nvPr/>
          </p:nvSpPr>
          <p:spPr>
            <a:xfrm>
              <a:off x="3619460" y="4920397"/>
              <a:ext cx="622877" cy="62792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351" b="0" i="0" u="none" strike="noStrike" kern="1200" cap="none" spc="0" normalizeH="0" baseline="0" noProof="0">
                <a:ln>
                  <a:noFill/>
                </a:ln>
                <a:solidFill>
                  <a:srgbClr val="FFFFFF"/>
                </a:solidFill>
                <a:effectLst/>
                <a:uLnTx/>
                <a:uFillTx/>
                <a:latin typeface="ForFuture Sans"/>
                <a:ea typeface="+mn-ea"/>
                <a:cs typeface="+mn-cs"/>
              </a:endParaRPr>
            </a:p>
          </p:txBody>
        </p:sp>
        <p:pic>
          <p:nvPicPr>
            <p:cNvPr id="26" name="Imagen 25">
              <a:extLst>
                <a:ext uri="{FF2B5EF4-FFF2-40B4-BE49-F238E27FC236}">
                  <a16:creationId xmlns:a16="http://schemas.microsoft.com/office/drawing/2014/main" id="{F9E63980-2051-7A82-44B0-74D248BB99BB}"/>
                </a:ext>
              </a:extLst>
            </p:cNvPr>
            <p:cNvPicPr preferRelativeResize="0">
              <a:picLocks noChangeAspect="1"/>
            </p:cNvPicPr>
            <p:nvPr/>
          </p:nvPicPr>
          <p:blipFill>
            <a:blip r:embed="rId6">
              <a:duotone>
                <a:schemeClr val="accent1">
                  <a:shade val="45000"/>
                  <a:satMod val="135000"/>
                </a:schemeClr>
                <a:prstClr val="white"/>
              </a:duotone>
              <a:lum bright="-56000"/>
            </a:blip>
            <a:stretch>
              <a:fillRect/>
            </a:stretch>
          </p:blipFill>
          <p:spPr>
            <a:xfrm>
              <a:off x="3840457" y="4980100"/>
              <a:ext cx="180883" cy="506331"/>
            </a:xfrm>
            <a:prstGeom prst="rect">
              <a:avLst/>
            </a:prstGeom>
            <a:grpFill/>
          </p:spPr>
        </p:pic>
      </p:grpSp>
      <p:sp>
        <p:nvSpPr>
          <p:cNvPr id="46" name="CuadroTexto 45">
            <a:extLst>
              <a:ext uri="{FF2B5EF4-FFF2-40B4-BE49-F238E27FC236}">
                <a16:creationId xmlns:a16="http://schemas.microsoft.com/office/drawing/2014/main" id="{E4EE400E-9E59-992A-B9B5-7A9A91619E5C}"/>
              </a:ext>
            </a:extLst>
          </p:cNvPr>
          <p:cNvSpPr txBox="1"/>
          <p:nvPr/>
        </p:nvSpPr>
        <p:spPr>
          <a:xfrm>
            <a:off x="5955841" y="1783771"/>
            <a:ext cx="1268019"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s-PE" sz="1050" b="0" i="0" u="none" strike="noStrike" kern="1200" cap="none" spc="0" normalizeH="0" baseline="0">
                <a:ln>
                  <a:noFill/>
                </a:ln>
                <a:solidFill>
                  <a:srgbClr val="FFFFFF"/>
                </a:solidFill>
                <a:effectLst/>
                <a:uLnTx/>
                <a:uFillTx/>
                <a:latin typeface="ForFuture Sans"/>
                <a:ea typeface="+mn-ea"/>
                <a:cs typeface="+mn-cs"/>
              </a:rPr>
              <a:t>Direc</a:t>
            </a:r>
            <a:r>
              <a:rPr lang="es-PE" sz="1050">
                <a:solidFill>
                  <a:srgbClr val="FFFFFF"/>
                </a:solidFill>
                <a:latin typeface="ForFuture Sans"/>
              </a:rPr>
              <a:t>tor de proyecto</a:t>
            </a:r>
            <a:endParaRPr kumimoji="0" lang="es-ES" sz="1050" b="0" i="0" u="none" strike="noStrike" kern="1200" cap="none" spc="0" normalizeH="0" baseline="0" noProof="0">
              <a:ln>
                <a:noFill/>
              </a:ln>
              <a:solidFill>
                <a:srgbClr val="FFFFFF"/>
              </a:solidFill>
              <a:effectLst/>
              <a:uLnTx/>
              <a:uFillTx/>
              <a:latin typeface="ForFuture Sans"/>
              <a:ea typeface="+mn-ea"/>
              <a:cs typeface="+mn-cs"/>
            </a:endParaRPr>
          </a:p>
        </p:txBody>
      </p:sp>
      <p:sp>
        <p:nvSpPr>
          <p:cNvPr id="59" name="Elipse 58">
            <a:extLst>
              <a:ext uri="{FF2B5EF4-FFF2-40B4-BE49-F238E27FC236}">
                <a16:creationId xmlns:a16="http://schemas.microsoft.com/office/drawing/2014/main" id="{8FD60A48-3A29-DC24-68D6-331E51269D56}"/>
              </a:ext>
            </a:extLst>
          </p:cNvPr>
          <p:cNvSpPr/>
          <p:nvPr/>
        </p:nvSpPr>
        <p:spPr>
          <a:xfrm>
            <a:off x="5549769" y="1795290"/>
            <a:ext cx="382103" cy="406995"/>
          </a:xfrm>
          <a:prstGeom prst="ellipse">
            <a:avLst/>
          </a:prstGeom>
          <a:blipFill>
            <a:blip r:embed="rId8"/>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nchorCtr="0"/>
          <a:lstStyle/>
          <a:p>
            <a:pPr algn="ctr"/>
            <a:endParaRPr lang="en-US" sz="1400" err="1">
              <a:solidFill>
                <a:schemeClr val="bg1"/>
              </a:solidFill>
            </a:endParaRPr>
          </a:p>
        </p:txBody>
      </p:sp>
      <p:sp>
        <p:nvSpPr>
          <p:cNvPr id="61" name="CuadroTexto 60">
            <a:extLst>
              <a:ext uri="{FF2B5EF4-FFF2-40B4-BE49-F238E27FC236}">
                <a16:creationId xmlns:a16="http://schemas.microsoft.com/office/drawing/2014/main" id="{DC624E77-4017-4E28-9C38-B352299058A6}"/>
              </a:ext>
            </a:extLst>
          </p:cNvPr>
          <p:cNvSpPr txBox="1"/>
          <p:nvPr/>
        </p:nvSpPr>
        <p:spPr>
          <a:xfrm>
            <a:off x="5842474" y="3258766"/>
            <a:ext cx="1494752" cy="253916"/>
          </a:xfrm>
          <a:prstGeom prst="rect">
            <a:avLst/>
          </a:prstGeom>
          <a:noFill/>
        </p:spPr>
        <p:txBody>
          <a:bodyPr wrap="square" lIns="91440" tIns="45720" rIns="91440" bIns="45720" anchor="t">
            <a:spAutoFit/>
          </a:bodyPr>
          <a:lstStyle/>
          <a:p>
            <a:pPr>
              <a:spcBef>
                <a:spcPts val="300"/>
              </a:spcBef>
              <a:defRPr/>
            </a:pPr>
            <a:r>
              <a:rPr lang="es-ES" sz="1050">
                <a:ea typeface="+mn-lt"/>
                <a:cs typeface="+mn-lt"/>
              </a:rPr>
              <a:t>Lead PMO Avanzada</a:t>
            </a:r>
            <a:endParaRPr lang="es-ES" sz="1050"/>
          </a:p>
        </p:txBody>
      </p:sp>
      <p:sp>
        <p:nvSpPr>
          <p:cNvPr id="63" name="CuadroTexto 62">
            <a:extLst>
              <a:ext uri="{FF2B5EF4-FFF2-40B4-BE49-F238E27FC236}">
                <a16:creationId xmlns:a16="http://schemas.microsoft.com/office/drawing/2014/main" id="{D134CA39-A52F-80C6-9A60-71C0BFDF27CB}"/>
              </a:ext>
            </a:extLst>
          </p:cNvPr>
          <p:cNvSpPr txBox="1"/>
          <p:nvPr/>
        </p:nvSpPr>
        <p:spPr>
          <a:xfrm>
            <a:off x="5981348" y="4225194"/>
            <a:ext cx="1570615" cy="400110"/>
          </a:xfrm>
          <a:prstGeom prst="rect">
            <a:avLst/>
          </a:prstGeom>
          <a:noFill/>
        </p:spPr>
        <p:txBody>
          <a:bodyPr wrap="square" lIns="91440" tIns="45720" rIns="91440" bIns="45720" anchor="t">
            <a:spAutoFit/>
          </a:bodyPr>
          <a:lstStyle/>
          <a:p>
            <a:pPr lvl="0">
              <a:spcBef>
                <a:spcPts val="300"/>
              </a:spcBef>
              <a:defRPr/>
            </a:pPr>
            <a:r>
              <a:rPr lang="es-ES" sz="1000">
                <a:solidFill>
                  <a:srgbClr val="FFFFFF"/>
                </a:solidFill>
              </a:rPr>
              <a:t>Consultor PMO</a:t>
            </a:r>
            <a:br>
              <a:rPr lang="es-ES" sz="1000">
                <a:solidFill>
                  <a:srgbClr val="FFFFFF"/>
                </a:solidFill>
              </a:rPr>
            </a:br>
            <a:r>
              <a:rPr lang="es-ES" sz="1000">
                <a:solidFill>
                  <a:srgbClr val="FFFFFF"/>
                </a:solidFill>
              </a:rPr>
              <a:t>SAP (1)</a:t>
            </a:r>
          </a:p>
        </p:txBody>
      </p:sp>
      <p:sp>
        <p:nvSpPr>
          <p:cNvPr id="64" name="CuadroTexto 63">
            <a:extLst>
              <a:ext uri="{FF2B5EF4-FFF2-40B4-BE49-F238E27FC236}">
                <a16:creationId xmlns:a16="http://schemas.microsoft.com/office/drawing/2014/main" id="{8D7FC5F8-C0F3-5C97-E610-A3D4203AEE34}"/>
              </a:ext>
            </a:extLst>
          </p:cNvPr>
          <p:cNvSpPr txBox="1"/>
          <p:nvPr/>
        </p:nvSpPr>
        <p:spPr>
          <a:xfrm>
            <a:off x="5979485" y="5155497"/>
            <a:ext cx="1244375" cy="400110"/>
          </a:xfrm>
          <a:prstGeom prst="rect">
            <a:avLst/>
          </a:prstGeom>
          <a:noFill/>
        </p:spPr>
        <p:txBody>
          <a:bodyPr wrap="square">
            <a:spAutoFit/>
          </a:bodyPr>
          <a:lstStyle/>
          <a:p>
            <a:pPr lvl="0">
              <a:spcBef>
                <a:spcPts val="300"/>
              </a:spcBef>
              <a:defRPr/>
            </a:pPr>
            <a:r>
              <a:rPr lang="es-ES" sz="1000">
                <a:solidFill>
                  <a:srgbClr val="FFFFFF"/>
                </a:solidFill>
              </a:rPr>
              <a:t>Consultor de apoyo (1) </a:t>
            </a:r>
          </a:p>
        </p:txBody>
      </p:sp>
      <p:grpSp>
        <p:nvGrpSpPr>
          <p:cNvPr id="65" name="Grupo 64">
            <a:extLst>
              <a:ext uri="{FF2B5EF4-FFF2-40B4-BE49-F238E27FC236}">
                <a16:creationId xmlns:a16="http://schemas.microsoft.com/office/drawing/2014/main" id="{C26C6CD8-A789-6BB6-1861-AED61A42C69A}"/>
              </a:ext>
            </a:extLst>
          </p:cNvPr>
          <p:cNvGrpSpPr/>
          <p:nvPr/>
        </p:nvGrpSpPr>
        <p:grpSpPr>
          <a:xfrm>
            <a:off x="5685291" y="4249044"/>
            <a:ext cx="327934" cy="323365"/>
            <a:chOff x="3619460" y="4920397"/>
            <a:chExt cx="622877" cy="627922"/>
          </a:xfrm>
          <a:solidFill>
            <a:schemeClr val="tx1"/>
          </a:solidFill>
        </p:grpSpPr>
        <p:sp>
          <p:nvSpPr>
            <p:cNvPr id="66" name="Elipse 65">
              <a:extLst>
                <a:ext uri="{FF2B5EF4-FFF2-40B4-BE49-F238E27FC236}">
                  <a16:creationId xmlns:a16="http://schemas.microsoft.com/office/drawing/2014/main" id="{02999DFD-2930-EF2B-41CC-CFCEBF852BF6}"/>
                </a:ext>
              </a:extLst>
            </p:cNvPr>
            <p:cNvSpPr/>
            <p:nvPr/>
          </p:nvSpPr>
          <p:spPr>
            <a:xfrm>
              <a:off x="3619460" y="4920397"/>
              <a:ext cx="622877" cy="62792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351" b="0" i="0" u="none" strike="noStrike" kern="1200" cap="none" spc="0" normalizeH="0" baseline="0" noProof="0">
                <a:ln>
                  <a:noFill/>
                </a:ln>
                <a:solidFill>
                  <a:srgbClr val="FFFFFF"/>
                </a:solidFill>
                <a:effectLst/>
                <a:uLnTx/>
                <a:uFillTx/>
                <a:latin typeface="ForFuture Sans"/>
                <a:ea typeface="+mn-ea"/>
                <a:cs typeface="+mn-cs"/>
              </a:endParaRPr>
            </a:p>
          </p:txBody>
        </p:sp>
        <p:pic>
          <p:nvPicPr>
            <p:cNvPr id="67" name="Imagen 66">
              <a:extLst>
                <a:ext uri="{FF2B5EF4-FFF2-40B4-BE49-F238E27FC236}">
                  <a16:creationId xmlns:a16="http://schemas.microsoft.com/office/drawing/2014/main" id="{A12E4B53-14D8-6503-CDF7-95AB32C2E280}"/>
                </a:ext>
              </a:extLst>
            </p:cNvPr>
            <p:cNvPicPr preferRelativeResize="0">
              <a:picLocks noChangeAspect="1"/>
            </p:cNvPicPr>
            <p:nvPr/>
          </p:nvPicPr>
          <p:blipFill>
            <a:blip r:embed="rId6">
              <a:duotone>
                <a:schemeClr val="accent1">
                  <a:shade val="45000"/>
                  <a:satMod val="135000"/>
                </a:schemeClr>
                <a:prstClr val="white"/>
              </a:duotone>
              <a:lum bright="-56000"/>
            </a:blip>
            <a:stretch>
              <a:fillRect/>
            </a:stretch>
          </p:blipFill>
          <p:spPr>
            <a:xfrm>
              <a:off x="3840457" y="4980100"/>
              <a:ext cx="180883" cy="506331"/>
            </a:xfrm>
            <a:prstGeom prst="rect">
              <a:avLst/>
            </a:prstGeom>
            <a:grpFill/>
          </p:spPr>
        </p:pic>
      </p:grpSp>
      <p:sp>
        <p:nvSpPr>
          <p:cNvPr id="4" name="CuadroTexto 3">
            <a:extLst>
              <a:ext uri="{FF2B5EF4-FFF2-40B4-BE49-F238E27FC236}">
                <a16:creationId xmlns:a16="http://schemas.microsoft.com/office/drawing/2014/main" id="{58FF2D1E-0855-B929-A266-3E71694F2C29}"/>
              </a:ext>
            </a:extLst>
          </p:cNvPr>
          <p:cNvSpPr txBox="1"/>
          <p:nvPr/>
        </p:nvSpPr>
        <p:spPr>
          <a:xfrm>
            <a:off x="5981348" y="4689626"/>
            <a:ext cx="1391469" cy="400110"/>
          </a:xfrm>
          <a:prstGeom prst="rect">
            <a:avLst/>
          </a:prstGeom>
          <a:noFill/>
        </p:spPr>
        <p:txBody>
          <a:bodyPr wrap="square">
            <a:spAutoFit/>
          </a:bodyPr>
          <a:lstStyle/>
          <a:p>
            <a:pPr lvl="0">
              <a:spcBef>
                <a:spcPts val="300"/>
              </a:spcBef>
              <a:defRPr/>
            </a:pPr>
            <a:r>
              <a:rPr lang="es-ES" sz="1000">
                <a:solidFill>
                  <a:srgbClr val="FFFFFF"/>
                </a:solidFill>
              </a:rPr>
              <a:t>Consultor integraciones (1)</a:t>
            </a:r>
          </a:p>
        </p:txBody>
      </p:sp>
      <p:grpSp>
        <p:nvGrpSpPr>
          <p:cNvPr id="10" name="Grupo 9">
            <a:extLst>
              <a:ext uri="{FF2B5EF4-FFF2-40B4-BE49-F238E27FC236}">
                <a16:creationId xmlns:a16="http://schemas.microsoft.com/office/drawing/2014/main" id="{DD17438B-8787-29C5-2ACE-114EE75D77B0}"/>
              </a:ext>
            </a:extLst>
          </p:cNvPr>
          <p:cNvGrpSpPr/>
          <p:nvPr/>
        </p:nvGrpSpPr>
        <p:grpSpPr>
          <a:xfrm>
            <a:off x="5685291" y="4702312"/>
            <a:ext cx="327934" cy="323365"/>
            <a:chOff x="3619460" y="4920397"/>
            <a:chExt cx="622877" cy="627922"/>
          </a:xfrm>
          <a:solidFill>
            <a:schemeClr val="tx1"/>
          </a:solidFill>
        </p:grpSpPr>
        <p:sp>
          <p:nvSpPr>
            <p:cNvPr id="14" name="Elipse 13">
              <a:extLst>
                <a:ext uri="{FF2B5EF4-FFF2-40B4-BE49-F238E27FC236}">
                  <a16:creationId xmlns:a16="http://schemas.microsoft.com/office/drawing/2014/main" id="{9928874D-5969-AF45-48A0-7D526DFE9209}"/>
                </a:ext>
              </a:extLst>
            </p:cNvPr>
            <p:cNvSpPr/>
            <p:nvPr/>
          </p:nvSpPr>
          <p:spPr>
            <a:xfrm>
              <a:off x="3619460" y="4920397"/>
              <a:ext cx="622877" cy="62792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351" b="0" i="0" u="none" strike="noStrike" kern="1200" cap="none" spc="0" normalizeH="0" baseline="0" noProof="0">
                <a:ln>
                  <a:noFill/>
                </a:ln>
                <a:solidFill>
                  <a:srgbClr val="FFFFFF"/>
                </a:solidFill>
                <a:effectLst/>
                <a:uLnTx/>
                <a:uFillTx/>
                <a:latin typeface="ForFuture Sans"/>
                <a:ea typeface="+mn-ea"/>
                <a:cs typeface="+mn-cs"/>
              </a:endParaRPr>
            </a:p>
          </p:txBody>
        </p:sp>
        <p:pic>
          <p:nvPicPr>
            <p:cNvPr id="21" name="Imagen 20">
              <a:extLst>
                <a:ext uri="{FF2B5EF4-FFF2-40B4-BE49-F238E27FC236}">
                  <a16:creationId xmlns:a16="http://schemas.microsoft.com/office/drawing/2014/main" id="{593814B4-ABAB-74B1-ACE1-23E3DAE81544}"/>
                </a:ext>
              </a:extLst>
            </p:cNvPr>
            <p:cNvPicPr preferRelativeResize="0">
              <a:picLocks noChangeAspect="1"/>
            </p:cNvPicPr>
            <p:nvPr/>
          </p:nvPicPr>
          <p:blipFill>
            <a:blip r:embed="rId6">
              <a:duotone>
                <a:schemeClr val="accent1">
                  <a:shade val="45000"/>
                  <a:satMod val="135000"/>
                </a:schemeClr>
                <a:prstClr val="white"/>
              </a:duotone>
              <a:lum bright="-56000"/>
            </a:blip>
            <a:stretch>
              <a:fillRect/>
            </a:stretch>
          </p:blipFill>
          <p:spPr>
            <a:xfrm>
              <a:off x="3840457" y="4980100"/>
              <a:ext cx="180883" cy="506331"/>
            </a:xfrm>
            <a:prstGeom prst="rect">
              <a:avLst/>
            </a:prstGeom>
            <a:grpFill/>
          </p:spPr>
        </p:pic>
      </p:grpSp>
      <p:grpSp>
        <p:nvGrpSpPr>
          <p:cNvPr id="23" name="Grupo 22">
            <a:extLst>
              <a:ext uri="{FF2B5EF4-FFF2-40B4-BE49-F238E27FC236}">
                <a16:creationId xmlns:a16="http://schemas.microsoft.com/office/drawing/2014/main" id="{D22E21CD-91BC-E693-9BBC-D6162E3F22BC}"/>
              </a:ext>
            </a:extLst>
          </p:cNvPr>
          <p:cNvGrpSpPr/>
          <p:nvPr/>
        </p:nvGrpSpPr>
        <p:grpSpPr>
          <a:xfrm>
            <a:off x="5556277" y="3250122"/>
            <a:ext cx="275037" cy="271205"/>
            <a:chOff x="3619460" y="4937750"/>
            <a:chExt cx="622877" cy="627922"/>
          </a:xfrm>
          <a:solidFill>
            <a:schemeClr val="tx1"/>
          </a:solidFill>
        </p:grpSpPr>
        <p:sp>
          <p:nvSpPr>
            <p:cNvPr id="27" name="Elipse 26">
              <a:extLst>
                <a:ext uri="{FF2B5EF4-FFF2-40B4-BE49-F238E27FC236}">
                  <a16:creationId xmlns:a16="http://schemas.microsoft.com/office/drawing/2014/main" id="{A3C8670E-7342-3816-4A24-B581DB675DD2}"/>
                </a:ext>
              </a:extLst>
            </p:cNvPr>
            <p:cNvSpPr/>
            <p:nvPr/>
          </p:nvSpPr>
          <p:spPr>
            <a:xfrm>
              <a:off x="3619460" y="4937750"/>
              <a:ext cx="622877" cy="62792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351" b="0" i="0" u="none" strike="noStrike" kern="1200" cap="none" spc="0" normalizeH="0" baseline="0" noProof="0">
                <a:ln>
                  <a:noFill/>
                </a:ln>
                <a:solidFill>
                  <a:srgbClr val="FFFFFF"/>
                </a:solidFill>
                <a:effectLst/>
                <a:uLnTx/>
                <a:uFillTx/>
                <a:latin typeface="ForFuture Sans"/>
                <a:ea typeface="+mn-ea"/>
                <a:cs typeface="+mn-cs"/>
              </a:endParaRPr>
            </a:p>
          </p:txBody>
        </p:sp>
        <p:pic>
          <p:nvPicPr>
            <p:cNvPr id="30" name="Imagen 29">
              <a:extLst>
                <a:ext uri="{FF2B5EF4-FFF2-40B4-BE49-F238E27FC236}">
                  <a16:creationId xmlns:a16="http://schemas.microsoft.com/office/drawing/2014/main" id="{CB913E4D-00EC-C581-FB9D-A68AC519483C}"/>
                </a:ext>
              </a:extLst>
            </p:cNvPr>
            <p:cNvPicPr preferRelativeResize="0">
              <a:picLocks noChangeAspect="1"/>
            </p:cNvPicPr>
            <p:nvPr/>
          </p:nvPicPr>
          <p:blipFill>
            <a:blip r:embed="rId6">
              <a:duotone>
                <a:schemeClr val="accent1">
                  <a:shade val="45000"/>
                  <a:satMod val="135000"/>
                </a:schemeClr>
                <a:prstClr val="white"/>
              </a:duotone>
              <a:lum bright="-56000"/>
            </a:blip>
            <a:stretch>
              <a:fillRect/>
            </a:stretch>
          </p:blipFill>
          <p:spPr>
            <a:xfrm>
              <a:off x="3840456" y="4997453"/>
              <a:ext cx="180884" cy="506331"/>
            </a:xfrm>
            <a:prstGeom prst="rect">
              <a:avLst/>
            </a:prstGeom>
            <a:grpFill/>
          </p:spPr>
        </p:pic>
      </p:grpSp>
      <p:sp>
        <p:nvSpPr>
          <p:cNvPr id="79" name="Elipse 78">
            <a:extLst>
              <a:ext uri="{FF2B5EF4-FFF2-40B4-BE49-F238E27FC236}">
                <a16:creationId xmlns:a16="http://schemas.microsoft.com/office/drawing/2014/main" id="{7B4351E6-2646-8BC3-DC20-E1CDF77971A5}"/>
              </a:ext>
            </a:extLst>
          </p:cNvPr>
          <p:cNvSpPr/>
          <p:nvPr/>
        </p:nvSpPr>
        <p:spPr>
          <a:xfrm>
            <a:off x="4200782" y="6498504"/>
            <a:ext cx="281281" cy="28128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s-MX" sz="800">
                <a:solidFill>
                  <a:schemeClr val="tx1"/>
                </a:solidFill>
              </a:rPr>
              <a:t>FT</a:t>
            </a:r>
            <a:endParaRPr lang="es-PE" sz="800">
              <a:solidFill>
                <a:schemeClr val="tx1"/>
              </a:solidFill>
            </a:endParaRPr>
          </a:p>
        </p:txBody>
      </p:sp>
      <p:sp>
        <p:nvSpPr>
          <p:cNvPr id="80" name="Rectángulo 79">
            <a:extLst>
              <a:ext uri="{FF2B5EF4-FFF2-40B4-BE49-F238E27FC236}">
                <a16:creationId xmlns:a16="http://schemas.microsoft.com/office/drawing/2014/main" id="{23F38524-19FE-C550-7630-79FC4C3EC95F}"/>
              </a:ext>
            </a:extLst>
          </p:cNvPr>
          <p:cNvSpPr/>
          <p:nvPr/>
        </p:nvSpPr>
        <p:spPr>
          <a:xfrm>
            <a:off x="4474771" y="6521103"/>
            <a:ext cx="1080000" cy="2586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4F062A"/>
                </a:solidFill>
                <a:effectLst/>
                <a:uLnTx/>
                <a:uFillTx/>
                <a:latin typeface="ForFuture Sans"/>
                <a:ea typeface="+mn-ea"/>
                <a:cs typeface="+mn-cs"/>
              </a:rPr>
              <a:t>Full-time</a:t>
            </a:r>
          </a:p>
        </p:txBody>
      </p:sp>
      <p:sp>
        <p:nvSpPr>
          <p:cNvPr id="81" name="Elipse 80">
            <a:extLst>
              <a:ext uri="{FF2B5EF4-FFF2-40B4-BE49-F238E27FC236}">
                <a16:creationId xmlns:a16="http://schemas.microsoft.com/office/drawing/2014/main" id="{8B37B817-90A5-E2B3-6119-4C2867C8CB56}"/>
              </a:ext>
            </a:extLst>
          </p:cNvPr>
          <p:cNvSpPr/>
          <p:nvPr/>
        </p:nvSpPr>
        <p:spPr>
          <a:xfrm>
            <a:off x="5525202" y="6510042"/>
            <a:ext cx="281281" cy="281281"/>
          </a:xfrm>
          <a:prstGeom prst="ellipse">
            <a:avLst/>
          </a:prstGeom>
          <a:solidFill>
            <a:schemeClr val="bg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s-MX" sz="800">
                <a:solidFill>
                  <a:schemeClr val="tx1"/>
                </a:solidFill>
              </a:rPr>
              <a:t>PT</a:t>
            </a:r>
            <a:endParaRPr lang="es-PE" sz="800">
              <a:solidFill>
                <a:schemeClr val="tx1"/>
              </a:solidFill>
            </a:endParaRPr>
          </a:p>
        </p:txBody>
      </p:sp>
      <p:sp>
        <p:nvSpPr>
          <p:cNvPr id="82" name="Rectángulo 81">
            <a:extLst>
              <a:ext uri="{FF2B5EF4-FFF2-40B4-BE49-F238E27FC236}">
                <a16:creationId xmlns:a16="http://schemas.microsoft.com/office/drawing/2014/main" id="{A34EBE10-04F0-BBF4-6A1D-C836806AD16E}"/>
              </a:ext>
            </a:extLst>
          </p:cNvPr>
          <p:cNvSpPr/>
          <p:nvPr/>
        </p:nvSpPr>
        <p:spPr>
          <a:xfrm>
            <a:off x="5799191" y="6532641"/>
            <a:ext cx="1080000" cy="2586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err="1">
                <a:ln>
                  <a:noFill/>
                </a:ln>
                <a:solidFill>
                  <a:srgbClr val="4F062A"/>
                </a:solidFill>
                <a:effectLst/>
                <a:uLnTx/>
                <a:uFillTx/>
                <a:latin typeface="ForFuture Sans"/>
                <a:ea typeface="+mn-ea"/>
                <a:cs typeface="+mn-cs"/>
              </a:rPr>
              <a:t>Part</a:t>
            </a:r>
            <a:r>
              <a:rPr lang="es-ES" sz="800">
                <a:solidFill>
                  <a:srgbClr val="4F062A"/>
                </a:solidFill>
                <a:latin typeface="ForFuture Sans"/>
              </a:rPr>
              <a:t>-time</a:t>
            </a:r>
            <a:endParaRPr kumimoji="0" lang="es-ES" sz="800" b="0" i="0" u="none" strike="noStrike" kern="1200" cap="none" spc="0" normalizeH="0" baseline="0" noProof="0">
              <a:ln>
                <a:noFill/>
              </a:ln>
              <a:solidFill>
                <a:srgbClr val="4F062A"/>
              </a:solidFill>
              <a:effectLst/>
              <a:uLnTx/>
              <a:uFillTx/>
              <a:latin typeface="ForFuture Sans"/>
              <a:ea typeface="+mn-ea"/>
              <a:cs typeface="+mn-cs"/>
            </a:endParaRPr>
          </a:p>
        </p:txBody>
      </p:sp>
      <p:sp>
        <p:nvSpPr>
          <p:cNvPr id="87" name="Elipse 86">
            <a:extLst>
              <a:ext uri="{FF2B5EF4-FFF2-40B4-BE49-F238E27FC236}">
                <a16:creationId xmlns:a16="http://schemas.microsoft.com/office/drawing/2014/main" id="{BE68F802-B234-CE42-2FF0-98154EC543E8}"/>
              </a:ext>
            </a:extLst>
          </p:cNvPr>
          <p:cNvSpPr/>
          <p:nvPr/>
        </p:nvSpPr>
        <p:spPr>
          <a:xfrm>
            <a:off x="5359571" y="4251789"/>
            <a:ext cx="281281" cy="28128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s-MX" sz="800">
                <a:solidFill>
                  <a:schemeClr val="tx1"/>
                </a:solidFill>
              </a:rPr>
              <a:t>FT</a:t>
            </a:r>
            <a:endParaRPr lang="es-PE" sz="800">
              <a:solidFill>
                <a:schemeClr val="tx1"/>
              </a:solidFill>
            </a:endParaRPr>
          </a:p>
        </p:txBody>
      </p:sp>
      <p:sp>
        <p:nvSpPr>
          <p:cNvPr id="90" name="Elipse 89">
            <a:extLst>
              <a:ext uri="{FF2B5EF4-FFF2-40B4-BE49-F238E27FC236}">
                <a16:creationId xmlns:a16="http://schemas.microsoft.com/office/drawing/2014/main" id="{3DD0FD8F-9533-2227-6F4B-F4B303D3504D}"/>
              </a:ext>
            </a:extLst>
          </p:cNvPr>
          <p:cNvSpPr/>
          <p:nvPr/>
        </p:nvSpPr>
        <p:spPr>
          <a:xfrm>
            <a:off x="5357708" y="5188289"/>
            <a:ext cx="281281" cy="28128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s-MX" sz="800">
                <a:solidFill>
                  <a:schemeClr val="tx1"/>
                </a:solidFill>
              </a:rPr>
              <a:t>FT</a:t>
            </a:r>
            <a:endParaRPr lang="es-PE" sz="800">
              <a:solidFill>
                <a:schemeClr val="tx1"/>
              </a:solidFill>
            </a:endParaRPr>
          </a:p>
        </p:txBody>
      </p:sp>
      <p:sp>
        <p:nvSpPr>
          <p:cNvPr id="103" name="Marcador de texto 6">
            <a:extLst>
              <a:ext uri="{FF2B5EF4-FFF2-40B4-BE49-F238E27FC236}">
                <a16:creationId xmlns:a16="http://schemas.microsoft.com/office/drawing/2014/main" id="{F02A85FF-3CE5-E8B7-89C2-E029305D5884}"/>
              </a:ext>
            </a:extLst>
          </p:cNvPr>
          <p:cNvSpPr txBox="1">
            <a:spLocks/>
          </p:cNvSpPr>
          <p:nvPr/>
        </p:nvSpPr>
        <p:spPr>
          <a:xfrm>
            <a:off x="335360" y="323548"/>
            <a:ext cx="11521678" cy="160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solidFill>
                  <a:srgbClr val="4F062A"/>
                </a:solidFill>
                <a:latin typeface="ForFuture Sans" panose="020B0504020203020204" pitchFamily="34" charset="0"/>
              </a:rPr>
              <a:t>04.</a:t>
            </a:r>
            <a:r>
              <a:rPr lang="es-ES" sz="1000">
                <a:solidFill>
                  <a:srgbClr val="4F062A"/>
                </a:solidFill>
                <a:latin typeface="ForFuture Sans" panose="020B0504020203020204" pitchFamily="34" charset="0"/>
                <a:sym typeface="ForFuture Sans" panose="020B0504020203020204" pitchFamily="34" charset="0"/>
              </a:rPr>
              <a:t> PLAN Y EQUIPO DE TRABAJO</a:t>
            </a:r>
            <a:endParaRPr lang="es-ES" sz="1000">
              <a:solidFill>
                <a:srgbClr val="4F062A"/>
              </a:solidFill>
              <a:latin typeface="ForFuture Sans" panose="020B0504020203020204" pitchFamily="34" charset="0"/>
            </a:endParaRPr>
          </a:p>
        </p:txBody>
      </p:sp>
      <p:sp>
        <p:nvSpPr>
          <p:cNvPr id="37" name="Elipse 36">
            <a:extLst>
              <a:ext uri="{FF2B5EF4-FFF2-40B4-BE49-F238E27FC236}">
                <a16:creationId xmlns:a16="http://schemas.microsoft.com/office/drawing/2014/main" id="{14575C72-CDBA-0E2F-10CE-B0828F3EB639}"/>
              </a:ext>
            </a:extLst>
          </p:cNvPr>
          <p:cNvSpPr/>
          <p:nvPr/>
        </p:nvSpPr>
        <p:spPr>
          <a:xfrm>
            <a:off x="5228651" y="3245084"/>
            <a:ext cx="281281" cy="281281"/>
          </a:xfrm>
          <a:prstGeom prst="ellipse">
            <a:avLst/>
          </a:prstGeom>
          <a:solidFill>
            <a:schemeClr val="bg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s-MX" sz="800">
                <a:solidFill>
                  <a:schemeClr val="tx1"/>
                </a:solidFill>
              </a:rPr>
              <a:t>PT</a:t>
            </a:r>
            <a:endParaRPr lang="es-PE" sz="800">
              <a:solidFill>
                <a:schemeClr val="tx1"/>
              </a:solidFill>
            </a:endParaRPr>
          </a:p>
        </p:txBody>
      </p:sp>
      <p:sp>
        <p:nvSpPr>
          <p:cNvPr id="60" name="Elipse 59">
            <a:extLst>
              <a:ext uri="{FF2B5EF4-FFF2-40B4-BE49-F238E27FC236}">
                <a16:creationId xmlns:a16="http://schemas.microsoft.com/office/drawing/2014/main" id="{1F160EAD-ED10-2537-90AA-80036A227F95}"/>
              </a:ext>
            </a:extLst>
          </p:cNvPr>
          <p:cNvSpPr/>
          <p:nvPr/>
        </p:nvSpPr>
        <p:spPr>
          <a:xfrm>
            <a:off x="5228651" y="1858147"/>
            <a:ext cx="281281" cy="281281"/>
          </a:xfrm>
          <a:prstGeom prst="ellipse">
            <a:avLst/>
          </a:prstGeom>
          <a:solidFill>
            <a:schemeClr val="bg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s-MX" sz="800">
                <a:solidFill>
                  <a:schemeClr val="tx1"/>
                </a:solidFill>
              </a:rPr>
              <a:t>PT</a:t>
            </a:r>
            <a:endParaRPr lang="es-PE" sz="800">
              <a:solidFill>
                <a:schemeClr val="tx1"/>
              </a:solidFill>
            </a:endParaRPr>
          </a:p>
        </p:txBody>
      </p:sp>
      <p:sp>
        <p:nvSpPr>
          <p:cNvPr id="102" name="Título 73">
            <a:extLst>
              <a:ext uri="{FF2B5EF4-FFF2-40B4-BE49-F238E27FC236}">
                <a16:creationId xmlns:a16="http://schemas.microsoft.com/office/drawing/2014/main" id="{F02AEC7B-CE91-6875-B02F-E5215FF487A1}"/>
              </a:ext>
            </a:extLst>
          </p:cNvPr>
          <p:cNvSpPr>
            <a:spLocks noGrp="1"/>
          </p:cNvSpPr>
          <p:nvPr>
            <p:ph type="title"/>
          </p:nvPr>
        </p:nvSpPr>
        <p:spPr>
          <a:xfrm>
            <a:off x="335360" y="549274"/>
            <a:ext cx="11521678" cy="675163"/>
          </a:xfrm>
        </p:spPr>
        <p:txBody>
          <a:bodyPr vert="horz"/>
          <a:lstStyle/>
          <a:p>
            <a:r>
              <a:rPr lang="es-MX" sz="2000"/>
              <a:t>El equipo de trabajo está compuesto por un Experto PMO Senior, Consultor PMO, Becario, Consultor de integraciones y Expertos SAP, durante 9 meses</a:t>
            </a:r>
            <a:endParaRPr lang="es-ES" sz="2000">
              <a:solidFill>
                <a:schemeClr val="accent1"/>
              </a:solidFill>
            </a:endParaRPr>
          </a:p>
        </p:txBody>
      </p:sp>
      <p:sp>
        <p:nvSpPr>
          <p:cNvPr id="75" name="Marcador de pie de página 76">
            <a:extLst>
              <a:ext uri="{FF2B5EF4-FFF2-40B4-BE49-F238E27FC236}">
                <a16:creationId xmlns:a16="http://schemas.microsoft.com/office/drawing/2014/main" id="{9679C7FD-33A0-CA03-001D-C19C2AED8C78}"/>
              </a:ext>
            </a:extLst>
          </p:cNvPr>
          <p:cNvSpPr txBox="1">
            <a:spLocks/>
          </p:cNvSpPr>
          <p:nvPr/>
        </p:nvSpPr>
        <p:spPr>
          <a:xfrm>
            <a:off x="6766655" y="6545102"/>
            <a:ext cx="2833841" cy="246221"/>
          </a:xfrm>
          <a:prstGeom prst="rect">
            <a:avLst/>
          </a:prstGeom>
        </p:spPr>
        <p:txBody>
          <a:bodyPr vert="horz" wrap="square" lIns="0" tIns="0" rIns="0" bIns="0" rtlCol="0" anchor="b" anchorCtr="0">
            <a:spAutoFit/>
          </a:bodyPr>
          <a:lstStyle>
            <a:defPPr>
              <a:defRPr lang="es-ES"/>
            </a:defPPr>
            <a:lvl1pPr marL="0" algn="l" defTabSz="913790" rtl="0" eaLnBrk="1" latinLnBrk="0" hangingPunct="1">
              <a:defRPr sz="800" kern="1200">
                <a:solidFill>
                  <a:schemeClr val="tx1"/>
                </a:solidFill>
                <a:latin typeface="+mn-lt"/>
                <a:ea typeface="+mn-ea"/>
                <a:cs typeface="+mn-cs"/>
              </a:defRPr>
            </a:lvl1pPr>
            <a:lvl2pPr marL="456895" algn="l" defTabSz="913790" rtl="0" eaLnBrk="1" latinLnBrk="0" hangingPunct="1">
              <a:defRPr sz="1799" kern="1200">
                <a:solidFill>
                  <a:schemeClr val="tx1"/>
                </a:solidFill>
                <a:latin typeface="+mn-lt"/>
                <a:ea typeface="+mn-ea"/>
                <a:cs typeface="+mn-cs"/>
              </a:defRPr>
            </a:lvl2pPr>
            <a:lvl3pPr marL="913790" algn="l" defTabSz="913790" rtl="0" eaLnBrk="1" latinLnBrk="0" hangingPunct="1">
              <a:defRPr sz="1799" kern="1200">
                <a:solidFill>
                  <a:schemeClr val="tx1"/>
                </a:solidFill>
                <a:latin typeface="+mn-lt"/>
                <a:ea typeface="+mn-ea"/>
                <a:cs typeface="+mn-cs"/>
              </a:defRPr>
            </a:lvl3pPr>
            <a:lvl4pPr marL="1370684" algn="l" defTabSz="913790" rtl="0" eaLnBrk="1" latinLnBrk="0" hangingPunct="1">
              <a:defRPr sz="1799" kern="1200">
                <a:solidFill>
                  <a:schemeClr val="tx1"/>
                </a:solidFill>
                <a:latin typeface="+mn-lt"/>
                <a:ea typeface="+mn-ea"/>
                <a:cs typeface="+mn-cs"/>
              </a:defRPr>
            </a:lvl4pPr>
            <a:lvl5pPr marL="1827581" algn="l" defTabSz="913790" rtl="0" eaLnBrk="1" latinLnBrk="0" hangingPunct="1">
              <a:defRPr sz="1799" kern="1200">
                <a:solidFill>
                  <a:schemeClr val="tx1"/>
                </a:solidFill>
                <a:latin typeface="+mn-lt"/>
                <a:ea typeface="+mn-ea"/>
                <a:cs typeface="+mn-cs"/>
              </a:defRPr>
            </a:lvl5pPr>
            <a:lvl6pPr marL="2284477" algn="l" defTabSz="913790" rtl="0" eaLnBrk="1" latinLnBrk="0" hangingPunct="1">
              <a:defRPr sz="1799" kern="1200">
                <a:solidFill>
                  <a:schemeClr val="tx1"/>
                </a:solidFill>
                <a:latin typeface="+mn-lt"/>
                <a:ea typeface="+mn-ea"/>
                <a:cs typeface="+mn-cs"/>
              </a:defRPr>
            </a:lvl6pPr>
            <a:lvl7pPr marL="2741372" algn="l" defTabSz="913790" rtl="0" eaLnBrk="1" latinLnBrk="0" hangingPunct="1">
              <a:defRPr sz="1799" kern="1200">
                <a:solidFill>
                  <a:schemeClr val="tx1"/>
                </a:solidFill>
                <a:latin typeface="+mn-lt"/>
                <a:ea typeface="+mn-ea"/>
                <a:cs typeface="+mn-cs"/>
              </a:defRPr>
            </a:lvl7pPr>
            <a:lvl8pPr marL="3198266" algn="l" defTabSz="913790" rtl="0" eaLnBrk="1" latinLnBrk="0" hangingPunct="1">
              <a:defRPr sz="1799" kern="1200">
                <a:solidFill>
                  <a:schemeClr val="tx1"/>
                </a:solidFill>
                <a:latin typeface="+mn-lt"/>
                <a:ea typeface="+mn-ea"/>
                <a:cs typeface="+mn-cs"/>
              </a:defRPr>
            </a:lvl8pPr>
            <a:lvl9pPr marL="3655161" algn="l" defTabSz="913790" rtl="0" eaLnBrk="1" latinLnBrk="0" hangingPunct="1">
              <a:defRPr sz="1799"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4F062A"/>
                </a:solidFill>
                <a:effectLst/>
                <a:uLnTx/>
                <a:uFillTx/>
                <a:latin typeface="ForFuture Sans"/>
                <a:ea typeface="+mn-ea"/>
                <a:cs typeface="+mn-cs"/>
              </a:rPr>
              <a:t>(</a:t>
            </a:r>
            <a:r>
              <a:rPr kumimoji="0" lang="es-MX" sz="800" b="0" i="0" u="none" strike="noStrike" kern="1200" cap="none" spc="0" normalizeH="0" baseline="0" noProof="0">
                <a:ln>
                  <a:noFill/>
                </a:ln>
                <a:solidFill>
                  <a:srgbClr val="4F062A"/>
                </a:solidFill>
                <a:effectLst/>
                <a:uLnTx/>
                <a:uFillTx/>
                <a:latin typeface="ForFuture Sans"/>
                <a:ea typeface="+mn-ea"/>
                <a:cs typeface="+mn-cs"/>
              </a:rPr>
              <a:t>Nota: La dedicación del equipo depende de la carga de trabajo en las diferentes fases del proyecto</a:t>
            </a:r>
            <a:r>
              <a:rPr kumimoji="0" lang="es-ES" sz="800" b="0" i="0" u="none" strike="noStrike" kern="1200" cap="none" spc="0" normalizeH="0" baseline="0" noProof="0">
                <a:ln>
                  <a:noFill/>
                </a:ln>
                <a:solidFill>
                  <a:srgbClr val="4F062A"/>
                </a:solidFill>
                <a:effectLst/>
                <a:uLnTx/>
                <a:uFillTx/>
                <a:latin typeface="ForFuture Sans"/>
                <a:ea typeface="+mn-ea"/>
                <a:cs typeface="+mn-cs"/>
              </a:rPr>
              <a:t>.</a:t>
            </a:r>
          </a:p>
        </p:txBody>
      </p:sp>
      <p:sp>
        <p:nvSpPr>
          <p:cNvPr id="100" name="CuadroTexto 99">
            <a:extLst>
              <a:ext uri="{FF2B5EF4-FFF2-40B4-BE49-F238E27FC236}">
                <a16:creationId xmlns:a16="http://schemas.microsoft.com/office/drawing/2014/main" id="{3E8BFBEA-672D-5E9A-4195-37D3190B39C0}"/>
              </a:ext>
            </a:extLst>
          </p:cNvPr>
          <p:cNvSpPr txBox="1"/>
          <p:nvPr/>
        </p:nvSpPr>
        <p:spPr>
          <a:xfrm>
            <a:off x="2503402" y="1722240"/>
            <a:ext cx="1268019" cy="577081"/>
          </a:xfrm>
          <a:prstGeom prst="rect">
            <a:avLst/>
          </a:prstGeom>
          <a:noFill/>
        </p:spPr>
        <p:txBody>
          <a:bodyPr wrap="square">
            <a:spAutoFit/>
          </a:body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es-PE" sz="1050" b="0" i="0" u="none" strike="noStrike" kern="1200" cap="none" spc="0" normalizeH="0" baseline="0">
                <a:ln>
                  <a:noFill/>
                </a:ln>
                <a:solidFill>
                  <a:srgbClr val="FFFFFF"/>
                </a:solidFill>
                <a:effectLst/>
                <a:uLnTx/>
                <a:uFillTx/>
                <a:latin typeface="ForFuture Sans"/>
                <a:ea typeface="+mn-ea"/>
                <a:cs typeface="+mn-cs"/>
              </a:rPr>
              <a:t>Direc</a:t>
            </a:r>
            <a:r>
              <a:rPr lang="es-PE" sz="1050">
                <a:solidFill>
                  <a:srgbClr val="FFFFFF"/>
                </a:solidFill>
                <a:latin typeface="ForFuture Sans"/>
              </a:rPr>
              <a:t>tor de proyecto PMO Avanzada</a:t>
            </a:r>
            <a:endParaRPr kumimoji="0" lang="es-ES" sz="1050" b="0" i="0" u="none" strike="noStrike" kern="1200" cap="none" spc="0" normalizeH="0" baseline="0" noProof="0">
              <a:ln>
                <a:noFill/>
              </a:ln>
              <a:solidFill>
                <a:srgbClr val="FFFFFF"/>
              </a:solidFill>
              <a:effectLst/>
              <a:uLnTx/>
              <a:uFillTx/>
              <a:latin typeface="ForFuture Sans"/>
              <a:ea typeface="+mn-ea"/>
              <a:cs typeface="+mn-cs"/>
            </a:endParaRPr>
          </a:p>
        </p:txBody>
      </p:sp>
      <p:sp>
        <p:nvSpPr>
          <p:cNvPr id="101" name="CuadroTexto 100">
            <a:extLst>
              <a:ext uri="{FF2B5EF4-FFF2-40B4-BE49-F238E27FC236}">
                <a16:creationId xmlns:a16="http://schemas.microsoft.com/office/drawing/2014/main" id="{55C0147C-4B2F-8585-8F04-BEEF7396679D}"/>
              </a:ext>
            </a:extLst>
          </p:cNvPr>
          <p:cNvSpPr txBox="1"/>
          <p:nvPr/>
        </p:nvSpPr>
        <p:spPr>
          <a:xfrm>
            <a:off x="2568045" y="4431647"/>
            <a:ext cx="1347567" cy="938719"/>
          </a:xfrm>
          <a:prstGeom prst="rect">
            <a:avLst/>
          </a:prstGeom>
          <a:noFill/>
        </p:spPr>
        <p:txBody>
          <a:bodyPr wrap="square" lIns="91440" tIns="45720" rIns="91440" bIns="45720" anchor="t">
            <a:spAutoFit/>
          </a:bodyPr>
          <a:lstStyle/>
          <a:p>
            <a:pPr>
              <a:spcBef>
                <a:spcPts val="300"/>
              </a:spcBef>
              <a:defRPr/>
            </a:pPr>
            <a:r>
              <a:rPr lang="es-ES" sz="1050">
                <a:ea typeface="+mn-lt"/>
                <a:cs typeface="+mn-lt"/>
              </a:rPr>
              <a:t>Referentes de Negocio</a:t>
            </a:r>
          </a:p>
          <a:p>
            <a:pPr>
              <a:spcBef>
                <a:spcPts val="300"/>
              </a:spcBef>
              <a:defRPr/>
            </a:pPr>
            <a:r>
              <a:rPr lang="es-ES" sz="1050">
                <a:ea typeface="+mn-lt"/>
                <a:cs typeface="+mn-lt"/>
              </a:rPr>
              <a:t>Líderes de Frentes de Proyectos</a:t>
            </a:r>
          </a:p>
        </p:txBody>
      </p:sp>
      <p:sp>
        <p:nvSpPr>
          <p:cNvPr id="104" name="Elipse 103">
            <a:extLst>
              <a:ext uri="{FF2B5EF4-FFF2-40B4-BE49-F238E27FC236}">
                <a16:creationId xmlns:a16="http://schemas.microsoft.com/office/drawing/2014/main" id="{62C8DCF0-85DF-0AD6-194C-0996038FDC66}"/>
              </a:ext>
            </a:extLst>
          </p:cNvPr>
          <p:cNvSpPr/>
          <p:nvPr/>
        </p:nvSpPr>
        <p:spPr>
          <a:xfrm>
            <a:off x="5359571" y="4702312"/>
            <a:ext cx="281281" cy="281281"/>
          </a:xfrm>
          <a:prstGeom prst="ellipse">
            <a:avLst/>
          </a:prstGeom>
          <a:solidFill>
            <a:schemeClr val="bg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s-MX" sz="800">
                <a:solidFill>
                  <a:schemeClr val="tx1"/>
                </a:solidFill>
              </a:rPr>
              <a:t>PT</a:t>
            </a:r>
            <a:endParaRPr lang="es-PE" sz="800">
              <a:solidFill>
                <a:schemeClr val="tx1"/>
              </a:solidFill>
            </a:endParaRPr>
          </a:p>
        </p:txBody>
      </p:sp>
      <p:pic>
        <p:nvPicPr>
          <p:cNvPr id="107" name="Imagen 106">
            <a:extLst>
              <a:ext uri="{FF2B5EF4-FFF2-40B4-BE49-F238E27FC236}">
                <a16:creationId xmlns:a16="http://schemas.microsoft.com/office/drawing/2014/main" id="{F53DEF7B-7159-E850-35C4-9D2D24D62828}"/>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131974" y="1057240"/>
            <a:ext cx="1491629" cy="293210"/>
          </a:xfrm>
          <a:prstGeom prst="rect">
            <a:avLst/>
          </a:prstGeom>
        </p:spPr>
      </p:pic>
      <p:sp>
        <p:nvSpPr>
          <p:cNvPr id="113" name="Freeform 14">
            <a:extLst>
              <a:ext uri="{FF2B5EF4-FFF2-40B4-BE49-F238E27FC236}">
                <a16:creationId xmlns:a16="http://schemas.microsoft.com/office/drawing/2014/main" id="{A11294FA-7097-9426-4DCC-CD9E3546AB33}"/>
              </a:ext>
            </a:extLst>
          </p:cNvPr>
          <p:cNvSpPr/>
          <p:nvPr/>
        </p:nvSpPr>
        <p:spPr>
          <a:xfrm>
            <a:off x="5188094" y="5888527"/>
            <a:ext cx="2052000" cy="443088"/>
          </a:xfrm>
          <a:prstGeom prst="octagon">
            <a:avLst>
              <a:gd name="adj" fmla="val 10092"/>
            </a:avLst>
          </a:prstGeom>
          <a:noFill/>
          <a:ln>
            <a:solidFill>
              <a:srgbClr val="4F062A"/>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612000" rIns="18000" rtlCol="0" anchor="ctr"/>
          <a:lstStyle/>
          <a:p>
            <a:pPr marL="0" marR="0" lvl="0" indent="0" algn="ctr" defTabSz="914400" rtl="0" eaLnBrk="1" fontAlgn="auto" latinLnBrk="0" hangingPunct="1">
              <a:lnSpc>
                <a:spcPct val="100000"/>
              </a:lnSpc>
              <a:spcBef>
                <a:spcPts val="300"/>
              </a:spcBef>
              <a:spcAft>
                <a:spcPts val="0"/>
              </a:spcAft>
              <a:buClrTx/>
              <a:buSzTx/>
              <a:buFontTx/>
              <a:buNone/>
              <a:tabLst/>
              <a:defRPr/>
            </a:pPr>
            <a:endParaRPr kumimoji="0" lang="es-ES" sz="1200" b="0" i="0" u="none" strike="noStrike" kern="1200" cap="none" spc="0" normalizeH="0" baseline="0" noProof="0">
              <a:ln>
                <a:noFill/>
              </a:ln>
              <a:solidFill>
                <a:srgbClr val="FFFFFF"/>
              </a:solidFill>
              <a:effectLst/>
              <a:uLnTx/>
              <a:uFillTx/>
              <a:latin typeface="ForFuture Sans"/>
              <a:ea typeface="+mn-ea"/>
              <a:cs typeface="+mn-cs"/>
            </a:endParaRPr>
          </a:p>
        </p:txBody>
      </p:sp>
      <p:sp>
        <p:nvSpPr>
          <p:cNvPr id="114" name="CuadroTexto 113">
            <a:extLst>
              <a:ext uri="{FF2B5EF4-FFF2-40B4-BE49-F238E27FC236}">
                <a16:creationId xmlns:a16="http://schemas.microsoft.com/office/drawing/2014/main" id="{6F9D1044-1733-5E39-D9D3-48B8C91A936D}"/>
              </a:ext>
            </a:extLst>
          </p:cNvPr>
          <p:cNvSpPr txBox="1"/>
          <p:nvPr/>
        </p:nvSpPr>
        <p:spPr>
          <a:xfrm>
            <a:off x="5850762" y="5899018"/>
            <a:ext cx="1574829" cy="400110"/>
          </a:xfrm>
          <a:prstGeom prst="rect">
            <a:avLst/>
          </a:prstGeom>
          <a:noFill/>
        </p:spPr>
        <p:txBody>
          <a:bodyPr wrap="square" lIns="91440" tIns="45720" rIns="91440" bIns="45720" anchor="t">
            <a:spAutoFit/>
          </a:bodyPr>
          <a:lstStyle/>
          <a:p>
            <a:pPr lvl="0">
              <a:spcBef>
                <a:spcPts val="300"/>
              </a:spcBef>
              <a:defRPr/>
            </a:pPr>
            <a:r>
              <a:rPr lang="es-ES" sz="1000">
                <a:solidFill>
                  <a:srgbClr val="4F062A"/>
                </a:solidFill>
              </a:rPr>
              <a:t>Comité de expertos PMO</a:t>
            </a:r>
          </a:p>
        </p:txBody>
      </p:sp>
      <p:grpSp>
        <p:nvGrpSpPr>
          <p:cNvPr id="115" name="Grupo 114">
            <a:extLst>
              <a:ext uri="{FF2B5EF4-FFF2-40B4-BE49-F238E27FC236}">
                <a16:creationId xmlns:a16="http://schemas.microsoft.com/office/drawing/2014/main" id="{1A50B1A7-A042-101B-75A3-919F1059C77F}"/>
              </a:ext>
            </a:extLst>
          </p:cNvPr>
          <p:cNvGrpSpPr/>
          <p:nvPr/>
        </p:nvGrpSpPr>
        <p:grpSpPr>
          <a:xfrm>
            <a:off x="5558315" y="5950157"/>
            <a:ext cx="327934" cy="323365"/>
            <a:chOff x="3619460" y="4920397"/>
            <a:chExt cx="622877" cy="627922"/>
          </a:xfrm>
          <a:solidFill>
            <a:schemeClr val="tx1"/>
          </a:solidFill>
        </p:grpSpPr>
        <p:sp>
          <p:nvSpPr>
            <p:cNvPr id="124" name="Elipse 123">
              <a:extLst>
                <a:ext uri="{FF2B5EF4-FFF2-40B4-BE49-F238E27FC236}">
                  <a16:creationId xmlns:a16="http://schemas.microsoft.com/office/drawing/2014/main" id="{99AFC560-7379-F5A1-150E-C12C7D599AF2}"/>
                </a:ext>
              </a:extLst>
            </p:cNvPr>
            <p:cNvSpPr/>
            <p:nvPr/>
          </p:nvSpPr>
          <p:spPr>
            <a:xfrm>
              <a:off x="3619460" y="4920397"/>
              <a:ext cx="622877" cy="62792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351" b="0" i="0" u="none" strike="noStrike" kern="1200" cap="none" spc="0" normalizeH="0" baseline="0" noProof="0">
                <a:ln>
                  <a:noFill/>
                </a:ln>
                <a:solidFill>
                  <a:srgbClr val="FFFFFF"/>
                </a:solidFill>
                <a:effectLst/>
                <a:uLnTx/>
                <a:uFillTx/>
                <a:latin typeface="ForFuture Sans"/>
                <a:ea typeface="+mn-ea"/>
                <a:cs typeface="+mn-cs"/>
              </a:endParaRPr>
            </a:p>
          </p:txBody>
        </p:sp>
        <p:pic>
          <p:nvPicPr>
            <p:cNvPr id="125" name="Imagen 124">
              <a:extLst>
                <a:ext uri="{FF2B5EF4-FFF2-40B4-BE49-F238E27FC236}">
                  <a16:creationId xmlns:a16="http://schemas.microsoft.com/office/drawing/2014/main" id="{D87A5939-6486-2FF2-4AD6-73CFEE3619A1}"/>
                </a:ext>
              </a:extLst>
            </p:cNvPr>
            <p:cNvPicPr preferRelativeResize="0">
              <a:picLocks noChangeAspect="1"/>
            </p:cNvPicPr>
            <p:nvPr/>
          </p:nvPicPr>
          <p:blipFill>
            <a:blip r:embed="rId6">
              <a:duotone>
                <a:schemeClr val="accent1">
                  <a:shade val="45000"/>
                  <a:satMod val="135000"/>
                </a:schemeClr>
                <a:prstClr val="white"/>
              </a:duotone>
              <a:lum bright="-56000"/>
            </a:blip>
            <a:stretch>
              <a:fillRect/>
            </a:stretch>
          </p:blipFill>
          <p:spPr>
            <a:xfrm>
              <a:off x="3840457" y="4980100"/>
              <a:ext cx="180883" cy="506331"/>
            </a:xfrm>
            <a:prstGeom prst="rect">
              <a:avLst/>
            </a:prstGeom>
            <a:grpFill/>
          </p:spPr>
        </p:pic>
      </p:grpSp>
      <p:sp>
        <p:nvSpPr>
          <p:cNvPr id="116" name="Elipse 115">
            <a:extLst>
              <a:ext uri="{FF2B5EF4-FFF2-40B4-BE49-F238E27FC236}">
                <a16:creationId xmlns:a16="http://schemas.microsoft.com/office/drawing/2014/main" id="{EE3AD89B-743E-9D97-E1E0-14A2201DFA10}"/>
              </a:ext>
            </a:extLst>
          </p:cNvPr>
          <p:cNvSpPr/>
          <p:nvPr/>
        </p:nvSpPr>
        <p:spPr>
          <a:xfrm>
            <a:off x="5242533" y="5971199"/>
            <a:ext cx="281281" cy="281281"/>
          </a:xfrm>
          <a:prstGeom prst="ellipse">
            <a:avLst/>
          </a:prstGeom>
          <a:solidFill>
            <a:schemeClr val="bg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s-MX" sz="700">
                <a:solidFill>
                  <a:schemeClr val="tx1"/>
                </a:solidFill>
              </a:rPr>
              <a:t>PT</a:t>
            </a:r>
            <a:endParaRPr lang="es-PE" sz="700">
              <a:solidFill>
                <a:schemeClr val="tx1"/>
              </a:solidFill>
            </a:endParaRPr>
          </a:p>
        </p:txBody>
      </p:sp>
      <p:sp>
        <p:nvSpPr>
          <p:cNvPr id="128" name="CuadroTexto 20">
            <a:extLst>
              <a:ext uri="{FF2B5EF4-FFF2-40B4-BE49-F238E27FC236}">
                <a16:creationId xmlns:a16="http://schemas.microsoft.com/office/drawing/2014/main" id="{F51E9EDB-8727-4D2C-1CA8-0BD31973EDB8}"/>
              </a:ext>
            </a:extLst>
          </p:cNvPr>
          <p:cNvSpPr txBox="1"/>
          <p:nvPr/>
        </p:nvSpPr>
        <p:spPr>
          <a:xfrm>
            <a:off x="5195248" y="5924007"/>
            <a:ext cx="3090884" cy="281776"/>
          </a:xfrm>
          <a:prstGeom prst="rect">
            <a:avLst/>
          </a:prstGeom>
          <a:ln>
            <a:noFill/>
          </a:ln>
        </p:spPr>
        <p:txBody>
          <a:bodyPr vert="horz" wrap="square" lIns="0" tIns="0" rIns="0" bIns="0" rtlCol="0" anchor="ctr">
            <a:noAutofit/>
          </a:bodyPr>
          <a:lstStyle/>
          <a:p>
            <a:pPr defTabSz="914400">
              <a:lnSpc>
                <a:spcPts val="800"/>
              </a:lnSpc>
              <a:spcBef>
                <a:spcPts val="600"/>
              </a:spcBef>
              <a:defRPr b="0" i="0"/>
            </a:pPr>
            <a:r>
              <a:rPr kumimoji="0" lang="es-MX" sz="1000" b="1" i="0" u="none" strike="noStrike" kern="1200" cap="none" spc="0" normalizeH="0" baseline="0" noProof="0">
                <a:ln>
                  <a:noFill/>
                </a:ln>
                <a:solidFill>
                  <a:schemeClr val="bg1"/>
                </a:solidFill>
                <a:effectLst/>
                <a:uLnTx/>
                <a:uFillTx/>
                <a:latin typeface="+mj-lt"/>
                <a:ea typeface="+mn-lt"/>
                <a:cs typeface="+mn-lt"/>
              </a:rPr>
              <a:t>Opcional:</a:t>
            </a:r>
          </a:p>
          <a:p>
            <a:pPr marL="171450" indent="-171450" defTabSz="914400">
              <a:lnSpc>
                <a:spcPts val="800"/>
              </a:lnSpc>
              <a:spcBef>
                <a:spcPts val="600"/>
              </a:spcBef>
              <a:buFont typeface="Arial" panose="020B0604020202020204" pitchFamily="34" charset="0"/>
              <a:buChar char="•"/>
              <a:defRPr b="0" i="0"/>
            </a:pPr>
            <a:endParaRPr kumimoji="0" lang="es-MX" sz="1000" b="1" i="0" u="none" strike="noStrike" kern="1200" cap="none" spc="0" normalizeH="0" baseline="0" noProof="0">
              <a:ln>
                <a:noFill/>
              </a:ln>
              <a:solidFill>
                <a:schemeClr val="bg1"/>
              </a:solidFill>
              <a:effectLst/>
              <a:uLnTx/>
              <a:uFillTx/>
              <a:latin typeface="+mj-lt"/>
              <a:ea typeface="+mn-lt"/>
              <a:cs typeface="+mn-lt"/>
            </a:endParaRPr>
          </a:p>
          <a:p>
            <a:pPr marL="171450" indent="-171450" defTabSz="914400">
              <a:spcBef>
                <a:spcPts val="600"/>
              </a:spcBef>
              <a:buFont typeface="Arial" panose="020B0604020202020204" pitchFamily="34" charset="0"/>
              <a:buChar char="•"/>
              <a:defRPr b="0" i="0"/>
            </a:pPr>
            <a:endParaRPr lang="es-MX" sz="1000" b="1">
              <a:solidFill>
                <a:schemeClr val="bg1"/>
              </a:solidFill>
              <a:latin typeface="+mj-lt"/>
              <a:ea typeface="+mn-lt"/>
              <a:cs typeface="+mn-lt"/>
            </a:endParaRPr>
          </a:p>
          <a:p>
            <a:pPr marL="180340" marR="0" lvl="0" indent="-180340" algn="l" defTabSz="914400">
              <a:lnSpc>
                <a:spcPct val="100000"/>
              </a:lnSpc>
              <a:spcBef>
                <a:spcPts val="200"/>
              </a:spcBef>
              <a:spcAft>
                <a:spcPts val="0"/>
              </a:spcAft>
              <a:buClrTx/>
              <a:buSzTx/>
              <a:buFont typeface="Arial" panose="020B0604020202020204" pitchFamily="34" charset="0"/>
              <a:buChar char="•"/>
              <a:tabLst/>
              <a:defRPr b="0" i="0"/>
            </a:pPr>
            <a:endParaRPr lang="es-ES" sz="1000" b="1" i="0" u="none" strike="noStrike" kern="1200" cap="none" spc="0" normalizeH="0" baseline="0" noProof="0">
              <a:ln>
                <a:noFill/>
              </a:ln>
              <a:solidFill>
                <a:schemeClr val="bg1"/>
              </a:solidFill>
              <a:effectLst/>
              <a:uLnTx/>
              <a:uFillTx/>
              <a:latin typeface="+mj-lt"/>
            </a:endParaRPr>
          </a:p>
        </p:txBody>
      </p:sp>
    </p:spTree>
    <p:extLst>
      <p:ext uri="{BB962C8B-B14F-4D97-AF65-F5344CB8AC3E}">
        <p14:creationId xmlns:p14="http://schemas.microsoft.com/office/powerpoint/2010/main" val="10210608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orma libre 33"/>
          <p:cNvSpPr/>
          <p:nvPr/>
        </p:nvSpPr>
        <p:spPr bwMode="auto">
          <a:xfrm rot="16200000" flipH="1">
            <a:off x="-455845" y="3931133"/>
            <a:ext cx="3925856" cy="3035938"/>
          </a:xfrm>
          <a:custGeom>
            <a:avLst/>
            <a:gdLst>
              <a:gd name="connsiteX0" fmla="*/ 3925856 w 3925856"/>
              <a:gd name="connsiteY0" fmla="*/ 3025052 h 3025052"/>
              <a:gd name="connsiteX1" fmla="*/ 3925855 w 3925856"/>
              <a:gd name="connsiteY1" fmla="*/ 0 h 3025052"/>
              <a:gd name="connsiteX2" fmla="*/ 2681255 w 3925856"/>
              <a:gd name="connsiteY2" fmla="*/ 0 h 3025052"/>
              <a:gd name="connsiteX3" fmla="*/ 2090072 w 3925856"/>
              <a:gd name="connsiteY3" fmla="*/ 0 h 3025052"/>
              <a:gd name="connsiteX4" fmla="*/ 845472 w 3925856"/>
              <a:gd name="connsiteY4" fmla="*/ 0 h 3025052"/>
              <a:gd name="connsiteX5" fmla="*/ 0 w 3925856"/>
              <a:gd name="connsiteY5" fmla="*/ 3025052 h 3025052"/>
              <a:gd name="connsiteX6" fmla="*/ 1244600 w 3925856"/>
              <a:gd name="connsiteY6" fmla="*/ 3025052 h 3025052"/>
              <a:gd name="connsiteX7" fmla="*/ 2681256 w 3925856"/>
              <a:gd name="connsiteY7" fmla="*/ 3025052 h 302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25856" h="3025052">
                <a:moveTo>
                  <a:pt x="3925856" y="3025052"/>
                </a:moveTo>
                <a:lnTo>
                  <a:pt x="3925855" y="0"/>
                </a:lnTo>
                <a:lnTo>
                  <a:pt x="2681255" y="0"/>
                </a:lnTo>
                <a:lnTo>
                  <a:pt x="2090072" y="0"/>
                </a:lnTo>
                <a:lnTo>
                  <a:pt x="845472" y="0"/>
                </a:lnTo>
                <a:lnTo>
                  <a:pt x="0" y="3025052"/>
                </a:lnTo>
                <a:lnTo>
                  <a:pt x="1244600" y="3025052"/>
                </a:lnTo>
                <a:lnTo>
                  <a:pt x="2681256" y="3025052"/>
                </a:lnTo>
                <a:close/>
              </a:path>
            </a:pathLst>
          </a:custGeom>
          <a:solidFill>
            <a:srgbClr val="FFCCDD"/>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0000"/>
              </a:solidFill>
              <a:effectLst/>
              <a:uLnTx/>
              <a:uFillTx/>
              <a:latin typeface="Soho Gothic Pro Light"/>
              <a:ea typeface="+mn-ea"/>
              <a:cs typeface="+mn-cs"/>
            </a:endParaRPr>
          </a:p>
        </p:txBody>
      </p:sp>
      <p:sp>
        <p:nvSpPr>
          <p:cNvPr id="36" name="Forma libre 35"/>
          <p:cNvSpPr/>
          <p:nvPr/>
        </p:nvSpPr>
        <p:spPr bwMode="auto">
          <a:xfrm rot="16200000" flipV="1">
            <a:off x="-926315" y="430736"/>
            <a:ext cx="4855911" cy="3025052"/>
          </a:xfrm>
          <a:custGeom>
            <a:avLst/>
            <a:gdLst>
              <a:gd name="connsiteX0" fmla="*/ 4704789 w 4704789"/>
              <a:gd name="connsiteY0" fmla="*/ 3025052 h 3025052"/>
              <a:gd name="connsiteX1" fmla="*/ 4704788 w 4704789"/>
              <a:gd name="connsiteY1" fmla="*/ 0 h 3025052"/>
              <a:gd name="connsiteX2" fmla="*/ 3925855 w 4704789"/>
              <a:gd name="connsiteY2" fmla="*/ 0 h 3025052"/>
              <a:gd name="connsiteX3" fmla="*/ 3460188 w 4704789"/>
              <a:gd name="connsiteY3" fmla="*/ 0 h 3025052"/>
              <a:gd name="connsiteX4" fmla="*/ 2869005 w 4704789"/>
              <a:gd name="connsiteY4" fmla="*/ 0 h 3025052"/>
              <a:gd name="connsiteX5" fmla="*/ 2681255 w 4704789"/>
              <a:gd name="connsiteY5" fmla="*/ 0 h 3025052"/>
              <a:gd name="connsiteX6" fmla="*/ 2090072 w 4704789"/>
              <a:gd name="connsiteY6" fmla="*/ 0 h 3025052"/>
              <a:gd name="connsiteX7" fmla="*/ 1624405 w 4704789"/>
              <a:gd name="connsiteY7" fmla="*/ 0 h 3025052"/>
              <a:gd name="connsiteX8" fmla="*/ 845472 w 4704789"/>
              <a:gd name="connsiteY8" fmla="*/ 0 h 3025052"/>
              <a:gd name="connsiteX9" fmla="*/ 0 w 4704789"/>
              <a:gd name="connsiteY9" fmla="*/ 3025052 h 3025052"/>
              <a:gd name="connsiteX10" fmla="*/ 778933 w 4704789"/>
              <a:gd name="connsiteY10" fmla="*/ 3025052 h 3025052"/>
              <a:gd name="connsiteX11" fmla="*/ 1244600 w 4704789"/>
              <a:gd name="connsiteY11" fmla="*/ 3025052 h 3025052"/>
              <a:gd name="connsiteX12" fmla="*/ 2023533 w 4704789"/>
              <a:gd name="connsiteY12" fmla="*/ 3025052 h 3025052"/>
              <a:gd name="connsiteX13" fmla="*/ 2681256 w 4704789"/>
              <a:gd name="connsiteY13" fmla="*/ 3025052 h 3025052"/>
              <a:gd name="connsiteX14" fmla="*/ 3460189 w 4704789"/>
              <a:gd name="connsiteY14" fmla="*/ 3025052 h 3025052"/>
              <a:gd name="connsiteX15" fmla="*/ 3925856 w 4704789"/>
              <a:gd name="connsiteY15" fmla="*/ 3025052 h 302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04789" h="3025052">
                <a:moveTo>
                  <a:pt x="4704789" y="3025052"/>
                </a:moveTo>
                <a:lnTo>
                  <a:pt x="4704788" y="0"/>
                </a:lnTo>
                <a:lnTo>
                  <a:pt x="3925855" y="0"/>
                </a:lnTo>
                <a:lnTo>
                  <a:pt x="3460188" y="0"/>
                </a:lnTo>
                <a:lnTo>
                  <a:pt x="2869005" y="0"/>
                </a:lnTo>
                <a:lnTo>
                  <a:pt x="2681255" y="0"/>
                </a:lnTo>
                <a:lnTo>
                  <a:pt x="2090072" y="0"/>
                </a:lnTo>
                <a:lnTo>
                  <a:pt x="1624405" y="0"/>
                </a:lnTo>
                <a:lnTo>
                  <a:pt x="845472" y="0"/>
                </a:lnTo>
                <a:lnTo>
                  <a:pt x="0" y="3025052"/>
                </a:lnTo>
                <a:lnTo>
                  <a:pt x="778933" y="3025052"/>
                </a:lnTo>
                <a:lnTo>
                  <a:pt x="1244600" y="3025052"/>
                </a:lnTo>
                <a:lnTo>
                  <a:pt x="2023533" y="3025052"/>
                </a:lnTo>
                <a:lnTo>
                  <a:pt x="2681256" y="3025052"/>
                </a:lnTo>
                <a:lnTo>
                  <a:pt x="3460189" y="3025052"/>
                </a:lnTo>
                <a:lnTo>
                  <a:pt x="3925856" y="3025052"/>
                </a:lnTo>
                <a:close/>
              </a:path>
            </a:pathLst>
          </a:custGeom>
          <a:solidFill>
            <a:srgbClr val="4F062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0000"/>
              </a:solidFill>
              <a:effectLst/>
              <a:uLnTx/>
              <a:uFillTx/>
              <a:latin typeface="Soho Gothic Pro Light"/>
              <a:ea typeface="+mn-ea"/>
              <a:cs typeface="+mn-cs"/>
            </a:endParaRPr>
          </a:p>
        </p:txBody>
      </p:sp>
      <p:sp>
        <p:nvSpPr>
          <p:cNvPr id="22" name="Forma libre 21"/>
          <p:cNvSpPr/>
          <p:nvPr/>
        </p:nvSpPr>
        <p:spPr>
          <a:xfrm rot="16200000" flipV="1">
            <a:off x="3510743" y="-223054"/>
            <a:ext cx="8458202" cy="8904311"/>
          </a:xfrm>
          <a:custGeom>
            <a:avLst/>
            <a:gdLst>
              <a:gd name="connsiteX0" fmla="*/ 5982782 w 5982782"/>
              <a:gd name="connsiteY0" fmla="*/ 6539632 h 6539632"/>
              <a:gd name="connsiteX1" fmla="*/ 5982782 w 5982782"/>
              <a:gd name="connsiteY1" fmla="*/ 1 h 6539632"/>
              <a:gd name="connsiteX2" fmla="*/ 1827761 w 5982782"/>
              <a:gd name="connsiteY2" fmla="*/ 0 h 6539632"/>
              <a:gd name="connsiteX3" fmla="*/ 0 w 5982782"/>
              <a:gd name="connsiteY3" fmla="*/ 6539632 h 6539632"/>
            </a:gdLst>
            <a:ahLst/>
            <a:cxnLst>
              <a:cxn ang="0">
                <a:pos x="connsiteX0" y="connsiteY0"/>
              </a:cxn>
              <a:cxn ang="0">
                <a:pos x="connsiteX1" y="connsiteY1"/>
              </a:cxn>
              <a:cxn ang="0">
                <a:pos x="connsiteX2" y="connsiteY2"/>
              </a:cxn>
              <a:cxn ang="0">
                <a:pos x="connsiteX3" y="connsiteY3"/>
              </a:cxn>
            </a:cxnLst>
            <a:rect l="l" t="t" r="r" b="b"/>
            <a:pathLst>
              <a:path w="5982782" h="6539632">
                <a:moveTo>
                  <a:pt x="5982782" y="6539632"/>
                </a:moveTo>
                <a:lnTo>
                  <a:pt x="5982782" y="1"/>
                </a:lnTo>
                <a:lnTo>
                  <a:pt x="1827761" y="0"/>
                </a:lnTo>
                <a:lnTo>
                  <a:pt x="0" y="6539632"/>
                </a:lnTo>
                <a:close/>
              </a:path>
            </a:pathLst>
          </a:custGeom>
          <a:solidFill>
            <a:schemeClr val="bg1"/>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1A3B47"/>
              </a:solidFill>
              <a:effectLst/>
              <a:uLnTx/>
              <a:uFillTx/>
              <a:latin typeface="Soho Gothic Pro" panose="020B0503030504020204" pitchFamily="34" charset="0"/>
              <a:ea typeface="+mn-ea"/>
              <a:cs typeface="+mn-cs"/>
            </a:endParaRPr>
          </a:p>
        </p:txBody>
      </p:sp>
      <p:sp>
        <p:nvSpPr>
          <p:cNvPr id="26" name="Rectángulo 25"/>
          <p:cNvSpPr/>
          <p:nvPr/>
        </p:nvSpPr>
        <p:spPr>
          <a:xfrm>
            <a:off x="328891" y="1801599"/>
            <a:ext cx="1910457" cy="383996"/>
          </a:xfrm>
          <a:prstGeom prst="rect">
            <a:avLst/>
          </a:prstGeom>
        </p:spPr>
        <p:txBody>
          <a:bodyPr wrap="square" lIns="0" tIns="47975" rIns="47975" bIns="47975"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1" i="0" u="none" strike="noStrike" kern="1200" cap="none" spc="0" normalizeH="0" baseline="0" noProof="0">
                <a:ln>
                  <a:noFill/>
                </a:ln>
                <a:solidFill>
                  <a:schemeClr val="bg1"/>
                </a:solidFill>
                <a:effectLst/>
                <a:uLnTx/>
                <a:uFillTx/>
                <a:ea typeface="+mn-ea"/>
                <a:cs typeface="+mn-cs"/>
              </a:rPr>
              <a:t>Formación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a:ln>
                <a:noFill/>
              </a:ln>
              <a:solidFill>
                <a:schemeClr val="bg1"/>
              </a:solidFill>
              <a:effectLst/>
              <a:uLnTx/>
              <a:uFillTx/>
              <a:ea typeface="+mn-ea"/>
              <a:cs typeface="+mn-cs"/>
            </a:endParaRPr>
          </a:p>
        </p:txBody>
      </p:sp>
      <p:sp>
        <p:nvSpPr>
          <p:cNvPr id="27" name="Rectángulo 26"/>
          <p:cNvSpPr/>
          <p:nvPr/>
        </p:nvSpPr>
        <p:spPr>
          <a:xfrm>
            <a:off x="370455" y="4371218"/>
            <a:ext cx="1910457" cy="383996"/>
          </a:xfrm>
          <a:prstGeom prst="rect">
            <a:avLst/>
          </a:prstGeom>
        </p:spPr>
        <p:txBody>
          <a:bodyPr wrap="square" lIns="0" tIns="47975" rIns="47975" bIns="47975">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1" i="0" u="none" strike="noStrike" kern="1200" cap="none" spc="0" normalizeH="0" baseline="0" noProof="0">
                <a:ln>
                  <a:noFill/>
                </a:ln>
                <a:effectLst/>
                <a:uLnTx/>
                <a:uFillTx/>
                <a:ea typeface="+mn-ea"/>
                <a:cs typeface="+mn-cs"/>
              </a:rPr>
              <a:t>Habilidades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a:ln>
                <a:noFill/>
              </a:ln>
              <a:effectLst/>
              <a:uLnTx/>
              <a:uFillTx/>
              <a:ea typeface="+mn-ea"/>
              <a:cs typeface="+mn-cs"/>
            </a:endParaRPr>
          </a:p>
        </p:txBody>
      </p:sp>
      <p:pic>
        <p:nvPicPr>
          <p:cNvPr id="29" name="Imagen 28"/>
          <p:cNvPicPr>
            <a:picLocks noChangeAspect="1"/>
          </p:cNvPicPr>
          <p:nvPr/>
        </p:nvPicPr>
        <p:blipFill>
          <a:blip r:embed="rId5">
            <a:duotone>
              <a:prstClr val="black"/>
              <a:srgbClr val="260717">
                <a:tint val="45000"/>
                <a:satMod val="400000"/>
              </a:srgbClr>
            </a:duotone>
          </a:blip>
          <a:stretch>
            <a:fillRect/>
          </a:stretch>
        </p:blipFill>
        <p:spPr>
          <a:xfrm>
            <a:off x="2433118" y="4166937"/>
            <a:ext cx="416533" cy="513600"/>
          </a:xfrm>
          <a:prstGeom prst="rect">
            <a:avLst/>
          </a:prstGeom>
        </p:spPr>
      </p:pic>
      <p:pic>
        <p:nvPicPr>
          <p:cNvPr id="30" name="Imagen 29" descr="Birrete contorno"/>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2230953" y="1558328"/>
            <a:ext cx="542061" cy="542061"/>
          </a:xfrm>
          <a:prstGeom prst="rect">
            <a:avLst/>
          </a:prstGeom>
        </p:spPr>
      </p:pic>
      <p:graphicFrame>
        <p:nvGraphicFramePr>
          <p:cNvPr id="3" name="2 Objeto" hidden="1"/>
          <p:cNvGraphicFramePr>
            <a:graphicFrameLocks noChangeAspect="1"/>
          </p:cNvGraphicFramePr>
          <p:nvPr>
            <p:custDataLst>
              <p:tags r:id="rId1"/>
            </p:custDataLst>
          </p:nvPr>
        </p:nvGraphicFramePr>
        <p:xfrm>
          <a:off x="1144588" y="1589"/>
          <a:ext cx="1587" cy="1587"/>
        </p:xfrm>
        <a:graphic>
          <a:graphicData uri="http://schemas.openxmlformats.org/presentationml/2006/ole">
            <mc:AlternateContent xmlns:mc="http://schemas.openxmlformats.org/markup-compatibility/2006">
              <mc:Choice xmlns:v="urn:schemas-microsoft-com:vml" Requires="v">
                <p:oleObj name="Diapositiva de think-cell" r:id="rId8" imgW="270" imgH="270" progId="TCLayout.ActiveDocument.1">
                  <p:embed/>
                </p:oleObj>
              </mc:Choice>
              <mc:Fallback>
                <p:oleObj name="Diapositiva de think-cell" r:id="rId8" imgW="270" imgH="270" progId="TCLayout.ActiveDocument.1">
                  <p:embed/>
                  <p:pic>
                    <p:nvPicPr>
                      <p:cNvPr id="3" name="2 Objeto"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44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ángulo 4"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400" b="0" i="0" u="none" strike="noStrike" kern="1200" cap="none" spc="0" normalizeH="0" baseline="0" noProof="0">
              <a:ln>
                <a:noFill/>
              </a:ln>
              <a:solidFill>
                <a:srgbClr val="FFFFFF"/>
              </a:solidFill>
              <a:effectLst/>
              <a:uLnTx/>
              <a:uFillTx/>
              <a:latin typeface="Playfair Display" panose="00000500000000000000"/>
              <a:ea typeface="+mn-ea"/>
              <a:cs typeface="+mn-cs"/>
              <a:sym typeface="Playfair Display" panose="00000500000000000000"/>
            </a:endParaRPr>
          </a:p>
        </p:txBody>
      </p:sp>
      <p:sp>
        <p:nvSpPr>
          <p:cNvPr id="18" name="Rectángulo 17"/>
          <p:cNvSpPr/>
          <p:nvPr/>
        </p:nvSpPr>
        <p:spPr>
          <a:xfrm>
            <a:off x="283795" y="2068197"/>
            <a:ext cx="2611805" cy="1695193"/>
          </a:xfrm>
          <a:prstGeom prst="rect">
            <a:avLst/>
          </a:prstGeom>
        </p:spPr>
        <p:txBody>
          <a:bodyPr wrap="square" lIns="0" tIns="0" rIns="0" bIns="0" anchor="t">
            <a:noAutofit/>
          </a:bodyPr>
          <a:lstStyle/>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ES" sz="1100" b="0" i="0" u="none" strike="noStrike" kern="1200" cap="none" spc="0" normalizeH="0" baseline="0" noProof="0">
                <a:ln>
                  <a:noFill/>
                </a:ln>
                <a:solidFill>
                  <a:schemeClr val="bg1"/>
                </a:solidFill>
                <a:effectLst/>
                <a:uLnTx/>
                <a:uFillTx/>
                <a:ea typeface="+mn-ea"/>
                <a:cs typeface="+mn-cs"/>
              </a:rPr>
              <a:t>MBA, Universidad Adolfo </a:t>
            </a:r>
            <a:r>
              <a:rPr kumimoji="0" lang="es-ES" sz="1100" b="0" i="0" u="none" strike="noStrike" kern="1200" cap="none" spc="0" normalizeH="0" baseline="0" noProof="0" err="1">
                <a:ln>
                  <a:noFill/>
                </a:ln>
                <a:solidFill>
                  <a:schemeClr val="bg1"/>
                </a:solidFill>
                <a:effectLst/>
                <a:uLnTx/>
                <a:uFillTx/>
                <a:ea typeface="+mn-ea"/>
                <a:cs typeface="+mn-cs"/>
              </a:rPr>
              <a:t>Ibañez</a:t>
            </a:r>
            <a:r>
              <a:rPr kumimoji="0" lang="es-ES" sz="1100" b="0" i="0" u="none" strike="noStrike" kern="1200" cap="none" spc="0" normalizeH="0" baseline="0" noProof="0">
                <a:ln>
                  <a:noFill/>
                </a:ln>
                <a:solidFill>
                  <a:schemeClr val="bg1"/>
                </a:solidFill>
                <a:effectLst/>
                <a:uLnTx/>
                <a:uFillTx/>
                <a:ea typeface="+mn-ea"/>
                <a:cs typeface="+mn-cs"/>
              </a:rPr>
              <a:t>, Chile, Miami</a:t>
            </a:r>
          </a:p>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lang="es-PE" sz="1100">
                <a:solidFill>
                  <a:schemeClr val="bg1"/>
                </a:solidFill>
              </a:rPr>
              <a:t>Licenciado en Administración / Contador Público, Universidad Católica Argentina</a:t>
            </a:r>
          </a:p>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a:ln>
                  <a:noFill/>
                </a:ln>
                <a:solidFill>
                  <a:schemeClr val="bg1"/>
                </a:solidFill>
                <a:effectLst/>
                <a:uLnTx/>
                <a:uFillTx/>
                <a:ea typeface="+mn-lt"/>
                <a:cs typeface="+mn-lt"/>
              </a:rPr>
              <a:t>PMP, PMI Certificado # </a:t>
            </a:r>
            <a:r>
              <a:rPr lang="es-PE" sz="1100">
                <a:solidFill>
                  <a:schemeClr val="bg1"/>
                </a:solidFill>
              </a:rPr>
              <a:t>229740</a:t>
            </a:r>
            <a:endParaRPr kumimoji="0" lang="es-ES_tradnl" sz="1100" b="0" i="0" u="none" strike="noStrike" kern="1200" cap="none" spc="0" normalizeH="0" baseline="0" noProof="0">
              <a:ln>
                <a:noFill/>
              </a:ln>
              <a:solidFill>
                <a:schemeClr val="bg1"/>
              </a:solidFill>
              <a:effectLst/>
              <a:uLnTx/>
              <a:uFillTx/>
              <a:ea typeface="+mn-lt"/>
              <a:cs typeface="+mn-lt"/>
            </a:endParaRPr>
          </a:p>
          <a:p>
            <a:pPr marL="0" marR="0" lvl="1" indent="0" algn="l" defTabSz="914400" rtl="0" eaLnBrk="1" fontAlgn="auto" latinLnBrk="0" hangingPunct="1">
              <a:lnSpc>
                <a:spcPts val="1600"/>
              </a:lnSpc>
              <a:spcBef>
                <a:spcPts val="0"/>
              </a:spcBef>
              <a:spcAft>
                <a:spcPts val="0"/>
              </a:spcAft>
              <a:buClrTx/>
              <a:buSzTx/>
              <a:buFont typeface="Wingdings" panose="05000000000000000000" pitchFamily="2" charset="2"/>
              <a:buNone/>
              <a:tabLst/>
              <a:defRPr/>
            </a:pPr>
            <a:endParaRPr kumimoji="0" lang="es-ES_tradnl" sz="1100" b="0" i="0" u="none" strike="noStrike" kern="1200" cap="none" spc="0" normalizeH="0" baseline="0" noProof="0">
              <a:ln>
                <a:noFill/>
              </a:ln>
              <a:solidFill>
                <a:schemeClr val="bg1"/>
              </a:solidFill>
              <a:effectLst/>
              <a:uLnTx/>
              <a:uFillTx/>
              <a:ea typeface="+mn-lt"/>
              <a:cs typeface="+mn-lt"/>
            </a:endParaRPr>
          </a:p>
          <a:p>
            <a:pPr marL="0" marR="0" lvl="2" indent="0" algn="l" defTabSz="914400" rtl="0" eaLnBrk="1" fontAlgn="auto" latinLnBrk="0" hangingPunct="1">
              <a:lnSpc>
                <a:spcPts val="1600"/>
              </a:lnSpc>
              <a:spcBef>
                <a:spcPts val="300"/>
              </a:spcBef>
              <a:spcAft>
                <a:spcPts val="0"/>
              </a:spcAft>
              <a:buClrTx/>
              <a:buSzTx/>
              <a:buFontTx/>
              <a:buNone/>
              <a:tabLst/>
              <a:defRPr/>
            </a:pPr>
            <a:endParaRPr kumimoji="0" lang="es-PE" sz="1100" b="0" i="0" u="none" strike="noStrike" kern="1200" cap="none" spc="0" normalizeH="0" baseline="0" noProof="0">
              <a:ln>
                <a:noFill/>
              </a:ln>
              <a:solidFill>
                <a:schemeClr val="bg1"/>
              </a:solidFill>
              <a:effectLst/>
              <a:uLnTx/>
              <a:uFillTx/>
              <a:ea typeface="+mn-lt"/>
              <a:cs typeface="+mn-lt"/>
            </a:endParaRPr>
          </a:p>
        </p:txBody>
      </p:sp>
      <p:sp>
        <p:nvSpPr>
          <p:cNvPr id="25" name="Rectángulo 24"/>
          <p:cNvSpPr/>
          <p:nvPr/>
        </p:nvSpPr>
        <p:spPr>
          <a:xfrm>
            <a:off x="195916" y="4613760"/>
            <a:ext cx="2560670" cy="1939440"/>
          </a:xfrm>
          <a:prstGeom prst="rect">
            <a:avLst/>
          </a:prstGeom>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srgbClr val="000000"/>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100" b="0" i="0" u="none" strike="noStrike" kern="1200" cap="none" spc="0" normalizeH="0" baseline="0" noProof="0">
              <a:ln>
                <a:noFill/>
              </a:ln>
              <a:solidFill>
                <a:srgbClr val="1A3B47"/>
              </a:solidFill>
              <a:effectLst/>
              <a:uLnTx/>
              <a:uFillTx/>
              <a:ea typeface="+mn-lt"/>
              <a:cs typeface="+mn-lt"/>
            </a:endParaRPr>
          </a:p>
        </p:txBody>
      </p:sp>
      <p:sp>
        <p:nvSpPr>
          <p:cNvPr id="35" name="1 Título"/>
          <p:cNvSpPr>
            <a:spLocks noGrp="1"/>
          </p:cNvSpPr>
          <p:nvPr>
            <p:ph type="title"/>
          </p:nvPr>
        </p:nvSpPr>
        <p:spPr>
          <a:xfrm>
            <a:off x="283795" y="676403"/>
            <a:ext cx="2689052" cy="919343"/>
          </a:xfrm>
        </p:spPr>
        <p:txBody>
          <a:bodyPr/>
          <a:lstStyle/>
          <a:p>
            <a:pPr>
              <a:spcBef>
                <a:spcPts val="400"/>
              </a:spcBef>
              <a:spcAft>
                <a:spcPts val="400"/>
              </a:spcAft>
              <a:buClr>
                <a:schemeClr val="tx1"/>
              </a:buClr>
            </a:pPr>
            <a:r>
              <a:rPr lang="en-US" b="1">
                <a:solidFill>
                  <a:schemeClr val="bg1"/>
                </a:solidFill>
                <a:latin typeface="+mn-lt"/>
              </a:rPr>
              <a:t>Director de Proyecto</a:t>
            </a:r>
            <a:br>
              <a:rPr lang="en-US" b="1">
                <a:solidFill>
                  <a:schemeClr val="bg1"/>
                </a:solidFill>
                <a:latin typeface="+mn-lt"/>
              </a:rPr>
            </a:br>
            <a:r>
              <a:rPr lang="en-US" sz="2000" b="1">
                <a:solidFill>
                  <a:schemeClr val="bg1"/>
                </a:solidFill>
                <a:latin typeface="+mn-lt"/>
              </a:rPr>
              <a:t>Victor Menghi</a:t>
            </a:r>
            <a:endParaRPr lang="es-MX" sz="2000" b="1">
              <a:solidFill>
                <a:schemeClr val="bg1"/>
              </a:solidFill>
              <a:latin typeface="+mn-lt"/>
            </a:endParaRPr>
          </a:p>
        </p:txBody>
      </p:sp>
      <p:pic>
        <p:nvPicPr>
          <p:cNvPr id="20" name="Imagen 19"/>
          <p:cNvPicPr>
            <a:picLocks noChangeAspect="1"/>
          </p:cNvPicPr>
          <p:nvPr/>
        </p:nvPicPr>
        <p:blipFill>
          <a:blip r:embed="rId10">
            <a:duotone>
              <a:prstClr val="black"/>
              <a:srgbClr val="260717">
                <a:tint val="45000"/>
                <a:satMod val="400000"/>
              </a:srgbClr>
            </a:duotone>
          </a:blip>
          <a:stretch>
            <a:fillRect/>
          </a:stretch>
        </p:blipFill>
        <p:spPr bwMode="auto">
          <a:xfrm>
            <a:off x="6258834" y="243581"/>
            <a:ext cx="398131" cy="379680"/>
          </a:xfrm>
          <a:prstGeom prst="rect">
            <a:avLst/>
          </a:prstGeom>
        </p:spPr>
      </p:pic>
      <p:sp>
        <p:nvSpPr>
          <p:cNvPr id="21" name="Rectángulo 12"/>
          <p:cNvSpPr/>
          <p:nvPr/>
        </p:nvSpPr>
        <p:spPr bwMode="auto">
          <a:xfrm>
            <a:off x="3536749" y="357000"/>
            <a:ext cx="5386421" cy="383996"/>
          </a:xfrm>
          <a:prstGeom prst="rect">
            <a:avLst/>
          </a:prstGeom>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effectLst/>
                <a:uLnTx/>
                <a:uFillTx/>
                <a:latin typeface="+mj-lt"/>
                <a:ea typeface="+mn-ea"/>
                <a:cs typeface="+mn-cs"/>
              </a:rPr>
              <a:t>Experiencia profesional</a:t>
            </a:r>
          </a:p>
        </p:txBody>
      </p:sp>
      <p:sp>
        <p:nvSpPr>
          <p:cNvPr id="24" name="Rectángulo 23">
            <a:extLst>
              <a:ext uri="{FF2B5EF4-FFF2-40B4-BE49-F238E27FC236}">
                <a16:creationId xmlns:a16="http://schemas.microsoft.com/office/drawing/2014/main" id="{5CC8C489-1A52-4B93-B69F-D0A0899FE530}"/>
              </a:ext>
            </a:extLst>
          </p:cNvPr>
          <p:cNvSpPr/>
          <p:nvPr/>
        </p:nvSpPr>
        <p:spPr>
          <a:xfrm>
            <a:off x="283795" y="4918560"/>
            <a:ext cx="2560670" cy="1290345"/>
          </a:xfrm>
          <a:prstGeom prst="rect">
            <a:avLst/>
          </a:prstGeom>
        </p:spPr>
        <p:txBody>
          <a:bodyPr wrap="square" lIns="0" tIns="0" rIns="0" bIns="0" anchor="t">
            <a:noAutofit/>
          </a:bodyPr>
          <a:lstStyle/>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ES" sz="1100" b="0" i="0" u="none" strike="noStrike" kern="1200" cap="none" spc="0" normalizeH="0" baseline="0" noProof="0">
                <a:ln>
                  <a:noFill/>
                </a:ln>
                <a:effectLst/>
                <a:uLnTx/>
                <a:uFillTx/>
                <a:ea typeface="+mn-ea"/>
                <a:cs typeface="+mn-cs"/>
              </a:rPr>
              <a:t>Gestión de Proyectos / Metodologías Ágiles</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lang="es-ES" sz="1100"/>
              <a:t>I</a:t>
            </a:r>
            <a:r>
              <a:rPr kumimoji="0" lang="es-ES" sz="1100" b="0" i="0" u="none" strike="noStrike" kern="1200" cap="none" spc="0" normalizeH="0" baseline="0" noProof="0" err="1">
                <a:ln>
                  <a:noFill/>
                </a:ln>
                <a:effectLst/>
                <a:uLnTx/>
                <a:uFillTx/>
                <a:ea typeface="+mn-ea"/>
                <a:cs typeface="+mn-cs"/>
              </a:rPr>
              <a:t>mplementación</a:t>
            </a:r>
            <a:r>
              <a:rPr kumimoji="0" lang="es-ES" sz="1100" b="0" i="0" u="none" strike="noStrike" kern="1200" cap="none" spc="0" normalizeH="0" baseline="0" noProof="0">
                <a:ln>
                  <a:noFill/>
                </a:ln>
                <a:effectLst/>
                <a:uLnTx/>
                <a:uFillTx/>
                <a:ea typeface="+mn-ea"/>
                <a:cs typeface="+mn-cs"/>
              </a:rPr>
              <a:t> ERP (SAP / Oracle)</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ES" sz="1100" b="0" i="0" u="none" strike="noStrike" kern="1200" cap="none" spc="0" normalizeH="0" baseline="0" noProof="0">
                <a:ln>
                  <a:noFill/>
                </a:ln>
                <a:effectLst/>
                <a:uLnTx/>
                <a:uFillTx/>
                <a:ea typeface="+mn-ea"/>
                <a:cs typeface="+mn-cs"/>
              </a:rPr>
              <a:t>Experto en CSC / BPO / M&amp;A</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ES" sz="1100" b="0" i="0" u="none" strike="noStrike" kern="1200" cap="none" spc="0" normalizeH="0" baseline="0" noProof="0">
                <a:ln>
                  <a:noFill/>
                </a:ln>
                <a:effectLst/>
                <a:uLnTx/>
                <a:uFillTx/>
                <a:ea typeface="+mn-ea"/>
                <a:cs typeface="+mn-cs"/>
              </a:rPr>
              <a:t>Automatización, RPA, AI </a:t>
            </a:r>
          </a:p>
        </p:txBody>
      </p:sp>
      <p:sp>
        <p:nvSpPr>
          <p:cNvPr id="2" name="Rectángulo 1">
            <a:extLst>
              <a:ext uri="{FF2B5EF4-FFF2-40B4-BE49-F238E27FC236}">
                <a16:creationId xmlns:a16="http://schemas.microsoft.com/office/drawing/2014/main" id="{CE3A882D-7AB7-8A3B-7E47-D03113539B69}"/>
              </a:ext>
            </a:extLst>
          </p:cNvPr>
          <p:cNvSpPr/>
          <p:nvPr/>
        </p:nvSpPr>
        <p:spPr>
          <a:xfrm>
            <a:off x="3536749" y="740996"/>
            <a:ext cx="8326360" cy="5760004"/>
          </a:xfrm>
          <a:prstGeom prst="rect">
            <a:avLst/>
          </a:prstGeom>
        </p:spPr>
        <p:txBody>
          <a:bodyPr wrap="square" lIns="0" tIns="0" rIns="0" bIns="0" anchor="t">
            <a:no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42454" rtl="0" eaLnBrk="1" fontAlgn="auto" latinLnBrk="0" hangingPunct="1">
              <a:lnSpc>
                <a:spcPct val="100000"/>
              </a:lnSpc>
              <a:spcBef>
                <a:spcPts val="400"/>
              </a:spcBef>
              <a:spcAft>
                <a:spcPts val="0"/>
              </a:spcAft>
              <a:buClrTx/>
              <a:buSzTx/>
              <a:buFontTx/>
              <a:buNone/>
              <a:tabLst/>
              <a:defRPr/>
            </a:pPr>
            <a:r>
              <a:rPr kumimoji="0" lang="es-ES" sz="1200" b="1" i="0" u="none" strike="noStrike" kern="1200" cap="none" spc="0" normalizeH="0" baseline="0" noProof="0">
                <a:ln>
                  <a:noFill/>
                </a:ln>
                <a:solidFill>
                  <a:schemeClr val="accent1"/>
                </a:solidFill>
                <a:effectLst/>
                <a:uLnTx/>
                <a:uFillTx/>
                <a:ea typeface="+mn-lt"/>
                <a:cs typeface="Arial"/>
              </a:rPr>
              <a:t>Minsait – Principal – </a:t>
            </a:r>
            <a:r>
              <a:rPr lang="es-ES" sz="1200" b="1">
                <a:solidFill>
                  <a:schemeClr val="accent1"/>
                </a:solidFill>
                <a:ea typeface="+mn-lt"/>
                <a:cs typeface="Arial"/>
              </a:rPr>
              <a:t>Industria y Consumo Perú – 					N</a:t>
            </a:r>
            <a:r>
              <a:rPr kumimoji="0" lang="es-ES" sz="1200" b="1" i="0" u="none" strike="noStrike" kern="1200" cap="none" spc="0" normalizeH="0" baseline="0" noProof="0" err="1">
                <a:ln>
                  <a:noFill/>
                </a:ln>
                <a:solidFill>
                  <a:schemeClr val="accent1"/>
                </a:solidFill>
                <a:effectLst/>
                <a:uLnTx/>
                <a:uFillTx/>
                <a:ea typeface="+mn-lt"/>
                <a:cs typeface="Arial"/>
              </a:rPr>
              <a:t>ov</a:t>
            </a:r>
            <a:r>
              <a:rPr kumimoji="0" lang="es-ES" sz="1200" b="1" i="0" u="none" strike="noStrike" kern="1200" cap="none" spc="0" normalizeH="0" baseline="0" noProof="0">
                <a:ln>
                  <a:noFill/>
                </a:ln>
                <a:solidFill>
                  <a:schemeClr val="accent1"/>
                </a:solidFill>
                <a:effectLst/>
                <a:uLnTx/>
                <a:uFillTx/>
                <a:ea typeface="+mn-lt"/>
                <a:cs typeface="Arial"/>
              </a:rPr>
              <a:t> 2024 – a la fecha</a:t>
            </a:r>
          </a:p>
          <a:p>
            <a:pPr marL="0" marR="0" lvl="0" indent="0" algn="l" defTabSz="742454" rtl="0" eaLnBrk="1" fontAlgn="auto" latinLnBrk="0" hangingPunct="1">
              <a:lnSpc>
                <a:spcPct val="100000"/>
              </a:lnSpc>
              <a:spcBef>
                <a:spcPts val="400"/>
              </a:spcBef>
              <a:spcAft>
                <a:spcPts val="0"/>
              </a:spcAft>
              <a:buClrTx/>
              <a:buSzTx/>
              <a:buFontTx/>
              <a:buNone/>
              <a:tabLst/>
              <a:defRPr/>
            </a:pPr>
            <a:r>
              <a:rPr kumimoji="0" lang="es-ES" sz="1200" b="1" i="0" u="none" strike="noStrike" kern="1200" cap="none" spc="0" normalizeH="0" baseline="0" noProof="0" err="1">
                <a:ln>
                  <a:noFill/>
                </a:ln>
                <a:solidFill>
                  <a:schemeClr val="accent1"/>
                </a:solidFill>
                <a:effectLst/>
                <a:uLnTx/>
                <a:uFillTx/>
                <a:ea typeface="+mn-lt"/>
                <a:cs typeface="Arial"/>
              </a:rPr>
              <a:t>Gesnext</a:t>
            </a:r>
            <a:r>
              <a:rPr kumimoji="0" lang="es-ES" sz="1200" b="1" i="0" u="none" strike="noStrike" kern="1200" cap="none" spc="0" normalizeH="0" baseline="0" noProof="0">
                <a:ln>
                  <a:noFill/>
                </a:ln>
                <a:solidFill>
                  <a:schemeClr val="accent1"/>
                </a:solidFill>
                <a:effectLst/>
                <a:uLnTx/>
                <a:uFillTx/>
                <a:ea typeface="+mn-lt"/>
                <a:cs typeface="Arial"/>
              </a:rPr>
              <a:t> </a:t>
            </a:r>
            <a:r>
              <a:rPr kumimoji="0" lang="es-ES" sz="1200" b="1" i="0" u="none" strike="noStrike" kern="1200" cap="none" spc="0" normalizeH="0" baseline="0" noProof="0" err="1">
                <a:ln>
                  <a:noFill/>
                </a:ln>
                <a:solidFill>
                  <a:schemeClr val="accent1"/>
                </a:solidFill>
                <a:effectLst/>
                <a:uLnTx/>
                <a:uFillTx/>
                <a:ea typeface="+mn-lt"/>
                <a:cs typeface="Arial"/>
              </a:rPr>
              <a:t>an</a:t>
            </a:r>
            <a:r>
              <a:rPr kumimoji="0" lang="es-ES" sz="1200" b="1" i="0" u="none" strike="noStrike" kern="1200" cap="none" spc="0" normalizeH="0" baseline="0" noProof="0">
                <a:ln>
                  <a:noFill/>
                </a:ln>
                <a:solidFill>
                  <a:schemeClr val="accent1"/>
                </a:solidFill>
                <a:effectLst/>
                <a:uLnTx/>
                <a:uFillTx/>
                <a:ea typeface="+mn-lt"/>
                <a:cs typeface="Arial"/>
              </a:rPr>
              <a:t> IBM </a:t>
            </a:r>
            <a:r>
              <a:rPr kumimoji="0" lang="es-ES" sz="1200" b="1" i="0" u="none" strike="noStrike" kern="1200" cap="none" spc="0" normalizeH="0" baseline="0" noProof="0" err="1">
                <a:ln>
                  <a:noFill/>
                </a:ln>
                <a:solidFill>
                  <a:schemeClr val="accent1"/>
                </a:solidFill>
                <a:effectLst/>
                <a:uLnTx/>
                <a:uFillTx/>
                <a:ea typeface="+mn-lt"/>
                <a:cs typeface="Arial"/>
              </a:rPr>
              <a:t>company</a:t>
            </a:r>
            <a:r>
              <a:rPr kumimoji="0" lang="es-ES" sz="1200" b="1" i="0" u="none" strike="noStrike" kern="1200" cap="none" spc="0" normalizeH="0" baseline="0" noProof="0">
                <a:ln>
                  <a:noFill/>
                </a:ln>
                <a:solidFill>
                  <a:schemeClr val="accent1"/>
                </a:solidFill>
                <a:effectLst/>
                <a:uLnTx/>
                <a:uFillTx/>
                <a:ea typeface="+mn-lt"/>
                <a:cs typeface="Arial"/>
              </a:rPr>
              <a:t> – Gerente General 					Jun 2018 – May 2024</a:t>
            </a:r>
          </a:p>
          <a:p>
            <a:pPr marL="0" marR="0" lvl="0" indent="0" algn="l" defTabSz="742454" rtl="0" eaLnBrk="1" fontAlgn="auto" latinLnBrk="0" hangingPunct="1">
              <a:lnSpc>
                <a:spcPct val="100000"/>
              </a:lnSpc>
              <a:spcBef>
                <a:spcPts val="400"/>
              </a:spcBef>
              <a:spcAft>
                <a:spcPts val="0"/>
              </a:spcAft>
              <a:buClrTx/>
              <a:buSzTx/>
              <a:buFontTx/>
              <a:buNone/>
              <a:tabLst/>
              <a:defRPr/>
            </a:pPr>
            <a:r>
              <a:rPr lang="es-ES" sz="1050" b="1">
                <a:ea typeface="+mn-lt"/>
                <a:cs typeface="+mn-lt"/>
              </a:rPr>
              <a:t>Compañía dedicada a brindar servicios de outsourcing (recursos humanos y finanzas) a compañías globales y locales, con 400 empleados y una facturación de 20M USD. Responsable de la transformación organizacional incluyendo la migración del SAP, la implementación de metodologías ágiles, automatización de procesos, IA y analítica. Reporte a 3 líderes de IBM regionales, 7 reportes directos, 400 empleados de Perú y 250 de Argentina.</a:t>
            </a:r>
          </a:p>
          <a:p>
            <a:pPr marL="0" marR="0" lvl="0" indent="0" algn="l" defTabSz="742454" rtl="0" eaLnBrk="1" fontAlgn="auto" latinLnBrk="0" hangingPunct="1">
              <a:lnSpc>
                <a:spcPct val="100000"/>
              </a:lnSpc>
              <a:spcBef>
                <a:spcPts val="400"/>
              </a:spcBef>
              <a:spcAft>
                <a:spcPts val="0"/>
              </a:spcAft>
              <a:buClrTx/>
              <a:buSzTx/>
              <a:buFontTx/>
              <a:buNone/>
              <a:tabLst/>
              <a:defRPr/>
            </a:pPr>
            <a:r>
              <a:rPr lang="es-ES" sz="1200" b="1">
                <a:solidFill>
                  <a:schemeClr val="accent1"/>
                </a:solidFill>
                <a:ea typeface="+mn-lt"/>
                <a:cs typeface="+mn-lt"/>
              </a:rPr>
              <a:t>EY Perú – Socio de Consultoría						Ene 2013 – May 2018</a:t>
            </a:r>
          </a:p>
          <a:p>
            <a:pPr marL="0" marR="0" lvl="0" indent="0" algn="l" defTabSz="742454" rtl="0" eaLnBrk="1" fontAlgn="auto" latinLnBrk="0" hangingPunct="1">
              <a:lnSpc>
                <a:spcPct val="100000"/>
              </a:lnSpc>
              <a:spcBef>
                <a:spcPts val="400"/>
              </a:spcBef>
              <a:spcAft>
                <a:spcPts val="0"/>
              </a:spcAft>
              <a:buClrTx/>
              <a:buSzTx/>
              <a:buFontTx/>
              <a:buNone/>
              <a:tabLst/>
              <a:defRPr/>
            </a:pPr>
            <a:r>
              <a:rPr lang="es-ES" sz="1050" b="1">
                <a:ea typeface="+mn-lt"/>
                <a:cs typeface="+mn-lt"/>
              </a:rPr>
              <a:t>Desarrollo de los servicios de consultoría de Performance </a:t>
            </a:r>
            <a:r>
              <a:rPr lang="es-ES" sz="1050" b="1" err="1">
                <a:ea typeface="+mn-lt"/>
                <a:cs typeface="+mn-lt"/>
              </a:rPr>
              <a:t>Improvement</a:t>
            </a:r>
            <a:r>
              <a:rPr lang="es-ES" sz="1050" b="1">
                <a:ea typeface="+mn-lt"/>
                <a:cs typeface="+mn-lt"/>
              </a:rPr>
              <a:t>. Reporte al Socio líder de Consultoría, supervisión de equipos entre 15 a 45 consultores.</a:t>
            </a:r>
          </a:p>
          <a:p>
            <a:pPr marL="0" marR="0" lvl="0" indent="0" algn="l" defTabSz="742454" rtl="0" eaLnBrk="1" fontAlgn="auto" latinLnBrk="0" hangingPunct="1">
              <a:lnSpc>
                <a:spcPct val="100000"/>
              </a:lnSpc>
              <a:spcBef>
                <a:spcPts val="400"/>
              </a:spcBef>
              <a:spcAft>
                <a:spcPts val="0"/>
              </a:spcAft>
              <a:buClrTx/>
              <a:buSzTx/>
              <a:buFontTx/>
              <a:buNone/>
              <a:tabLst/>
              <a:defRPr/>
            </a:pPr>
            <a:r>
              <a:rPr lang="es-ES" sz="1050" b="1">
                <a:ea typeface="+mn-lt"/>
                <a:cs typeface="+mn-lt"/>
              </a:rPr>
              <a:t>Dirección del M&amp;A en gran industria pesquera, implementación de Control Matricial de Costos en gran compañía consumo, Implementación de S&amp;OP / Estratégica de Compras en empresa de Transportes, Identificación de ahorros en empresa de servicios mineros, implementación de solución de </a:t>
            </a:r>
            <a:r>
              <a:rPr lang="es-ES" sz="1050" b="1" err="1">
                <a:ea typeface="+mn-lt"/>
                <a:cs typeface="+mn-lt"/>
              </a:rPr>
              <a:t>Customer</a:t>
            </a:r>
            <a:r>
              <a:rPr lang="es-ES" sz="1050" b="1">
                <a:ea typeface="+mn-lt"/>
                <a:cs typeface="+mn-lt"/>
              </a:rPr>
              <a:t> Data </a:t>
            </a:r>
            <a:r>
              <a:rPr lang="es-ES" sz="1050" b="1" err="1">
                <a:ea typeface="+mn-lt"/>
                <a:cs typeface="+mn-lt"/>
              </a:rPr>
              <a:t>Analytics</a:t>
            </a:r>
            <a:r>
              <a:rPr lang="es-ES" sz="1050" b="1">
                <a:ea typeface="+mn-lt"/>
                <a:cs typeface="+mn-lt"/>
              </a:rPr>
              <a:t> en empresa petrolera, entre otros proyectos.</a:t>
            </a:r>
          </a:p>
          <a:p>
            <a:pPr marL="0" marR="0" lvl="0" indent="0" algn="l" defTabSz="742454" rtl="0" eaLnBrk="1" fontAlgn="auto" latinLnBrk="0" hangingPunct="1">
              <a:lnSpc>
                <a:spcPct val="100000"/>
              </a:lnSpc>
              <a:spcBef>
                <a:spcPts val="400"/>
              </a:spcBef>
              <a:spcAft>
                <a:spcPts val="0"/>
              </a:spcAft>
              <a:buClrTx/>
              <a:buSzTx/>
              <a:buFontTx/>
              <a:buNone/>
              <a:tabLst/>
              <a:defRPr/>
            </a:pPr>
            <a:r>
              <a:rPr lang="es-ES" sz="1200" b="1">
                <a:solidFill>
                  <a:schemeClr val="accent1"/>
                </a:solidFill>
                <a:ea typeface="+mn-lt"/>
                <a:cs typeface="+mn-lt"/>
              </a:rPr>
              <a:t>DELOITTE Canadá - Senior Manager de </a:t>
            </a:r>
            <a:r>
              <a:rPr lang="es-ES" sz="1200" b="1" err="1">
                <a:solidFill>
                  <a:schemeClr val="accent1"/>
                </a:solidFill>
                <a:ea typeface="+mn-lt"/>
                <a:cs typeface="+mn-lt"/>
              </a:rPr>
              <a:t>Finance</a:t>
            </a:r>
            <a:r>
              <a:rPr lang="es-ES" sz="1200" b="1">
                <a:solidFill>
                  <a:schemeClr val="accent1"/>
                </a:solidFill>
                <a:ea typeface="+mn-lt"/>
                <a:cs typeface="+mn-lt"/>
              </a:rPr>
              <a:t> &amp; Performance Management 		Oct 2010 – Dic 2012	</a:t>
            </a:r>
            <a:endParaRPr lang="es-ES" sz="1050" b="1">
              <a:solidFill>
                <a:schemeClr val="accent1"/>
              </a:solidFill>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r>
              <a:rPr lang="es-ES" sz="1050">
                <a:ea typeface="+mn-lt"/>
                <a:cs typeface="+mn-lt"/>
              </a:rPr>
              <a:t>Dirección de proyectos centrados en los servicios al CFO. Diseño de modelo operativo de un JV de dos compañías de O&amp;G Globales.</a:t>
            </a:r>
          </a:p>
          <a:p>
            <a:pPr marL="0" marR="0" lvl="0" indent="0" algn="l" defTabSz="742454" rtl="0" eaLnBrk="1" fontAlgn="auto" latinLnBrk="0" hangingPunct="1">
              <a:lnSpc>
                <a:spcPct val="100000"/>
              </a:lnSpc>
              <a:spcBef>
                <a:spcPts val="400"/>
              </a:spcBef>
              <a:spcAft>
                <a:spcPts val="0"/>
              </a:spcAft>
              <a:buClrTx/>
              <a:buSzTx/>
              <a:buFontTx/>
              <a:buNone/>
              <a:tabLst/>
              <a:defRPr/>
            </a:pPr>
            <a:r>
              <a:rPr lang="es-ES" sz="1200" b="1">
                <a:solidFill>
                  <a:schemeClr val="accent1"/>
                </a:solidFill>
                <a:ea typeface="+mn-lt"/>
                <a:cs typeface="+mn-lt"/>
              </a:rPr>
              <a:t>DELOITTE Perú - Senior Manager </a:t>
            </a:r>
            <a:r>
              <a:rPr lang="es-ES" sz="1200" b="1" err="1">
                <a:solidFill>
                  <a:schemeClr val="accent1"/>
                </a:solidFill>
                <a:ea typeface="+mn-lt"/>
                <a:cs typeface="+mn-lt"/>
              </a:rPr>
              <a:t>Strategy</a:t>
            </a:r>
            <a:r>
              <a:rPr lang="es-ES" sz="1200" b="1">
                <a:solidFill>
                  <a:schemeClr val="accent1"/>
                </a:solidFill>
                <a:ea typeface="+mn-lt"/>
                <a:cs typeface="+mn-lt"/>
              </a:rPr>
              <a:t> and </a:t>
            </a:r>
            <a:r>
              <a:rPr lang="es-ES" sz="1200" b="1" err="1">
                <a:solidFill>
                  <a:schemeClr val="accent1"/>
                </a:solidFill>
                <a:ea typeface="+mn-lt"/>
                <a:cs typeface="+mn-lt"/>
              </a:rPr>
              <a:t>Operations</a:t>
            </a:r>
            <a:r>
              <a:rPr lang="es-ES" sz="1200" b="1">
                <a:solidFill>
                  <a:schemeClr val="accent1"/>
                </a:solidFill>
                <a:ea typeface="+mn-lt"/>
                <a:cs typeface="+mn-lt"/>
              </a:rPr>
              <a:t>				Ene 2008 – Set 2010</a:t>
            </a:r>
          </a:p>
          <a:p>
            <a:pPr marL="0" marR="0" lvl="0" indent="0" algn="l" defTabSz="742454" rtl="0" eaLnBrk="1" fontAlgn="auto" latinLnBrk="0" hangingPunct="1">
              <a:lnSpc>
                <a:spcPct val="100000"/>
              </a:lnSpc>
              <a:spcBef>
                <a:spcPts val="400"/>
              </a:spcBef>
              <a:spcAft>
                <a:spcPts val="0"/>
              </a:spcAft>
              <a:buClrTx/>
              <a:buSzTx/>
              <a:buFontTx/>
              <a:buNone/>
              <a:tabLst/>
              <a:defRPr/>
            </a:pPr>
            <a:r>
              <a:rPr lang="es-ES" sz="1050" b="1">
                <a:ea typeface="+mn-lt"/>
                <a:cs typeface="+mn-lt"/>
              </a:rPr>
              <a:t>Dirección de proyectos de estrategia y operaciones.	Diseño e implementación del Centro de Servicios Compartidos en uno de los principales Grupos Industriales del Perú (15 empresas).</a:t>
            </a:r>
          </a:p>
          <a:p>
            <a:pPr marL="0" marR="0" lvl="0" indent="0" algn="l" defTabSz="742454" rtl="0" eaLnBrk="1" fontAlgn="auto" latinLnBrk="0" hangingPunct="1">
              <a:lnSpc>
                <a:spcPct val="100000"/>
              </a:lnSpc>
              <a:spcBef>
                <a:spcPts val="400"/>
              </a:spcBef>
              <a:spcAft>
                <a:spcPts val="0"/>
              </a:spcAft>
              <a:buClrTx/>
              <a:buSzTx/>
              <a:buFontTx/>
              <a:buNone/>
              <a:tabLst/>
              <a:defRPr/>
            </a:pPr>
            <a:r>
              <a:rPr lang="es-ES" sz="1200" b="1">
                <a:solidFill>
                  <a:schemeClr val="accent1"/>
                </a:solidFill>
                <a:ea typeface="+mn-lt"/>
                <a:cs typeface="+mn-lt"/>
              </a:rPr>
              <a:t>BEARINGPOINT (ex KPMG </a:t>
            </a:r>
            <a:r>
              <a:rPr lang="es-ES" sz="1200" b="1" err="1">
                <a:solidFill>
                  <a:schemeClr val="accent1"/>
                </a:solidFill>
                <a:ea typeface="+mn-lt"/>
                <a:cs typeface="+mn-lt"/>
              </a:rPr>
              <a:t>Consulting</a:t>
            </a:r>
            <a:r>
              <a:rPr lang="es-ES" sz="1200" b="1">
                <a:solidFill>
                  <a:schemeClr val="accent1"/>
                </a:solidFill>
                <a:ea typeface="+mn-lt"/>
                <a:cs typeface="+mn-lt"/>
              </a:rPr>
              <a:t>) Argentina - Manager Consultoría		Oct 2002 – Dic 2007</a:t>
            </a:r>
          </a:p>
          <a:p>
            <a:pPr marL="0" marR="0" lvl="0" indent="0" algn="l" defTabSz="742454" rtl="0" eaLnBrk="1" fontAlgn="auto" latinLnBrk="0" hangingPunct="1">
              <a:lnSpc>
                <a:spcPct val="100000"/>
              </a:lnSpc>
              <a:spcBef>
                <a:spcPts val="400"/>
              </a:spcBef>
              <a:spcAft>
                <a:spcPts val="0"/>
              </a:spcAft>
              <a:buClrTx/>
              <a:buSzTx/>
              <a:buFontTx/>
              <a:buNone/>
              <a:tabLst/>
              <a:defRPr/>
            </a:pPr>
            <a:r>
              <a:rPr lang="es-ES" sz="1050" b="1">
                <a:ea typeface="+mn-lt"/>
                <a:cs typeface="+mn-lt"/>
              </a:rPr>
              <a:t>Supervisión del diseño e implementación en empresa global automotriz, de 15 iniciativas estratégicas incrementando.</a:t>
            </a:r>
          </a:p>
          <a:p>
            <a:pPr marL="0" marR="0" lvl="0" indent="0" algn="l" defTabSz="742454" rtl="0" eaLnBrk="1" fontAlgn="auto" latinLnBrk="0" hangingPunct="1">
              <a:lnSpc>
                <a:spcPct val="100000"/>
              </a:lnSpc>
              <a:spcBef>
                <a:spcPts val="400"/>
              </a:spcBef>
              <a:spcAft>
                <a:spcPts val="0"/>
              </a:spcAft>
              <a:buClrTx/>
              <a:buSzTx/>
              <a:buFontTx/>
              <a:buNone/>
              <a:tabLst/>
              <a:defRPr/>
            </a:pPr>
            <a:r>
              <a:rPr lang="es-ES" sz="1050" b="1">
                <a:ea typeface="+mn-lt"/>
                <a:cs typeface="+mn-lt"/>
              </a:rPr>
              <a:t>Formulación de recomendaciones en un Centro de Servicios Compartidos en empresa Telecom</a:t>
            </a:r>
          </a:p>
          <a:p>
            <a:pPr marL="0" marR="0" lvl="0" indent="0" algn="l" defTabSz="742454" rtl="0" eaLnBrk="1" fontAlgn="auto" latinLnBrk="0" hangingPunct="1">
              <a:lnSpc>
                <a:spcPct val="100000"/>
              </a:lnSpc>
              <a:spcBef>
                <a:spcPts val="400"/>
              </a:spcBef>
              <a:spcAft>
                <a:spcPts val="0"/>
              </a:spcAft>
              <a:buClrTx/>
              <a:buSzTx/>
              <a:buFontTx/>
              <a:buNone/>
              <a:tabLst/>
              <a:defRPr/>
            </a:pPr>
            <a:r>
              <a:rPr lang="es-ES" sz="1050" b="1">
                <a:ea typeface="+mn-lt"/>
                <a:cs typeface="+mn-lt"/>
              </a:rPr>
              <a:t>Gestión de la PMO en Petrolera Global: implementación SAP, remodelación sede central 6.500 empleados, modernización de 02 plantas de refinación y presupuesto de 430M USD usando metodología Front End </a:t>
            </a:r>
            <a:r>
              <a:rPr lang="es-ES" sz="1050" b="1" err="1">
                <a:ea typeface="+mn-lt"/>
                <a:cs typeface="+mn-lt"/>
              </a:rPr>
              <a:t>Loading</a:t>
            </a:r>
            <a:r>
              <a:rPr lang="es-ES" sz="1050" b="1">
                <a:ea typeface="+mn-lt"/>
                <a:cs typeface="+mn-lt"/>
              </a:rPr>
              <a:t> (FEL).</a:t>
            </a:r>
          </a:p>
          <a:p>
            <a:pPr marL="0" marR="0" lvl="0" indent="0" algn="l" defTabSz="742454" rtl="0" eaLnBrk="1" fontAlgn="auto" latinLnBrk="0" hangingPunct="1">
              <a:lnSpc>
                <a:spcPct val="100000"/>
              </a:lnSpc>
              <a:spcBef>
                <a:spcPts val="400"/>
              </a:spcBef>
              <a:spcAft>
                <a:spcPts val="0"/>
              </a:spcAft>
              <a:buClrTx/>
              <a:buSzTx/>
              <a:buFontTx/>
              <a:buNone/>
              <a:tabLst/>
              <a:defRPr/>
            </a:pPr>
            <a:r>
              <a:rPr lang="es-ES" sz="1200" b="1">
                <a:solidFill>
                  <a:schemeClr val="accent1"/>
                </a:solidFill>
                <a:ea typeface="+mn-lt"/>
                <a:cs typeface="+mn-lt"/>
              </a:rPr>
              <a:t>ARTHUR ANDERSEN Argentina - Senior </a:t>
            </a:r>
            <a:r>
              <a:rPr lang="es-ES" sz="1200" b="1" err="1">
                <a:solidFill>
                  <a:schemeClr val="accent1"/>
                </a:solidFill>
                <a:ea typeface="+mn-lt"/>
                <a:cs typeface="+mn-lt"/>
              </a:rPr>
              <a:t>Consultant</a:t>
            </a:r>
            <a:r>
              <a:rPr lang="es-ES" sz="1200" b="1">
                <a:solidFill>
                  <a:schemeClr val="accent1"/>
                </a:solidFill>
                <a:ea typeface="+mn-lt"/>
                <a:cs typeface="+mn-lt"/>
              </a:rPr>
              <a:t>				Feb1998 – Set 2002</a:t>
            </a:r>
          </a:p>
          <a:p>
            <a:pPr marL="0" marR="0" lvl="0" indent="0" algn="l" defTabSz="742454" rtl="0" eaLnBrk="1" fontAlgn="auto" latinLnBrk="0" hangingPunct="1">
              <a:lnSpc>
                <a:spcPct val="100000"/>
              </a:lnSpc>
              <a:spcBef>
                <a:spcPts val="400"/>
              </a:spcBef>
              <a:spcAft>
                <a:spcPts val="0"/>
              </a:spcAft>
              <a:buClrTx/>
              <a:buSzTx/>
              <a:buFontTx/>
              <a:buNone/>
              <a:tabLst/>
              <a:defRPr/>
            </a:pPr>
            <a:r>
              <a:rPr lang="es-ES" sz="1050" b="1">
                <a:ea typeface="+mn-lt"/>
                <a:cs typeface="+mn-lt"/>
              </a:rPr>
              <a:t>Coordinación de la creación de consorcio de salud: 5 empresas de medicina prepaga y 20 instituciones de salud utilizando protocolo HL7 para intercambio de datos médicos, facturas y cargos a rendir.</a:t>
            </a:r>
          </a:p>
          <a:p>
            <a:pPr marL="0" marR="0" lvl="0" indent="0" algn="l" defTabSz="742454" rtl="0" eaLnBrk="1" fontAlgn="auto" latinLnBrk="0" hangingPunct="1">
              <a:lnSpc>
                <a:spcPct val="100000"/>
              </a:lnSpc>
              <a:spcBef>
                <a:spcPts val="400"/>
              </a:spcBef>
              <a:spcAft>
                <a:spcPts val="0"/>
              </a:spcAft>
              <a:buClrTx/>
              <a:buSzTx/>
              <a:buFontTx/>
              <a:buNone/>
              <a:tabLst/>
              <a:defRPr/>
            </a:pPr>
            <a:r>
              <a:rPr lang="es-ES" sz="1050" b="1">
                <a:ea typeface="+mn-lt"/>
                <a:cs typeface="+mn-lt"/>
              </a:rPr>
              <a:t>Gestión del M&amp;A de privatización de servicios de aguas en contextos sindicales, promoviendo continuidad de la operación de facturación y cobranzas.</a:t>
            </a:r>
          </a:p>
          <a:p>
            <a:pPr marL="0" marR="0" lvl="0" indent="0" algn="l" defTabSz="742454" rtl="0" eaLnBrk="1" fontAlgn="auto" latinLnBrk="0" hangingPunct="1">
              <a:lnSpc>
                <a:spcPct val="100000"/>
              </a:lnSpc>
              <a:spcBef>
                <a:spcPts val="400"/>
              </a:spcBef>
              <a:spcAft>
                <a:spcPts val="0"/>
              </a:spcAft>
              <a:buClrTx/>
              <a:buSzTx/>
              <a:buFontTx/>
              <a:buNone/>
              <a:tabLst/>
              <a:defRPr/>
            </a:pPr>
            <a:endParaRPr lang="es-ES" sz="1050" b="1">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endParaRPr lang="es-ES" sz="1050" b="1">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endParaRPr lang="es-ES" sz="1050" b="1">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endParaRPr kumimoji="0" lang="es-ES" sz="1200" b="1" i="0" u="none" strike="noStrike" kern="1200" cap="none" spc="0" normalizeH="0" baseline="0" noProof="0">
              <a:ln>
                <a:noFill/>
              </a:ln>
              <a:effectLst/>
              <a:uLnTx/>
              <a:uFillTx/>
              <a:ea typeface="+mn-lt"/>
              <a:cs typeface="+mn-lt"/>
            </a:endParaRPr>
          </a:p>
        </p:txBody>
      </p:sp>
      <p:sp>
        <p:nvSpPr>
          <p:cNvPr id="7" name="Marcador de texto 6">
            <a:extLst>
              <a:ext uri="{FF2B5EF4-FFF2-40B4-BE49-F238E27FC236}">
                <a16:creationId xmlns:a16="http://schemas.microsoft.com/office/drawing/2014/main" id="{4BBCD058-7D00-6796-EACF-3B23B282473C}"/>
              </a:ext>
            </a:extLst>
          </p:cNvPr>
          <p:cNvSpPr txBox="1">
            <a:spLocks/>
          </p:cNvSpPr>
          <p:nvPr/>
        </p:nvSpPr>
        <p:spPr>
          <a:xfrm>
            <a:off x="335360" y="323548"/>
            <a:ext cx="11521678" cy="160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solidFill>
                  <a:schemeClr val="bg1"/>
                </a:solidFill>
                <a:latin typeface="ForFuture Sans" panose="020B0504020203020204" pitchFamily="34" charset="0"/>
              </a:rPr>
              <a:t>04.</a:t>
            </a:r>
            <a:r>
              <a:rPr lang="es-ES" sz="1000">
                <a:solidFill>
                  <a:schemeClr val="bg1"/>
                </a:solidFill>
                <a:latin typeface="ForFuture Sans" panose="020B0504020203020204" pitchFamily="34" charset="0"/>
                <a:sym typeface="ForFuture Sans" panose="020B0504020203020204" pitchFamily="34" charset="0"/>
              </a:rPr>
              <a:t> PLAN Y EQUIPO DE TRABAJO</a:t>
            </a:r>
            <a:endParaRPr lang="es-ES" sz="1000">
              <a:solidFill>
                <a:schemeClr val="bg1"/>
              </a:solidFill>
              <a:latin typeface="ForFuture Sans" panose="020B0504020203020204" pitchFamily="34" charset="0"/>
            </a:endParaRPr>
          </a:p>
        </p:txBody>
      </p:sp>
    </p:spTree>
    <p:extLst>
      <p:ext uri="{BB962C8B-B14F-4D97-AF65-F5344CB8AC3E}">
        <p14:creationId xmlns:p14="http://schemas.microsoft.com/office/powerpoint/2010/main" val="23676623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rma libre 33">
            <a:extLst>
              <a:ext uri="{FF2B5EF4-FFF2-40B4-BE49-F238E27FC236}">
                <a16:creationId xmlns:a16="http://schemas.microsoft.com/office/drawing/2014/main" id="{DD1B2D66-7C5B-7C85-A3A1-9C621E41630D}"/>
              </a:ext>
            </a:extLst>
          </p:cNvPr>
          <p:cNvSpPr/>
          <p:nvPr/>
        </p:nvSpPr>
        <p:spPr bwMode="auto">
          <a:xfrm rot="16200000" flipH="1">
            <a:off x="-450402" y="3936576"/>
            <a:ext cx="3925856" cy="3025052"/>
          </a:xfrm>
          <a:custGeom>
            <a:avLst/>
            <a:gdLst>
              <a:gd name="connsiteX0" fmla="*/ 3925856 w 3925856"/>
              <a:gd name="connsiteY0" fmla="*/ 3025052 h 3025052"/>
              <a:gd name="connsiteX1" fmla="*/ 3925855 w 3925856"/>
              <a:gd name="connsiteY1" fmla="*/ 0 h 3025052"/>
              <a:gd name="connsiteX2" fmla="*/ 2681255 w 3925856"/>
              <a:gd name="connsiteY2" fmla="*/ 0 h 3025052"/>
              <a:gd name="connsiteX3" fmla="*/ 2090072 w 3925856"/>
              <a:gd name="connsiteY3" fmla="*/ 0 h 3025052"/>
              <a:gd name="connsiteX4" fmla="*/ 845472 w 3925856"/>
              <a:gd name="connsiteY4" fmla="*/ 0 h 3025052"/>
              <a:gd name="connsiteX5" fmla="*/ 0 w 3925856"/>
              <a:gd name="connsiteY5" fmla="*/ 3025052 h 3025052"/>
              <a:gd name="connsiteX6" fmla="*/ 1244600 w 3925856"/>
              <a:gd name="connsiteY6" fmla="*/ 3025052 h 3025052"/>
              <a:gd name="connsiteX7" fmla="*/ 2681256 w 3925856"/>
              <a:gd name="connsiteY7" fmla="*/ 3025052 h 302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25856" h="3025052">
                <a:moveTo>
                  <a:pt x="3925856" y="3025052"/>
                </a:moveTo>
                <a:lnTo>
                  <a:pt x="3925855" y="0"/>
                </a:lnTo>
                <a:lnTo>
                  <a:pt x="2681255" y="0"/>
                </a:lnTo>
                <a:lnTo>
                  <a:pt x="2090072" y="0"/>
                </a:lnTo>
                <a:lnTo>
                  <a:pt x="845472" y="0"/>
                </a:lnTo>
                <a:lnTo>
                  <a:pt x="0" y="3025052"/>
                </a:lnTo>
                <a:lnTo>
                  <a:pt x="1244600" y="3025052"/>
                </a:lnTo>
                <a:lnTo>
                  <a:pt x="2681256" y="3025052"/>
                </a:lnTo>
                <a:close/>
              </a:path>
            </a:pathLst>
          </a:custGeom>
          <a:solidFill>
            <a:srgbClr val="FFCCDD"/>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0000"/>
              </a:solidFill>
              <a:effectLst/>
              <a:uLnTx/>
              <a:uFillTx/>
              <a:latin typeface="Soho Gothic Pro Light"/>
              <a:ea typeface="+mn-ea"/>
              <a:cs typeface="+mn-cs"/>
            </a:endParaRPr>
          </a:p>
        </p:txBody>
      </p:sp>
      <p:sp>
        <p:nvSpPr>
          <p:cNvPr id="7" name="Forma libre 35">
            <a:extLst>
              <a:ext uri="{FF2B5EF4-FFF2-40B4-BE49-F238E27FC236}">
                <a16:creationId xmlns:a16="http://schemas.microsoft.com/office/drawing/2014/main" id="{43FDFE71-2D91-26C1-C161-F5620A098103}"/>
              </a:ext>
            </a:extLst>
          </p:cNvPr>
          <p:cNvSpPr/>
          <p:nvPr/>
        </p:nvSpPr>
        <p:spPr bwMode="auto">
          <a:xfrm rot="16200000" flipV="1">
            <a:off x="-915430" y="563057"/>
            <a:ext cx="4855911" cy="3025052"/>
          </a:xfrm>
          <a:custGeom>
            <a:avLst/>
            <a:gdLst>
              <a:gd name="connsiteX0" fmla="*/ 4704789 w 4704789"/>
              <a:gd name="connsiteY0" fmla="*/ 3025052 h 3025052"/>
              <a:gd name="connsiteX1" fmla="*/ 4704788 w 4704789"/>
              <a:gd name="connsiteY1" fmla="*/ 0 h 3025052"/>
              <a:gd name="connsiteX2" fmla="*/ 3925855 w 4704789"/>
              <a:gd name="connsiteY2" fmla="*/ 0 h 3025052"/>
              <a:gd name="connsiteX3" fmla="*/ 3460188 w 4704789"/>
              <a:gd name="connsiteY3" fmla="*/ 0 h 3025052"/>
              <a:gd name="connsiteX4" fmla="*/ 2869005 w 4704789"/>
              <a:gd name="connsiteY4" fmla="*/ 0 h 3025052"/>
              <a:gd name="connsiteX5" fmla="*/ 2681255 w 4704789"/>
              <a:gd name="connsiteY5" fmla="*/ 0 h 3025052"/>
              <a:gd name="connsiteX6" fmla="*/ 2090072 w 4704789"/>
              <a:gd name="connsiteY6" fmla="*/ 0 h 3025052"/>
              <a:gd name="connsiteX7" fmla="*/ 1624405 w 4704789"/>
              <a:gd name="connsiteY7" fmla="*/ 0 h 3025052"/>
              <a:gd name="connsiteX8" fmla="*/ 845472 w 4704789"/>
              <a:gd name="connsiteY8" fmla="*/ 0 h 3025052"/>
              <a:gd name="connsiteX9" fmla="*/ 0 w 4704789"/>
              <a:gd name="connsiteY9" fmla="*/ 3025052 h 3025052"/>
              <a:gd name="connsiteX10" fmla="*/ 778933 w 4704789"/>
              <a:gd name="connsiteY10" fmla="*/ 3025052 h 3025052"/>
              <a:gd name="connsiteX11" fmla="*/ 1244600 w 4704789"/>
              <a:gd name="connsiteY11" fmla="*/ 3025052 h 3025052"/>
              <a:gd name="connsiteX12" fmla="*/ 2023533 w 4704789"/>
              <a:gd name="connsiteY12" fmla="*/ 3025052 h 3025052"/>
              <a:gd name="connsiteX13" fmla="*/ 2681256 w 4704789"/>
              <a:gd name="connsiteY13" fmla="*/ 3025052 h 3025052"/>
              <a:gd name="connsiteX14" fmla="*/ 3460189 w 4704789"/>
              <a:gd name="connsiteY14" fmla="*/ 3025052 h 3025052"/>
              <a:gd name="connsiteX15" fmla="*/ 3925856 w 4704789"/>
              <a:gd name="connsiteY15" fmla="*/ 3025052 h 302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04789" h="3025052">
                <a:moveTo>
                  <a:pt x="4704789" y="3025052"/>
                </a:moveTo>
                <a:lnTo>
                  <a:pt x="4704788" y="0"/>
                </a:lnTo>
                <a:lnTo>
                  <a:pt x="3925855" y="0"/>
                </a:lnTo>
                <a:lnTo>
                  <a:pt x="3460188" y="0"/>
                </a:lnTo>
                <a:lnTo>
                  <a:pt x="2869005" y="0"/>
                </a:lnTo>
                <a:lnTo>
                  <a:pt x="2681255" y="0"/>
                </a:lnTo>
                <a:lnTo>
                  <a:pt x="2090072" y="0"/>
                </a:lnTo>
                <a:lnTo>
                  <a:pt x="1624405" y="0"/>
                </a:lnTo>
                <a:lnTo>
                  <a:pt x="845472" y="0"/>
                </a:lnTo>
                <a:lnTo>
                  <a:pt x="0" y="3025052"/>
                </a:lnTo>
                <a:lnTo>
                  <a:pt x="778933" y="3025052"/>
                </a:lnTo>
                <a:lnTo>
                  <a:pt x="1244600" y="3025052"/>
                </a:lnTo>
                <a:lnTo>
                  <a:pt x="2023533" y="3025052"/>
                </a:lnTo>
                <a:lnTo>
                  <a:pt x="2681256" y="3025052"/>
                </a:lnTo>
                <a:lnTo>
                  <a:pt x="3460189" y="3025052"/>
                </a:lnTo>
                <a:lnTo>
                  <a:pt x="3925856" y="3025052"/>
                </a:lnTo>
                <a:close/>
              </a:path>
            </a:pathLst>
          </a:custGeom>
          <a:solidFill>
            <a:srgbClr val="4F062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0000"/>
              </a:solidFill>
              <a:effectLst/>
              <a:uLnTx/>
              <a:uFillTx/>
              <a:latin typeface="Soho Gothic Pro Light"/>
              <a:ea typeface="+mn-ea"/>
              <a:cs typeface="+mn-cs"/>
            </a:endParaRPr>
          </a:p>
        </p:txBody>
      </p:sp>
      <p:sp>
        <p:nvSpPr>
          <p:cNvPr id="22" name="Forma libre 21"/>
          <p:cNvSpPr/>
          <p:nvPr/>
        </p:nvSpPr>
        <p:spPr>
          <a:xfrm rot="16200000" flipV="1">
            <a:off x="3625044" y="-337356"/>
            <a:ext cx="8229600" cy="8904311"/>
          </a:xfrm>
          <a:custGeom>
            <a:avLst/>
            <a:gdLst>
              <a:gd name="connsiteX0" fmla="*/ 5982782 w 5982782"/>
              <a:gd name="connsiteY0" fmla="*/ 6539632 h 6539632"/>
              <a:gd name="connsiteX1" fmla="*/ 5982782 w 5982782"/>
              <a:gd name="connsiteY1" fmla="*/ 1 h 6539632"/>
              <a:gd name="connsiteX2" fmla="*/ 1827761 w 5982782"/>
              <a:gd name="connsiteY2" fmla="*/ 0 h 6539632"/>
              <a:gd name="connsiteX3" fmla="*/ 0 w 5982782"/>
              <a:gd name="connsiteY3" fmla="*/ 6539632 h 6539632"/>
            </a:gdLst>
            <a:ahLst/>
            <a:cxnLst>
              <a:cxn ang="0">
                <a:pos x="connsiteX0" y="connsiteY0"/>
              </a:cxn>
              <a:cxn ang="0">
                <a:pos x="connsiteX1" y="connsiteY1"/>
              </a:cxn>
              <a:cxn ang="0">
                <a:pos x="connsiteX2" y="connsiteY2"/>
              </a:cxn>
              <a:cxn ang="0">
                <a:pos x="connsiteX3" y="connsiteY3"/>
              </a:cxn>
            </a:cxnLst>
            <a:rect l="l" t="t" r="r" b="b"/>
            <a:pathLst>
              <a:path w="5982782" h="6539632">
                <a:moveTo>
                  <a:pt x="5982782" y="6539632"/>
                </a:moveTo>
                <a:lnTo>
                  <a:pt x="5982782" y="1"/>
                </a:lnTo>
                <a:lnTo>
                  <a:pt x="1827761" y="0"/>
                </a:lnTo>
                <a:lnTo>
                  <a:pt x="0" y="6539632"/>
                </a:lnTo>
                <a:close/>
              </a:path>
            </a:pathLst>
          </a:custGeom>
          <a:solidFill>
            <a:schemeClr val="bg1"/>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1A3B47"/>
              </a:solidFill>
              <a:effectLst/>
              <a:uLnTx/>
              <a:uFillTx/>
              <a:latin typeface="Soho Gothic Pro" panose="020B0503030504020204" pitchFamily="34" charset="0"/>
              <a:ea typeface="+mn-ea"/>
              <a:cs typeface="+mn-cs"/>
            </a:endParaRPr>
          </a:p>
        </p:txBody>
      </p:sp>
      <p:sp>
        <p:nvSpPr>
          <p:cNvPr id="26" name="Rectángulo 25"/>
          <p:cNvSpPr/>
          <p:nvPr/>
        </p:nvSpPr>
        <p:spPr>
          <a:xfrm>
            <a:off x="317374" y="1457381"/>
            <a:ext cx="1910457" cy="383996"/>
          </a:xfrm>
          <a:prstGeom prst="rect">
            <a:avLst/>
          </a:prstGeom>
        </p:spPr>
        <p:txBody>
          <a:bodyPr wrap="square" lIns="0" tIns="47975" rIns="47975" bIns="47975"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1" i="0" u="none" strike="noStrike" kern="1200" cap="none" spc="0" normalizeH="0" baseline="0" noProof="0">
                <a:ln>
                  <a:noFill/>
                </a:ln>
                <a:solidFill>
                  <a:schemeClr val="bg1"/>
                </a:solidFill>
                <a:effectLst/>
                <a:uLnTx/>
                <a:uFillTx/>
                <a:ea typeface="+mn-ea"/>
                <a:cs typeface="+mn-cs"/>
              </a:rPr>
              <a:t>Formación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a:ln>
                <a:noFill/>
              </a:ln>
              <a:solidFill>
                <a:schemeClr val="bg1"/>
              </a:solidFill>
              <a:effectLst/>
              <a:uLnTx/>
              <a:uFillTx/>
              <a:ea typeface="+mn-ea"/>
              <a:cs typeface="+mn-cs"/>
            </a:endParaRPr>
          </a:p>
        </p:txBody>
      </p:sp>
      <p:sp>
        <p:nvSpPr>
          <p:cNvPr id="27" name="Rectángulo 26"/>
          <p:cNvSpPr/>
          <p:nvPr/>
        </p:nvSpPr>
        <p:spPr>
          <a:xfrm>
            <a:off x="380561" y="4297910"/>
            <a:ext cx="1910457" cy="383996"/>
          </a:xfrm>
          <a:prstGeom prst="rect">
            <a:avLst/>
          </a:prstGeom>
        </p:spPr>
        <p:txBody>
          <a:bodyPr wrap="square" lIns="0" tIns="47975" rIns="47975" bIns="47975">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1" i="0" u="none" strike="noStrike" kern="1200" cap="none" spc="0" normalizeH="0" baseline="0" noProof="0">
                <a:ln>
                  <a:noFill/>
                </a:ln>
                <a:solidFill>
                  <a:schemeClr val="tx2"/>
                </a:solidFill>
                <a:effectLst/>
                <a:uLnTx/>
                <a:uFillTx/>
                <a:ea typeface="+mn-ea"/>
                <a:cs typeface="+mn-cs"/>
              </a:rPr>
              <a:t>Habilidades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a:ln>
                <a:noFill/>
              </a:ln>
              <a:solidFill>
                <a:schemeClr val="tx2"/>
              </a:solidFill>
              <a:effectLst/>
              <a:uLnTx/>
              <a:uFillTx/>
              <a:ea typeface="+mn-ea"/>
              <a:cs typeface="+mn-cs"/>
            </a:endParaRPr>
          </a:p>
        </p:txBody>
      </p:sp>
      <p:pic>
        <p:nvPicPr>
          <p:cNvPr id="29" name="Imagen 28"/>
          <p:cNvPicPr>
            <a:picLocks noChangeAspect="1"/>
          </p:cNvPicPr>
          <p:nvPr/>
        </p:nvPicPr>
        <p:blipFill>
          <a:blip r:embed="rId5">
            <a:duotone>
              <a:prstClr val="black"/>
              <a:srgbClr val="4F062A">
                <a:tint val="45000"/>
                <a:satMod val="400000"/>
              </a:srgbClr>
            </a:duotone>
          </a:blip>
          <a:stretch>
            <a:fillRect/>
          </a:stretch>
        </p:blipFill>
        <p:spPr>
          <a:xfrm>
            <a:off x="2369623" y="3989938"/>
            <a:ext cx="416533" cy="513600"/>
          </a:xfrm>
          <a:prstGeom prst="rect">
            <a:avLst/>
          </a:prstGeom>
        </p:spPr>
      </p:pic>
      <p:graphicFrame>
        <p:nvGraphicFramePr>
          <p:cNvPr id="3" name="2 Objeto" hidden="1"/>
          <p:cNvGraphicFramePr>
            <a:graphicFrameLocks noChangeAspect="1"/>
          </p:cNvGraphicFramePr>
          <p:nvPr>
            <p:custDataLst>
              <p:tags r:id="rId1"/>
            </p:custDataLst>
          </p:nvPr>
        </p:nvGraphicFramePr>
        <p:xfrm>
          <a:off x="1144588" y="1589"/>
          <a:ext cx="1587" cy="1587"/>
        </p:xfrm>
        <a:graphic>
          <a:graphicData uri="http://schemas.openxmlformats.org/presentationml/2006/ole">
            <mc:AlternateContent xmlns:mc="http://schemas.openxmlformats.org/markup-compatibility/2006">
              <mc:Choice xmlns:v="urn:schemas-microsoft-com:vml" Requires="v">
                <p:oleObj name="Diapositiva de think-cell" r:id="rId6" imgW="270" imgH="270" progId="TCLayout.ActiveDocument.1">
                  <p:embed/>
                </p:oleObj>
              </mc:Choice>
              <mc:Fallback>
                <p:oleObj name="Diapositiva de think-cell" r:id="rId6" imgW="270" imgH="270" progId="TCLayout.ActiveDocument.1">
                  <p:embed/>
                  <p:pic>
                    <p:nvPicPr>
                      <p:cNvPr id="3" name="2 Objeto"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4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ángulo 4"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400" b="0" i="0" u="none" strike="noStrike" kern="1200" cap="none" spc="0" normalizeH="0" baseline="0" noProof="0">
              <a:ln>
                <a:noFill/>
              </a:ln>
              <a:solidFill>
                <a:srgbClr val="FFFFFF"/>
              </a:solidFill>
              <a:effectLst/>
              <a:uLnTx/>
              <a:uFillTx/>
              <a:latin typeface="Playfair Display" panose="00000500000000000000"/>
              <a:ea typeface="+mn-ea"/>
              <a:cs typeface="+mn-cs"/>
              <a:sym typeface="Playfair Display" panose="00000500000000000000"/>
            </a:endParaRPr>
          </a:p>
        </p:txBody>
      </p:sp>
      <p:sp>
        <p:nvSpPr>
          <p:cNvPr id="18" name="Rectángulo 17"/>
          <p:cNvSpPr/>
          <p:nvPr/>
        </p:nvSpPr>
        <p:spPr>
          <a:xfrm>
            <a:off x="295321" y="1659626"/>
            <a:ext cx="2611805" cy="1695193"/>
          </a:xfrm>
          <a:prstGeom prst="rect">
            <a:avLst/>
          </a:prstGeom>
        </p:spPr>
        <p:txBody>
          <a:bodyPr wrap="square" lIns="0" tIns="0" rIns="0" bIns="0" anchor="t">
            <a:noAutofit/>
          </a:bodyPr>
          <a:lstStyle/>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ES_tradnl" sz="1100" b="0" i="0" u="none" strike="noStrike" kern="1200" cap="none" spc="0" normalizeH="0" baseline="0" noProof="0">
                <a:ln>
                  <a:noFill/>
                </a:ln>
                <a:solidFill>
                  <a:schemeClr val="bg1"/>
                </a:solidFill>
                <a:effectLst/>
                <a:uLnTx/>
                <a:uFillTx/>
                <a:ea typeface="+mn-ea"/>
                <a:cs typeface="+mn-cs"/>
              </a:rPr>
              <a:t>Magíster en Project Management,​ </a:t>
            </a:r>
            <a:r>
              <a:rPr kumimoji="0" lang="es-ES_tradnl" sz="1100" b="0" i="0" u="none" strike="noStrike" kern="1200" cap="none" spc="0" normalizeH="0" baseline="0" noProof="0" err="1">
                <a:ln>
                  <a:noFill/>
                </a:ln>
                <a:solidFill>
                  <a:schemeClr val="bg1"/>
                </a:solidFill>
                <a:effectLst/>
                <a:uLnTx/>
                <a:uFillTx/>
                <a:ea typeface="+mn-ea"/>
                <a:cs typeface="+mn-cs"/>
              </a:rPr>
              <a:t>Universitat</a:t>
            </a:r>
            <a:r>
              <a:rPr kumimoji="0" lang="es-ES_tradnl" sz="1100" b="0" i="0" u="none" strike="noStrike" kern="1200" cap="none" spc="0" normalizeH="0" baseline="0" noProof="0">
                <a:ln>
                  <a:noFill/>
                </a:ln>
                <a:solidFill>
                  <a:schemeClr val="bg1"/>
                </a:solidFill>
                <a:effectLst/>
                <a:uLnTx/>
                <a:uFillTx/>
                <a:ea typeface="+mn-ea"/>
                <a:cs typeface="+mn-cs"/>
              </a:rPr>
              <a:t> Ramon Llull &amp; ESAN</a:t>
            </a:r>
          </a:p>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a:ln>
                  <a:noFill/>
                </a:ln>
                <a:solidFill>
                  <a:schemeClr val="bg1"/>
                </a:solidFill>
                <a:effectLst/>
                <a:uLnTx/>
                <a:uFillTx/>
                <a:ea typeface="+mn-ea"/>
                <a:cs typeface="+mn-cs"/>
              </a:rPr>
              <a:t>Ingeniero de Computación y Sistemas, ​Universidad de San Martín de Porres</a:t>
            </a:r>
          </a:p>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a:ln>
                  <a:noFill/>
                </a:ln>
                <a:solidFill>
                  <a:schemeClr val="bg1"/>
                </a:solidFill>
                <a:effectLst/>
                <a:uLnTx/>
                <a:uFillTx/>
                <a:ea typeface="+mn-ea"/>
                <a:cs typeface="+mn-cs"/>
              </a:rPr>
              <a:t>​</a:t>
            </a:r>
            <a:r>
              <a:rPr kumimoji="0" lang="es-PE" sz="1100" b="0" i="0" u="none" strike="noStrike" kern="1200" cap="none" spc="0" normalizeH="0" baseline="0" noProof="0">
                <a:ln>
                  <a:noFill/>
                </a:ln>
                <a:solidFill>
                  <a:schemeClr val="bg1"/>
                </a:solidFill>
                <a:effectLst/>
                <a:uLnTx/>
                <a:uFillTx/>
                <a:ea typeface="+mn-lt"/>
                <a:cs typeface="+mn-lt"/>
              </a:rPr>
              <a:t>PMP® - Profesional en Dirección de Proyectos - PMI</a:t>
            </a:r>
          </a:p>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a:ln>
                  <a:noFill/>
                </a:ln>
                <a:solidFill>
                  <a:schemeClr val="bg1"/>
                </a:solidFill>
                <a:effectLst/>
                <a:uLnTx/>
                <a:uFillTx/>
                <a:ea typeface="+mn-lt"/>
                <a:cs typeface="+mn-lt"/>
              </a:rPr>
              <a:t>Scrum Master </a:t>
            </a:r>
          </a:p>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a:ln>
                  <a:noFill/>
                </a:ln>
                <a:solidFill>
                  <a:schemeClr val="bg1"/>
                </a:solidFill>
                <a:effectLst/>
                <a:uLnTx/>
                <a:uFillTx/>
                <a:ea typeface="+mn-lt"/>
                <a:cs typeface="+mn-lt"/>
              </a:rPr>
              <a:t>2 certificaciones SAP (Activate &amp; HCM)</a:t>
            </a:r>
          </a:p>
        </p:txBody>
      </p:sp>
      <p:sp>
        <p:nvSpPr>
          <p:cNvPr id="25" name="Rectángulo 24"/>
          <p:cNvSpPr/>
          <p:nvPr/>
        </p:nvSpPr>
        <p:spPr>
          <a:xfrm>
            <a:off x="195916" y="4613760"/>
            <a:ext cx="2560670" cy="1939440"/>
          </a:xfrm>
          <a:prstGeom prst="rect">
            <a:avLst/>
          </a:prstGeom>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srgbClr val="000000"/>
              </a:solidFill>
              <a:effectLst/>
              <a:uLnTx/>
              <a:uFillTx/>
              <a:latin typeface="Raleway" panose="020B06040202020202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srgbClr val="000000"/>
              </a:solidFill>
              <a:effectLst/>
              <a:uLnTx/>
              <a:uFillTx/>
              <a:latin typeface="Raleway" panose="020B06040202020202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100" b="0" i="0" u="none" strike="noStrike" kern="1200" cap="none" spc="0" normalizeH="0" baseline="0" noProof="0">
              <a:ln>
                <a:noFill/>
              </a:ln>
              <a:solidFill>
                <a:srgbClr val="1A3B47"/>
              </a:solidFill>
              <a:effectLst/>
              <a:uLnTx/>
              <a:uFillTx/>
              <a:latin typeface="Soho Gothic Pro Light"/>
              <a:ea typeface="+mn-lt"/>
              <a:cs typeface="+mn-lt"/>
            </a:endParaRPr>
          </a:p>
        </p:txBody>
      </p:sp>
      <p:sp>
        <p:nvSpPr>
          <p:cNvPr id="35" name="1 Título"/>
          <p:cNvSpPr>
            <a:spLocks noGrp="1"/>
          </p:cNvSpPr>
          <p:nvPr>
            <p:ph type="title"/>
          </p:nvPr>
        </p:nvSpPr>
        <p:spPr>
          <a:xfrm>
            <a:off x="336000" y="654475"/>
            <a:ext cx="2689052" cy="919343"/>
          </a:xfrm>
        </p:spPr>
        <p:txBody>
          <a:bodyPr/>
          <a:lstStyle/>
          <a:p>
            <a:pPr>
              <a:spcBef>
                <a:spcPts val="400"/>
              </a:spcBef>
              <a:spcAft>
                <a:spcPts val="400"/>
              </a:spcAft>
              <a:buClr>
                <a:schemeClr val="tx1"/>
              </a:buClr>
            </a:pPr>
            <a:r>
              <a:rPr lang="en-US" b="1">
                <a:solidFill>
                  <a:schemeClr val="bg1"/>
                </a:solidFill>
              </a:rPr>
              <a:t>Lead PMO Avanzada (E.B.)</a:t>
            </a:r>
          </a:p>
        </p:txBody>
      </p:sp>
      <p:pic>
        <p:nvPicPr>
          <p:cNvPr id="20" name="Imagen 19"/>
          <p:cNvPicPr>
            <a:picLocks noChangeAspect="1"/>
          </p:cNvPicPr>
          <p:nvPr/>
        </p:nvPicPr>
        <p:blipFill>
          <a:blip r:embed="rId8">
            <a:duotone>
              <a:prstClr val="black"/>
              <a:srgbClr val="4F062A">
                <a:tint val="45000"/>
                <a:satMod val="400000"/>
              </a:srgbClr>
            </a:duotone>
          </a:blip>
          <a:stretch>
            <a:fillRect/>
          </a:stretch>
        </p:blipFill>
        <p:spPr bwMode="auto">
          <a:xfrm>
            <a:off x="6258834" y="117453"/>
            <a:ext cx="398131" cy="379680"/>
          </a:xfrm>
          <a:prstGeom prst="rect">
            <a:avLst/>
          </a:prstGeom>
        </p:spPr>
      </p:pic>
      <p:sp>
        <p:nvSpPr>
          <p:cNvPr id="21" name="Rectángulo 12"/>
          <p:cNvSpPr/>
          <p:nvPr/>
        </p:nvSpPr>
        <p:spPr bwMode="auto">
          <a:xfrm>
            <a:off x="3536749" y="230872"/>
            <a:ext cx="5386421" cy="383996"/>
          </a:xfrm>
          <a:prstGeom prst="rect">
            <a:avLst/>
          </a:prstGeom>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effectLst/>
                <a:uLnTx/>
                <a:uFillTx/>
                <a:latin typeface="+mj-lt"/>
                <a:ea typeface="+mn-ea"/>
                <a:cs typeface="+mn-cs"/>
              </a:rPr>
              <a:t>Experiencia profesional</a:t>
            </a:r>
          </a:p>
        </p:txBody>
      </p:sp>
      <p:sp>
        <p:nvSpPr>
          <p:cNvPr id="24" name="Rectángulo 23">
            <a:extLst>
              <a:ext uri="{FF2B5EF4-FFF2-40B4-BE49-F238E27FC236}">
                <a16:creationId xmlns:a16="http://schemas.microsoft.com/office/drawing/2014/main" id="{5CC8C489-1A52-4B93-B69F-D0A0899FE530}"/>
              </a:ext>
            </a:extLst>
          </p:cNvPr>
          <p:cNvSpPr/>
          <p:nvPr/>
        </p:nvSpPr>
        <p:spPr>
          <a:xfrm>
            <a:off x="283795" y="4702660"/>
            <a:ext cx="2560670" cy="1290345"/>
          </a:xfrm>
          <a:prstGeom prst="rect">
            <a:avLst/>
          </a:prstGeom>
        </p:spPr>
        <p:txBody>
          <a:bodyPr wrap="square" lIns="0" tIns="0" rIns="0" bIns="0" anchor="t">
            <a:noAutofit/>
          </a:bodyPr>
          <a:lstStyle/>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ES" sz="1100" b="0" i="0" u="none" strike="noStrike" kern="1200" cap="none" spc="0" normalizeH="0" baseline="0" noProof="0">
                <a:ln>
                  <a:noFill/>
                </a:ln>
                <a:solidFill>
                  <a:schemeClr val="tx2"/>
                </a:solidFill>
                <a:effectLst/>
                <a:uLnTx/>
                <a:uFillTx/>
                <a:ea typeface="+mn-ea"/>
                <a:cs typeface="+mn-cs"/>
              </a:rPr>
              <a:t>Finanzas, </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ES" sz="1100" b="0" i="0" u="none" strike="noStrike" kern="1200" cap="none" spc="0" normalizeH="0" baseline="0" noProof="0">
                <a:ln>
                  <a:noFill/>
                </a:ln>
                <a:solidFill>
                  <a:schemeClr val="tx2"/>
                </a:solidFill>
                <a:effectLst/>
                <a:uLnTx/>
                <a:uFillTx/>
                <a:ea typeface="+mn-ea"/>
                <a:cs typeface="+mn-cs"/>
              </a:rPr>
              <a:t>Gestión de </a:t>
            </a:r>
            <a:r>
              <a:rPr kumimoji="0" lang="es-ES" sz="1100" b="0" i="0" u="none" strike="noStrike" kern="1200" cap="none" spc="0" normalizeH="0" baseline="0" noProof="0" err="1">
                <a:ln>
                  <a:noFill/>
                </a:ln>
                <a:solidFill>
                  <a:schemeClr val="tx2"/>
                </a:solidFill>
                <a:effectLst/>
                <a:uLnTx/>
                <a:uFillTx/>
                <a:ea typeface="+mn-ea"/>
                <a:cs typeface="+mn-cs"/>
              </a:rPr>
              <a:t>KPIs</a:t>
            </a:r>
            <a:endParaRPr kumimoji="0" lang="es-ES" sz="1100" b="0" i="0" u="none" strike="noStrike" kern="1200" cap="none" spc="0" normalizeH="0" baseline="0" noProof="0">
              <a:ln>
                <a:noFill/>
              </a:ln>
              <a:solidFill>
                <a:schemeClr val="tx2"/>
              </a:solidFill>
              <a:effectLst/>
              <a:uLnTx/>
              <a:uFillTx/>
              <a:ea typeface="+mn-ea"/>
              <a:cs typeface="+mn-cs"/>
            </a:endParaRP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ES" sz="1100" b="0" i="0" u="none" strike="noStrike" kern="1200" cap="none" spc="0" normalizeH="0" baseline="0" noProof="0" err="1">
                <a:ln>
                  <a:noFill/>
                </a:ln>
                <a:solidFill>
                  <a:schemeClr val="tx2"/>
                </a:solidFill>
                <a:effectLst/>
                <a:uLnTx/>
                <a:uFillTx/>
                <a:ea typeface="+mn-ea"/>
                <a:cs typeface="+mn-cs"/>
              </a:rPr>
              <a:t>Design</a:t>
            </a:r>
            <a:r>
              <a:rPr kumimoji="0" lang="es-ES" sz="1100" b="0" i="0" u="none" strike="noStrike" kern="1200" cap="none" spc="0" normalizeH="0" baseline="0" noProof="0">
                <a:ln>
                  <a:noFill/>
                </a:ln>
                <a:solidFill>
                  <a:schemeClr val="tx2"/>
                </a:solidFill>
                <a:effectLst/>
                <a:uLnTx/>
                <a:uFillTx/>
                <a:ea typeface="+mn-ea"/>
                <a:cs typeface="+mn-cs"/>
              </a:rPr>
              <a:t> </a:t>
            </a:r>
            <a:r>
              <a:rPr kumimoji="0" lang="es-ES" sz="1100" b="0" i="0" u="none" strike="noStrike" kern="1200" cap="none" spc="0" normalizeH="0" baseline="0" noProof="0" err="1">
                <a:ln>
                  <a:noFill/>
                </a:ln>
                <a:solidFill>
                  <a:schemeClr val="tx2"/>
                </a:solidFill>
                <a:effectLst/>
                <a:uLnTx/>
                <a:uFillTx/>
                <a:ea typeface="+mn-ea"/>
                <a:cs typeface="+mn-cs"/>
              </a:rPr>
              <a:t>Thinking</a:t>
            </a:r>
            <a:endParaRPr kumimoji="0" lang="es-ES" sz="1100" b="0" i="0" u="none" strike="noStrike" kern="1200" cap="none" spc="0" normalizeH="0" baseline="0" noProof="0">
              <a:ln>
                <a:noFill/>
              </a:ln>
              <a:solidFill>
                <a:schemeClr val="tx2"/>
              </a:solidFill>
              <a:effectLst/>
              <a:uLnTx/>
              <a:uFillTx/>
              <a:ea typeface="+mn-ea"/>
              <a:cs typeface="+mn-cs"/>
            </a:endParaRP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ES" sz="1100" b="0" i="0" u="none" strike="noStrike" kern="1200" cap="none" spc="0" normalizeH="0" baseline="0" noProof="0">
                <a:ln>
                  <a:noFill/>
                </a:ln>
                <a:solidFill>
                  <a:schemeClr val="tx2"/>
                </a:solidFill>
                <a:effectLst/>
                <a:uLnTx/>
                <a:uFillTx/>
                <a:ea typeface="+mn-ea"/>
                <a:cs typeface="+mn-cs"/>
              </a:rPr>
              <a:t>Procesos, Metodologías Ágiles (Scrum, Kanban, </a:t>
            </a:r>
            <a:r>
              <a:rPr kumimoji="0" lang="es-ES" sz="1100" b="0" i="0" u="none" strike="noStrike" kern="1200" cap="none" spc="0" normalizeH="0" baseline="0" noProof="0" err="1">
                <a:ln>
                  <a:noFill/>
                </a:ln>
                <a:solidFill>
                  <a:schemeClr val="tx2"/>
                </a:solidFill>
                <a:effectLst/>
                <a:uLnTx/>
                <a:uFillTx/>
                <a:ea typeface="+mn-ea"/>
                <a:cs typeface="+mn-cs"/>
              </a:rPr>
              <a:t>Scrumban</a:t>
            </a:r>
            <a:r>
              <a:rPr kumimoji="0" lang="es-ES" sz="1100" b="0" i="0" u="none" strike="noStrike" kern="1200" cap="none" spc="0" normalizeH="0" baseline="0" noProof="0">
                <a:ln>
                  <a:noFill/>
                </a:ln>
                <a:solidFill>
                  <a:schemeClr val="tx2"/>
                </a:solidFill>
                <a:effectLst/>
                <a:uLnTx/>
                <a:uFillTx/>
                <a:ea typeface="+mn-ea"/>
                <a:cs typeface="+mn-cs"/>
              </a:rPr>
              <a:t>)</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lang="es-ES" sz="1100">
                <a:solidFill>
                  <a:schemeClr val="tx2"/>
                </a:solidFill>
              </a:rPr>
              <a:t>L</a:t>
            </a:r>
            <a:r>
              <a:rPr kumimoji="0" lang="es-ES" sz="1100" b="0" i="0" u="none" strike="noStrike" kern="1200" cap="none" spc="0" normalizeH="0" baseline="0" noProof="0" err="1">
                <a:ln>
                  <a:noFill/>
                </a:ln>
                <a:solidFill>
                  <a:schemeClr val="tx2"/>
                </a:solidFill>
                <a:effectLst/>
                <a:uLnTx/>
                <a:uFillTx/>
                <a:ea typeface="+mn-ea"/>
                <a:cs typeface="+mn-cs"/>
              </a:rPr>
              <a:t>enguajes</a:t>
            </a:r>
            <a:r>
              <a:rPr kumimoji="0" lang="es-ES" sz="1100" b="0" i="0" u="none" strike="noStrike" kern="1200" cap="none" spc="0" normalizeH="0" baseline="0" noProof="0">
                <a:ln>
                  <a:noFill/>
                </a:ln>
                <a:solidFill>
                  <a:schemeClr val="tx2"/>
                </a:solidFill>
                <a:effectLst/>
                <a:uLnTx/>
                <a:uFillTx/>
                <a:ea typeface="+mn-ea"/>
                <a:cs typeface="+mn-cs"/>
              </a:rPr>
              <a:t> Orientados a Objetos</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ES" sz="1100" b="0" i="0" u="none" strike="noStrike" kern="1200" cap="none" spc="0" normalizeH="0" baseline="0" noProof="0">
                <a:ln>
                  <a:noFill/>
                </a:ln>
                <a:solidFill>
                  <a:schemeClr val="tx2"/>
                </a:solidFill>
                <a:effectLst/>
                <a:uLnTx/>
                <a:uFillTx/>
                <a:ea typeface="+mn-ea"/>
                <a:cs typeface="+mn-cs"/>
              </a:rPr>
              <a:t>Cloud</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n-US" sz="1100" b="0" i="0" u="none" strike="noStrike" kern="1400" cap="none" spc="0" normalizeH="0" baseline="0" noProof="0">
                <a:ln>
                  <a:noFill/>
                </a:ln>
                <a:solidFill>
                  <a:schemeClr val="tx2"/>
                </a:solidFill>
                <a:effectLst/>
                <a:uLnTx/>
                <a:uFillTx/>
                <a:ea typeface="+mn-ea"/>
                <a:cs typeface="Times New Roman"/>
              </a:rPr>
              <a:t>SAP Activate Project Manager​</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n-US" sz="1100" b="0" i="0" u="none" strike="noStrike" kern="1400" cap="none" spc="0" normalizeH="0" baseline="0" noProof="0">
                <a:ln>
                  <a:noFill/>
                </a:ln>
                <a:solidFill>
                  <a:schemeClr val="tx2"/>
                </a:solidFill>
                <a:effectLst/>
                <a:uLnTx/>
                <a:uFillTx/>
                <a:ea typeface="+mn-ea"/>
                <a:cs typeface="Times New Roman"/>
              </a:rPr>
              <a:t>ITIL Foundation V4</a:t>
            </a:r>
            <a:endParaRPr kumimoji="0" lang="es-MX" sz="1100" b="0" i="0" u="none" strike="noStrike" kern="1400" cap="none" spc="0" normalizeH="0" baseline="0" noProof="0">
              <a:ln>
                <a:noFill/>
              </a:ln>
              <a:solidFill>
                <a:schemeClr val="tx2"/>
              </a:solidFill>
              <a:effectLst/>
              <a:uLnTx/>
              <a:uFillTx/>
              <a:ea typeface="+mn-ea"/>
              <a:cs typeface="Times New Roman"/>
            </a:endParaRPr>
          </a:p>
        </p:txBody>
      </p:sp>
      <p:sp>
        <p:nvSpPr>
          <p:cNvPr id="2" name="Rectángulo 1">
            <a:extLst>
              <a:ext uri="{FF2B5EF4-FFF2-40B4-BE49-F238E27FC236}">
                <a16:creationId xmlns:a16="http://schemas.microsoft.com/office/drawing/2014/main" id="{CE3A882D-7AB7-8A3B-7E47-D03113539B69}"/>
              </a:ext>
            </a:extLst>
          </p:cNvPr>
          <p:cNvSpPr/>
          <p:nvPr/>
        </p:nvSpPr>
        <p:spPr>
          <a:xfrm>
            <a:off x="3536749" y="599101"/>
            <a:ext cx="8274690" cy="6558443"/>
          </a:xfrm>
          <a:prstGeom prst="rect">
            <a:avLst/>
          </a:prstGeom>
        </p:spPr>
        <p:txBody>
          <a:bodyPr wrap="square" lIns="0" tIns="0" rIns="0" bIns="0" anchor="t">
            <a:no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base" latinLnBrk="0" hangingPunct="1">
              <a:lnSpc>
                <a:spcPct val="100000"/>
              </a:lnSpc>
              <a:spcBef>
                <a:spcPts val="0"/>
              </a:spcBef>
              <a:spcAft>
                <a:spcPts val="0"/>
              </a:spcAft>
              <a:buClrTx/>
              <a:buSzTx/>
              <a:buFontTx/>
              <a:buNone/>
              <a:tabLst/>
              <a:defRPr/>
            </a:pPr>
            <a:r>
              <a:rPr kumimoji="0" lang="es-PE" sz="1100" b="1" i="0" u="none" strike="noStrike" kern="1200" cap="none" spc="0" normalizeH="0" baseline="0" noProof="0">
                <a:ln>
                  <a:noFill/>
                </a:ln>
                <a:solidFill>
                  <a:schemeClr val="accent1"/>
                </a:solidFill>
                <a:effectLst/>
                <a:uLnTx/>
                <a:uFillTx/>
                <a:ea typeface="+mn-ea"/>
                <a:cs typeface="+mn-cs"/>
              </a:rPr>
              <a:t>Manager de la Práctica SAP en Minsait, con +12 años de experiencia en consultoría de gestión de proyectos:​</a:t>
            </a:r>
          </a:p>
          <a:p>
            <a:pPr marL="0" marR="0" lvl="0" indent="0" defTabSz="914400" rtl="0" eaLnBrk="1" fontAlgn="base" latinLnBrk="0" hangingPunct="1">
              <a:lnSpc>
                <a:spcPct val="100000"/>
              </a:lnSpc>
              <a:spcBef>
                <a:spcPts val="0"/>
              </a:spcBef>
              <a:spcAft>
                <a:spcPts val="0"/>
              </a:spcAft>
              <a:buClrTx/>
              <a:buSzTx/>
              <a:buFontTx/>
              <a:buNone/>
              <a:tabLst/>
              <a:defRPr/>
            </a:pPr>
            <a:endParaRPr kumimoji="0" lang="es-PE" sz="1100" b="1" i="0" u="none" strike="noStrike" kern="1200" cap="none" spc="0" normalizeH="0" baseline="0" noProof="0">
              <a:ln>
                <a:noFill/>
              </a:ln>
              <a:effectLst/>
              <a:uLnTx/>
              <a:uFillTx/>
              <a:ea typeface="+mn-ea"/>
              <a:cs typeface="+mn-cs"/>
            </a:endParaRPr>
          </a:p>
          <a:p>
            <a:pPr marL="171450" marR="0" lvl="0" indent="-171450"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s-PE" sz="1100" b="1" i="0" u="none" strike="noStrike" kern="1200" cap="none" spc="0" normalizeH="0" baseline="0" noProof="0">
                <a:ln>
                  <a:noFill/>
                </a:ln>
                <a:effectLst/>
                <a:uLnTx/>
                <a:uFillTx/>
                <a:ea typeface="+mn-ea"/>
                <a:cs typeface="+mn-cs"/>
              </a:rPr>
              <a:t>Gerente de proyectos y programas experto en liderar transformaciones tecnológicas complejas, gestionando múltiples stakeholders en implementaciones, </a:t>
            </a:r>
            <a:r>
              <a:rPr kumimoji="0" lang="es-PE" sz="1100" b="1" i="0" u="none" strike="noStrike" kern="1200" cap="none" spc="0" normalizeH="0" baseline="0" noProof="0" err="1">
                <a:ln>
                  <a:noFill/>
                </a:ln>
                <a:effectLst/>
                <a:uLnTx/>
                <a:uFillTx/>
                <a:ea typeface="+mn-ea"/>
                <a:cs typeface="+mn-cs"/>
              </a:rPr>
              <a:t>upgrades</a:t>
            </a:r>
            <a:r>
              <a:rPr kumimoji="0" lang="es-PE" sz="1100" b="1" i="0" u="none" strike="noStrike" kern="1200" cap="none" spc="0" normalizeH="0" baseline="0" noProof="0">
                <a:ln>
                  <a:noFill/>
                </a:ln>
                <a:effectLst/>
                <a:uLnTx/>
                <a:uFillTx/>
                <a:ea typeface="+mn-ea"/>
                <a:cs typeface="+mn-cs"/>
              </a:rPr>
              <a:t> y roll-</a:t>
            </a:r>
            <a:r>
              <a:rPr kumimoji="0" lang="es-PE" sz="1100" b="1" i="0" u="none" strike="noStrike" kern="1200" cap="none" spc="0" normalizeH="0" baseline="0" noProof="0" err="1">
                <a:ln>
                  <a:noFill/>
                </a:ln>
                <a:effectLst/>
                <a:uLnTx/>
                <a:uFillTx/>
                <a:ea typeface="+mn-ea"/>
                <a:cs typeface="+mn-cs"/>
              </a:rPr>
              <a:t>outs</a:t>
            </a:r>
            <a:r>
              <a:rPr kumimoji="0" lang="es-PE" sz="1100" b="1" i="0" u="none" strike="noStrike" kern="1200" cap="none" spc="0" normalizeH="0" baseline="0" noProof="0">
                <a:ln>
                  <a:noFill/>
                </a:ln>
                <a:effectLst/>
                <a:uLnTx/>
                <a:uFillTx/>
                <a:ea typeface="+mn-ea"/>
                <a:cs typeface="+mn-cs"/>
              </a:rPr>
              <a:t> de ERP SAP, con enfoque en eficiencia, colaboración y generación de valor estratégico para diversas industrias.​</a:t>
            </a:r>
          </a:p>
          <a:p>
            <a:pPr marL="171450" marR="0" lvl="0" indent="-171450"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s-PE" sz="1100" b="1" i="0" u="none" strike="noStrike" kern="1200" cap="none" spc="0" normalizeH="0" baseline="0" noProof="0">
              <a:ln>
                <a:noFill/>
              </a:ln>
              <a:effectLst/>
              <a:uLnTx/>
              <a:uFillTx/>
              <a:ea typeface="+mn-ea"/>
              <a:cs typeface="+mn-cs"/>
            </a:endParaRPr>
          </a:p>
          <a:p>
            <a:pPr marL="171450" marR="0" lvl="0" indent="-171450"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s-PE" sz="1100" b="1" i="0" u="none" strike="noStrike" kern="1200" cap="none" spc="0" normalizeH="0" baseline="0" noProof="0">
                <a:ln>
                  <a:noFill/>
                </a:ln>
                <a:effectLst/>
                <a:uLnTx/>
                <a:uFillTx/>
                <a:ea typeface="+mn-ea"/>
                <a:cs typeface="+mn-cs"/>
              </a:rPr>
              <a:t>Gestión de Proyectos SAP y Microsoft Dynamics: Supervisó proyectos de implementación, actualización y mantenimiento de sistemas ERP como SAP y Microsoft Dynamics, utilizando metodologías ágiles para gestionar los proyectos, lo cual facilitó la adaptación a los cambios rápidos en requerimientos del cliente y redujo los tiempos y costos de implementación.​</a:t>
            </a:r>
          </a:p>
          <a:p>
            <a:pPr marL="171450" marR="0" lvl="0" indent="-171450"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s-PE" sz="1100" b="1" i="0" u="none" strike="noStrike" kern="1200" cap="none" spc="0" normalizeH="0" baseline="0" noProof="0">
              <a:ln>
                <a:noFill/>
              </a:ln>
              <a:effectLst/>
              <a:uLnTx/>
              <a:uFillTx/>
              <a:ea typeface="+mn-ea"/>
              <a:cs typeface="+mn-cs"/>
            </a:endParaRPr>
          </a:p>
          <a:p>
            <a:pPr marL="171450" marR="0" lvl="0" indent="-171450"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s-PE" sz="1100" b="1" i="0" u="none" strike="noStrike" kern="1200" cap="none" spc="0" normalizeH="0" baseline="0" noProof="0">
                <a:ln>
                  <a:noFill/>
                </a:ln>
                <a:effectLst/>
                <a:uLnTx/>
                <a:uFillTx/>
                <a:ea typeface="+mn-ea"/>
                <a:cs typeface="+mn-cs"/>
              </a:rPr>
              <a:t>Liderazgo en Servicios de Soporte SAP: Como Gerente de Proyectos, gestionó el servicio de soporte y mantenimiento de SAP, mejorando la satisfacción del cliente mediante el cumplimiento estricto de los </a:t>
            </a:r>
            <a:r>
              <a:rPr kumimoji="0" lang="es-PE" sz="1100" b="1" i="0" u="none" strike="noStrike" kern="1200" cap="none" spc="0" normalizeH="0" baseline="0" noProof="0" err="1">
                <a:ln>
                  <a:noFill/>
                </a:ln>
                <a:effectLst/>
                <a:uLnTx/>
                <a:uFillTx/>
                <a:ea typeface="+mn-ea"/>
                <a:cs typeface="+mn-cs"/>
              </a:rPr>
              <a:t>SLAs</a:t>
            </a:r>
            <a:r>
              <a:rPr kumimoji="0" lang="es-PE" sz="1100" b="1" i="0" u="none" strike="noStrike" kern="1200" cap="none" spc="0" normalizeH="0" baseline="0" noProof="0">
                <a:ln>
                  <a:noFill/>
                </a:ln>
                <a:effectLst/>
                <a:uLnTx/>
                <a:uFillTx/>
                <a:ea typeface="+mn-ea"/>
                <a:cs typeface="+mn-cs"/>
              </a:rPr>
              <a:t> y la gestión eficiente de los recursos y el tiempo.​</a:t>
            </a:r>
          </a:p>
          <a:p>
            <a:pPr marL="171450" marR="0" lvl="0" indent="-171450"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s-PE" sz="1100" b="1" i="0" u="none" strike="noStrike" kern="1200" cap="none" spc="0" normalizeH="0" baseline="0" noProof="0">
              <a:ln>
                <a:noFill/>
              </a:ln>
              <a:effectLst/>
              <a:uLnTx/>
              <a:uFillTx/>
              <a:ea typeface="+mn-ea"/>
              <a:cs typeface="+mn-cs"/>
            </a:endParaRPr>
          </a:p>
          <a:p>
            <a:pPr marL="171450" marR="0" lvl="0" indent="-171450"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s-PE" sz="1100" b="1" i="0" u="none" strike="noStrike" kern="1200" cap="none" spc="0" normalizeH="0" baseline="0" noProof="0">
                <a:ln>
                  <a:noFill/>
                </a:ln>
                <a:effectLst/>
                <a:uLnTx/>
                <a:uFillTx/>
                <a:ea typeface="+mn-ea"/>
                <a:cs typeface="+mn-cs"/>
              </a:rPr>
              <a:t>Supervisión y Gestión de Demanda de Proyectos: En su rol en IBM del Perú, fue responsable de supervisar el cumplimiento de los acuerdos de niveles de servicio, gestionar la proyección de trabajo y la demanda de recursos, lo que incluyó la coordinación entre diferentes áreas y la optimización de los recursos disponibles.​</a:t>
            </a:r>
          </a:p>
          <a:p>
            <a:pPr marL="171450" marR="0" lvl="0" indent="-171450"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s-PE" sz="1100" b="1" i="0" u="none" strike="noStrike" kern="1200" cap="none" spc="0" normalizeH="0" baseline="0" noProof="0">
              <a:ln>
                <a:noFill/>
              </a:ln>
              <a:effectLst/>
              <a:uLnTx/>
              <a:uFillTx/>
              <a:ea typeface="+mn-ea"/>
              <a:cs typeface="+mn-cs"/>
            </a:endParaRPr>
          </a:p>
          <a:p>
            <a:pPr marL="171450" marR="0" lvl="0" indent="-171450"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s-PE" sz="1100" b="1" i="0" u="none" strike="noStrike" kern="1200" cap="none" spc="0" normalizeH="0" baseline="0" noProof="0">
                <a:ln>
                  <a:noFill/>
                </a:ln>
                <a:effectLst/>
                <a:uLnTx/>
                <a:uFillTx/>
                <a:ea typeface="+mn-ea"/>
                <a:cs typeface="+mn-cs"/>
              </a:rPr>
              <a:t>Dirección y Gestión Financiera de Proyectos: En Indra Perú, gestionó todos los aspectos financieros de los proyectos desde la </a:t>
            </a:r>
            <a:r>
              <a:rPr kumimoji="0" lang="es-PE" sz="1100" b="1" i="0" u="none" strike="noStrike" kern="1200" cap="none" spc="0" normalizeH="0" baseline="0" noProof="0" err="1">
                <a:ln>
                  <a:noFill/>
                </a:ln>
                <a:effectLst/>
                <a:uLnTx/>
                <a:uFillTx/>
                <a:ea typeface="+mn-ea"/>
                <a:cs typeface="+mn-cs"/>
              </a:rPr>
              <a:t>pre-venta</a:t>
            </a:r>
            <a:r>
              <a:rPr kumimoji="0" lang="es-PE" sz="1100" b="1" i="0" u="none" strike="noStrike" kern="1200" cap="none" spc="0" normalizeH="0" baseline="0" noProof="0">
                <a:ln>
                  <a:noFill/>
                </a:ln>
                <a:effectLst/>
                <a:uLnTx/>
                <a:uFillTx/>
                <a:ea typeface="+mn-ea"/>
                <a:cs typeface="+mn-cs"/>
              </a:rPr>
              <a:t> hasta el cierre, lo que incluyó la gestión de presupuestos, costos, y la evaluación de la rentabilidad de los proyectos, promoviendo la alineación con los objetivos financieros de la empresa.​</a:t>
            </a:r>
          </a:p>
          <a:p>
            <a:pPr marL="171450" marR="0" lvl="0" indent="-171450"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s-PE" sz="1100" b="1" i="0" u="none" strike="noStrike" kern="1200" cap="none" spc="0" normalizeH="0" baseline="0" noProof="0">
              <a:ln>
                <a:noFill/>
              </a:ln>
              <a:effectLst/>
              <a:uLnTx/>
              <a:uFillTx/>
              <a:ea typeface="+mn-ea"/>
              <a:cs typeface="+mn-cs"/>
            </a:endParaRPr>
          </a:p>
          <a:p>
            <a:pPr marL="171450" marR="0" lvl="0" indent="-171450"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s-PE" sz="1100" b="1" i="0" u="none" strike="noStrike" kern="1200" cap="none" spc="0" normalizeH="0" baseline="0" noProof="0">
                <a:ln>
                  <a:noFill/>
                </a:ln>
                <a:effectLst/>
                <a:uLnTx/>
                <a:uFillTx/>
                <a:ea typeface="+mn-ea"/>
                <a:cs typeface="+mn-cs"/>
              </a:rPr>
              <a:t>Implementación de PMO Avanzada: Dirigió múltiples proyectos de roll-</a:t>
            </a:r>
            <a:r>
              <a:rPr kumimoji="0" lang="es-PE" sz="1100" b="1" i="0" u="none" strike="noStrike" kern="1200" cap="none" spc="0" normalizeH="0" baseline="0" noProof="0" err="1">
                <a:ln>
                  <a:noFill/>
                </a:ln>
                <a:effectLst/>
                <a:uLnTx/>
                <a:uFillTx/>
                <a:ea typeface="+mn-ea"/>
                <a:cs typeface="+mn-cs"/>
              </a:rPr>
              <a:t>out</a:t>
            </a:r>
            <a:r>
              <a:rPr kumimoji="0" lang="es-PE" sz="1100" b="1" i="0" u="none" strike="noStrike" kern="1200" cap="none" spc="0" normalizeH="0" baseline="0" noProof="0">
                <a:ln>
                  <a:noFill/>
                </a:ln>
                <a:effectLst/>
                <a:uLnTx/>
                <a:uFillTx/>
                <a:ea typeface="+mn-ea"/>
                <a:cs typeface="+mn-cs"/>
              </a:rPr>
              <a:t> y </a:t>
            </a:r>
            <a:r>
              <a:rPr kumimoji="0" lang="es-PE" sz="1100" b="1" i="0" u="none" strike="noStrike" kern="1200" cap="none" spc="0" normalizeH="0" baseline="0" noProof="0" err="1">
                <a:ln>
                  <a:noFill/>
                </a:ln>
                <a:effectLst/>
                <a:uLnTx/>
                <a:uFillTx/>
                <a:ea typeface="+mn-ea"/>
                <a:cs typeface="+mn-cs"/>
              </a:rPr>
              <a:t>upgrades</a:t>
            </a:r>
            <a:r>
              <a:rPr kumimoji="0" lang="es-PE" sz="1100" b="1" i="0" u="none" strike="noStrike" kern="1200" cap="none" spc="0" normalizeH="0" baseline="0" noProof="0">
                <a:ln>
                  <a:noFill/>
                </a:ln>
                <a:effectLst/>
                <a:uLnTx/>
                <a:uFillTx/>
                <a:ea typeface="+mn-ea"/>
                <a:cs typeface="+mn-cs"/>
              </a:rPr>
              <a:t> de PMO Avanzada, coordinando las adaptaciones a las nuevas versiones y expandiendo la integración del sistema a nivel regional, lo que mejoró significativamente la eficiencia operativa y la coherencia de los datos a través de las subsidiarias.​</a:t>
            </a:r>
          </a:p>
          <a:p>
            <a:pPr marL="171450" marR="0" lvl="0" indent="-171450"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s-PE" sz="1100" b="1" i="0" u="none" strike="noStrike" kern="1200" cap="none" spc="0" normalizeH="0" baseline="0" noProof="0">
              <a:ln>
                <a:noFill/>
              </a:ln>
              <a:effectLst/>
              <a:uLnTx/>
              <a:uFillTx/>
              <a:ea typeface="+mn-ea"/>
              <a:cs typeface="+mn-cs"/>
            </a:endParaRPr>
          </a:p>
          <a:p>
            <a:pPr marL="171450" marR="0" lvl="0" indent="-171450"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s-PE" sz="1100" b="1" i="0" u="none" strike="noStrike" kern="1200" cap="none" spc="0" normalizeH="0" baseline="0" noProof="0">
                <a:ln>
                  <a:noFill/>
                </a:ln>
                <a:effectLst/>
                <a:uLnTx/>
                <a:uFillTx/>
                <a:ea typeface="+mn-ea"/>
                <a:cs typeface="+mn-cs"/>
              </a:rPr>
              <a:t>Desarrollo y Liderazgo de Equipos: Desarrolló y lideró equipos de consultores funcionales, técnicos y basis, supervisando la gestión interna de los proyectos con foco en calidad y la entrega a tiempo de los mismos, lo que resultó en una mejora significativa en la satisfacción del cliente y el logro de los objetivos estratégicos del negocio.​</a:t>
            </a:r>
          </a:p>
          <a:p>
            <a:pPr marL="0" marR="0" lvl="0" indent="0" defTabSz="914400" rtl="0" eaLnBrk="1" fontAlgn="base" latinLnBrk="0" hangingPunct="1">
              <a:lnSpc>
                <a:spcPct val="100000"/>
              </a:lnSpc>
              <a:spcBef>
                <a:spcPts val="0"/>
              </a:spcBef>
              <a:spcAft>
                <a:spcPts val="0"/>
              </a:spcAft>
              <a:buClrTx/>
              <a:buSzTx/>
              <a:buFontTx/>
              <a:buNone/>
              <a:tabLst/>
              <a:defRPr/>
            </a:pPr>
            <a:endParaRPr kumimoji="0" lang="es-PE" sz="1100" b="1" i="0" u="none" strike="noStrike" kern="1200" cap="none" spc="0" normalizeH="0" baseline="0" noProof="0">
              <a:ln>
                <a:noFill/>
              </a:ln>
              <a:effectLst/>
              <a:uLnTx/>
              <a:uFillTx/>
              <a:ea typeface="+mn-ea"/>
              <a:cs typeface="+mn-cs"/>
            </a:endParaRPr>
          </a:p>
          <a:p>
            <a:pPr marL="0" marR="0" lvl="0" indent="0" defTabSz="914400" rtl="0" eaLnBrk="1" fontAlgn="base" latinLnBrk="0" hangingPunct="1">
              <a:lnSpc>
                <a:spcPct val="100000"/>
              </a:lnSpc>
              <a:spcBef>
                <a:spcPts val="0"/>
              </a:spcBef>
              <a:spcAft>
                <a:spcPts val="0"/>
              </a:spcAft>
              <a:buClrTx/>
              <a:buSzTx/>
              <a:buFontTx/>
              <a:buNone/>
              <a:tabLst/>
              <a:defRPr/>
            </a:pPr>
            <a:r>
              <a:rPr kumimoji="0" lang="es-PE" sz="1100" b="1" i="0" u="none" strike="noStrike" kern="1200" cap="none" spc="0" normalizeH="0" baseline="0" noProof="0">
                <a:ln>
                  <a:noFill/>
                </a:ln>
                <a:solidFill>
                  <a:schemeClr val="accent1"/>
                </a:solidFill>
                <a:effectLst/>
                <a:uLnTx/>
                <a:uFillTx/>
                <a:ea typeface="+mn-ea"/>
                <a:cs typeface="+mn-cs"/>
              </a:rPr>
              <a:t>Con anterioridad a su incorporación a Minsait, desarrolló su carrera profesional:​</a:t>
            </a:r>
          </a:p>
          <a:p>
            <a:pPr marL="0" marR="0" lvl="0" indent="0" defTabSz="914400" rtl="0" eaLnBrk="1" fontAlgn="base" latinLnBrk="0" hangingPunct="1">
              <a:lnSpc>
                <a:spcPct val="100000"/>
              </a:lnSpc>
              <a:spcBef>
                <a:spcPts val="0"/>
              </a:spcBef>
              <a:spcAft>
                <a:spcPts val="0"/>
              </a:spcAft>
              <a:buClrTx/>
              <a:buSzTx/>
              <a:buFontTx/>
              <a:buNone/>
              <a:tabLst/>
              <a:defRPr/>
            </a:pPr>
            <a:endParaRPr kumimoji="0" lang="es-PE" sz="1100" b="1" i="0" u="none" strike="noStrike" kern="1200" cap="none" spc="0" normalizeH="0" baseline="0" noProof="0">
              <a:ln>
                <a:noFill/>
              </a:ln>
              <a:solidFill>
                <a:schemeClr val="accent1"/>
              </a:solidFill>
              <a:effectLst/>
              <a:uLnTx/>
              <a:uFillTx/>
              <a:ea typeface="+mn-ea"/>
              <a:cs typeface="+mn-cs"/>
            </a:endParaRPr>
          </a:p>
          <a:p>
            <a:pPr marL="171450" marR="0" lvl="0" indent="-171450"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s-PE" sz="1100" b="1" i="0" u="none" strike="noStrike" kern="1200" cap="none" spc="0" normalizeH="0" baseline="0" noProof="0">
                <a:ln>
                  <a:noFill/>
                </a:ln>
                <a:solidFill>
                  <a:schemeClr val="accent1"/>
                </a:solidFill>
                <a:effectLst/>
                <a:uLnTx/>
                <a:uFillTx/>
                <a:ea typeface="+mn-ea"/>
                <a:cs typeface="+mn-cs"/>
              </a:rPr>
              <a:t>IBM del Perú (2007-2023) ​</a:t>
            </a:r>
            <a:endParaRPr kumimoji="0" lang="es-ES" sz="1100" b="1" i="0" u="none" strike="noStrike" kern="1200" cap="none" spc="0" normalizeH="0" baseline="0" noProof="0">
              <a:ln>
                <a:noFill/>
              </a:ln>
              <a:solidFill>
                <a:schemeClr val="accent1"/>
              </a:solidFill>
              <a:effectLst/>
              <a:uLnTx/>
              <a:uFillTx/>
              <a:ea typeface="+mn-lt"/>
              <a:cs typeface="+mn-lt"/>
            </a:endParaRPr>
          </a:p>
        </p:txBody>
      </p:sp>
      <p:pic>
        <p:nvPicPr>
          <p:cNvPr id="12" name="Imagen 29" descr="Birrete contorno">
            <a:extLst>
              <a:ext uri="{FF2B5EF4-FFF2-40B4-BE49-F238E27FC236}">
                <a16:creationId xmlns:a16="http://schemas.microsoft.com/office/drawing/2014/main" id="{45335B0E-DE7D-013C-04C0-52FA7D1161A5}"/>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2182263" y="1269317"/>
            <a:ext cx="542061" cy="542061"/>
          </a:xfrm>
          <a:prstGeom prst="rect">
            <a:avLst/>
          </a:prstGeom>
        </p:spPr>
      </p:pic>
      <p:sp>
        <p:nvSpPr>
          <p:cNvPr id="4" name="Marcador de texto 6">
            <a:extLst>
              <a:ext uri="{FF2B5EF4-FFF2-40B4-BE49-F238E27FC236}">
                <a16:creationId xmlns:a16="http://schemas.microsoft.com/office/drawing/2014/main" id="{61E49714-97F2-CDAE-5344-80259E131E9F}"/>
              </a:ext>
            </a:extLst>
          </p:cNvPr>
          <p:cNvSpPr txBox="1">
            <a:spLocks/>
          </p:cNvSpPr>
          <p:nvPr/>
        </p:nvSpPr>
        <p:spPr>
          <a:xfrm>
            <a:off x="335360" y="323548"/>
            <a:ext cx="11521678" cy="160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solidFill>
                  <a:schemeClr val="bg1"/>
                </a:solidFill>
                <a:latin typeface="ForFuture Sans" panose="020B0504020203020204" pitchFamily="34" charset="0"/>
              </a:rPr>
              <a:t>04.</a:t>
            </a:r>
            <a:r>
              <a:rPr lang="es-ES" sz="1000">
                <a:solidFill>
                  <a:schemeClr val="bg1"/>
                </a:solidFill>
                <a:latin typeface="ForFuture Sans" panose="020B0504020203020204" pitchFamily="34" charset="0"/>
                <a:sym typeface="ForFuture Sans" panose="020B0504020203020204" pitchFamily="34" charset="0"/>
              </a:rPr>
              <a:t> PLAN Y EQUIPO DE TRABAJO</a:t>
            </a:r>
            <a:endParaRPr lang="es-ES" sz="1000">
              <a:solidFill>
                <a:schemeClr val="bg1"/>
              </a:solidFill>
              <a:latin typeface="ForFuture Sans" panose="020B0504020203020204" pitchFamily="34" charset="0"/>
            </a:endParaRPr>
          </a:p>
        </p:txBody>
      </p:sp>
    </p:spTree>
    <p:extLst>
      <p:ext uri="{BB962C8B-B14F-4D97-AF65-F5344CB8AC3E}">
        <p14:creationId xmlns:p14="http://schemas.microsoft.com/office/powerpoint/2010/main" val="40412587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B6A81-D55C-627F-CEBF-47E4A1F34184}"/>
            </a:ext>
          </a:extLst>
        </p:cNvPr>
        <p:cNvGrpSpPr/>
        <p:nvPr/>
      </p:nvGrpSpPr>
      <p:grpSpPr>
        <a:xfrm>
          <a:off x="0" y="0"/>
          <a:ext cx="0" cy="0"/>
          <a:chOff x="0" y="0"/>
          <a:chExt cx="0" cy="0"/>
        </a:xfrm>
      </p:grpSpPr>
      <p:sp>
        <p:nvSpPr>
          <p:cNvPr id="8" name="Forma libre 33">
            <a:extLst>
              <a:ext uri="{FF2B5EF4-FFF2-40B4-BE49-F238E27FC236}">
                <a16:creationId xmlns:a16="http://schemas.microsoft.com/office/drawing/2014/main" id="{6747990A-B3A2-75DD-D893-36F696D10749}"/>
              </a:ext>
            </a:extLst>
          </p:cNvPr>
          <p:cNvSpPr/>
          <p:nvPr/>
        </p:nvSpPr>
        <p:spPr bwMode="auto">
          <a:xfrm rot="16200000" flipH="1">
            <a:off x="-450402" y="3936576"/>
            <a:ext cx="3925856" cy="3025052"/>
          </a:xfrm>
          <a:custGeom>
            <a:avLst/>
            <a:gdLst>
              <a:gd name="connsiteX0" fmla="*/ 3925856 w 3925856"/>
              <a:gd name="connsiteY0" fmla="*/ 3025052 h 3025052"/>
              <a:gd name="connsiteX1" fmla="*/ 3925855 w 3925856"/>
              <a:gd name="connsiteY1" fmla="*/ 0 h 3025052"/>
              <a:gd name="connsiteX2" fmla="*/ 2681255 w 3925856"/>
              <a:gd name="connsiteY2" fmla="*/ 0 h 3025052"/>
              <a:gd name="connsiteX3" fmla="*/ 2090072 w 3925856"/>
              <a:gd name="connsiteY3" fmla="*/ 0 h 3025052"/>
              <a:gd name="connsiteX4" fmla="*/ 845472 w 3925856"/>
              <a:gd name="connsiteY4" fmla="*/ 0 h 3025052"/>
              <a:gd name="connsiteX5" fmla="*/ 0 w 3925856"/>
              <a:gd name="connsiteY5" fmla="*/ 3025052 h 3025052"/>
              <a:gd name="connsiteX6" fmla="*/ 1244600 w 3925856"/>
              <a:gd name="connsiteY6" fmla="*/ 3025052 h 3025052"/>
              <a:gd name="connsiteX7" fmla="*/ 2681256 w 3925856"/>
              <a:gd name="connsiteY7" fmla="*/ 3025052 h 302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25856" h="3025052">
                <a:moveTo>
                  <a:pt x="3925856" y="3025052"/>
                </a:moveTo>
                <a:lnTo>
                  <a:pt x="3925855" y="0"/>
                </a:lnTo>
                <a:lnTo>
                  <a:pt x="2681255" y="0"/>
                </a:lnTo>
                <a:lnTo>
                  <a:pt x="2090072" y="0"/>
                </a:lnTo>
                <a:lnTo>
                  <a:pt x="845472" y="0"/>
                </a:lnTo>
                <a:lnTo>
                  <a:pt x="0" y="3025052"/>
                </a:lnTo>
                <a:lnTo>
                  <a:pt x="1244600" y="3025052"/>
                </a:lnTo>
                <a:lnTo>
                  <a:pt x="2681256" y="3025052"/>
                </a:lnTo>
                <a:close/>
              </a:path>
            </a:pathLst>
          </a:custGeom>
          <a:solidFill>
            <a:srgbClr val="FFCCDD"/>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0000"/>
              </a:solidFill>
              <a:effectLst/>
              <a:uLnTx/>
              <a:uFillTx/>
              <a:latin typeface="Soho Gothic Pro Light"/>
              <a:ea typeface="+mn-ea"/>
              <a:cs typeface="+mn-cs"/>
            </a:endParaRPr>
          </a:p>
        </p:txBody>
      </p:sp>
      <p:sp>
        <p:nvSpPr>
          <p:cNvPr id="9" name="Forma libre 35">
            <a:extLst>
              <a:ext uri="{FF2B5EF4-FFF2-40B4-BE49-F238E27FC236}">
                <a16:creationId xmlns:a16="http://schemas.microsoft.com/office/drawing/2014/main" id="{43552846-52E5-BBDB-8D97-5AB49D750413}"/>
              </a:ext>
            </a:extLst>
          </p:cNvPr>
          <p:cNvSpPr/>
          <p:nvPr/>
        </p:nvSpPr>
        <p:spPr bwMode="auto">
          <a:xfrm rot="16200000" flipV="1">
            <a:off x="-926315" y="430736"/>
            <a:ext cx="4855911" cy="3025052"/>
          </a:xfrm>
          <a:custGeom>
            <a:avLst/>
            <a:gdLst>
              <a:gd name="connsiteX0" fmla="*/ 4704789 w 4704789"/>
              <a:gd name="connsiteY0" fmla="*/ 3025052 h 3025052"/>
              <a:gd name="connsiteX1" fmla="*/ 4704788 w 4704789"/>
              <a:gd name="connsiteY1" fmla="*/ 0 h 3025052"/>
              <a:gd name="connsiteX2" fmla="*/ 3925855 w 4704789"/>
              <a:gd name="connsiteY2" fmla="*/ 0 h 3025052"/>
              <a:gd name="connsiteX3" fmla="*/ 3460188 w 4704789"/>
              <a:gd name="connsiteY3" fmla="*/ 0 h 3025052"/>
              <a:gd name="connsiteX4" fmla="*/ 2869005 w 4704789"/>
              <a:gd name="connsiteY4" fmla="*/ 0 h 3025052"/>
              <a:gd name="connsiteX5" fmla="*/ 2681255 w 4704789"/>
              <a:gd name="connsiteY5" fmla="*/ 0 h 3025052"/>
              <a:gd name="connsiteX6" fmla="*/ 2090072 w 4704789"/>
              <a:gd name="connsiteY6" fmla="*/ 0 h 3025052"/>
              <a:gd name="connsiteX7" fmla="*/ 1624405 w 4704789"/>
              <a:gd name="connsiteY7" fmla="*/ 0 h 3025052"/>
              <a:gd name="connsiteX8" fmla="*/ 845472 w 4704789"/>
              <a:gd name="connsiteY8" fmla="*/ 0 h 3025052"/>
              <a:gd name="connsiteX9" fmla="*/ 0 w 4704789"/>
              <a:gd name="connsiteY9" fmla="*/ 3025052 h 3025052"/>
              <a:gd name="connsiteX10" fmla="*/ 778933 w 4704789"/>
              <a:gd name="connsiteY10" fmla="*/ 3025052 h 3025052"/>
              <a:gd name="connsiteX11" fmla="*/ 1244600 w 4704789"/>
              <a:gd name="connsiteY11" fmla="*/ 3025052 h 3025052"/>
              <a:gd name="connsiteX12" fmla="*/ 2023533 w 4704789"/>
              <a:gd name="connsiteY12" fmla="*/ 3025052 h 3025052"/>
              <a:gd name="connsiteX13" fmla="*/ 2681256 w 4704789"/>
              <a:gd name="connsiteY13" fmla="*/ 3025052 h 3025052"/>
              <a:gd name="connsiteX14" fmla="*/ 3460189 w 4704789"/>
              <a:gd name="connsiteY14" fmla="*/ 3025052 h 3025052"/>
              <a:gd name="connsiteX15" fmla="*/ 3925856 w 4704789"/>
              <a:gd name="connsiteY15" fmla="*/ 3025052 h 302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04789" h="3025052">
                <a:moveTo>
                  <a:pt x="4704789" y="3025052"/>
                </a:moveTo>
                <a:lnTo>
                  <a:pt x="4704788" y="0"/>
                </a:lnTo>
                <a:lnTo>
                  <a:pt x="3925855" y="0"/>
                </a:lnTo>
                <a:lnTo>
                  <a:pt x="3460188" y="0"/>
                </a:lnTo>
                <a:lnTo>
                  <a:pt x="2869005" y="0"/>
                </a:lnTo>
                <a:lnTo>
                  <a:pt x="2681255" y="0"/>
                </a:lnTo>
                <a:lnTo>
                  <a:pt x="2090072" y="0"/>
                </a:lnTo>
                <a:lnTo>
                  <a:pt x="1624405" y="0"/>
                </a:lnTo>
                <a:lnTo>
                  <a:pt x="845472" y="0"/>
                </a:lnTo>
                <a:lnTo>
                  <a:pt x="0" y="3025052"/>
                </a:lnTo>
                <a:lnTo>
                  <a:pt x="778933" y="3025052"/>
                </a:lnTo>
                <a:lnTo>
                  <a:pt x="1244600" y="3025052"/>
                </a:lnTo>
                <a:lnTo>
                  <a:pt x="2023533" y="3025052"/>
                </a:lnTo>
                <a:lnTo>
                  <a:pt x="2681256" y="3025052"/>
                </a:lnTo>
                <a:lnTo>
                  <a:pt x="3460189" y="3025052"/>
                </a:lnTo>
                <a:lnTo>
                  <a:pt x="3925856" y="3025052"/>
                </a:lnTo>
                <a:close/>
              </a:path>
            </a:pathLst>
          </a:custGeom>
          <a:solidFill>
            <a:srgbClr val="4F062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0000"/>
              </a:solidFill>
              <a:effectLst/>
              <a:uLnTx/>
              <a:uFillTx/>
              <a:latin typeface="Soho Gothic Pro Light"/>
              <a:ea typeface="+mn-ea"/>
              <a:cs typeface="+mn-cs"/>
            </a:endParaRPr>
          </a:p>
        </p:txBody>
      </p:sp>
      <p:sp>
        <p:nvSpPr>
          <p:cNvPr id="22" name="Forma libre 21">
            <a:extLst>
              <a:ext uri="{FF2B5EF4-FFF2-40B4-BE49-F238E27FC236}">
                <a16:creationId xmlns:a16="http://schemas.microsoft.com/office/drawing/2014/main" id="{DE7BC41B-0557-CDC8-3385-39BB83B32968}"/>
              </a:ext>
            </a:extLst>
          </p:cNvPr>
          <p:cNvSpPr/>
          <p:nvPr/>
        </p:nvSpPr>
        <p:spPr>
          <a:xfrm rot="16200000" flipV="1">
            <a:off x="3625044" y="-337356"/>
            <a:ext cx="8229600" cy="8904311"/>
          </a:xfrm>
          <a:custGeom>
            <a:avLst/>
            <a:gdLst>
              <a:gd name="connsiteX0" fmla="*/ 5982782 w 5982782"/>
              <a:gd name="connsiteY0" fmla="*/ 6539632 h 6539632"/>
              <a:gd name="connsiteX1" fmla="*/ 5982782 w 5982782"/>
              <a:gd name="connsiteY1" fmla="*/ 1 h 6539632"/>
              <a:gd name="connsiteX2" fmla="*/ 1827761 w 5982782"/>
              <a:gd name="connsiteY2" fmla="*/ 0 h 6539632"/>
              <a:gd name="connsiteX3" fmla="*/ 0 w 5982782"/>
              <a:gd name="connsiteY3" fmla="*/ 6539632 h 6539632"/>
            </a:gdLst>
            <a:ahLst/>
            <a:cxnLst>
              <a:cxn ang="0">
                <a:pos x="connsiteX0" y="connsiteY0"/>
              </a:cxn>
              <a:cxn ang="0">
                <a:pos x="connsiteX1" y="connsiteY1"/>
              </a:cxn>
              <a:cxn ang="0">
                <a:pos x="connsiteX2" y="connsiteY2"/>
              </a:cxn>
              <a:cxn ang="0">
                <a:pos x="connsiteX3" y="connsiteY3"/>
              </a:cxn>
            </a:cxnLst>
            <a:rect l="l" t="t" r="r" b="b"/>
            <a:pathLst>
              <a:path w="5982782" h="6539632">
                <a:moveTo>
                  <a:pt x="5982782" y="6539632"/>
                </a:moveTo>
                <a:lnTo>
                  <a:pt x="5982782" y="1"/>
                </a:lnTo>
                <a:lnTo>
                  <a:pt x="1827761" y="0"/>
                </a:lnTo>
                <a:lnTo>
                  <a:pt x="0" y="6539632"/>
                </a:lnTo>
                <a:close/>
              </a:path>
            </a:pathLst>
          </a:custGeom>
          <a:solidFill>
            <a:schemeClr val="bg1"/>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1A3B47"/>
              </a:solidFill>
              <a:effectLst/>
              <a:uLnTx/>
              <a:uFillTx/>
              <a:latin typeface="Soho Gothic Pro" panose="020B0503030504020204" pitchFamily="34" charset="0"/>
              <a:ea typeface="+mn-ea"/>
              <a:cs typeface="+mn-cs"/>
            </a:endParaRPr>
          </a:p>
        </p:txBody>
      </p:sp>
      <p:sp>
        <p:nvSpPr>
          <p:cNvPr id="26" name="Rectángulo 25">
            <a:extLst>
              <a:ext uri="{FF2B5EF4-FFF2-40B4-BE49-F238E27FC236}">
                <a16:creationId xmlns:a16="http://schemas.microsoft.com/office/drawing/2014/main" id="{4D9EE87F-60A3-2BF1-A50B-2244EF645901}"/>
              </a:ext>
            </a:extLst>
          </p:cNvPr>
          <p:cNvSpPr/>
          <p:nvPr/>
        </p:nvSpPr>
        <p:spPr>
          <a:xfrm>
            <a:off x="317374" y="1557434"/>
            <a:ext cx="1910457" cy="383996"/>
          </a:xfrm>
          <a:prstGeom prst="rect">
            <a:avLst/>
          </a:prstGeom>
        </p:spPr>
        <p:txBody>
          <a:bodyPr wrap="square" lIns="0" tIns="47975" rIns="47975" bIns="47975"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1" i="0" u="none" strike="noStrike" kern="1200" cap="none" spc="0" normalizeH="0" baseline="0" noProof="0">
                <a:ln>
                  <a:noFill/>
                </a:ln>
                <a:solidFill>
                  <a:schemeClr val="bg1"/>
                </a:solidFill>
                <a:effectLst/>
                <a:uLnTx/>
                <a:uFillTx/>
                <a:ea typeface="+mn-ea"/>
                <a:cs typeface="+mn-cs"/>
              </a:rPr>
              <a:t>Formación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a:ln>
                <a:noFill/>
              </a:ln>
              <a:solidFill>
                <a:schemeClr val="bg1"/>
              </a:solidFill>
              <a:effectLst/>
              <a:uLnTx/>
              <a:uFillTx/>
              <a:ea typeface="+mn-ea"/>
              <a:cs typeface="+mn-cs"/>
            </a:endParaRPr>
          </a:p>
        </p:txBody>
      </p:sp>
      <p:sp>
        <p:nvSpPr>
          <p:cNvPr id="27" name="Rectángulo 26">
            <a:extLst>
              <a:ext uri="{FF2B5EF4-FFF2-40B4-BE49-F238E27FC236}">
                <a16:creationId xmlns:a16="http://schemas.microsoft.com/office/drawing/2014/main" id="{F4AAFA3F-6CCA-A505-6764-8F2A4C541870}"/>
              </a:ext>
            </a:extLst>
          </p:cNvPr>
          <p:cNvSpPr/>
          <p:nvPr/>
        </p:nvSpPr>
        <p:spPr>
          <a:xfrm>
            <a:off x="380561" y="4513810"/>
            <a:ext cx="1910457" cy="383996"/>
          </a:xfrm>
          <a:prstGeom prst="rect">
            <a:avLst/>
          </a:prstGeom>
        </p:spPr>
        <p:txBody>
          <a:bodyPr wrap="square" lIns="0" tIns="47975" rIns="47975" bIns="47975">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1" i="0" u="none" strike="noStrike" kern="1200" cap="none" spc="0" normalizeH="0" baseline="0" noProof="0">
                <a:ln>
                  <a:noFill/>
                </a:ln>
                <a:solidFill>
                  <a:schemeClr val="tx2"/>
                </a:solidFill>
                <a:effectLst/>
                <a:uLnTx/>
                <a:uFillTx/>
                <a:ea typeface="+mn-ea"/>
                <a:cs typeface="+mn-cs"/>
              </a:rPr>
              <a:t>Habilidades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a:ln>
                <a:noFill/>
              </a:ln>
              <a:solidFill>
                <a:schemeClr val="tx2"/>
              </a:solidFill>
              <a:effectLst/>
              <a:uLnTx/>
              <a:uFillTx/>
              <a:ea typeface="+mn-ea"/>
              <a:cs typeface="+mn-cs"/>
            </a:endParaRPr>
          </a:p>
        </p:txBody>
      </p:sp>
      <p:pic>
        <p:nvPicPr>
          <p:cNvPr id="29" name="Imagen 28">
            <a:extLst>
              <a:ext uri="{FF2B5EF4-FFF2-40B4-BE49-F238E27FC236}">
                <a16:creationId xmlns:a16="http://schemas.microsoft.com/office/drawing/2014/main" id="{0DF02815-35F3-5215-A594-532BB0C04C6A}"/>
              </a:ext>
            </a:extLst>
          </p:cNvPr>
          <p:cNvPicPr>
            <a:picLocks noChangeAspect="1"/>
          </p:cNvPicPr>
          <p:nvPr/>
        </p:nvPicPr>
        <p:blipFill>
          <a:blip r:embed="rId5">
            <a:duotone>
              <a:prstClr val="black"/>
              <a:srgbClr val="4F062A">
                <a:tint val="45000"/>
                <a:satMod val="400000"/>
              </a:srgbClr>
            </a:duotone>
          </a:blip>
          <a:stretch>
            <a:fillRect/>
          </a:stretch>
        </p:blipFill>
        <p:spPr>
          <a:xfrm>
            <a:off x="2369623" y="4205838"/>
            <a:ext cx="416533" cy="513600"/>
          </a:xfrm>
          <a:prstGeom prst="rect">
            <a:avLst/>
          </a:prstGeom>
        </p:spPr>
      </p:pic>
      <p:graphicFrame>
        <p:nvGraphicFramePr>
          <p:cNvPr id="3" name="2 Objeto" hidden="1">
            <a:extLst>
              <a:ext uri="{FF2B5EF4-FFF2-40B4-BE49-F238E27FC236}">
                <a16:creationId xmlns:a16="http://schemas.microsoft.com/office/drawing/2014/main" id="{2E51FCD0-FD53-D235-B08B-A591AAE5CF0F}"/>
              </a:ext>
            </a:extLst>
          </p:cNvPr>
          <p:cNvGraphicFramePr>
            <a:graphicFrameLocks noChangeAspect="1"/>
          </p:cNvGraphicFramePr>
          <p:nvPr>
            <p:custDataLst>
              <p:tags r:id="rId1"/>
            </p:custDataLst>
          </p:nvPr>
        </p:nvGraphicFramePr>
        <p:xfrm>
          <a:off x="1144588" y="1589"/>
          <a:ext cx="1587" cy="1587"/>
        </p:xfrm>
        <a:graphic>
          <a:graphicData uri="http://schemas.openxmlformats.org/presentationml/2006/ole">
            <mc:AlternateContent xmlns:mc="http://schemas.openxmlformats.org/markup-compatibility/2006">
              <mc:Choice xmlns:v="urn:schemas-microsoft-com:vml" Requires="v">
                <p:oleObj name="Diapositiva de think-cell" r:id="rId6" imgW="270" imgH="270" progId="TCLayout.ActiveDocument.1">
                  <p:embed/>
                </p:oleObj>
              </mc:Choice>
              <mc:Fallback>
                <p:oleObj name="Diapositiva de think-cell" r:id="rId6" imgW="270" imgH="270" progId="TCLayout.ActiveDocument.1">
                  <p:embed/>
                  <p:pic>
                    <p:nvPicPr>
                      <p:cNvPr id="3" name="2 Objeto" hidden="1">
                        <a:extLst>
                          <a:ext uri="{FF2B5EF4-FFF2-40B4-BE49-F238E27FC236}">
                            <a16:creationId xmlns:a16="http://schemas.microsoft.com/office/drawing/2014/main" id="{2E51FCD0-FD53-D235-B08B-A591AAE5CF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4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ángulo 4" hidden="1">
            <a:extLst>
              <a:ext uri="{FF2B5EF4-FFF2-40B4-BE49-F238E27FC236}">
                <a16:creationId xmlns:a16="http://schemas.microsoft.com/office/drawing/2014/main" id="{507A605E-14E6-ADD8-6B91-B8BEF6B1C06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400" b="0" i="0" u="none" strike="noStrike" kern="1200" cap="none" spc="0" normalizeH="0" baseline="0" noProof="0">
              <a:ln>
                <a:noFill/>
              </a:ln>
              <a:solidFill>
                <a:srgbClr val="FFFFFF"/>
              </a:solidFill>
              <a:effectLst/>
              <a:uLnTx/>
              <a:uFillTx/>
              <a:latin typeface="Playfair Display" panose="00000500000000000000"/>
              <a:ea typeface="+mn-ea"/>
              <a:cs typeface="+mn-cs"/>
              <a:sym typeface="Playfair Display" panose="00000500000000000000"/>
            </a:endParaRPr>
          </a:p>
        </p:txBody>
      </p:sp>
      <p:sp>
        <p:nvSpPr>
          <p:cNvPr id="18" name="Rectángulo 17">
            <a:extLst>
              <a:ext uri="{FF2B5EF4-FFF2-40B4-BE49-F238E27FC236}">
                <a16:creationId xmlns:a16="http://schemas.microsoft.com/office/drawing/2014/main" id="{C53CA64E-DCEF-756E-255F-C60146B710E2}"/>
              </a:ext>
            </a:extLst>
          </p:cNvPr>
          <p:cNvSpPr/>
          <p:nvPr/>
        </p:nvSpPr>
        <p:spPr>
          <a:xfrm>
            <a:off x="295321" y="1759679"/>
            <a:ext cx="2611805" cy="1695193"/>
          </a:xfrm>
          <a:prstGeom prst="rect">
            <a:avLst/>
          </a:prstGeom>
        </p:spPr>
        <p:txBody>
          <a:bodyPr wrap="square" lIns="0" tIns="0" rIns="0" bIns="0" anchor="t">
            <a:noAutofit/>
          </a:bodyPr>
          <a:lstStyle/>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a:ln>
                  <a:noFill/>
                </a:ln>
                <a:solidFill>
                  <a:schemeClr val="bg1"/>
                </a:solidFill>
                <a:effectLst/>
                <a:uLnTx/>
                <a:uFillTx/>
                <a:ea typeface="+mn-ea"/>
                <a:cs typeface="+mn-cs"/>
              </a:rPr>
              <a:t>Administrador de Empresas, Universidad Inca Garcilaso de la Vega</a:t>
            </a:r>
          </a:p>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a:ln>
                  <a:noFill/>
                </a:ln>
                <a:solidFill>
                  <a:schemeClr val="bg1"/>
                </a:solidFill>
                <a:effectLst/>
                <a:uLnTx/>
                <a:uFillTx/>
                <a:ea typeface="+mn-ea"/>
                <a:cs typeface="+mn-cs"/>
              </a:rPr>
              <a:t>Técnico en Desarrollo de Sistemas de Información, IDAT</a:t>
            </a:r>
          </a:p>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a:ln>
                  <a:noFill/>
                </a:ln>
                <a:solidFill>
                  <a:schemeClr val="bg1"/>
                </a:solidFill>
                <a:effectLst/>
                <a:uLnTx/>
                <a:uFillTx/>
                <a:ea typeface="+mn-ea"/>
                <a:cs typeface="+mn-cs"/>
              </a:rPr>
              <a:t>Técnico en Administración Bancaria, IFB </a:t>
            </a:r>
            <a:r>
              <a:rPr kumimoji="0" lang="es-PE" sz="1100" b="0" i="0" u="none" strike="noStrike" kern="1200" cap="none" spc="0" normalizeH="0" baseline="0" noProof="0" err="1">
                <a:ln>
                  <a:noFill/>
                </a:ln>
                <a:solidFill>
                  <a:schemeClr val="bg1"/>
                </a:solidFill>
                <a:effectLst/>
                <a:uLnTx/>
                <a:uFillTx/>
                <a:ea typeface="+mn-ea"/>
                <a:cs typeface="+mn-cs"/>
              </a:rPr>
              <a:t>Certus</a:t>
            </a:r>
            <a:endParaRPr kumimoji="0" lang="es-PE" sz="1100" b="0" i="0" u="none" strike="noStrike" kern="1200" cap="none" spc="0" normalizeH="0" baseline="0" noProof="0">
              <a:ln>
                <a:noFill/>
              </a:ln>
              <a:solidFill>
                <a:schemeClr val="bg1"/>
              </a:solidFill>
              <a:effectLst/>
              <a:uLnTx/>
              <a:uFillTx/>
              <a:ea typeface="+mn-ea"/>
              <a:cs typeface="+mn-cs"/>
            </a:endParaRPr>
          </a:p>
        </p:txBody>
      </p:sp>
      <p:sp>
        <p:nvSpPr>
          <p:cNvPr id="25" name="Rectángulo 24">
            <a:extLst>
              <a:ext uri="{FF2B5EF4-FFF2-40B4-BE49-F238E27FC236}">
                <a16:creationId xmlns:a16="http://schemas.microsoft.com/office/drawing/2014/main" id="{4282CC88-C298-E026-3F75-895439DEBA80}"/>
              </a:ext>
            </a:extLst>
          </p:cNvPr>
          <p:cNvSpPr/>
          <p:nvPr/>
        </p:nvSpPr>
        <p:spPr>
          <a:xfrm>
            <a:off x="195916" y="4613760"/>
            <a:ext cx="2560670" cy="1939440"/>
          </a:xfrm>
          <a:prstGeom prst="rect">
            <a:avLst/>
          </a:prstGeom>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srgbClr val="000000"/>
              </a:solidFill>
              <a:effectLst/>
              <a:uLnTx/>
              <a:uFillTx/>
              <a:latin typeface="Raleway" panose="020B06040202020202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srgbClr val="000000"/>
              </a:solidFill>
              <a:effectLst/>
              <a:uLnTx/>
              <a:uFillTx/>
              <a:latin typeface="Raleway" panose="020B06040202020202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100" b="0" i="0" u="none" strike="noStrike" kern="1200" cap="none" spc="0" normalizeH="0" baseline="0" noProof="0">
              <a:ln>
                <a:noFill/>
              </a:ln>
              <a:solidFill>
                <a:srgbClr val="1A3B47"/>
              </a:solidFill>
              <a:effectLst/>
              <a:uLnTx/>
              <a:uFillTx/>
              <a:latin typeface="Soho Gothic Pro Light"/>
              <a:ea typeface="+mn-lt"/>
              <a:cs typeface="+mn-lt"/>
            </a:endParaRPr>
          </a:p>
        </p:txBody>
      </p:sp>
      <p:sp>
        <p:nvSpPr>
          <p:cNvPr id="35" name="1 Título">
            <a:extLst>
              <a:ext uri="{FF2B5EF4-FFF2-40B4-BE49-F238E27FC236}">
                <a16:creationId xmlns:a16="http://schemas.microsoft.com/office/drawing/2014/main" id="{36F39450-8AC9-32B2-64E5-98068A99E600}"/>
              </a:ext>
            </a:extLst>
          </p:cNvPr>
          <p:cNvSpPr>
            <a:spLocks noGrp="1"/>
          </p:cNvSpPr>
          <p:nvPr>
            <p:ph type="title"/>
          </p:nvPr>
        </p:nvSpPr>
        <p:spPr>
          <a:xfrm>
            <a:off x="336000" y="665628"/>
            <a:ext cx="2689052" cy="919343"/>
          </a:xfrm>
        </p:spPr>
        <p:txBody>
          <a:bodyPr/>
          <a:lstStyle/>
          <a:p>
            <a:pPr>
              <a:spcBef>
                <a:spcPts val="400"/>
              </a:spcBef>
              <a:spcAft>
                <a:spcPts val="400"/>
              </a:spcAft>
              <a:buClr>
                <a:schemeClr val="tx1"/>
              </a:buClr>
            </a:pPr>
            <a:r>
              <a:rPr lang="en-US" b="1">
                <a:solidFill>
                  <a:schemeClr val="bg1"/>
                </a:solidFill>
              </a:rPr>
              <a:t>Consultor PMO</a:t>
            </a:r>
            <a:br>
              <a:rPr lang="en-US" b="1">
                <a:solidFill>
                  <a:schemeClr val="bg1"/>
                </a:solidFill>
              </a:rPr>
            </a:br>
            <a:r>
              <a:rPr lang="en-US" b="1">
                <a:solidFill>
                  <a:schemeClr val="bg1"/>
                </a:solidFill>
              </a:rPr>
              <a:t>SAP (L.T.)</a:t>
            </a:r>
            <a:endParaRPr lang="es-MX" sz="2000" b="1">
              <a:solidFill>
                <a:schemeClr val="bg1"/>
              </a:solidFill>
            </a:endParaRPr>
          </a:p>
        </p:txBody>
      </p:sp>
      <p:pic>
        <p:nvPicPr>
          <p:cNvPr id="20" name="Imagen 19">
            <a:extLst>
              <a:ext uri="{FF2B5EF4-FFF2-40B4-BE49-F238E27FC236}">
                <a16:creationId xmlns:a16="http://schemas.microsoft.com/office/drawing/2014/main" id="{3A25DBC0-C9A0-5D32-F3A2-0A10427E7D73}"/>
              </a:ext>
            </a:extLst>
          </p:cNvPr>
          <p:cNvPicPr>
            <a:picLocks noChangeAspect="1"/>
          </p:cNvPicPr>
          <p:nvPr/>
        </p:nvPicPr>
        <p:blipFill>
          <a:blip r:embed="rId8">
            <a:duotone>
              <a:prstClr val="black"/>
              <a:srgbClr val="4F062A">
                <a:tint val="45000"/>
                <a:satMod val="400000"/>
              </a:srgbClr>
            </a:duotone>
          </a:blip>
          <a:stretch>
            <a:fillRect/>
          </a:stretch>
        </p:blipFill>
        <p:spPr bwMode="auto">
          <a:xfrm>
            <a:off x="6258834" y="117453"/>
            <a:ext cx="398131" cy="379680"/>
          </a:xfrm>
          <a:prstGeom prst="rect">
            <a:avLst/>
          </a:prstGeom>
        </p:spPr>
      </p:pic>
      <p:sp>
        <p:nvSpPr>
          <p:cNvPr id="21" name="Rectángulo 12">
            <a:extLst>
              <a:ext uri="{FF2B5EF4-FFF2-40B4-BE49-F238E27FC236}">
                <a16:creationId xmlns:a16="http://schemas.microsoft.com/office/drawing/2014/main" id="{F09E8BE4-0E5B-C5CB-3E52-2962DC912CCA}"/>
              </a:ext>
            </a:extLst>
          </p:cNvPr>
          <p:cNvSpPr/>
          <p:nvPr/>
        </p:nvSpPr>
        <p:spPr bwMode="auto">
          <a:xfrm>
            <a:off x="3536749" y="230872"/>
            <a:ext cx="5386421" cy="383996"/>
          </a:xfrm>
          <a:prstGeom prst="rect">
            <a:avLst/>
          </a:prstGeom>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effectLst/>
                <a:uLnTx/>
                <a:uFillTx/>
                <a:latin typeface="+mj-lt"/>
                <a:ea typeface="+mn-ea"/>
                <a:cs typeface="+mn-cs"/>
              </a:rPr>
              <a:t>Experiencia profesional</a:t>
            </a:r>
          </a:p>
        </p:txBody>
      </p:sp>
      <p:sp>
        <p:nvSpPr>
          <p:cNvPr id="24" name="Rectángulo 23">
            <a:extLst>
              <a:ext uri="{FF2B5EF4-FFF2-40B4-BE49-F238E27FC236}">
                <a16:creationId xmlns:a16="http://schemas.microsoft.com/office/drawing/2014/main" id="{99687ECC-4E7F-70C7-52C4-DF3C5DE8CE9E}"/>
              </a:ext>
            </a:extLst>
          </p:cNvPr>
          <p:cNvSpPr/>
          <p:nvPr/>
        </p:nvSpPr>
        <p:spPr>
          <a:xfrm>
            <a:off x="283795" y="4918560"/>
            <a:ext cx="2560670" cy="1290345"/>
          </a:xfrm>
          <a:prstGeom prst="rect">
            <a:avLst/>
          </a:prstGeom>
        </p:spPr>
        <p:txBody>
          <a:bodyPr wrap="square" lIns="0" tIns="0" rIns="0" bIns="0" anchor="t">
            <a:noAutofit/>
          </a:bodyPr>
          <a:lstStyle/>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PE" sz="1100" b="0" i="0" u="none" strike="noStrike" kern="1200" cap="none" spc="0" normalizeH="0" baseline="0" noProof="0">
                <a:ln>
                  <a:noFill/>
                </a:ln>
                <a:solidFill>
                  <a:schemeClr val="tx2"/>
                </a:solidFill>
                <a:effectLst/>
                <a:uLnTx/>
                <a:uFillTx/>
                <a:ea typeface="+mn-ea"/>
                <a:cs typeface="+mn-cs"/>
              </a:rPr>
              <a:t>CCNAv7: Networks, Cisco</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PE" sz="1100" b="0" i="0" u="none" strike="noStrike" kern="1200" cap="none" spc="0" normalizeH="0" baseline="0" noProof="0" err="1">
                <a:ln>
                  <a:noFill/>
                </a:ln>
                <a:solidFill>
                  <a:schemeClr val="tx2"/>
                </a:solidFill>
                <a:effectLst/>
                <a:uLnTx/>
                <a:uFillTx/>
                <a:ea typeface="+mn-ea"/>
                <a:cs typeface="+mn-cs"/>
              </a:rPr>
              <a:t>SEnfoque</a:t>
            </a:r>
            <a:r>
              <a:rPr kumimoji="0" lang="es-PE" sz="1100" b="0" i="0" u="none" strike="noStrike" kern="1200" cap="none" spc="0" normalizeH="0" baseline="0" noProof="0">
                <a:ln>
                  <a:noFill/>
                </a:ln>
                <a:solidFill>
                  <a:schemeClr val="tx2"/>
                </a:solidFill>
                <a:effectLst/>
                <a:uLnTx/>
                <a:uFillTx/>
                <a:ea typeface="+mn-ea"/>
                <a:cs typeface="+mn-cs"/>
              </a:rPr>
              <a:t> en metodologías ágiles y Lean</a:t>
            </a:r>
          </a:p>
        </p:txBody>
      </p:sp>
      <p:pic>
        <p:nvPicPr>
          <p:cNvPr id="12" name="Imagen 29" descr="Birrete contorno">
            <a:extLst>
              <a:ext uri="{FF2B5EF4-FFF2-40B4-BE49-F238E27FC236}">
                <a16:creationId xmlns:a16="http://schemas.microsoft.com/office/drawing/2014/main" id="{7A544D34-5264-ACDB-E6C3-6DD92934B5EB}"/>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2182263" y="1280470"/>
            <a:ext cx="542061" cy="542061"/>
          </a:xfrm>
          <a:prstGeom prst="rect">
            <a:avLst/>
          </a:prstGeom>
        </p:spPr>
      </p:pic>
      <p:sp>
        <p:nvSpPr>
          <p:cNvPr id="7" name="Rectángulo 6">
            <a:extLst>
              <a:ext uri="{FF2B5EF4-FFF2-40B4-BE49-F238E27FC236}">
                <a16:creationId xmlns:a16="http://schemas.microsoft.com/office/drawing/2014/main" id="{7F278936-E6A1-AA2A-A9A2-D67D51DB279F}"/>
              </a:ext>
            </a:extLst>
          </p:cNvPr>
          <p:cNvSpPr/>
          <p:nvPr/>
        </p:nvSpPr>
        <p:spPr>
          <a:xfrm>
            <a:off x="3536749" y="740996"/>
            <a:ext cx="8326360" cy="5760004"/>
          </a:xfrm>
          <a:prstGeom prst="rect">
            <a:avLst/>
          </a:prstGeom>
        </p:spPr>
        <p:txBody>
          <a:bodyPr wrap="square" lIns="0" tIns="0" rIns="0" bIns="0" anchor="t">
            <a:no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42454" rtl="0" eaLnBrk="1" fontAlgn="auto" latinLnBrk="0" hangingPunct="1">
              <a:lnSpc>
                <a:spcPct val="100000"/>
              </a:lnSpc>
              <a:spcBef>
                <a:spcPts val="400"/>
              </a:spcBef>
              <a:spcAft>
                <a:spcPts val="0"/>
              </a:spcAft>
              <a:buClrTx/>
              <a:buSzTx/>
              <a:buFontTx/>
              <a:buNone/>
              <a:tabLst/>
              <a:defRPr/>
            </a:pPr>
            <a:r>
              <a:rPr kumimoji="0" lang="es-ES" sz="1200" b="1" i="0" u="none" strike="noStrike" kern="1200" cap="none" spc="0" normalizeH="0" baseline="0" noProof="0">
                <a:ln>
                  <a:noFill/>
                </a:ln>
                <a:solidFill>
                  <a:schemeClr val="accent1"/>
                </a:solidFill>
                <a:effectLst/>
                <a:uLnTx/>
                <a:uFillTx/>
                <a:ea typeface="+mn-lt"/>
                <a:cs typeface="Arial"/>
              </a:rPr>
              <a:t>Minsait – </a:t>
            </a:r>
            <a:r>
              <a:rPr kumimoji="0" lang="es-ES" sz="1200" b="1" i="0" u="none" strike="noStrike" kern="1200" cap="none" spc="0" normalizeH="0" baseline="0" noProof="0" err="1">
                <a:ln>
                  <a:noFill/>
                </a:ln>
                <a:solidFill>
                  <a:schemeClr val="accent1"/>
                </a:solidFill>
                <a:effectLst/>
                <a:uLnTx/>
                <a:uFillTx/>
                <a:ea typeface="+mn-lt"/>
                <a:cs typeface="Arial"/>
              </a:rPr>
              <a:t>Consultant</a:t>
            </a:r>
            <a:r>
              <a:rPr kumimoji="0" lang="es-ES" sz="1200" b="1" i="0" u="none" strike="noStrike" kern="1200" cap="none" spc="0" normalizeH="0" baseline="0" noProof="0">
                <a:ln>
                  <a:noFill/>
                </a:ln>
                <a:solidFill>
                  <a:schemeClr val="accent1"/>
                </a:solidFill>
                <a:effectLst/>
                <a:uLnTx/>
                <a:uFillTx/>
                <a:ea typeface="+mn-lt"/>
                <a:cs typeface="Arial"/>
              </a:rPr>
              <a:t>                                                                                                                         Mar 2025 - Actualidad</a:t>
            </a:r>
          </a:p>
          <a:p>
            <a:pPr marL="0" marR="0" lvl="0" indent="0" algn="l" defTabSz="742454" rtl="0" eaLnBrk="1" fontAlgn="auto" latinLnBrk="0" hangingPunct="1">
              <a:lnSpc>
                <a:spcPct val="100000"/>
              </a:lnSpc>
              <a:spcBef>
                <a:spcPts val="400"/>
              </a:spcBef>
              <a:spcAft>
                <a:spcPts val="0"/>
              </a:spcAft>
              <a:buClrTx/>
              <a:buSzTx/>
              <a:buFontTx/>
              <a:buNone/>
              <a:tabLst/>
              <a:defRPr/>
            </a:pPr>
            <a:r>
              <a:rPr lang="es-PE" sz="1050" b="1">
                <a:ea typeface="+mn-lt"/>
                <a:cs typeface="+mn-lt"/>
              </a:rPr>
              <a:t>Lideró iniciativas tecnológicas de Antamina, orientadas a mejorar la conectividad, modernizar infraestructuras críticas y fortalecer la seguridad operativa en entornos remotos, gestionando proyectos de alto impacto que optimizan la continuidad del negocio y la eficiencia operativa (+$21 MM)</a:t>
            </a:r>
          </a:p>
          <a:p>
            <a:pPr lvl="0" defTabSz="742454">
              <a:spcBef>
                <a:spcPts val="400"/>
              </a:spcBef>
              <a:defRPr/>
            </a:pPr>
            <a:r>
              <a:rPr lang="es-ES" sz="1200" b="1">
                <a:solidFill>
                  <a:schemeClr val="accent1"/>
                </a:solidFill>
                <a:ea typeface="+mn-lt"/>
                <a:cs typeface="+mn-lt"/>
              </a:rPr>
              <a:t>Claro Perú                                                                                                                                               Jul 2024 – Mar 2025</a:t>
            </a:r>
            <a:endParaRPr lang="es-PE" sz="1200" b="1">
              <a:solidFill>
                <a:schemeClr val="accent1"/>
              </a:solidFill>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r>
              <a:rPr lang="es-MX" sz="1050" b="1">
                <a:ea typeface="+mn-lt"/>
                <a:cs typeface="+mn-lt"/>
              </a:rPr>
              <a:t>Gestión y ejecución del proyecto de transformación digital del canal </a:t>
            </a:r>
            <a:r>
              <a:rPr lang="es-MX" sz="1050" b="1" err="1">
                <a:ea typeface="+mn-lt"/>
                <a:cs typeface="+mn-lt"/>
              </a:rPr>
              <a:t>eCommerce</a:t>
            </a:r>
            <a:r>
              <a:rPr lang="es-MX" sz="1050" b="1">
                <a:ea typeface="+mn-lt"/>
                <a:cs typeface="+mn-lt"/>
              </a:rPr>
              <a:t>, promoviendo el cumplimiento del plan estratégico establecido. Seguimiento, control y cierre del proyecto bajo una gestión E2E, acompañando a equipos ágiles en la implementación de iniciativas. </a:t>
            </a:r>
            <a:endParaRPr lang="es-PE" sz="1050" b="1">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r>
              <a:rPr lang="es-ES" sz="1200" b="1" err="1">
                <a:solidFill>
                  <a:schemeClr val="accent1"/>
                </a:solidFill>
                <a:ea typeface="+mn-lt"/>
                <a:cs typeface="+mn-lt"/>
              </a:rPr>
              <a:t>PangeaCo</a:t>
            </a:r>
            <a:r>
              <a:rPr lang="es-ES" sz="1200" b="1">
                <a:solidFill>
                  <a:schemeClr val="accent1"/>
                </a:solidFill>
                <a:ea typeface="+mn-lt"/>
                <a:cs typeface="+mn-lt"/>
              </a:rPr>
              <a:t> Perú                                                                                                                                    Mar 2024 – Jun 2024</a:t>
            </a:r>
          </a:p>
          <a:p>
            <a:pPr marL="0" marR="0" lvl="0" indent="0" algn="l" defTabSz="742454" rtl="0" eaLnBrk="1" fontAlgn="auto" latinLnBrk="0" hangingPunct="1">
              <a:lnSpc>
                <a:spcPct val="100000"/>
              </a:lnSpc>
              <a:spcBef>
                <a:spcPts val="400"/>
              </a:spcBef>
              <a:spcAft>
                <a:spcPts val="0"/>
              </a:spcAft>
              <a:buClrTx/>
              <a:buSzTx/>
              <a:buFontTx/>
              <a:buNone/>
              <a:tabLst/>
              <a:defRPr/>
            </a:pPr>
            <a:r>
              <a:rPr lang="es-PE" sz="1050" b="1">
                <a:ea typeface="+mn-lt"/>
                <a:cs typeface="+mn-lt"/>
              </a:rPr>
              <a:t>Gestión del portafolio de proyectos TI de la compañía; Diseño y desarrollo de soluciones (entregables) estandarizados para consolidación de la información a reportar de los proyectos estratégicos y operacionales para la compañía.</a:t>
            </a:r>
          </a:p>
          <a:p>
            <a:pPr lvl="0" defTabSz="742454">
              <a:spcBef>
                <a:spcPts val="400"/>
              </a:spcBef>
              <a:defRPr/>
            </a:pPr>
            <a:r>
              <a:rPr lang="es-ES" sz="1200" b="1">
                <a:solidFill>
                  <a:schemeClr val="accent1"/>
                </a:solidFill>
                <a:ea typeface="+mn-lt"/>
                <a:cs typeface="+mn-lt"/>
              </a:rPr>
              <a:t>Claro Perú                                                                                                                                               Set 2013 – Mar 2024</a:t>
            </a:r>
          </a:p>
          <a:p>
            <a:pPr lvl="0" defTabSz="742454">
              <a:spcBef>
                <a:spcPts val="400"/>
              </a:spcBef>
              <a:defRPr/>
            </a:pPr>
            <a:r>
              <a:rPr lang="es-PE" sz="1050" b="1">
                <a:ea typeface="+mn-lt"/>
                <a:cs typeface="+mn-lt"/>
              </a:rPr>
              <a:t>Liderar la implementación de proyectos de conectividad para el despliegue de soluciones de red en coordinación con los principales stakeholders,  promoviendo el cumplimiento de estándares, cronogramas y control de riesgos (PMO). </a:t>
            </a:r>
          </a:p>
          <a:p>
            <a:pPr lvl="0" defTabSz="742454">
              <a:spcBef>
                <a:spcPts val="400"/>
              </a:spcBef>
              <a:defRPr/>
            </a:pPr>
            <a:r>
              <a:rPr lang="es-PE" sz="1050" b="1">
                <a:ea typeface="+mn-lt"/>
                <a:cs typeface="+mn-lt"/>
              </a:rPr>
              <a:t>Gestión e implementación de proyectos de mejora continua, seguimiento y control del cumplimiento de los objetivos estratégicos de la organización promoviendo la calidad de los entregables.</a:t>
            </a:r>
          </a:p>
          <a:p>
            <a:pPr lvl="0" defTabSz="742454">
              <a:spcBef>
                <a:spcPts val="400"/>
              </a:spcBef>
              <a:defRPr/>
            </a:pPr>
            <a:r>
              <a:rPr lang="es-PE" sz="1050" b="1">
                <a:ea typeface="+mn-lt"/>
                <a:cs typeface="+mn-lt"/>
              </a:rPr>
              <a:t>Identificación, levantamiento y priorización de iniciativas estratégicas para la cartera de proyectos empresariales, enfocados en la experiencia del cliente, reducción de costos y tiempos de la operación.</a:t>
            </a:r>
          </a:p>
          <a:p>
            <a:pPr lvl="0" defTabSz="742454">
              <a:spcBef>
                <a:spcPts val="400"/>
              </a:spcBef>
              <a:defRPr/>
            </a:pPr>
            <a:r>
              <a:rPr lang="es-PE" sz="1050" b="1">
                <a:ea typeface="+mn-lt"/>
                <a:cs typeface="+mn-lt"/>
              </a:rPr>
              <a:t>Análisis y levantamiento de oportunidades de mejora para la cobranza y recuperación de clientes, reingeniería de procesos asociados a la experiencia de usuario, facturación y recaudación.</a:t>
            </a:r>
          </a:p>
          <a:p>
            <a:pPr marL="0" marR="0" lvl="0" indent="0" algn="l" defTabSz="742454" rtl="0" eaLnBrk="1" fontAlgn="auto" latinLnBrk="0" hangingPunct="1">
              <a:lnSpc>
                <a:spcPct val="100000"/>
              </a:lnSpc>
              <a:spcBef>
                <a:spcPts val="400"/>
              </a:spcBef>
              <a:spcAft>
                <a:spcPts val="0"/>
              </a:spcAft>
              <a:buClrTx/>
              <a:buSzTx/>
              <a:buFontTx/>
              <a:buNone/>
              <a:tabLst/>
              <a:defRPr/>
            </a:pPr>
            <a:endParaRPr lang="es-PE" sz="1050" b="1">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endParaRPr lang="es-ES" sz="1050" b="1">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endParaRPr lang="es-ES" sz="1050" b="1">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endParaRPr lang="es-ES" sz="1050" b="1">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endParaRPr kumimoji="0" lang="es-ES" sz="1200" b="1" i="0" u="none" strike="noStrike" kern="1200" cap="none" spc="0" normalizeH="0" baseline="0" noProof="0">
              <a:ln>
                <a:noFill/>
              </a:ln>
              <a:effectLst/>
              <a:uLnTx/>
              <a:uFillTx/>
              <a:ea typeface="+mn-lt"/>
              <a:cs typeface="+mn-lt"/>
            </a:endParaRPr>
          </a:p>
        </p:txBody>
      </p:sp>
      <p:sp>
        <p:nvSpPr>
          <p:cNvPr id="2" name="Marcador de texto 6">
            <a:extLst>
              <a:ext uri="{FF2B5EF4-FFF2-40B4-BE49-F238E27FC236}">
                <a16:creationId xmlns:a16="http://schemas.microsoft.com/office/drawing/2014/main" id="{2401EFC4-15D8-C511-1838-D05FE6699866}"/>
              </a:ext>
            </a:extLst>
          </p:cNvPr>
          <p:cNvSpPr txBox="1">
            <a:spLocks/>
          </p:cNvSpPr>
          <p:nvPr/>
        </p:nvSpPr>
        <p:spPr>
          <a:xfrm>
            <a:off x="335360" y="323548"/>
            <a:ext cx="11521678" cy="160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solidFill>
                  <a:schemeClr val="bg1"/>
                </a:solidFill>
                <a:latin typeface="ForFuture Sans" panose="020B0504020203020204" pitchFamily="34" charset="0"/>
              </a:rPr>
              <a:t>04.</a:t>
            </a:r>
            <a:r>
              <a:rPr lang="es-ES" sz="1000">
                <a:solidFill>
                  <a:schemeClr val="bg1"/>
                </a:solidFill>
                <a:latin typeface="ForFuture Sans" panose="020B0504020203020204" pitchFamily="34" charset="0"/>
                <a:sym typeface="ForFuture Sans" panose="020B0504020203020204" pitchFamily="34" charset="0"/>
              </a:rPr>
              <a:t> PLAN Y EQUIPO DE TRABAJO</a:t>
            </a:r>
            <a:endParaRPr lang="es-ES" sz="1000">
              <a:solidFill>
                <a:schemeClr val="bg1"/>
              </a:solidFill>
              <a:latin typeface="ForFuture Sans" panose="020B0504020203020204" pitchFamily="34" charset="0"/>
            </a:endParaRPr>
          </a:p>
        </p:txBody>
      </p:sp>
    </p:spTree>
    <p:extLst>
      <p:ext uri="{BB962C8B-B14F-4D97-AF65-F5344CB8AC3E}">
        <p14:creationId xmlns:p14="http://schemas.microsoft.com/office/powerpoint/2010/main" val="20668320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40FF8-666B-EBB7-183F-36F5686102C3}"/>
            </a:ext>
          </a:extLst>
        </p:cNvPr>
        <p:cNvGrpSpPr/>
        <p:nvPr/>
      </p:nvGrpSpPr>
      <p:grpSpPr>
        <a:xfrm>
          <a:off x="0" y="0"/>
          <a:ext cx="0" cy="0"/>
          <a:chOff x="0" y="0"/>
          <a:chExt cx="0" cy="0"/>
        </a:xfrm>
      </p:grpSpPr>
      <p:sp>
        <p:nvSpPr>
          <p:cNvPr id="8" name="Forma libre 33">
            <a:extLst>
              <a:ext uri="{FF2B5EF4-FFF2-40B4-BE49-F238E27FC236}">
                <a16:creationId xmlns:a16="http://schemas.microsoft.com/office/drawing/2014/main" id="{5DB12915-59D0-507B-AEA7-C8818D0B1873}"/>
              </a:ext>
            </a:extLst>
          </p:cNvPr>
          <p:cNvSpPr/>
          <p:nvPr/>
        </p:nvSpPr>
        <p:spPr bwMode="auto">
          <a:xfrm rot="16200000" flipH="1">
            <a:off x="-450402" y="3936576"/>
            <a:ext cx="3925856" cy="3025052"/>
          </a:xfrm>
          <a:custGeom>
            <a:avLst/>
            <a:gdLst>
              <a:gd name="connsiteX0" fmla="*/ 3925856 w 3925856"/>
              <a:gd name="connsiteY0" fmla="*/ 3025052 h 3025052"/>
              <a:gd name="connsiteX1" fmla="*/ 3925855 w 3925856"/>
              <a:gd name="connsiteY1" fmla="*/ 0 h 3025052"/>
              <a:gd name="connsiteX2" fmla="*/ 2681255 w 3925856"/>
              <a:gd name="connsiteY2" fmla="*/ 0 h 3025052"/>
              <a:gd name="connsiteX3" fmla="*/ 2090072 w 3925856"/>
              <a:gd name="connsiteY3" fmla="*/ 0 h 3025052"/>
              <a:gd name="connsiteX4" fmla="*/ 845472 w 3925856"/>
              <a:gd name="connsiteY4" fmla="*/ 0 h 3025052"/>
              <a:gd name="connsiteX5" fmla="*/ 0 w 3925856"/>
              <a:gd name="connsiteY5" fmla="*/ 3025052 h 3025052"/>
              <a:gd name="connsiteX6" fmla="*/ 1244600 w 3925856"/>
              <a:gd name="connsiteY6" fmla="*/ 3025052 h 3025052"/>
              <a:gd name="connsiteX7" fmla="*/ 2681256 w 3925856"/>
              <a:gd name="connsiteY7" fmla="*/ 3025052 h 302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25856" h="3025052">
                <a:moveTo>
                  <a:pt x="3925856" y="3025052"/>
                </a:moveTo>
                <a:lnTo>
                  <a:pt x="3925855" y="0"/>
                </a:lnTo>
                <a:lnTo>
                  <a:pt x="2681255" y="0"/>
                </a:lnTo>
                <a:lnTo>
                  <a:pt x="2090072" y="0"/>
                </a:lnTo>
                <a:lnTo>
                  <a:pt x="845472" y="0"/>
                </a:lnTo>
                <a:lnTo>
                  <a:pt x="0" y="3025052"/>
                </a:lnTo>
                <a:lnTo>
                  <a:pt x="1244600" y="3025052"/>
                </a:lnTo>
                <a:lnTo>
                  <a:pt x="2681256" y="3025052"/>
                </a:lnTo>
                <a:close/>
              </a:path>
            </a:pathLst>
          </a:custGeom>
          <a:solidFill>
            <a:srgbClr val="FFCCDD"/>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0000"/>
              </a:solidFill>
              <a:effectLst/>
              <a:uLnTx/>
              <a:uFillTx/>
              <a:latin typeface="Soho Gothic Pro Light"/>
              <a:ea typeface="+mn-ea"/>
              <a:cs typeface="+mn-cs"/>
            </a:endParaRPr>
          </a:p>
        </p:txBody>
      </p:sp>
      <p:sp>
        <p:nvSpPr>
          <p:cNvPr id="9" name="Forma libre 35">
            <a:extLst>
              <a:ext uri="{FF2B5EF4-FFF2-40B4-BE49-F238E27FC236}">
                <a16:creationId xmlns:a16="http://schemas.microsoft.com/office/drawing/2014/main" id="{27B02681-B0CF-87E7-85BE-1932E05D328B}"/>
              </a:ext>
            </a:extLst>
          </p:cNvPr>
          <p:cNvSpPr/>
          <p:nvPr/>
        </p:nvSpPr>
        <p:spPr bwMode="auto">
          <a:xfrm rot="16200000" flipV="1">
            <a:off x="-926315" y="430736"/>
            <a:ext cx="4855911" cy="3025052"/>
          </a:xfrm>
          <a:custGeom>
            <a:avLst/>
            <a:gdLst>
              <a:gd name="connsiteX0" fmla="*/ 4704789 w 4704789"/>
              <a:gd name="connsiteY0" fmla="*/ 3025052 h 3025052"/>
              <a:gd name="connsiteX1" fmla="*/ 4704788 w 4704789"/>
              <a:gd name="connsiteY1" fmla="*/ 0 h 3025052"/>
              <a:gd name="connsiteX2" fmla="*/ 3925855 w 4704789"/>
              <a:gd name="connsiteY2" fmla="*/ 0 h 3025052"/>
              <a:gd name="connsiteX3" fmla="*/ 3460188 w 4704789"/>
              <a:gd name="connsiteY3" fmla="*/ 0 h 3025052"/>
              <a:gd name="connsiteX4" fmla="*/ 2869005 w 4704789"/>
              <a:gd name="connsiteY4" fmla="*/ 0 h 3025052"/>
              <a:gd name="connsiteX5" fmla="*/ 2681255 w 4704789"/>
              <a:gd name="connsiteY5" fmla="*/ 0 h 3025052"/>
              <a:gd name="connsiteX6" fmla="*/ 2090072 w 4704789"/>
              <a:gd name="connsiteY6" fmla="*/ 0 h 3025052"/>
              <a:gd name="connsiteX7" fmla="*/ 1624405 w 4704789"/>
              <a:gd name="connsiteY7" fmla="*/ 0 h 3025052"/>
              <a:gd name="connsiteX8" fmla="*/ 845472 w 4704789"/>
              <a:gd name="connsiteY8" fmla="*/ 0 h 3025052"/>
              <a:gd name="connsiteX9" fmla="*/ 0 w 4704789"/>
              <a:gd name="connsiteY9" fmla="*/ 3025052 h 3025052"/>
              <a:gd name="connsiteX10" fmla="*/ 778933 w 4704789"/>
              <a:gd name="connsiteY10" fmla="*/ 3025052 h 3025052"/>
              <a:gd name="connsiteX11" fmla="*/ 1244600 w 4704789"/>
              <a:gd name="connsiteY11" fmla="*/ 3025052 h 3025052"/>
              <a:gd name="connsiteX12" fmla="*/ 2023533 w 4704789"/>
              <a:gd name="connsiteY12" fmla="*/ 3025052 h 3025052"/>
              <a:gd name="connsiteX13" fmla="*/ 2681256 w 4704789"/>
              <a:gd name="connsiteY13" fmla="*/ 3025052 h 3025052"/>
              <a:gd name="connsiteX14" fmla="*/ 3460189 w 4704789"/>
              <a:gd name="connsiteY14" fmla="*/ 3025052 h 3025052"/>
              <a:gd name="connsiteX15" fmla="*/ 3925856 w 4704789"/>
              <a:gd name="connsiteY15" fmla="*/ 3025052 h 302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04789" h="3025052">
                <a:moveTo>
                  <a:pt x="4704789" y="3025052"/>
                </a:moveTo>
                <a:lnTo>
                  <a:pt x="4704788" y="0"/>
                </a:lnTo>
                <a:lnTo>
                  <a:pt x="3925855" y="0"/>
                </a:lnTo>
                <a:lnTo>
                  <a:pt x="3460188" y="0"/>
                </a:lnTo>
                <a:lnTo>
                  <a:pt x="2869005" y="0"/>
                </a:lnTo>
                <a:lnTo>
                  <a:pt x="2681255" y="0"/>
                </a:lnTo>
                <a:lnTo>
                  <a:pt x="2090072" y="0"/>
                </a:lnTo>
                <a:lnTo>
                  <a:pt x="1624405" y="0"/>
                </a:lnTo>
                <a:lnTo>
                  <a:pt x="845472" y="0"/>
                </a:lnTo>
                <a:lnTo>
                  <a:pt x="0" y="3025052"/>
                </a:lnTo>
                <a:lnTo>
                  <a:pt x="778933" y="3025052"/>
                </a:lnTo>
                <a:lnTo>
                  <a:pt x="1244600" y="3025052"/>
                </a:lnTo>
                <a:lnTo>
                  <a:pt x="2023533" y="3025052"/>
                </a:lnTo>
                <a:lnTo>
                  <a:pt x="2681256" y="3025052"/>
                </a:lnTo>
                <a:lnTo>
                  <a:pt x="3460189" y="3025052"/>
                </a:lnTo>
                <a:lnTo>
                  <a:pt x="3925856" y="3025052"/>
                </a:lnTo>
                <a:close/>
              </a:path>
            </a:pathLst>
          </a:custGeom>
          <a:solidFill>
            <a:srgbClr val="4F062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0000"/>
              </a:solidFill>
              <a:effectLst/>
              <a:uLnTx/>
              <a:uFillTx/>
              <a:latin typeface="Soho Gothic Pro Light"/>
              <a:ea typeface="+mn-ea"/>
              <a:cs typeface="+mn-cs"/>
            </a:endParaRPr>
          </a:p>
        </p:txBody>
      </p:sp>
      <p:sp>
        <p:nvSpPr>
          <p:cNvPr id="22" name="Forma libre 21">
            <a:extLst>
              <a:ext uri="{FF2B5EF4-FFF2-40B4-BE49-F238E27FC236}">
                <a16:creationId xmlns:a16="http://schemas.microsoft.com/office/drawing/2014/main" id="{902E542B-0DF5-7798-E0AA-05D6D2EF9549}"/>
              </a:ext>
            </a:extLst>
          </p:cNvPr>
          <p:cNvSpPr/>
          <p:nvPr/>
        </p:nvSpPr>
        <p:spPr>
          <a:xfrm rot="16200000" flipV="1">
            <a:off x="3625044" y="-337356"/>
            <a:ext cx="8229600" cy="8904311"/>
          </a:xfrm>
          <a:custGeom>
            <a:avLst/>
            <a:gdLst>
              <a:gd name="connsiteX0" fmla="*/ 5982782 w 5982782"/>
              <a:gd name="connsiteY0" fmla="*/ 6539632 h 6539632"/>
              <a:gd name="connsiteX1" fmla="*/ 5982782 w 5982782"/>
              <a:gd name="connsiteY1" fmla="*/ 1 h 6539632"/>
              <a:gd name="connsiteX2" fmla="*/ 1827761 w 5982782"/>
              <a:gd name="connsiteY2" fmla="*/ 0 h 6539632"/>
              <a:gd name="connsiteX3" fmla="*/ 0 w 5982782"/>
              <a:gd name="connsiteY3" fmla="*/ 6539632 h 6539632"/>
            </a:gdLst>
            <a:ahLst/>
            <a:cxnLst>
              <a:cxn ang="0">
                <a:pos x="connsiteX0" y="connsiteY0"/>
              </a:cxn>
              <a:cxn ang="0">
                <a:pos x="connsiteX1" y="connsiteY1"/>
              </a:cxn>
              <a:cxn ang="0">
                <a:pos x="connsiteX2" y="connsiteY2"/>
              </a:cxn>
              <a:cxn ang="0">
                <a:pos x="connsiteX3" y="connsiteY3"/>
              </a:cxn>
            </a:cxnLst>
            <a:rect l="l" t="t" r="r" b="b"/>
            <a:pathLst>
              <a:path w="5982782" h="6539632">
                <a:moveTo>
                  <a:pt x="5982782" y="6539632"/>
                </a:moveTo>
                <a:lnTo>
                  <a:pt x="5982782" y="1"/>
                </a:lnTo>
                <a:lnTo>
                  <a:pt x="1827761" y="0"/>
                </a:lnTo>
                <a:lnTo>
                  <a:pt x="0" y="6539632"/>
                </a:lnTo>
                <a:close/>
              </a:path>
            </a:pathLst>
          </a:custGeom>
          <a:solidFill>
            <a:schemeClr val="bg1"/>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1A3B47"/>
              </a:solidFill>
              <a:effectLst/>
              <a:uLnTx/>
              <a:uFillTx/>
              <a:latin typeface="Soho Gothic Pro" panose="020B0503030504020204" pitchFamily="34" charset="0"/>
              <a:ea typeface="+mn-ea"/>
              <a:cs typeface="+mn-cs"/>
            </a:endParaRPr>
          </a:p>
        </p:txBody>
      </p:sp>
      <p:sp>
        <p:nvSpPr>
          <p:cNvPr id="26" name="Rectángulo 25">
            <a:extLst>
              <a:ext uri="{FF2B5EF4-FFF2-40B4-BE49-F238E27FC236}">
                <a16:creationId xmlns:a16="http://schemas.microsoft.com/office/drawing/2014/main" id="{A24A444B-60D6-5A18-1D80-6EF9A4EF3452}"/>
              </a:ext>
            </a:extLst>
          </p:cNvPr>
          <p:cNvSpPr/>
          <p:nvPr/>
        </p:nvSpPr>
        <p:spPr>
          <a:xfrm>
            <a:off x="317374" y="1635491"/>
            <a:ext cx="1910457" cy="383996"/>
          </a:xfrm>
          <a:prstGeom prst="rect">
            <a:avLst/>
          </a:prstGeom>
        </p:spPr>
        <p:txBody>
          <a:bodyPr wrap="square" lIns="0" tIns="47975" rIns="47975" bIns="47975"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1" i="0" u="none" strike="noStrike" kern="1200" cap="none" spc="0" normalizeH="0" baseline="0" noProof="0">
                <a:ln>
                  <a:noFill/>
                </a:ln>
                <a:solidFill>
                  <a:schemeClr val="bg1"/>
                </a:solidFill>
                <a:effectLst/>
                <a:uLnTx/>
                <a:uFillTx/>
                <a:ea typeface="+mn-ea"/>
                <a:cs typeface="+mn-cs"/>
              </a:rPr>
              <a:t>Formación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a:ln>
                <a:noFill/>
              </a:ln>
              <a:solidFill>
                <a:schemeClr val="bg1"/>
              </a:solidFill>
              <a:effectLst/>
              <a:uLnTx/>
              <a:uFillTx/>
              <a:ea typeface="+mn-ea"/>
              <a:cs typeface="+mn-cs"/>
            </a:endParaRPr>
          </a:p>
        </p:txBody>
      </p:sp>
      <p:sp>
        <p:nvSpPr>
          <p:cNvPr id="27" name="Rectángulo 26">
            <a:extLst>
              <a:ext uri="{FF2B5EF4-FFF2-40B4-BE49-F238E27FC236}">
                <a16:creationId xmlns:a16="http://schemas.microsoft.com/office/drawing/2014/main" id="{60D08A06-4B9E-B7F7-9AD9-47B1C2337717}"/>
              </a:ext>
            </a:extLst>
          </p:cNvPr>
          <p:cNvSpPr/>
          <p:nvPr/>
        </p:nvSpPr>
        <p:spPr>
          <a:xfrm>
            <a:off x="380561" y="4513810"/>
            <a:ext cx="1910457" cy="383996"/>
          </a:xfrm>
          <a:prstGeom prst="rect">
            <a:avLst/>
          </a:prstGeom>
        </p:spPr>
        <p:txBody>
          <a:bodyPr wrap="square" lIns="0" tIns="47975" rIns="47975" bIns="47975">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1" i="0" u="none" strike="noStrike" kern="1200" cap="none" spc="0" normalizeH="0" baseline="0" noProof="0">
                <a:ln>
                  <a:noFill/>
                </a:ln>
                <a:solidFill>
                  <a:schemeClr val="tx2"/>
                </a:solidFill>
                <a:effectLst/>
                <a:uLnTx/>
                <a:uFillTx/>
                <a:ea typeface="+mn-ea"/>
                <a:cs typeface="+mn-cs"/>
              </a:rPr>
              <a:t>Habilidades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a:ln>
                <a:noFill/>
              </a:ln>
              <a:solidFill>
                <a:schemeClr val="tx2"/>
              </a:solidFill>
              <a:effectLst/>
              <a:uLnTx/>
              <a:uFillTx/>
              <a:ea typeface="+mn-ea"/>
              <a:cs typeface="+mn-cs"/>
            </a:endParaRPr>
          </a:p>
        </p:txBody>
      </p:sp>
      <p:pic>
        <p:nvPicPr>
          <p:cNvPr id="29" name="Imagen 28">
            <a:extLst>
              <a:ext uri="{FF2B5EF4-FFF2-40B4-BE49-F238E27FC236}">
                <a16:creationId xmlns:a16="http://schemas.microsoft.com/office/drawing/2014/main" id="{D929EF42-24F6-4C75-1295-44DAC8C06389}"/>
              </a:ext>
            </a:extLst>
          </p:cNvPr>
          <p:cNvPicPr>
            <a:picLocks noChangeAspect="1"/>
          </p:cNvPicPr>
          <p:nvPr/>
        </p:nvPicPr>
        <p:blipFill>
          <a:blip r:embed="rId5">
            <a:duotone>
              <a:prstClr val="black"/>
              <a:srgbClr val="4F062A">
                <a:tint val="45000"/>
                <a:satMod val="400000"/>
              </a:srgbClr>
            </a:duotone>
          </a:blip>
          <a:stretch>
            <a:fillRect/>
          </a:stretch>
        </p:blipFill>
        <p:spPr>
          <a:xfrm>
            <a:off x="2369623" y="4205838"/>
            <a:ext cx="416533" cy="513600"/>
          </a:xfrm>
          <a:prstGeom prst="rect">
            <a:avLst/>
          </a:prstGeom>
        </p:spPr>
      </p:pic>
      <p:graphicFrame>
        <p:nvGraphicFramePr>
          <p:cNvPr id="3" name="2 Objeto" hidden="1">
            <a:extLst>
              <a:ext uri="{FF2B5EF4-FFF2-40B4-BE49-F238E27FC236}">
                <a16:creationId xmlns:a16="http://schemas.microsoft.com/office/drawing/2014/main" id="{C4FEEC4D-BCC7-A46A-BEF1-3D9B39BDF52C}"/>
              </a:ext>
            </a:extLst>
          </p:cNvPr>
          <p:cNvGraphicFramePr>
            <a:graphicFrameLocks noChangeAspect="1"/>
          </p:cNvGraphicFramePr>
          <p:nvPr>
            <p:custDataLst>
              <p:tags r:id="rId1"/>
            </p:custDataLst>
          </p:nvPr>
        </p:nvGraphicFramePr>
        <p:xfrm>
          <a:off x="1144588" y="1589"/>
          <a:ext cx="1587" cy="1587"/>
        </p:xfrm>
        <a:graphic>
          <a:graphicData uri="http://schemas.openxmlformats.org/presentationml/2006/ole">
            <mc:AlternateContent xmlns:mc="http://schemas.openxmlformats.org/markup-compatibility/2006">
              <mc:Choice xmlns:v="urn:schemas-microsoft-com:vml" Requires="v">
                <p:oleObj name="Diapositiva de think-cell" r:id="rId6" imgW="270" imgH="270" progId="TCLayout.ActiveDocument.1">
                  <p:embed/>
                </p:oleObj>
              </mc:Choice>
              <mc:Fallback>
                <p:oleObj name="Diapositiva de think-cell" r:id="rId6" imgW="270" imgH="270" progId="TCLayout.ActiveDocument.1">
                  <p:embed/>
                  <p:pic>
                    <p:nvPicPr>
                      <p:cNvPr id="3" name="2 Objeto" hidden="1">
                        <a:extLst>
                          <a:ext uri="{FF2B5EF4-FFF2-40B4-BE49-F238E27FC236}">
                            <a16:creationId xmlns:a16="http://schemas.microsoft.com/office/drawing/2014/main" id="{C4FEEC4D-BCC7-A46A-BEF1-3D9B39BDF5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4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ángulo 4" hidden="1">
            <a:extLst>
              <a:ext uri="{FF2B5EF4-FFF2-40B4-BE49-F238E27FC236}">
                <a16:creationId xmlns:a16="http://schemas.microsoft.com/office/drawing/2014/main" id="{24187760-6A68-1649-CE7C-C760085001D8}"/>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400" b="0" i="0" u="none" strike="noStrike" kern="1200" cap="none" spc="0" normalizeH="0" baseline="0" noProof="0">
              <a:ln>
                <a:noFill/>
              </a:ln>
              <a:solidFill>
                <a:srgbClr val="FFFFFF"/>
              </a:solidFill>
              <a:effectLst/>
              <a:uLnTx/>
              <a:uFillTx/>
              <a:latin typeface="Playfair Display" panose="00000500000000000000"/>
              <a:ea typeface="+mn-ea"/>
              <a:cs typeface="+mn-cs"/>
              <a:sym typeface="Playfair Display" panose="00000500000000000000"/>
            </a:endParaRPr>
          </a:p>
        </p:txBody>
      </p:sp>
      <p:sp>
        <p:nvSpPr>
          <p:cNvPr id="18" name="Rectángulo 17">
            <a:extLst>
              <a:ext uri="{FF2B5EF4-FFF2-40B4-BE49-F238E27FC236}">
                <a16:creationId xmlns:a16="http://schemas.microsoft.com/office/drawing/2014/main" id="{6507BF5B-E17F-98F3-315F-A19241749B30}"/>
              </a:ext>
            </a:extLst>
          </p:cNvPr>
          <p:cNvSpPr/>
          <p:nvPr/>
        </p:nvSpPr>
        <p:spPr>
          <a:xfrm>
            <a:off x="295321" y="1837736"/>
            <a:ext cx="2611805" cy="1695193"/>
          </a:xfrm>
          <a:prstGeom prst="rect">
            <a:avLst/>
          </a:prstGeom>
        </p:spPr>
        <p:txBody>
          <a:bodyPr wrap="square" lIns="0" tIns="0" rIns="0" bIns="0" anchor="t">
            <a:noAutofit/>
          </a:bodyPr>
          <a:lstStyle/>
          <a:p>
            <a:pPr marL="175895" lvl="1" indent="-175895" defTabSz="914400">
              <a:lnSpc>
                <a:spcPts val="1600"/>
              </a:lnSpc>
              <a:buFont typeface="Wingdings" panose="05000000000000000000" pitchFamily="2" charset="2"/>
              <a:buChar char="§"/>
              <a:defRPr/>
            </a:pPr>
            <a:r>
              <a:rPr lang="es-PE" sz="1100">
                <a:solidFill>
                  <a:schemeClr val="bg1"/>
                </a:solidFill>
              </a:rPr>
              <a:t>Maestría en ingeniería y gestión de cadena de suministro Pontificia Universidad Católica del Perú (PUCP)</a:t>
            </a:r>
          </a:p>
          <a:p>
            <a:pPr marL="175895" lvl="1" indent="-175895" defTabSz="914400">
              <a:lnSpc>
                <a:spcPts val="1600"/>
              </a:lnSpc>
              <a:buFont typeface="Wingdings" panose="05000000000000000000" pitchFamily="2" charset="2"/>
              <a:buChar char="§"/>
              <a:defRPr/>
            </a:pPr>
            <a:r>
              <a:rPr lang="es-PE" sz="1100">
                <a:solidFill>
                  <a:schemeClr val="bg1"/>
                </a:solidFill>
              </a:rPr>
              <a:t>Ingeniera Titulada en Ingeniería Industrial (PUCP)</a:t>
            </a:r>
          </a:p>
          <a:p>
            <a:pPr marL="175895" lvl="1" indent="-175895" defTabSz="914400">
              <a:lnSpc>
                <a:spcPts val="1600"/>
              </a:lnSpc>
              <a:buFont typeface="Wingdings" panose="05000000000000000000" pitchFamily="2" charset="2"/>
              <a:buChar char="§"/>
              <a:defRPr/>
            </a:pPr>
            <a:r>
              <a:rPr lang="es-PE" sz="1100">
                <a:solidFill>
                  <a:schemeClr val="bg1"/>
                </a:solidFill>
              </a:rPr>
              <a:t>Diplomatura de especialización en logística (PUICP)</a:t>
            </a:r>
          </a:p>
          <a:p>
            <a:pPr marL="175895" lvl="1" indent="-175895" defTabSz="914400">
              <a:lnSpc>
                <a:spcPts val="1600"/>
              </a:lnSpc>
              <a:buFont typeface="Wingdings" panose="05000000000000000000" pitchFamily="2" charset="2"/>
              <a:buChar char="§"/>
              <a:defRPr/>
            </a:pPr>
            <a:endParaRPr kumimoji="0" lang="es-PE" sz="1100" b="0" i="0" u="none" strike="noStrike" kern="1200" cap="none" spc="0" normalizeH="0" baseline="0" noProof="0">
              <a:ln>
                <a:noFill/>
              </a:ln>
              <a:solidFill>
                <a:schemeClr val="bg1"/>
              </a:solidFill>
              <a:effectLst/>
              <a:uLnTx/>
              <a:uFillTx/>
              <a:ea typeface="+mn-ea"/>
              <a:cs typeface="+mn-cs"/>
            </a:endParaRPr>
          </a:p>
        </p:txBody>
      </p:sp>
      <p:sp>
        <p:nvSpPr>
          <p:cNvPr id="25" name="Rectángulo 24">
            <a:extLst>
              <a:ext uri="{FF2B5EF4-FFF2-40B4-BE49-F238E27FC236}">
                <a16:creationId xmlns:a16="http://schemas.microsoft.com/office/drawing/2014/main" id="{DF8BD198-7A13-E291-0774-6181334A0F1C}"/>
              </a:ext>
            </a:extLst>
          </p:cNvPr>
          <p:cNvSpPr/>
          <p:nvPr/>
        </p:nvSpPr>
        <p:spPr>
          <a:xfrm>
            <a:off x="195916" y="4613760"/>
            <a:ext cx="2560670" cy="1939440"/>
          </a:xfrm>
          <a:prstGeom prst="rect">
            <a:avLst/>
          </a:prstGeom>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srgbClr val="000000"/>
              </a:solidFill>
              <a:effectLst/>
              <a:uLnTx/>
              <a:uFillTx/>
              <a:latin typeface="Raleway" panose="020B06040202020202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srgbClr val="000000"/>
              </a:solidFill>
              <a:effectLst/>
              <a:uLnTx/>
              <a:uFillTx/>
              <a:latin typeface="Raleway" panose="020B06040202020202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100" b="0" i="0" u="none" strike="noStrike" kern="1200" cap="none" spc="0" normalizeH="0" baseline="0" noProof="0">
              <a:ln>
                <a:noFill/>
              </a:ln>
              <a:solidFill>
                <a:srgbClr val="1A3B47"/>
              </a:solidFill>
              <a:effectLst/>
              <a:uLnTx/>
              <a:uFillTx/>
              <a:latin typeface="Soho Gothic Pro Light"/>
              <a:ea typeface="+mn-lt"/>
              <a:cs typeface="+mn-lt"/>
            </a:endParaRPr>
          </a:p>
        </p:txBody>
      </p:sp>
      <p:sp>
        <p:nvSpPr>
          <p:cNvPr id="35" name="1 Título">
            <a:extLst>
              <a:ext uri="{FF2B5EF4-FFF2-40B4-BE49-F238E27FC236}">
                <a16:creationId xmlns:a16="http://schemas.microsoft.com/office/drawing/2014/main" id="{12D7B433-77A6-CE38-E9F9-7C06950FA2EF}"/>
              </a:ext>
            </a:extLst>
          </p:cNvPr>
          <p:cNvSpPr>
            <a:spLocks noGrp="1"/>
          </p:cNvSpPr>
          <p:nvPr>
            <p:ph type="title"/>
          </p:nvPr>
        </p:nvSpPr>
        <p:spPr>
          <a:xfrm>
            <a:off x="336000" y="675445"/>
            <a:ext cx="2689052" cy="919343"/>
          </a:xfrm>
        </p:spPr>
        <p:txBody>
          <a:bodyPr/>
          <a:lstStyle/>
          <a:p>
            <a:pPr>
              <a:spcBef>
                <a:spcPts val="400"/>
              </a:spcBef>
              <a:spcAft>
                <a:spcPts val="400"/>
              </a:spcAft>
              <a:buClr>
                <a:schemeClr val="tx1"/>
              </a:buClr>
            </a:pPr>
            <a:r>
              <a:rPr lang="en-US" b="1">
                <a:solidFill>
                  <a:schemeClr val="bg1"/>
                </a:solidFill>
              </a:rPr>
              <a:t>Consultor de </a:t>
            </a:r>
            <a:r>
              <a:rPr lang="en-US" b="1" err="1">
                <a:solidFill>
                  <a:schemeClr val="bg1"/>
                </a:solidFill>
              </a:rPr>
              <a:t>integraciones</a:t>
            </a:r>
            <a:r>
              <a:rPr lang="en-US" b="1">
                <a:solidFill>
                  <a:schemeClr val="bg1"/>
                </a:solidFill>
              </a:rPr>
              <a:t> (M.S.)</a:t>
            </a:r>
            <a:endParaRPr lang="es-MX" sz="2000" b="1">
              <a:solidFill>
                <a:schemeClr val="bg1"/>
              </a:solidFill>
            </a:endParaRPr>
          </a:p>
        </p:txBody>
      </p:sp>
      <p:pic>
        <p:nvPicPr>
          <p:cNvPr id="20" name="Imagen 19">
            <a:extLst>
              <a:ext uri="{FF2B5EF4-FFF2-40B4-BE49-F238E27FC236}">
                <a16:creationId xmlns:a16="http://schemas.microsoft.com/office/drawing/2014/main" id="{8E06B7D7-76F8-91A9-8991-A8D4FEBC58BA}"/>
              </a:ext>
            </a:extLst>
          </p:cNvPr>
          <p:cNvPicPr>
            <a:picLocks noChangeAspect="1"/>
          </p:cNvPicPr>
          <p:nvPr/>
        </p:nvPicPr>
        <p:blipFill>
          <a:blip r:embed="rId8">
            <a:duotone>
              <a:prstClr val="black"/>
              <a:srgbClr val="4F062A">
                <a:tint val="45000"/>
                <a:satMod val="400000"/>
              </a:srgbClr>
            </a:duotone>
          </a:blip>
          <a:stretch>
            <a:fillRect/>
          </a:stretch>
        </p:blipFill>
        <p:spPr bwMode="auto">
          <a:xfrm>
            <a:off x="6258834" y="117453"/>
            <a:ext cx="398131" cy="379680"/>
          </a:xfrm>
          <a:prstGeom prst="rect">
            <a:avLst/>
          </a:prstGeom>
        </p:spPr>
      </p:pic>
      <p:sp>
        <p:nvSpPr>
          <p:cNvPr id="21" name="Rectángulo 12">
            <a:extLst>
              <a:ext uri="{FF2B5EF4-FFF2-40B4-BE49-F238E27FC236}">
                <a16:creationId xmlns:a16="http://schemas.microsoft.com/office/drawing/2014/main" id="{C8FAEA3E-7B3B-F8E4-14CF-DB7B30073FD7}"/>
              </a:ext>
            </a:extLst>
          </p:cNvPr>
          <p:cNvSpPr/>
          <p:nvPr/>
        </p:nvSpPr>
        <p:spPr bwMode="auto">
          <a:xfrm>
            <a:off x="3536749" y="230872"/>
            <a:ext cx="5386421" cy="383996"/>
          </a:xfrm>
          <a:prstGeom prst="rect">
            <a:avLst/>
          </a:prstGeom>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effectLst/>
                <a:uLnTx/>
                <a:uFillTx/>
                <a:latin typeface="+mj-lt"/>
                <a:ea typeface="+mn-ea"/>
                <a:cs typeface="+mn-cs"/>
              </a:rPr>
              <a:t>Experiencia profesional</a:t>
            </a:r>
          </a:p>
        </p:txBody>
      </p:sp>
      <p:sp>
        <p:nvSpPr>
          <p:cNvPr id="24" name="Rectángulo 23">
            <a:extLst>
              <a:ext uri="{FF2B5EF4-FFF2-40B4-BE49-F238E27FC236}">
                <a16:creationId xmlns:a16="http://schemas.microsoft.com/office/drawing/2014/main" id="{70982ACF-F9E6-56BC-5BF5-7809166B7CD2}"/>
              </a:ext>
            </a:extLst>
          </p:cNvPr>
          <p:cNvSpPr/>
          <p:nvPr/>
        </p:nvSpPr>
        <p:spPr>
          <a:xfrm>
            <a:off x="283795" y="4918560"/>
            <a:ext cx="2560670" cy="1290345"/>
          </a:xfrm>
          <a:prstGeom prst="rect">
            <a:avLst/>
          </a:prstGeom>
        </p:spPr>
        <p:txBody>
          <a:bodyPr wrap="square" lIns="0" tIns="0" rIns="0" bIns="0" anchor="t">
            <a:noAutofit/>
          </a:bodyPr>
          <a:lstStyle/>
          <a:p>
            <a:pPr marL="177800" lvl="2" indent="-177800" defTabSz="914400">
              <a:lnSpc>
                <a:spcPts val="1600"/>
              </a:lnSpc>
              <a:buFontTx/>
              <a:buChar char="•"/>
              <a:defRPr/>
            </a:pPr>
            <a:r>
              <a:rPr lang="es-PE" sz="1100">
                <a:solidFill>
                  <a:schemeClr val="tx2"/>
                </a:solidFill>
              </a:rPr>
              <a:t>SAP MM – Key </a:t>
            </a:r>
            <a:r>
              <a:rPr lang="es-PE" sz="1100" err="1">
                <a:solidFill>
                  <a:schemeClr val="tx2"/>
                </a:solidFill>
              </a:rPr>
              <a:t>user</a:t>
            </a:r>
            <a:r>
              <a:rPr lang="es-PE" sz="1100">
                <a:solidFill>
                  <a:schemeClr val="tx2"/>
                </a:solidFill>
              </a:rPr>
              <a:t> </a:t>
            </a:r>
            <a:r>
              <a:rPr lang="es-PE" sz="1100" err="1">
                <a:solidFill>
                  <a:schemeClr val="tx2"/>
                </a:solidFill>
              </a:rPr>
              <a:t>expert</a:t>
            </a:r>
            <a:endParaRPr lang="es-PE" sz="1100">
              <a:solidFill>
                <a:schemeClr val="tx2"/>
              </a:solidFill>
            </a:endParaRPr>
          </a:p>
          <a:p>
            <a:pPr marL="177800" lvl="2" indent="-177800" defTabSz="914400">
              <a:lnSpc>
                <a:spcPts val="1600"/>
              </a:lnSpc>
              <a:buFontTx/>
              <a:buChar char="•"/>
              <a:defRPr/>
            </a:pPr>
            <a:r>
              <a:rPr lang="es-PE" sz="1100">
                <a:solidFill>
                  <a:schemeClr val="tx2"/>
                </a:solidFill>
              </a:rPr>
              <a:t>SAP WM – Key </a:t>
            </a:r>
            <a:r>
              <a:rPr lang="es-PE" sz="1100" err="1">
                <a:solidFill>
                  <a:schemeClr val="tx2"/>
                </a:solidFill>
              </a:rPr>
              <a:t>user</a:t>
            </a:r>
            <a:r>
              <a:rPr lang="es-PE" sz="1100">
                <a:solidFill>
                  <a:schemeClr val="tx2"/>
                </a:solidFill>
              </a:rPr>
              <a:t> </a:t>
            </a:r>
            <a:r>
              <a:rPr lang="es-PE" sz="1100" err="1">
                <a:solidFill>
                  <a:schemeClr val="tx2"/>
                </a:solidFill>
              </a:rPr>
              <a:t>expert</a:t>
            </a:r>
            <a:endParaRPr lang="es-PE" sz="1100">
              <a:solidFill>
                <a:schemeClr val="tx2"/>
              </a:solidFill>
            </a:endParaRPr>
          </a:p>
          <a:p>
            <a:pPr marL="177800" lvl="2" indent="-177800" defTabSz="914400">
              <a:lnSpc>
                <a:spcPts val="1600"/>
              </a:lnSpc>
              <a:buFontTx/>
              <a:buChar char="•"/>
              <a:defRPr/>
            </a:pPr>
            <a:r>
              <a:rPr lang="es-PE" sz="1100"/>
              <a:t>Scrum Fundamentals </a:t>
            </a:r>
            <a:r>
              <a:rPr lang="es-PE" sz="1100" err="1"/>
              <a:t>Certified</a:t>
            </a:r>
            <a:r>
              <a:rPr lang="es-PE" sz="1100"/>
              <a:t> </a:t>
            </a:r>
          </a:p>
          <a:p>
            <a:pPr marL="177800" lvl="2" indent="-177800" defTabSz="914400">
              <a:lnSpc>
                <a:spcPts val="1600"/>
              </a:lnSpc>
              <a:buFontTx/>
              <a:buChar char="•"/>
              <a:defRPr/>
            </a:pPr>
            <a:r>
              <a:rPr lang="es-PE" sz="1100"/>
              <a:t>Gestión de Proyectos con Metodologías Ágiles y Lean</a:t>
            </a:r>
          </a:p>
          <a:p>
            <a:pPr marL="177800" lvl="2" indent="-177800" defTabSz="914400">
              <a:lnSpc>
                <a:spcPts val="1600"/>
              </a:lnSpc>
              <a:buFontTx/>
              <a:buChar char="•"/>
              <a:defRPr/>
            </a:pPr>
            <a:r>
              <a:rPr lang="en-US" sz="1100"/>
              <a:t>Six Sigma Green Belt Specialization</a:t>
            </a:r>
          </a:p>
          <a:p>
            <a:pPr marL="177800" lvl="2" indent="-177800" defTabSz="914400">
              <a:lnSpc>
                <a:spcPts val="1600"/>
              </a:lnSpc>
              <a:buFontTx/>
              <a:buChar char="•"/>
              <a:defRPr/>
            </a:pPr>
            <a:r>
              <a:rPr kumimoji="0" lang="en-US" sz="1100" b="0" i="0" u="none" strike="noStrike" kern="1200" cap="none" spc="0" normalizeH="0" baseline="0" noProof="0">
                <a:ln>
                  <a:noFill/>
                </a:ln>
                <a:solidFill>
                  <a:schemeClr val="tx2"/>
                </a:solidFill>
                <a:effectLst/>
                <a:uLnTx/>
                <a:uFillTx/>
                <a:ea typeface="+mn-ea"/>
                <a:cs typeface="+mn-cs"/>
              </a:rPr>
              <a:t>Python, SQL y R Studio</a:t>
            </a:r>
          </a:p>
          <a:p>
            <a:pPr marL="177800" lvl="2" indent="-177800" defTabSz="914400">
              <a:lnSpc>
                <a:spcPts val="1600"/>
              </a:lnSpc>
              <a:buFontTx/>
              <a:buChar char="•"/>
              <a:defRPr/>
            </a:pPr>
            <a:r>
              <a:rPr lang="en-US" sz="1100">
                <a:solidFill>
                  <a:schemeClr val="tx2"/>
                </a:solidFill>
              </a:rPr>
              <a:t>Power BI </a:t>
            </a:r>
            <a:endParaRPr kumimoji="0" lang="es-PE" sz="1100" b="0" i="0" u="none" strike="noStrike" kern="1200" cap="none" spc="0" normalizeH="0" baseline="0" noProof="0">
              <a:ln>
                <a:noFill/>
              </a:ln>
              <a:solidFill>
                <a:schemeClr val="tx2"/>
              </a:solidFill>
              <a:effectLst/>
              <a:uLnTx/>
              <a:uFillTx/>
              <a:ea typeface="+mn-ea"/>
              <a:cs typeface="+mn-cs"/>
            </a:endParaRPr>
          </a:p>
        </p:txBody>
      </p:sp>
      <p:pic>
        <p:nvPicPr>
          <p:cNvPr id="12" name="Imagen 29" descr="Birrete contorno">
            <a:extLst>
              <a:ext uri="{FF2B5EF4-FFF2-40B4-BE49-F238E27FC236}">
                <a16:creationId xmlns:a16="http://schemas.microsoft.com/office/drawing/2014/main" id="{8270D120-9B62-D0DA-A524-6DB83BDAEF09}"/>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2182263" y="1358527"/>
            <a:ext cx="542061" cy="542061"/>
          </a:xfrm>
          <a:prstGeom prst="rect">
            <a:avLst/>
          </a:prstGeom>
        </p:spPr>
      </p:pic>
      <p:sp>
        <p:nvSpPr>
          <p:cNvPr id="7" name="Rectángulo 6">
            <a:extLst>
              <a:ext uri="{FF2B5EF4-FFF2-40B4-BE49-F238E27FC236}">
                <a16:creationId xmlns:a16="http://schemas.microsoft.com/office/drawing/2014/main" id="{914D107F-71F8-6A97-81DE-1A19CA15B26C}"/>
              </a:ext>
            </a:extLst>
          </p:cNvPr>
          <p:cNvSpPr/>
          <p:nvPr/>
        </p:nvSpPr>
        <p:spPr>
          <a:xfrm>
            <a:off x="3536749" y="740996"/>
            <a:ext cx="8326360" cy="5760004"/>
          </a:xfrm>
          <a:prstGeom prst="rect">
            <a:avLst/>
          </a:prstGeom>
        </p:spPr>
        <p:txBody>
          <a:bodyPr wrap="square" lIns="0" tIns="0" rIns="0" bIns="0" anchor="t">
            <a:no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sz="1200" b="1">
                <a:solidFill>
                  <a:schemeClr val="accent1"/>
                </a:solidFill>
              </a:rPr>
              <a:t>Minsait – </a:t>
            </a:r>
            <a:r>
              <a:rPr lang="es-PE" sz="1200" b="1" err="1">
                <a:solidFill>
                  <a:schemeClr val="accent1"/>
                </a:solidFill>
              </a:rPr>
              <a:t>Consultant</a:t>
            </a:r>
            <a:r>
              <a:rPr lang="es-PE" sz="1200" b="1">
                <a:solidFill>
                  <a:schemeClr val="accent1"/>
                </a:solidFill>
              </a:rPr>
              <a:t>                                                                                                                                                    Nov 2025 – Actualidad</a:t>
            </a:r>
          </a:p>
          <a:p>
            <a:r>
              <a:rPr lang="es-PE" sz="1200" b="1"/>
              <a:t>Proyecto: Cementos Pacasmayo</a:t>
            </a:r>
          </a:p>
          <a:p>
            <a:pPr marL="171450" indent="-171450">
              <a:buFont typeface="Arial" panose="020B0604020202020204" pitchFamily="34" charset="0"/>
              <a:buChar char="•"/>
            </a:pPr>
            <a:r>
              <a:rPr lang="es-PE" sz="1200" b="1"/>
              <a:t>Liderar procesos de limpieza, transformación y validación de datos comerciales, promoviendo la calidad y trazabilidad.</a:t>
            </a:r>
          </a:p>
          <a:p>
            <a:pPr marL="171450" indent="-171450">
              <a:buFont typeface="Arial" panose="020B0604020202020204" pitchFamily="34" charset="0"/>
              <a:buChar char="•"/>
            </a:pPr>
            <a:r>
              <a:rPr lang="es-PE" sz="1200" b="1"/>
              <a:t>Desarrollo </a:t>
            </a:r>
            <a:r>
              <a:rPr lang="es-PE" sz="1200" b="1" err="1"/>
              <a:t>dashboards</a:t>
            </a:r>
            <a:r>
              <a:rPr lang="es-PE" sz="1200" b="1"/>
              <a:t> ejecutivos en </a:t>
            </a:r>
            <a:r>
              <a:rPr lang="es-PE" sz="1200" b="1" err="1"/>
              <a:t>Power</a:t>
            </a:r>
            <a:r>
              <a:rPr lang="es-PE" sz="1200" b="1"/>
              <a:t> BI para análisis de mercado, benchmarking y </a:t>
            </a:r>
            <a:r>
              <a:rPr lang="es-PE" sz="1200" b="1" err="1"/>
              <a:t>pricing</a:t>
            </a:r>
            <a:r>
              <a:rPr lang="es-PE" sz="1200" b="1"/>
              <a:t>.</a:t>
            </a:r>
          </a:p>
          <a:p>
            <a:pPr marL="171450" indent="-171450">
              <a:buFont typeface="Arial" panose="020B0604020202020204" pitchFamily="34" charset="0"/>
              <a:buChar char="•"/>
            </a:pPr>
            <a:r>
              <a:rPr lang="es-PE" sz="1200" b="1"/>
              <a:t>Implementación análisis temporal y geográfico para soporte a decisiones estratégicas.</a:t>
            </a:r>
          </a:p>
          <a:p>
            <a:pPr marL="171450" indent="-171450">
              <a:buFont typeface="Arial" panose="020B0604020202020204" pitchFamily="34" charset="0"/>
              <a:buChar char="•"/>
            </a:pPr>
            <a:r>
              <a:rPr lang="es-PE" sz="1200" b="1"/>
              <a:t>Coordinación con áreas comerciales y estratégicas para alineación negocio–data.</a:t>
            </a:r>
          </a:p>
          <a:p>
            <a:r>
              <a:rPr lang="es-PE" sz="1200" b="1">
                <a:solidFill>
                  <a:schemeClr val="accent1"/>
                </a:solidFill>
              </a:rPr>
              <a:t>NTT DATA – Business </a:t>
            </a:r>
            <a:r>
              <a:rPr lang="es-PE" sz="1200" b="1" err="1">
                <a:solidFill>
                  <a:schemeClr val="accent1"/>
                </a:solidFill>
              </a:rPr>
              <a:t>Consultant</a:t>
            </a:r>
            <a:r>
              <a:rPr lang="es-PE" sz="1200" b="1">
                <a:solidFill>
                  <a:schemeClr val="accent1"/>
                </a:solidFill>
              </a:rPr>
              <a:t>                                                                                                                           Feb 2023 – </a:t>
            </a:r>
            <a:r>
              <a:rPr lang="es-PE" sz="1200" b="1" err="1">
                <a:solidFill>
                  <a:schemeClr val="accent1"/>
                </a:solidFill>
              </a:rPr>
              <a:t>Ago</a:t>
            </a:r>
            <a:r>
              <a:rPr lang="es-PE" sz="1200" b="1">
                <a:solidFill>
                  <a:schemeClr val="accent1"/>
                </a:solidFill>
              </a:rPr>
              <a:t> 2025</a:t>
            </a:r>
          </a:p>
          <a:p>
            <a:r>
              <a:rPr lang="es-PE" sz="1200" b="1"/>
              <a:t>Proyecto: Compañía de Minas Buenaventura</a:t>
            </a:r>
          </a:p>
          <a:p>
            <a:pPr marL="171450" indent="-171450">
              <a:buFont typeface="Arial" panose="020B0604020202020204" pitchFamily="34" charset="0"/>
              <a:buChar char="•"/>
            </a:pPr>
            <a:r>
              <a:rPr lang="es-PE" sz="1200" b="1"/>
              <a:t>Liderar la transformación de procesos para migración a SAP HANA.</a:t>
            </a:r>
          </a:p>
          <a:p>
            <a:pPr marL="171450" indent="-171450">
              <a:buFont typeface="Arial" panose="020B0604020202020204" pitchFamily="34" charset="0"/>
              <a:buChar char="•"/>
            </a:pPr>
            <a:r>
              <a:rPr lang="es-PE" sz="1200" b="1"/>
              <a:t>Promover integración de datos entre áreas operativas y financieras.</a:t>
            </a:r>
          </a:p>
          <a:p>
            <a:pPr marL="171450" indent="-171450">
              <a:buFont typeface="Arial" panose="020B0604020202020204" pitchFamily="34" charset="0"/>
              <a:buChar char="•"/>
            </a:pPr>
            <a:r>
              <a:rPr lang="es-PE" sz="1200" b="1"/>
              <a:t>Optimizar flujos operativos reduciendo tiempos y costos.</a:t>
            </a:r>
          </a:p>
          <a:p>
            <a:r>
              <a:rPr lang="es-PE" sz="1200" b="1"/>
              <a:t>Proyecto: </a:t>
            </a:r>
            <a:r>
              <a:rPr lang="es-PE" sz="1200" b="1" err="1"/>
              <a:t>Izipay</a:t>
            </a:r>
            <a:r>
              <a:rPr lang="es-PE" sz="1200" b="1"/>
              <a:t> / Primax</a:t>
            </a:r>
          </a:p>
          <a:p>
            <a:pPr marL="171450" indent="-171450">
              <a:buFont typeface="Arial" panose="020B0604020202020204" pitchFamily="34" charset="0"/>
              <a:buChar char="•"/>
            </a:pPr>
            <a:r>
              <a:rPr lang="es-PE" sz="1200" b="1"/>
              <a:t>Diseñar modelos de análisis de consumo y rentabilidad.</a:t>
            </a:r>
          </a:p>
          <a:p>
            <a:pPr marL="171450" indent="-171450">
              <a:buFont typeface="Arial" panose="020B0604020202020204" pitchFamily="34" charset="0"/>
              <a:buChar char="•"/>
            </a:pPr>
            <a:r>
              <a:rPr lang="es-PE" sz="1200" b="1"/>
              <a:t>Implementar reportes automatizados en </a:t>
            </a:r>
            <a:r>
              <a:rPr lang="es-PE" sz="1200" b="1" err="1"/>
              <a:t>Power</a:t>
            </a:r>
            <a:r>
              <a:rPr lang="es-PE" sz="1200" b="1"/>
              <a:t> BI.</a:t>
            </a:r>
          </a:p>
          <a:p>
            <a:pPr marL="171450" indent="-171450">
              <a:buFont typeface="Arial" panose="020B0604020202020204" pitchFamily="34" charset="0"/>
              <a:buChar char="•"/>
            </a:pPr>
            <a:r>
              <a:rPr lang="es-PE" sz="1200" b="1"/>
              <a:t>Generación de ahorros mediante análisis de datos logísticos y financieros.</a:t>
            </a:r>
          </a:p>
          <a:p>
            <a:r>
              <a:rPr lang="es-PE" sz="1200" b="1"/>
              <a:t>Investigación NTT DATA</a:t>
            </a:r>
          </a:p>
          <a:p>
            <a:pPr marL="171450" indent="-171450">
              <a:buFont typeface="Arial" panose="020B0604020202020204" pitchFamily="34" charset="0"/>
              <a:buChar char="•"/>
            </a:pPr>
            <a:r>
              <a:rPr lang="es-PE" sz="1200" b="1"/>
              <a:t>Liderar análisis de datos para estudios de medios de pago y transformación digital en Perú.</a:t>
            </a:r>
          </a:p>
          <a:p>
            <a:r>
              <a:rPr lang="es-PE" sz="1200" b="1">
                <a:solidFill>
                  <a:schemeClr val="accent1"/>
                </a:solidFill>
              </a:rPr>
              <a:t>Tecnológica de Alimentos S.A. – Asistente Logístico                                                                                Feb 2021 – Feb 2023</a:t>
            </a:r>
          </a:p>
          <a:p>
            <a:pPr marL="171450" indent="-171450">
              <a:buFont typeface="Arial" panose="020B0604020202020204" pitchFamily="34" charset="0"/>
              <a:buChar char="•"/>
            </a:pPr>
            <a:r>
              <a:rPr lang="es-PE" sz="1200" b="1"/>
              <a:t>Gestionar activos valorizados en USD 2MM con soporte en SAP y </a:t>
            </a:r>
            <a:r>
              <a:rPr lang="es-PE" sz="1200" b="1" err="1"/>
              <a:t>Power</a:t>
            </a:r>
            <a:r>
              <a:rPr lang="es-PE" sz="1200" b="1"/>
              <a:t> BI.</a:t>
            </a:r>
          </a:p>
          <a:p>
            <a:pPr marL="171450" indent="-171450">
              <a:buFont typeface="Arial" panose="020B0604020202020204" pitchFamily="34" charset="0"/>
              <a:buChar char="•"/>
            </a:pPr>
            <a:r>
              <a:rPr lang="es-PE" sz="1200" b="1"/>
              <a:t>Implementar indicadores logísticos para control de inventarios y mantenimiento.</a:t>
            </a:r>
          </a:p>
          <a:p>
            <a:pPr marL="171450" indent="-171450">
              <a:buFont typeface="Arial" panose="020B0604020202020204" pitchFamily="34" charset="0"/>
              <a:buChar char="•"/>
            </a:pPr>
            <a:r>
              <a:rPr lang="es-PE" sz="1200" b="1"/>
              <a:t>Reducir permanencia de activos y optimicé espacios mediante analítica operativa.</a:t>
            </a:r>
          </a:p>
          <a:p>
            <a:r>
              <a:rPr lang="es-PE" sz="1200" b="1">
                <a:solidFill>
                  <a:schemeClr val="accent1"/>
                </a:solidFill>
              </a:rPr>
              <a:t>Arca Continental Lindley – Asistente de Almacén                                                                                      Oct 2019 – Jul 2020</a:t>
            </a:r>
          </a:p>
          <a:p>
            <a:pPr marL="171450" indent="-171450">
              <a:buFont typeface="Arial" panose="020B0604020202020204" pitchFamily="34" charset="0"/>
              <a:buChar char="•"/>
            </a:pPr>
            <a:r>
              <a:rPr lang="es-PE" sz="1200" b="1"/>
              <a:t>Optimizar inventarios usando WMS y análisis de </a:t>
            </a:r>
            <a:r>
              <a:rPr lang="es-PE" sz="1200" b="1" err="1"/>
              <a:t>KPIs</a:t>
            </a:r>
            <a:r>
              <a:rPr lang="es-PE" sz="1200" b="1"/>
              <a:t>.</a:t>
            </a:r>
          </a:p>
          <a:p>
            <a:pPr marL="171450" indent="-171450">
              <a:buFont typeface="Arial" panose="020B0604020202020204" pitchFamily="34" charset="0"/>
              <a:buChar char="•"/>
            </a:pPr>
            <a:r>
              <a:rPr lang="es-PE" sz="1200" b="1"/>
              <a:t>Reducir tiempos de recepción mediante estandarización basada en datos.</a:t>
            </a:r>
          </a:p>
          <a:p>
            <a:endParaRPr lang="es-PE" sz="1200"/>
          </a:p>
          <a:p>
            <a:pPr marL="0" marR="0" lvl="0" indent="0" algn="l" defTabSz="742454" rtl="0" eaLnBrk="1" fontAlgn="auto" latinLnBrk="0" hangingPunct="1">
              <a:lnSpc>
                <a:spcPct val="100000"/>
              </a:lnSpc>
              <a:spcBef>
                <a:spcPts val="400"/>
              </a:spcBef>
              <a:spcAft>
                <a:spcPts val="0"/>
              </a:spcAft>
              <a:buClrTx/>
              <a:buSzTx/>
              <a:buFontTx/>
              <a:buNone/>
              <a:tabLst/>
              <a:defRPr/>
            </a:pPr>
            <a:endParaRPr lang="es-ES" sz="1050" b="1">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endParaRPr lang="es-ES" sz="1050" b="1">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endParaRPr lang="es-ES" sz="1050" b="1">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endParaRPr kumimoji="0" lang="es-ES" sz="1200" b="1" i="0" u="none" strike="noStrike" kern="1200" cap="none" spc="0" normalizeH="0" baseline="0" noProof="0">
              <a:ln>
                <a:noFill/>
              </a:ln>
              <a:effectLst/>
              <a:uLnTx/>
              <a:uFillTx/>
              <a:ea typeface="+mn-lt"/>
              <a:cs typeface="+mn-lt"/>
            </a:endParaRPr>
          </a:p>
        </p:txBody>
      </p:sp>
      <p:sp>
        <p:nvSpPr>
          <p:cNvPr id="4" name="Marcador de texto 6">
            <a:extLst>
              <a:ext uri="{FF2B5EF4-FFF2-40B4-BE49-F238E27FC236}">
                <a16:creationId xmlns:a16="http://schemas.microsoft.com/office/drawing/2014/main" id="{2EF60DA0-78A6-E610-6450-33371015A6C6}"/>
              </a:ext>
            </a:extLst>
          </p:cNvPr>
          <p:cNvSpPr txBox="1">
            <a:spLocks/>
          </p:cNvSpPr>
          <p:nvPr/>
        </p:nvSpPr>
        <p:spPr>
          <a:xfrm>
            <a:off x="335360" y="323548"/>
            <a:ext cx="11521678" cy="160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solidFill>
                  <a:schemeClr val="bg1"/>
                </a:solidFill>
                <a:latin typeface="ForFuture Sans" panose="020B0504020203020204" pitchFamily="34" charset="0"/>
              </a:rPr>
              <a:t>04.</a:t>
            </a:r>
            <a:r>
              <a:rPr lang="es-ES" sz="1000">
                <a:solidFill>
                  <a:schemeClr val="bg1"/>
                </a:solidFill>
                <a:latin typeface="ForFuture Sans" panose="020B0504020203020204" pitchFamily="34" charset="0"/>
                <a:sym typeface="ForFuture Sans" panose="020B0504020203020204" pitchFamily="34" charset="0"/>
              </a:rPr>
              <a:t> PLAN Y EQUIPO DE TRABAJO</a:t>
            </a:r>
            <a:endParaRPr lang="es-ES" sz="1000">
              <a:solidFill>
                <a:schemeClr val="bg1"/>
              </a:solidFill>
              <a:latin typeface="ForFuture Sans" panose="020B0504020203020204" pitchFamily="34" charset="0"/>
            </a:endParaRPr>
          </a:p>
        </p:txBody>
      </p:sp>
    </p:spTree>
    <p:extLst>
      <p:ext uri="{BB962C8B-B14F-4D97-AF65-F5344CB8AC3E}">
        <p14:creationId xmlns:p14="http://schemas.microsoft.com/office/powerpoint/2010/main" val="40701599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DE5A4-32B4-2E94-5CB1-EB5B01EA1D28}"/>
            </a:ext>
          </a:extLst>
        </p:cNvPr>
        <p:cNvGrpSpPr/>
        <p:nvPr/>
      </p:nvGrpSpPr>
      <p:grpSpPr>
        <a:xfrm>
          <a:off x="0" y="0"/>
          <a:ext cx="0" cy="0"/>
          <a:chOff x="0" y="0"/>
          <a:chExt cx="0" cy="0"/>
        </a:xfrm>
      </p:grpSpPr>
      <p:sp>
        <p:nvSpPr>
          <p:cNvPr id="8" name="Forma libre 33">
            <a:extLst>
              <a:ext uri="{FF2B5EF4-FFF2-40B4-BE49-F238E27FC236}">
                <a16:creationId xmlns:a16="http://schemas.microsoft.com/office/drawing/2014/main" id="{36FEBC30-9AFE-856D-9C90-B76CD85D220D}"/>
              </a:ext>
            </a:extLst>
          </p:cNvPr>
          <p:cNvSpPr/>
          <p:nvPr/>
        </p:nvSpPr>
        <p:spPr bwMode="auto">
          <a:xfrm rot="16200000" flipH="1">
            <a:off x="-450402" y="3936576"/>
            <a:ext cx="3925856" cy="3025052"/>
          </a:xfrm>
          <a:custGeom>
            <a:avLst/>
            <a:gdLst>
              <a:gd name="connsiteX0" fmla="*/ 3925856 w 3925856"/>
              <a:gd name="connsiteY0" fmla="*/ 3025052 h 3025052"/>
              <a:gd name="connsiteX1" fmla="*/ 3925855 w 3925856"/>
              <a:gd name="connsiteY1" fmla="*/ 0 h 3025052"/>
              <a:gd name="connsiteX2" fmla="*/ 2681255 w 3925856"/>
              <a:gd name="connsiteY2" fmla="*/ 0 h 3025052"/>
              <a:gd name="connsiteX3" fmla="*/ 2090072 w 3925856"/>
              <a:gd name="connsiteY3" fmla="*/ 0 h 3025052"/>
              <a:gd name="connsiteX4" fmla="*/ 845472 w 3925856"/>
              <a:gd name="connsiteY4" fmla="*/ 0 h 3025052"/>
              <a:gd name="connsiteX5" fmla="*/ 0 w 3925856"/>
              <a:gd name="connsiteY5" fmla="*/ 3025052 h 3025052"/>
              <a:gd name="connsiteX6" fmla="*/ 1244600 w 3925856"/>
              <a:gd name="connsiteY6" fmla="*/ 3025052 h 3025052"/>
              <a:gd name="connsiteX7" fmla="*/ 2681256 w 3925856"/>
              <a:gd name="connsiteY7" fmla="*/ 3025052 h 302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25856" h="3025052">
                <a:moveTo>
                  <a:pt x="3925856" y="3025052"/>
                </a:moveTo>
                <a:lnTo>
                  <a:pt x="3925855" y="0"/>
                </a:lnTo>
                <a:lnTo>
                  <a:pt x="2681255" y="0"/>
                </a:lnTo>
                <a:lnTo>
                  <a:pt x="2090072" y="0"/>
                </a:lnTo>
                <a:lnTo>
                  <a:pt x="845472" y="0"/>
                </a:lnTo>
                <a:lnTo>
                  <a:pt x="0" y="3025052"/>
                </a:lnTo>
                <a:lnTo>
                  <a:pt x="1244600" y="3025052"/>
                </a:lnTo>
                <a:lnTo>
                  <a:pt x="2681256" y="3025052"/>
                </a:lnTo>
                <a:close/>
              </a:path>
            </a:pathLst>
          </a:custGeom>
          <a:solidFill>
            <a:srgbClr val="FFCCDD"/>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0000"/>
              </a:solidFill>
              <a:effectLst/>
              <a:uLnTx/>
              <a:uFillTx/>
              <a:latin typeface="Soho Gothic Pro Light"/>
              <a:ea typeface="+mn-ea"/>
              <a:cs typeface="+mn-cs"/>
            </a:endParaRPr>
          </a:p>
        </p:txBody>
      </p:sp>
      <p:sp>
        <p:nvSpPr>
          <p:cNvPr id="9" name="Forma libre 35">
            <a:extLst>
              <a:ext uri="{FF2B5EF4-FFF2-40B4-BE49-F238E27FC236}">
                <a16:creationId xmlns:a16="http://schemas.microsoft.com/office/drawing/2014/main" id="{19850997-4933-7968-F0AD-227125D2DE3C}"/>
              </a:ext>
            </a:extLst>
          </p:cNvPr>
          <p:cNvSpPr/>
          <p:nvPr/>
        </p:nvSpPr>
        <p:spPr bwMode="auto">
          <a:xfrm rot="16200000" flipV="1">
            <a:off x="-926315" y="430736"/>
            <a:ext cx="4855911" cy="3025052"/>
          </a:xfrm>
          <a:custGeom>
            <a:avLst/>
            <a:gdLst>
              <a:gd name="connsiteX0" fmla="*/ 4704789 w 4704789"/>
              <a:gd name="connsiteY0" fmla="*/ 3025052 h 3025052"/>
              <a:gd name="connsiteX1" fmla="*/ 4704788 w 4704789"/>
              <a:gd name="connsiteY1" fmla="*/ 0 h 3025052"/>
              <a:gd name="connsiteX2" fmla="*/ 3925855 w 4704789"/>
              <a:gd name="connsiteY2" fmla="*/ 0 h 3025052"/>
              <a:gd name="connsiteX3" fmla="*/ 3460188 w 4704789"/>
              <a:gd name="connsiteY3" fmla="*/ 0 h 3025052"/>
              <a:gd name="connsiteX4" fmla="*/ 2869005 w 4704789"/>
              <a:gd name="connsiteY4" fmla="*/ 0 h 3025052"/>
              <a:gd name="connsiteX5" fmla="*/ 2681255 w 4704789"/>
              <a:gd name="connsiteY5" fmla="*/ 0 h 3025052"/>
              <a:gd name="connsiteX6" fmla="*/ 2090072 w 4704789"/>
              <a:gd name="connsiteY6" fmla="*/ 0 h 3025052"/>
              <a:gd name="connsiteX7" fmla="*/ 1624405 w 4704789"/>
              <a:gd name="connsiteY7" fmla="*/ 0 h 3025052"/>
              <a:gd name="connsiteX8" fmla="*/ 845472 w 4704789"/>
              <a:gd name="connsiteY8" fmla="*/ 0 h 3025052"/>
              <a:gd name="connsiteX9" fmla="*/ 0 w 4704789"/>
              <a:gd name="connsiteY9" fmla="*/ 3025052 h 3025052"/>
              <a:gd name="connsiteX10" fmla="*/ 778933 w 4704789"/>
              <a:gd name="connsiteY10" fmla="*/ 3025052 h 3025052"/>
              <a:gd name="connsiteX11" fmla="*/ 1244600 w 4704789"/>
              <a:gd name="connsiteY11" fmla="*/ 3025052 h 3025052"/>
              <a:gd name="connsiteX12" fmla="*/ 2023533 w 4704789"/>
              <a:gd name="connsiteY12" fmla="*/ 3025052 h 3025052"/>
              <a:gd name="connsiteX13" fmla="*/ 2681256 w 4704789"/>
              <a:gd name="connsiteY13" fmla="*/ 3025052 h 3025052"/>
              <a:gd name="connsiteX14" fmla="*/ 3460189 w 4704789"/>
              <a:gd name="connsiteY14" fmla="*/ 3025052 h 3025052"/>
              <a:gd name="connsiteX15" fmla="*/ 3925856 w 4704789"/>
              <a:gd name="connsiteY15" fmla="*/ 3025052 h 302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04789" h="3025052">
                <a:moveTo>
                  <a:pt x="4704789" y="3025052"/>
                </a:moveTo>
                <a:lnTo>
                  <a:pt x="4704788" y="0"/>
                </a:lnTo>
                <a:lnTo>
                  <a:pt x="3925855" y="0"/>
                </a:lnTo>
                <a:lnTo>
                  <a:pt x="3460188" y="0"/>
                </a:lnTo>
                <a:lnTo>
                  <a:pt x="2869005" y="0"/>
                </a:lnTo>
                <a:lnTo>
                  <a:pt x="2681255" y="0"/>
                </a:lnTo>
                <a:lnTo>
                  <a:pt x="2090072" y="0"/>
                </a:lnTo>
                <a:lnTo>
                  <a:pt x="1624405" y="0"/>
                </a:lnTo>
                <a:lnTo>
                  <a:pt x="845472" y="0"/>
                </a:lnTo>
                <a:lnTo>
                  <a:pt x="0" y="3025052"/>
                </a:lnTo>
                <a:lnTo>
                  <a:pt x="778933" y="3025052"/>
                </a:lnTo>
                <a:lnTo>
                  <a:pt x="1244600" y="3025052"/>
                </a:lnTo>
                <a:lnTo>
                  <a:pt x="2023533" y="3025052"/>
                </a:lnTo>
                <a:lnTo>
                  <a:pt x="2681256" y="3025052"/>
                </a:lnTo>
                <a:lnTo>
                  <a:pt x="3460189" y="3025052"/>
                </a:lnTo>
                <a:lnTo>
                  <a:pt x="3925856" y="3025052"/>
                </a:lnTo>
                <a:close/>
              </a:path>
            </a:pathLst>
          </a:custGeom>
          <a:solidFill>
            <a:srgbClr val="4F062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0000"/>
              </a:solidFill>
              <a:effectLst/>
              <a:uLnTx/>
              <a:uFillTx/>
              <a:latin typeface="Soho Gothic Pro Light"/>
              <a:ea typeface="+mn-ea"/>
              <a:cs typeface="+mn-cs"/>
            </a:endParaRPr>
          </a:p>
        </p:txBody>
      </p:sp>
      <p:sp>
        <p:nvSpPr>
          <p:cNvPr id="22" name="Forma libre 21">
            <a:extLst>
              <a:ext uri="{FF2B5EF4-FFF2-40B4-BE49-F238E27FC236}">
                <a16:creationId xmlns:a16="http://schemas.microsoft.com/office/drawing/2014/main" id="{65AE0A4C-F4C5-BD41-7647-0E8699BC7B64}"/>
              </a:ext>
            </a:extLst>
          </p:cNvPr>
          <p:cNvSpPr/>
          <p:nvPr/>
        </p:nvSpPr>
        <p:spPr>
          <a:xfrm rot="16200000" flipV="1">
            <a:off x="3625044" y="-337356"/>
            <a:ext cx="8229600" cy="8904311"/>
          </a:xfrm>
          <a:custGeom>
            <a:avLst/>
            <a:gdLst>
              <a:gd name="connsiteX0" fmla="*/ 5982782 w 5982782"/>
              <a:gd name="connsiteY0" fmla="*/ 6539632 h 6539632"/>
              <a:gd name="connsiteX1" fmla="*/ 5982782 w 5982782"/>
              <a:gd name="connsiteY1" fmla="*/ 1 h 6539632"/>
              <a:gd name="connsiteX2" fmla="*/ 1827761 w 5982782"/>
              <a:gd name="connsiteY2" fmla="*/ 0 h 6539632"/>
              <a:gd name="connsiteX3" fmla="*/ 0 w 5982782"/>
              <a:gd name="connsiteY3" fmla="*/ 6539632 h 6539632"/>
            </a:gdLst>
            <a:ahLst/>
            <a:cxnLst>
              <a:cxn ang="0">
                <a:pos x="connsiteX0" y="connsiteY0"/>
              </a:cxn>
              <a:cxn ang="0">
                <a:pos x="connsiteX1" y="connsiteY1"/>
              </a:cxn>
              <a:cxn ang="0">
                <a:pos x="connsiteX2" y="connsiteY2"/>
              </a:cxn>
              <a:cxn ang="0">
                <a:pos x="connsiteX3" y="connsiteY3"/>
              </a:cxn>
            </a:cxnLst>
            <a:rect l="l" t="t" r="r" b="b"/>
            <a:pathLst>
              <a:path w="5982782" h="6539632">
                <a:moveTo>
                  <a:pt x="5982782" y="6539632"/>
                </a:moveTo>
                <a:lnTo>
                  <a:pt x="5982782" y="1"/>
                </a:lnTo>
                <a:lnTo>
                  <a:pt x="1827761" y="0"/>
                </a:lnTo>
                <a:lnTo>
                  <a:pt x="0" y="6539632"/>
                </a:lnTo>
                <a:close/>
              </a:path>
            </a:pathLst>
          </a:custGeom>
          <a:solidFill>
            <a:schemeClr val="bg1"/>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1A3B47"/>
              </a:solidFill>
              <a:effectLst/>
              <a:uLnTx/>
              <a:uFillTx/>
              <a:latin typeface="Soho Gothic Pro" panose="020B0503030504020204" pitchFamily="34" charset="0"/>
              <a:ea typeface="+mn-ea"/>
              <a:cs typeface="+mn-cs"/>
            </a:endParaRPr>
          </a:p>
        </p:txBody>
      </p:sp>
      <p:sp>
        <p:nvSpPr>
          <p:cNvPr id="26" name="Rectángulo 25">
            <a:extLst>
              <a:ext uri="{FF2B5EF4-FFF2-40B4-BE49-F238E27FC236}">
                <a16:creationId xmlns:a16="http://schemas.microsoft.com/office/drawing/2014/main" id="{849CDFFC-3890-C2E5-3527-36108FDE0B51}"/>
              </a:ext>
            </a:extLst>
          </p:cNvPr>
          <p:cNvSpPr/>
          <p:nvPr/>
        </p:nvSpPr>
        <p:spPr>
          <a:xfrm>
            <a:off x="317374" y="1535130"/>
            <a:ext cx="1910457" cy="383996"/>
          </a:xfrm>
          <a:prstGeom prst="rect">
            <a:avLst/>
          </a:prstGeom>
        </p:spPr>
        <p:txBody>
          <a:bodyPr wrap="square" lIns="0" tIns="47975" rIns="47975" bIns="47975"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1" i="0" u="none" strike="noStrike" kern="1200" cap="none" spc="0" normalizeH="0" baseline="0" noProof="0">
                <a:ln>
                  <a:noFill/>
                </a:ln>
                <a:solidFill>
                  <a:schemeClr val="bg1"/>
                </a:solidFill>
                <a:effectLst/>
                <a:uLnTx/>
                <a:uFillTx/>
                <a:ea typeface="+mn-ea"/>
                <a:cs typeface="+mn-cs"/>
              </a:rPr>
              <a:t>Formación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a:ln>
                <a:noFill/>
              </a:ln>
              <a:solidFill>
                <a:schemeClr val="bg1"/>
              </a:solidFill>
              <a:effectLst/>
              <a:uLnTx/>
              <a:uFillTx/>
              <a:ea typeface="+mn-ea"/>
              <a:cs typeface="+mn-cs"/>
            </a:endParaRPr>
          </a:p>
        </p:txBody>
      </p:sp>
      <p:sp>
        <p:nvSpPr>
          <p:cNvPr id="27" name="Rectángulo 26">
            <a:extLst>
              <a:ext uri="{FF2B5EF4-FFF2-40B4-BE49-F238E27FC236}">
                <a16:creationId xmlns:a16="http://schemas.microsoft.com/office/drawing/2014/main" id="{A21E161F-DAFF-552D-D3B9-B887AAED337A}"/>
              </a:ext>
            </a:extLst>
          </p:cNvPr>
          <p:cNvSpPr/>
          <p:nvPr/>
        </p:nvSpPr>
        <p:spPr>
          <a:xfrm>
            <a:off x="380561" y="4189960"/>
            <a:ext cx="1910457" cy="383996"/>
          </a:xfrm>
          <a:prstGeom prst="rect">
            <a:avLst/>
          </a:prstGeom>
        </p:spPr>
        <p:txBody>
          <a:bodyPr wrap="square" lIns="0" tIns="47975" rIns="47975" bIns="47975">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1" i="0" u="none" strike="noStrike" kern="1200" cap="none" spc="0" normalizeH="0" baseline="0" noProof="0">
                <a:ln>
                  <a:noFill/>
                </a:ln>
                <a:solidFill>
                  <a:schemeClr val="tx2"/>
                </a:solidFill>
                <a:effectLst/>
                <a:uLnTx/>
                <a:uFillTx/>
                <a:ea typeface="+mn-ea"/>
                <a:cs typeface="+mn-cs"/>
              </a:rPr>
              <a:t>Habilidades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a:ln>
                <a:noFill/>
              </a:ln>
              <a:solidFill>
                <a:schemeClr val="tx2"/>
              </a:solidFill>
              <a:effectLst/>
              <a:uLnTx/>
              <a:uFillTx/>
              <a:ea typeface="+mn-ea"/>
              <a:cs typeface="+mn-cs"/>
            </a:endParaRPr>
          </a:p>
        </p:txBody>
      </p:sp>
      <p:pic>
        <p:nvPicPr>
          <p:cNvPr id="29" name="Imagen 28">
            <a:extLst>
              <a:ext uri="{FF2B5EF4-FFF2-40B4-BE49-F238E27FC236}">
                <a16:creationId xmlns:a16="http://schemas.microsoft.com/office/drawing/2014/main" id="{B5F971ED-5690-00B1-7D97-8A9AAA26B854}"/>
              </a:ext>
            </a:extLst>
          </p:cNvPr>
          <p:cNvPicPr>
            <a:picLocks noChangeAspect="1"/>
          </p:cNvPicPr>
          <p:nvPr/>
        </p:nvPicPr>
        <p:blipFill>
          <a:blip r:embed="rId5">
            <a:duotone>
              <a:prstClr val="black"/>
              <a:srgbClr val="4F062A">
                <a:tint val="45000"/>
                <a:satMod val="400000"/>
              </a:srgbClr>
            </a:duotone>
          </a:blip>
          <a:stretch>
            <a:fillRect/>
          </a:stretch>
        </p:blipFill>
        <p:spPr>
          <a:xfrm>
            <a:off x="2369623" y="3881988"/>
            <a:ext cx="416533" cy="513600"/>
          </a:xfrm>
          <a:prstGeom prst="rect">
            <a:avLst/>
          </a:prstGeom>
        </p:spPr>
      </p:pic>
      <p:graphicFrame>
        <p:nvGraphicFramePr>
          <p:cNvPr id="3" name="2 Objeto" hidden="1">
            <a:extLst>
              <a:ext uri="{FF2B5EF4-FFF2-40B4-BE49-F238E27FC236}">
                <a16:creationId xmlns:a16="http://schemas.microsoft.com/office/drawing/2014/main" id="{CB0F67E9-4191-C461-F776-106DFF528787}"/>
              </a:ext>
            </a:extLst>
          </p:cNvPr>
          <p:cNvGraphicFramePr>
            <a:graphicFrameLocks noChangeAspect="1"/>
          </p:cNvGraphicFramePr>
          <p:nvPr>
            <p:custDataLst>
              <p:tags r:id="rId1"/>
            </p:custDataLst>
          </p:nvPr>
        </p:nvGraphicFramePr>
        <p:xfrm>
          <a:off x="1144588" y="1589"/>
          <a:ext cx="1587" cy="1587"/>
        </p:xfrm>
        <a:graphic>
          <a:graphicData uri="http://schemas.openxmlformats.org/presentationml/2006/ole">
            <mc:AlternateContent xmlns:mc="http://schemas.openxmlformats.org/markup-compatibility/2006">
              <mc:Choice xmlns:v="urn:schemas-microsoft-com:vml" Requires="v">
                <p:oleObj name="Diapositiva de think-cell" r:id="rId6" imgW="270" imgH="270" progId="TCLayout.ActiveDocument.1">
                  <p:embed/>
                </p:oleObj>
              </mc:Choice>
              <mc:Fallback>
                <p:oleObj name="Diapositiva de think-cell" r:id="rId6" imgW="270" imgH="270" progId="TCLayout.ActiveDocument.1">
                  <p:embed/>
                  <p:pic>
                    <p:nvPicPr>
                      <p:cNvPr id="3" name="2 Objeto" hidden="1">
                        <a:extLst>
                          <a:ext uri="{FF2B5EF4-FFF2-40B4-BE49-F238E27FC236}">
                            <a16:creationId xmlns:a16="http://schemas.microsoft.com/office/drawing/2014/main" id="{CB0F67E9-4191-C461-F776-106DFF52878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4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ángulo 4" hidden="1">
            <a:extLst>
              <a:ext uri="{FF2B5EF4-FFF2-40B4-BE49-F238E27FC236}">
                <a16:creationId xmlns:a16="http://schemas.microsoft.com/office/drawing/2014/main" id="{331DAD53-5E30-E5C8-D305-D6242F172A08}"/>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400" b="0" i="0" u="none" strike="noStrike" kern="1200" cap="none" spc="0" normalizeH="0" baseline="0" noProof="0">
              <a:ln>
                <a:noFill/>
              </a:ln>
              <a:solidFill>
                <a:srgbClr val="FFFFFF"/>
              </a:solidFill>
              <a:effectLst/>
              <a:uLnTx/>
              <a:uFillTx/>
              <a:latin typeface="Playfair Display" panose="00000500000000000000"/>
              <a:ea typeface="+mn-ea"/>
              <a:cs typeface="+mn-cs"/>
              <a:sym typeface="Playfair Display" panose="00000500000000000000"/>
            </a:endParaRPr>
          </a:p>
        </p:txBody>
      </p:sp>
      <p:sp>
        <p:nvSpPr>
          <p:cNvPr id="18" name="Rectángulo 17">
            <a:extLst>
              <a:ext uri="{FF2B5EF4-FFF2-40B4-BE49-F238E27FC236}">
                <a16:creationId xmlns:a16="http://schemas.microsoft.com/office/drawing/2014/main" id="{8E2688F7-BE2D-9B63-804E-9E9BFE0FAE24}"/>
              </a:ext>
            </a:extLst>
          </p:cNvPr>
          <p:cNvSpPr/>
          <p:nvPr/>
        </p:nvSpPr>
        <p:spPr>
          <a:xfrm>
            <a:off x="295321" y="1737375"/>
            <a:ext cx="2611805" cy="1695193"/>
          </a:xfrm>
          <a:prstGeom prst="rect">
            <a:avLst/>
          </a:prstGeom>
        </p:spPr>
        <p:txBody>
          <a:bodyPr wrap="square" lIns="0" tIns="0" rIns="0" bIns="0" anchor="t">
            <a:noAutofit/>
          </a:bodyPr>
          <a:lstStyle/>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a:ln>
                  <a:noFill/>
                </a:ln>
                <a:solidFill>
                  <a:schemeClr val="bg1"/>
                </a:solidFill>
                <a:effectLst/>
                <a:uLnTx/>
                <a:uFillTx/>
                <a:ea typeface="+mn-ea"/>
                <a:cs typeface="+mn-cs"/>
              </a:rPr>
              <a:t>Licenciada en Administración, UPC (2024)</a:t>
            </a:r>
          </a:p>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a:ln>
                  <a:noFill/>
                </a:ln>
                <a:solidFill>
                  <a:schemeClr val="bg1"/>
                </a:solidFill>
                <a:effectLst/>
                <a:uLnTx/>
                <a:uFillTx/>
                <a:ea typeface="+mn-ea"/>
                <a:cs typeface="+mn-cs"/>
              </a:rPr>
              <a:t>Especialización en </a:t>
            </a:r>
            <a:r>
              <a:rPr kumimoji="0" lang="es-PE" sz="1100" b="0" i="0" u="none" strike="noStrike" kern="1200" cap="none" spc="0" normalizeH="0" baseline="0" noProof="0" err="1">
                <a:ln>
                  <a:noFill/>
                </a:ln>
                <a:solidFill>
                  <a:schemeClr val="bg1"/>
                </a:solidFill>
                <a:effectLst/>
                <a:uLnTx/>
                <a:uFillTx/>
                <a:ea typeface="+mn-ea"/>
                <a:cs typeface="+mn-cs"/>
              </a:rPr>
              <a:t>Trade</a:t>
            </a:r>
            <a:r>
              <a:rPr kumimoji="0" lang="es-PE" sz="1100" b="0" i="0" u="none" strike="noStrike" kern="1200" cap="none" spc="0" normalizeH="0" baseline="0" noProof="0">
                <a:ln>
                  <a:noFill/>
                </a:ln>
                <a:solidFill>
                  <a:schemeClr val="bg1"/>
                </a:solidFill>
                <a:effectLst/>
                <a:uLnTx/>
                <a:uFillTx/>
                <a:ea typeface="+mn-ea"/>
                <a:cs typeface="+mn-cs"/>
              </a:rPr>
              <a:t> Marketing – UPC</a:t>
            </a:r>
          </a:p>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a:ln>
                  <a:noFill/>
                </a:ln>
                <a:solidFill>
                  <a:schemeClr val="bg1"/>
                </a:solidFill>
                <a:effectLst/>
                <a:uLnTx/>
                <a:uFillTx/>
                <a:ea typeface="+mn-ea"/>
                <a:cs typeface="+mn-cs"/>
              </a:rPr>
              <a:t>Business </a:t>
            </a:r>
            <a:r>
              <a:rPr kumimoji="0" lang="es-PE" sz="1100" b="0" i="0" u="none" strike="noStrike" kern="1200" cap="none" spc="0" normalizeH="0" baseline="0" noProof="0" err="1">
                <a:ln>
                  <a:noFill/>
                </a:ln>
                <a:solidFill>
                  <a:schemeClr val="bg1"/>
                </a:solidFill>
                <a:effectLst/>
                <a:uLnTx/>
                <a:uFillTx/>
                <a:ea typeface="+mn-ea"/>
                <a:cs typeface="+mn-cs"/>
              </a:rPr>
              <a:t>Intelligence</a:t>
            </a:r>
            <a:r>
              <a:rPr kumimoji="0" lang="es-PE" sz="1100" b="0" i="0" u="none" strike="noStrike" kern="1200" cap="none" spc="0" normalizeH="0" baseline="0" noProof="0">
                <a:ln>
                  <a:noFill/>
                </a:ln>
                <a:solidFill>
                  <a:schemeClr val="bg1"/>
                </a:solidFill>
                <a:effectLst/>
                <a:uLnTx/>
                <a:uFillTx/>
                <a:ea typeface="+mn-ea"/>
                <a:cs typeface="+mn-cs"/>
              </a:rPr>
              <a:t> &amp; </a:t>
            </a:r>
            <a:r>
              <a:rPr kumimoji="0" lang="es-PE" sz="1100" b="0" i="0" u="none" strike="noStrike" kern="1200" cap="none" spc="0" normalizeH="0" baseline="0" noProof="0" err="1">
                <a:ln>
                  <a:noFill/>
                </a:ln>
                <a:solidFill>
                  <a:schemeClr val="bg1"/>
                </a:solidFill>
                <a:effectLst/>
                <a:uLnTx/>
                <a:uFillTx/>
                <a:ea typeface="+mn-ea"/>
                <a:cs typeface="+mn-cs"/>
              </a:rPr>
              <a:t>Predictability</a:t>
            </a:r>
            <a:r>
              <a:rPr kumimoji="0" lang="es-PE" sz="1100" b="0" i="0" u="none" strike="noStrike" kern="1200" cap="none" spc="0" normalizeH="0" baseline="0" noProof="0">
                <a:ln>
                  <a:noFill/>
                </a:ln>
                <a:solidFill>
                  <a:schemeClr val="bg1"/>
                </a:solidFill>
                <a:effectLst/>
                <a:uLnTx/>
                <a:uFillTx/>
                <a:ea typeface="+mn-ea"/>
                <a:cs typeface="+mn-cs"/>
              </a:rPr>
              <a:t> – SAP </a:t>
            </a:r>
            <a:r>
              <a:rPr kumimoji="0" lang="es-PE" sz="1100" b="0" i="0" u="none" strike="noStrike" kern="1200" cap="none" spc="0" normalizeH="0" baseline="0" noProof="0" err="1">
                <a:ln>
                  <a:noFill/>
                </a:ln>
                <a:solidFill>
                  <a:schemeClr val="bg1"/>
                </a:solidFill>
                <a:effectLst/>
                <a:uLnTx/>
                <a:uFillTx/>
                <a:ea typeface="+mn-ea"/>
                <a:cs typeface="+mn-cs"/>
              </a:rPr>
              <a:t>University</a:t>
            </a:r>
            <a:r>
              <a:rPr kumimoji="0" lang="es-PE" sz="1100" b="0" i="0" u="none" strike="noStrike" kern="1200" cap="none" spc="0" normalizeH="0" baseline="0" noProof="0">
                <a:ln>
                  <a:noFill/>
                </a:ln>
                <a:solidFill>
                  <a:schemeClr val="bg1"/>
                </a:solidFill>
                <a:effectLst/>
                <a:uLnTx/>
                <a:uFillTx/>
                <a:ea typeface="+mn-ea"/>
                <a:cs typeface="+mn-cs"/>
              </a:rPr>
              <a:t> </a:t>
            </a:r>
            <a:r>
              <a:rPr kumimoji="0" lang="es-PE" sz="1100" b="0" i="0" u="none" strike="noStrike" kern="1200" cap="none" spc="0" normalizeH="0" baseline="0" noProof="0" err="1">
                <a:ln>
                  <a:noFill/>
                </a:ln>
                <a:solidFill>
                  <a:schemeClr val="bg1"/>
                </a:solidFill>
                <a:effectLst/>
                <a:uLnTx/>
                <a:uFillTx/>
                <a:ea typeface="+mn-ea"/>
                <a:cs typeface="+mn-cs"/>
              </a:rPr>
              <a:t>Alliances</a:t>
            </a:r>
            <a:endParaRPr kumimoji="0" lang="es-PE" sz="1100" b="0" i="0" u="none" strike="noStrike" kern="1200" cap="none" spc="0" normalizeH="0" baseline="0" noProof="0">
              <a:ln>
                <a:noFill/>
              </a:ln>
              <a:solidFill>
                <a:schemeClr val="bg1"/>
              </a:solidFill>
              <a:effectLst/>
              <a:uLnTx/>
              <a:uFillTx/>
              <a:ea typeface="+mn-ea"/>
              <a:cs typeface="+mn-cs"/>
            </a:endParaRPr>
          </a:p>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a:ln>
                  <a:noFill/>
                </a:ln>
                <a:solidFill>
                  <a:schemeClr val="bg1"/>
                </a:solidFill>
                <a:effectLst/>
                <a:uLnTx/>
                <a:uFillTx/>
                <a:ea typeface="+mn-ea"/>
                <a:cs typeface="+mn-cs"/>
              </a:rPr>
              <a:t>Administración de Proyectos – </a:t>
            </a:r>
            <a:r>
              <a:rPr kumimoji="0" lang="es-PE" sz="1100" b="0" i="0" u="none" strike="noStrike" kern="1200" cap="none" spc="0" normalizeH="0" baseline="0" noProof="0" err="1">
                <a:ln>
                  <a:noFill/>
                </a:ln>
                <a:solidFill>
                  <a:schemeClr val="bg1"/>
                </a:solidFill>
                <a:effectLst/>
                <a:uLnTx/>
                <a:uFillTx/>
                <a:ea typeface="+mn-ea"/>
                <a:cs typeface="+mn-cs"/>
              </a:rPr>
              <a:t>University</a:t>
            </a:r>
            <a:r>
              <a:rPr kumimoji="0" lang="es-PE" sz="1100" b="0" i="0" u="none" strike="noStrike" kern="1200" cap="none" spc="0" normalizeH="0" baseline="0" noProof="0">
                <a:ln>
                  <a:noFill/>
                </a:ln>
                <a:solidFill>
                  <a:schemeClr val="bg1"/>
                </a:solidFill>
                <a:effectLst/>
                <a:uLnTx/>
                <a:uFillTx/>
                <a:ea typeface="+mn-ea"/>
                <a:cs typeface="+mn-cs"/>
              </a:rPr>
              <a:t> </a:t>
            </a:r>
            <a:r>
              <a:rPr kumimoji="0" lang="es-PE" sz="1100" b="0" i="0" u="none" strike="noStrike" kern="1200" cap="none" spc="0" normalizeH="0" baseline="0" noProof="0" err="1">
                <a:ln>
                  <a:noFill/>
                </a:ln>
                <a:solidFill>
                  <a:schemeClr val="bg1"/>
                </a:solidFill>
                <a:effectLst/>
                <a:uLnTx/>
                <a:uFillTx/>
                <a:ea typeface="+mn-ea"/>
                <a:cs typeface="+mn-cs"/>
              </a:rPr>
              <a:t>of</a:t>
            </a:r>
            <a:r>
              <a:rPr kumimoji="0" lang="es-PE" sz="1100" b="0" i="0" u="none" strike="noStrike" kern="1200" cap="none" spc="0" normalizeH="0" baseline="0" noProof="0">
                <a:ln>
                  <a:noFill/>
                </a:ln>
                <a:solidFill>
                  <a:schemeClr val="bg1"/>
                </a:solidFill>
                <a:effectLst/>
                <a:uLnTx/>
                <a:uFillTx/>
                <a:ea typeface="+mn-ea"/>
                <a:cs typeface="+mn-cs"/>
              </a:rPr>
              <a:t> Colorado Boulder</a:t>
            </a:r>
          </a:p>
        </p:txBody>
      </p:sp>
      <p:sp>
        <p:nvSpPr>
          <p:cNvPr id="25" name="Rectángulo 24">
            <a:extLst>
              <a:ext uri="{FF2B5EF4-FFF2-40B4-BE49-F238E27FC236}">
                <a16:creationId xmlns:a16="http://schemas.microsoft.com/office/drawing/2014/main" id="{CF16CE79-62CC-D830-425F-5CC27F889208}"/>
              </a:ext>
            </a:extLst>
          </p:cNvPr>
          <p:cNvSpPr/>
          <p:nvPr/>
        </p:nvSpPr>
        <p:spPr>
          <a:xfrm>
            <a:off x="195916" y="4613760"/>
            <a:ext cx="2560670" cy="1939440"/>
          </a:xfrm>
          <a:prstGeom prst="rect">
            <a:avLst/>
          </a:prstGeom>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srgbClr val="000000"/>
              </a:solidFill>
              <a:effectLst/>
              <a:uLnTx/>
              <a:uFillTx/>
              <a:latin typeface="Raleway" panose="020B06040202020202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srgbClr val="000000"/>
              </a:solidFill>
              <a:effectLst/>
              <a:uLnTx/>
              <a:uFillTx/>
              <a:latin typeface="Raleway" panose="020B06040202020202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100" b="0" i="0" u="none" strike="noStrike" kern="1200" cap="none" spc="0" normalizeH="0" baseline="0" noProof="0">
              <a:ln>
                <a:noFill/>
              </a:ln>
              <a:solidFill>
                <a:srgbClr val="1A3B47"/>
              </a:solidFill>
              <a:effectLst/>
              <a:uLnTx/>
              <a:uFillTx/>
              <a:latin typeface="Soho Gothic Pro Light"/>
              <a:ea typeface="+mn-lt"/>
              <a:cs typeface="+mn-lt"/>
            </a:endParaRPr>
          </a:p>
        </p:txBody>
      </p:sp>
      <p:sp>
        <p:nvSpPr>
          <p:cNvPr id="35" name="1 Título">
            <a:extLst>
              <a:ext uri="{FF2B5EF4-FFF2-40B4-BE49-F238E27FC236}">
                <a16:creationId xmlns:a16="http://schemas.microsoft.com/office/drawing/2014/main" id="{C9605609-266F-6476-5955-5FB82EB56864}"/>
              </a:ext>
            </a:extLst>
          </p:cNvPr>
          <p:cNvSpPr>
            <a:spLocks noGrp="1"/>
          </p:cNvSpPr>
          <p:nvPr>
            <p:ph type="title"/>
          </p:nvPr>
        </p:nvSpPr>
        <p:spPr>
          <a:xfrm>
            <a:off x="336000" y="643324"/>
            <a:ext cx="2689052" cy="919343"/>
          </a:xfrm>
        </p:spPr>
        <p:txBody>
          <a:bodyPr/>
          <a:lstStyle/>
          <a:p>
            <a:pPr>
              <a:spcBef>
                <a:spcPts val="400"/>
              </a:spcBef>
              <a:spcAft>
                <a:spcPts val="400"/>
              </a:spcAft>
              <a:buClr>
                <a:schemeClr val="tx1"/>
              </a:buClr>
            </a:pPr>
            <a:r>
              <a:rPr lang="en-US" b="1">
                <a:solidFill>
                  <a:schemeClr val="bg1"/>
                </a:solidFill>
              </a:rPr>
              <a:t>Consultor de </a:t>
            </a:r>
            <a:r>
              <a:rPr lang="en-US" b="1" err="1">
                <a:solidFill>
                  <a:schemeClr val="bg1"/>
                </a:solidFill>
              </a:rPr>
              <a:t>apoyo</a:t>
            </a:r>
            <a:r>
              <a:rPr lang="en-US" b="1">
                <a:solidFill>
                  <a:schemeClr val="bg1"/>
                </a:solidFill>
              </a:rPr>
              <a:t> (A.R.)</a:t>
            </a:r>
            <a:endParaRPr lang="es-MX" sz="2000" b="1">
              <a:solidFill>
                <a:schemeClr val="bg1"/>
              </a:solidFill>
            </a:endParaRPr>
          </a:p>
        </p:txBody>
      </p:sp>
      <p:pic>
        <p:nvPicPr>
          <p:cNvPr id="20" name="Imagen 19">
            <a:extLst>
              <a:ext uri="{FF2B5EF4-FFF2-40B4-BE49-F238E27FC236}">
                <a16:creationId xmlns:a16="http://schemas.microsoft.com/office/drawing/2014/main" id="{DE63322C-FE23-838F-10F8-3428D7897D04}"/>
              </a:ext>
            </a:extLst>
          </p:cNvPr>
          <p:cNvPicPr>
            <a:picLocks noChangeAspect="1"/>
          </p:cNvPicPr>
          <p:nvPr/>
        </p:nvPicPr>
        <p:blipFill>
          <a:blip r:embed="rId8">
            <a:duotone>
              <a:prstClr val="black"/>
              <a:srgbClr val="4F062A">
                <a:tint val="45000"/>
                <a:satMod val="400000"/>
              </a:srgbClr>
            </a:duotone>
          </a:blip>
          <a:stretch>
            <a:fillRect/>
          </a:stretch>
        </p:blipFill>
        <p:spPr bwMode="auto">
          <a:xfrm>
            <a:off x="6258834" y="117453"/>
            <a:ext cx="398131" cy="379680"/>
          </a:xfrm>
          <a:prstGeom prst="rect">
            <a:avLst/>
          </a:prstGeom>
        </p:spPr>
      </p:pic>
      <p:sp>
        <p:nvSpPr>
          <p:cNvPr id="21" name="Rectángulo 12">
            <a:extLst>
              <a:ext uri="{FF2B5EF4-FFF2-40B4-BE49-F238E27FC236}">
                <a16:creationId xmlns:a16="http://schemas.microsoft.com/office/drawing/2014/main" id="{DD1D0DAB-818A-9684-1D8E-2CD59648B414}"/>
              </a:ext>
            </a:extLst>
          </p:cNvPr>
          <p:cNvSpPr/>
          <p:nvPr/>
        </p:nvSpPr>
        <p:spPr bwMode="auto">
          <a:xfrm>
            <a:off x="3536749" y="230872"/>
            <a:ext cx="5386421" cy="383996"/>
          </a:xfrm>
          <a:prstGeom prst="rect">
            <a:avLst/>
          </a:prstGeom>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effectLst/>
                <a:uLnTx/>
                <a:uFillTx/>
                <a:latin typeface="+mj-lt"/>
                <a:ea typeface="+mn-ea"/>
                <a:cs typeface="+mn-cs"/>
              </a:rPr>
              <a:t>Experiencia profesional</a:t>
            </a:r>
          </a:p>
        </p:txBody>
      </p:sp>
      <p:sp>
        <p:nvSpPr>
          <p:cNvPr id="24" name="Rectángulo 23">
            <a:extLst>
              <a:ext uri="{FF2B5EF4-FFF2-40B4-BE49-F238E27FC236}">
                <a16:creationId xmlns:a16="http://schemas.microsoft.com/office/drawing/2014/main" id="{BD479DDC-7FD9-C521-63C9-A4716ADA41D1}"/>
              </a:ext>
            </a:extLst>
          </p:cNvPr>
          <p:cNvSpPr/>
          <p:nvPr/>
        </p:nvSpPr>
        <p:spPr>
          <a:xfrm>
            <a:off x="283795" y="4594710"/>
            <a:ext cx="2560670" cy="1290345"/>
          </a:xfrm>
          <a:prstGeom prst="rect">
            <a:avLst/>
          </a:prstGeom>
        </p:spPr>
        <p:txBody>
          <a:bodyPr wrap="square" lIns="0" tIns="0" rIns="0" bIns="0" anchor="t">
            <a:noAutofit/>
          </a:bodyPr>
          <a:lstStyle/>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MX" sz="1100" b="0" i="0" u="none" strike="noStrike" kern="1200" cap="none" spc="0" normalizeH="0" baseline="0" noProof="0">
                <a:ln>
                  <a:noFill/>
                </a:ln>
                <a:solidFill>
                  <a:schemeClr val="tx2"/>
                </a:solidFill>
                <a:effectLst/>
                <a:uLnTx/>
                <a:uFillTx/>
                <a:ea typeface="+mn-ea"/>
                <a:cs typeface="+mn-cs"/>
              </a:rPr>
              <a:t>Gestión de proyectos</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MX" sz="1100" b="0" i="0" u="none" strike="noStrike" kern="1200" cap="none" spc="0" normalizeH="0" baseline="0" noProof="0">
                <a:ln>
                  <a:noFill/>
                </a:ln>
                <a:solidFill>
                  <a:schemeClr val="tx2"/>
                </a:solidFill>
                <a:effectLst/>
                <a:uLnTx/>
                <a:uFillTx/>
                <a:ea typeface="+mn-ea"/>
                <a:cs typeface="+mn-cs"/>
              </a:rPr>
              <a:t>Gestión de </a:t>
            </a:r>
            <a:r>
              <a:rPr kumimoji="0" lang="es-MX" sz="1100" b="0" i="0" u="none" strike="noStrike" kern="1200" cap="none" spc="0" normalizeH="0" baseline="0" noProof="0" err="1">
                <a:ln>
                  <a:noFill/>
                </a:ln>
                <a:solidFill>
                  <a:schemeClr val="tx2"/>
                </a:solidFill>
                <a:effectLst/>
                <a:uLnTx/>
                <a:uFillTx/>
                <a:ea typeface="+mn-ea"/>
                <a:cs typeface="+mn-cs"/>
              </a:rPr>
              <a:t>KPIs</a:t>
            </a:r>
            <a:r>
              <a:rPr kumimoji="0" lang="es-MX" sz="1100" b="0" i="0" u="none" strike="noStrike" kern="1200" cap="none" spc="0" normalizeH="0" baseline="0" noProof="0">
                <a:ln>
                  <a:noFill/>
                </a:ln>
                <a:solidFill>
                  <a:schemeClr val="tx2"/>
                </a:solidFill>
                <a:effectLst/>
                <a:uLnTx/>
                <a:uFillTx/>
                <a:ea typeface="+mn-ea"/>
                <a:cs typeface="+mn-cs"/>
              </a:rPr>
              <a:t> y análisis de datos</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MX" sz="1100" b="0" i="0" u="none" strike="noStrike" kern="1200" cap="none" spc="0" normalizeH="0" baseline="0" noProof="0" err="1">
                <a:ln>
                  <a:noFill/>
                </a:ln>
                <a:solidFill>
                  <a:schemeClr val="tx2"/>
                </a:solidFill>
                <a:effectLst/>
                <a:uLnTx/>
                <a:uFillTx/>
                <a:ea typeface="+mn-ea"/>
                <a:cs typeface="+mn-cs"/>
              </a:rPr>
              <a:t>Power</a:t>
            </a:r>
            <a:r>
              <a:rPr kumimoji="0" lang="es-MX" sz="1100" b="0" i="0" u="none" strike="noStrike" kern="1200" cap="none" spc="0" normalizeH="0" baseline="0" noProof="0">
                <a:ln>
                  <a:noFill/>
                </a:ln>
                <a:solidFill>
                  <a:schemeClr val="tx2"/>
                </a:solidFill>
                <a:effectLst/>
                <a:uLnTx/>
                <a:uFillTx/>
                <a:ea typeface="+mn-ea"/>
                <a:cs typeface="+mn-cs"/>
              </a:rPr>
              <a:t> BI (intermedio)</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MX" sz="1100" b="0" i="0" u="none" strike="noStrike" kern="1200" cap="none" spc="0" normalizeH="0" baseline="0" noProof="0">
                <a:ln>
                  <a:noFill/>
                </a:ln>
                <a:solidFill>
                  <a:schemeClr val="tx2"/>
                </a:solidFill>
                <a:effectLst/>
                <a:uLnTx/>
                <a:uFillTx/>
                <a:ea typeface="+mn-ea"/>
                <a:cs typeface="+mn-cs"/>
              </a:rPr>
              <a:t>SAP ERP (intermedio) – PMO Avanzada (básico</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MX" sz="1100" b="0" i="0" u="none" strike="noStrike" kern="1200" cap="none" spc="0" normalizeH="0" baseline="0" noProof="0">
                <a:ln>
                  <a:noFill/>
                </a:ln>
                <a:solidFill>
                  <a:schemeClr val="tx2"/>
                </a:solidFill>
                <a:effectLst/>
                <a:uLnTx/>
                <a:uFillTx/>
                <a:ea typeface="+mn-ea"/>
                <a:cs typeface="+mn-cs"/>
              </a:rPr>
              <a:t>Jira (intermedio)</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lang="es-MX" sz="1100">
                <a:solidFill>
                  <a:schemeClr val="tx2"/>
                </a:solidFill>
              </a:rPr>
              <a:t>Planeamiento </a:t>
            </a:r>
            <a:r>
              <a:rPr kumimoji="0" lang="es-MX" sz="1100" b="0" i="0" u="none" strike="noStrike" kern="1200" cap="none" spc="0" normalizeH="0" baseline="0" noProof="0">
                <a:ln>
                  <a:noFill/>
                </a:ln>
                <a:solidFill>
                  <a:schemeClr val="tx2"/>
                </a:solidFill>
                <a:effectLst/>
                <a:uLnTx/>
                <a:uFillTx/>
                <a:ea typeface="+mn-ea"/>
                <a:cs typeface="+mn-cs"/>
              </a:rPr>
              <a:t>y control presupuestal</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MX" sz="1100" b="0" i="0" u="none" strike="noStrike" kern="1200" cap="none" spc="0" normalizeH="0" baseline="0" noProof="0">
                <a:ln>
                  <a:noFill/>
                </a:ln>
                <a:solidFill>
                  <a:schemeClr val="tx2"/>
                </a:solidFill>
                <a:effectLst/>
                <a:uLnTx/>
                <a:uFillTx/>
                <a:ea typeface="+mn-ea"/>
                <a:cs typeface="+mn-cs"/>
              </a:rPr>
              <a:t>SQL (básico)</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MX" sz="1100" b="0" i="0" u="none" strike="noStrike" kern="1200" cap="none" spc="0" normalizeH="0" baseline="0" noProof="0">
                <a:ln>
                  <a:noFill/>
                </a:ln>
                <a:solidFill>
                  <a:schemeClr val="tx2"/>
                </a:solidFill>
                <a:effectLst/>
                <a:uLnTx/>
                <a:uFillTx/>
                <a:ea typeface="+mn-ea"/>
                <a:cs typeface="+mn-cs"/>
              </a:rPr>
              <a:t>MS Office avanzado</a:t>
            </a:r>
            <a:endParaRPr kumimoji="0" lang="es-PE" sz="1100" b="0" i="0" u="none" strike="noStrike" kern="1200" cap="none" spc="0" normalizeH="0" baseline="0" noProof="0">
              <a:ln>
                <a:noFill/>
              </a:ln>
              <a:solidFill>
                <a:schemeClr val="tx2"/>
              </a:solidFill>
              <a:effectLst/>
              <a:uLnTx/>
              <a:uFillTx/>
              <a:ea typeface="+mn-ea"/>
              <a:cs typeface="+mn-cs"/>
            </a:endParaRPr>
          </a:p>
        </p:txBody>
      </p:sp>
      <p:pic>
        <p:nvPicPr>
          <p:cNvPr id="12" name="Imagen 29" descr="Birrete contorno">
            <a:extLst>
              <a:ext uri="{FF2B5EF4-FFF2-40B4-BE49-F238E27FC236}">
                <a16:creationId xmlns:a16="http://schemas.microsoft.com/office/drawing/2014/main" id="{FED66AB3-B671-5E5E-3ECD-9C780736392C}"/>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2182263" y="1258166"/>
            <a:ext cx="542061" cy="542061"/>
          </a:xfrm>
          <a:prstGeom prst="rect">
            <a:avLst/>
          </a:prstGeom>
        </p:spPr>
      </p:pic>
      <p:sp>
        <p:nvSpPr>
          <p:cNvPr id="7" name="Rectángulo 6">
            <a:extLst>
              <a:ext uri="{FF2B5EF4-FFF2-40B4-BE49-F238E27FC236}">
                <a16:creationId xmlns:a16="http://schemas.microsoft.com/office/drawing/2014/main" id="{99782B08-934D-D207-E41F-EE3886B426A3}"/>
              </a:ext>
            </a:extLst>
          </p:cNvPr>
          <p:cNvSpPr/>
          <p:nvPr/>
        </p:nvSpPr>
        <p:spPr>
          <a:xfrm>
            <a:off x="3536749" y="740996"/>
            <a:ext cx="8326360" cy="5760004"/>
          </a:xfrm>
          <a:prstGeom prst="rect">
            <a:avLst/>
          </a:prstGeom>
          <a:ln>
            <a:noFill/>
          </a:ln>
        </p:spPr>
        <p:txBody>
          <a:bodyPr wrap="square" lIns="0" tIns="0" rIns="0" bIns="0" anchor="t">
            <a:no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42454" rtl="0" eaLnBrk="1" fontAlgn="auto" latinLnBrk="0" hangingPunct="1">
              <a:lnSpc>
                <a:spcPct val="100000"/>
              </a:lnSpc>
              <a:spcBef>
                <a:spcPts val="400"/>
              </a:spcBef>
              <a:spcAft>
                <a:spcPts val="0"/>
              </a:spcAft>
              <a:buClrTx/>
              <a:buSzTx/>
              <a:buFontTx/>
              <a:buNone/>
              <a:tabLst/>
              <a:defRPr/>
            </a:pPr>
            <a:r>
              <a:rPr kumimoji="0" lang="fr-FR" sz="1200" b="1" i="0" u="none" strike="noStrike" kern="1200" cap="none" spc="0" normalizeH="0" baseline="0" noProof="0">
                <a:ln>
                  <a:noFill/>
                </a:ln>
                <a:solidFill>
                  <a:schemeClr val="accent1"/>
                </a:solidFill>
                <a:effectLst/>
                <a:uLnTx/>
                <a:uFillTx/>
                <a:ea typeface="+mn-lt"/>
                <a:cs typeface="Arial"/>
              </a:rPr>
              <a:t>Minsait - Consultant                                                                                                                                                         J</a:t>
            </a:r>
            <a:r>
              <a:rPr lang="fr-FR" sz="1200" b="1">
                <a:solidFill>
                  <a:schemeClr val="accent1"/>
                </a:solidFill>
                <a:ea typeface="+mn-lt"/>
                <a:cs typeface="Arial"/>
              </a:rPr>
              <a:t>un 2025</a:t>
            </a:r>
            <a:r>
              <a:rPr kumimoji="0" lang="fr-FR" sz="1200" b="1" i="0" u="none" strike="noStrike" kern="1200" cap="none" spc="0" normalizeH="0" baseline="0" noProof="0">
                <a:ln>
                  <a:noFill/>
                </a:ln>
                <a:solidFill>
                  <a:schemeClr val="accent1"/>
                </a:solidFill>
                <a:effectLst/>
                <a:uLnTx/>
                <a:uFillTx/>
                <a:ea typeface="+mn-lt"/>
                <a:cs typeface="Arial"/>
              </a:rPr>
              <a:t> - </a:t>
            </a:r>
            <a:r>
              <a:rPr kumimoji="0" lang="fr-FR" sz="1200" b="1" i="0" u="none" strike="noStrike" kern="1200" cap="none" spc="0" normalizeH="0" baseline="0" noProof="0" err="1">
                <a:ln>
                  <a:noFill/>
                </a:ln>
                <a:solidFill>
                  <a:schemeClr val="accent1"/>
                </a:solidFill>
                <a:effectLst/>
                <a:uLnTx/>
                <a:uFillTx/>
                <a:ea typeface="+mn-lt"/>
                <a:cs typeface="Arial"/>
              </a:rPr>
              <a:t>Actualidad</a:t>
            </a:r>
            <a:endParaRPr kumimoji="0" lang="fr-FR" sz="1200" b="1" i="0" u="none" strike="noStrike" kern="1200" cap="none" spc="0" normalizeH="0" baseline="0" noProof="0">
              <a:ln>
                <a:noFill/>
              </a:ln>
              <a:solidFill>
                <a:schemeClr val="accent1"/>
              </a:solidFill>
              <a:effectLst/>
              <a:uLnTx/>
              <a:uFillTx/>
              <a:ea typeface="+mn-lt"/>
              <a:cs typeface="Arial"/>
            </a:endParaRP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1050" b="1">
                <a:solidFill>
                  <a:srgbClr val="4F062A"/>
                </a:solidFill>
                <a:ea typeface="+mn-lt"/>
                <a:cs typeface="Arial"/>
              </a:rPr>
              <a:t>Coordinación y seguimiento de las actividades técnicas para la implementación de los módulos asignados (Mesa de Ayuda y Ciberseguridad).</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1050" b="1">
                <a:solidFill>
                  <a:srgbClr val="4F062A"/>
                </a:solidFill>
                <a:ea typeface="+mn-lt"/>
                <a:cs typeface="Arial"/>
              </a:rPr>
              <a:t>Elaboración y control del cronograma tipo Gantt, promoviendo el cumplimiento de entregables e hitos contractuales.</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1050" b="1">
                <a:solidFill>
                  <a:srgbClr val="4F062A"/>
                </a:solidFill>
                <a:ea typeface="+mn-lt"/>
                <a:cs typeface="Arial"/>
              </a:rPr>
              <a:t>Monitoreo del avance del proyecto, identificando desviaciones, riesgos y dependencias entre módulos.</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1050" b="1">
                <a:solidFill>
                  <a:srgbClr val="4F062A"/>
                </a:solidFill>
                <a:ea typeface="+mn-lt"/>
                <a:cs typeface="Arial"/>
              </a:rPr>
              <a:t>Análisis de expedientes técnicos y documentación contractual para definir alcances, riesgos y sustentos de valorización.</a:t>
            </a:r>
            <a:endParaRPr kumimoji="0" lang="fr-FR" sz="1050" b="1" i="0" u="none" strike="noStrike" kern="1200" cap="none" spc="0" normalizeH="0" baseline="0" noProof="0">
              <a:ln>
                <a:noFill/>
              </a:ln>
              <a:solidFill>
                <a:srgbClr val="4F062A"/>
              </a:solidFill>
              <a:effectLst/>
              <a:uLnTx/>
              <a:uFillTx/>
              <a:ea typeface="+mn-lt"/>
              <a:cs typeface="Arial"/>
            </a:endParaRPr>
          </a:p>
          <a:p>
            <a:pPr marL="0" marR="0" lvl="0" indent="0" algn="l" defTabSz="742454" rtl="0" eaLnBrk="1" fontAlgn="auto" latinLnBrk="0" hangingPunct="1">
              <a:lnSpc>
                <a:spcPct val="100000"/>
              </a:lnSpc>
              <a:spcBef>
                <a:spcPts val="400"/>
              </a:spcBef>
              <a:spcAft>
                <a:spcPts val="0"/>
              </a:spcAft>
              <a:buClrTx/>
              <a:buSzTx/>
              <a:buFontTx/>
              <a:buNone/>
              <a:tabLst/>
              <a:defRPr/>
            </a:pPr>
            <a:endParaRPr lang="fr-FR" sz="1200" b="1">
              <a:solidFill>
                <a:schemeClr val="accent1"/>
              </a:solidFill>
              <a:ea typeface="+mn-lt"/>
              <a:cs typeface="Arial"/>
            </a:endParaRPr>
          </a:p>
          <a:p>
            <a:pPr marL="0" marR="0" lvl="0" indent="0" algn="l" defTabSz="742454" rtl="0" eaLnBrk="1" fontAlgn="auto" latinLnBrk="0" hangingPunct="1">
              <a:lnSpc>
                <a:spcPct val="100000"/>
              </a:lnSpc>
              <a:spcBef>
                <a:spcPts val="400"/>
              </a:spcBef>
              <a:spcAft>
                <a:spcPts val="0"/>
              </a:spcAft>
              <a:buClrTx/>
              <a:buSzTx/>
              <a:buFontTx/>
              <a:buNone/>
              <a:tabLst/>
              <a:defRPr/>
            </a:pPr>
            <a:r>
              <a:rPr kumimoji="0" lang="fr-FR" sz="1200" b="1" i="0" u="none" strike="noStrike" kern="1200" cap="none" spc="0" normalizeH="0" baseline="0" noProof="0">
                <a:ln>
                  <a:noFill/>
                </a:ln>
                <a:solidFill>
                  <a:schemeClr val="accent1"/>
                </a:solidFill>
                <a:effectLst/>
                <a:uLnTx/>
                <a:uFillTx/>
                <a:ea typeface="+mn-lt"/>
                <a:cs typeface="Arial"/>
              </a:rPr>
              <a:t>G.W. Yichang &amp; </a:t>
            </a:r>
            <a:r>
              <a:rPr kumimoji="0" lang="fr-FR" sz="1200" b="1" i="0" u="none" strike="noStrike" kern="1200" cap="none" spc="0" normalizeH="0" baseline="0" noProof="0" err="1">
                <a:ln>
                  <a:noFill/>
                </a:ln>
                <a:solidFill>
                  <a:schemeClr val="accent1"/>
                </a:solidFill>
                <a:effectLst/>
                <a:uLnTx/>
                <a:uFillTx/>
                <a:ea typeface="+mn-lt"/>
                <a:cs typeface="Arial"/>
              </a:rPr>
              <a:t>Cía</a:t>
            </a:r>
            <a:r>
              <a:rPr kumimoji="0" lang="fr-FR" sz="1200" b="1" i="0" u="none" strike="noStrike" kern="1200" cap="none" spc="0" normalizeH="0" baseline="0" noProof="0">
                <a:ln>
                  <a:noFill/>
                </a:ln>
                <a:solidFill>
                  <a:schemeClr val="accent1"/>
                </a:solidFill>
                <a:effectLst/>
                <a:uLnTx/>
                <a:uFillTx/>
                <a:ea typeface="+mn-lt"/>
                <a:cs typeface="Arial"/>
              </a:rPr>
              <a:t> SA -  </a:t>
            </a:r>
            <a:r>
              <a:rPr kumimoji="0" lang="fr-FR" sz="1200" b="1" i="0" u="none" strike="noStrike" kern="1200" cap="none" spc="0" normalizeH="0" baseline="0" noProof="0" err="1">
                <a:ln>
                  <a:noFill/>
                </a:ln>
                <a:solidFill>
                  <a:schemeClr val="accent1"/>
                </a:solidFill>
                <a:effectLst/>
                <a:uLnTx/>
                <a:uFillTx/>
                <a:ea typeface="+mn-lt"/>
                <a:cs typeface="Arial"/>
              </a:rPr>
              <a:t>Analista</a:t>
            </a:r>
            <a:r>
              <a:rPr kumimoji="0" lang="fr-FR" sz="1200" b="1" i="0" u="none" strike="noStrike" kern="1200" cap="none" spc="0" normalizeH="0" baseline="0" noProof="0">
                <a:ln>
                  <a:noFill/>
                </a:ln>
                <a:solidFill>
                  <a:schemeClr val="accent1"/>
                </a:solidFill>
                <a:effectLst/>
                <a:uLnTx/>
                <a:uFillTx/>
                <a:ea typeface="+mn-lt"/>
                <a:cs typeface="Arial"/>
              </a:rPr>
              <a:t>  TI                                                                                                                        </a:t>
            </a:r>
            <a:r>
              <a:rPr kumimoji="0" lang="fr-FR" sz="1200" b="1" i="0" u="none" strike="noStrike" kern="1200" cap="none" spc="0" normalizeH="0" baseline="0" noProof="0" err="1">
                <a:ln>
                  <a:noFill/>
                </a:ln>
                <a:solidFill>
                  <a:schemeClr val="accent1"/>
                </a:solidFill>
                <a:effectLst/>
                <a:uLnTx/>
                <a:uFillTx/>
                <a:ea typeface="+mn-lt"/>
                <a:cs typeface="Arial"/>
              </a:rPr>
              <a:t>Nov</a:t>
            </a:r>
            <a:r>
              <a:rPr kumimoji="0" lang="fr-FR" sz="1200" b="1" i="0" u="none" strike="noStrike" kern="1200" cap="none" spc="0" normalizeH="0" baseline="0" noProof="0">
                <a:ln>
                  <a:noFill/>
                </a:ln>
                <a:solidFill>
                  <a:schemeClr val="accent1"/>
                </a:solidFill>
                <a:effectLst/>
                <a:uLnTx/>
                <a:uFillTx/>
                <a:ea typeface="+mn-lt"/>
                <a:cs typeface="Arial"/>
              </a:rPr>
              <a:t> 2022 – Jun 2025</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1050" b="1">
                <a:ea typeface="+mn-lt"/>
                <a:cs typeface="+mn-lt"/>
              </a:rPr>
              <a:t>Responsable de la gestión de órdenes de compra, contratos estratégicos y administración presupuestal del área. </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1050" b="1">
                <a:ea typeface="+mn-lt"/>
                <a:cs typeface="+mn-lt"/>
              </a:rPr>
              <a:t>Encargada del desarrollo de </a:t>
            </a:r>
            <a:r>
              <a:rPr lang="es-MX" sz="1050" b="1" err="1">
                <a:ea typeface="+mn-lt"/>
                <a:cs typeface="+mn-lt"/>
              </a:rPr>
              <a:t>dashboards</a:t>
            </a:r>
            <a:r>
              <a:rPr lang="es-MX" sz="1050" b="1">
                <a:ea typeface="+mn-lt"/>
                <a:cs typeface="+mn-lt"/>
              </a:rPr>
              <a:t> en </a:t>
            </a:r>
            <a:r>
              <a:rPr lang="es-MX" sz="1050" b="1" err="1">
                <a:ea typeface="+mn-lt"/>
                <a:cs typeface="+mn-lt"/>
              </a:rPr>
              <a:t>Power</a:t>
            </a:r>
            <a:r>
              <a:rPr lang="es-MX" sz="1050" b="1">
                <a:ea typeface="+mn-lt"/>
                <a:cs typeface="+mn-lt"/>
              </a:rPr>
              <a:t> BI para el análisis de </a:t>
            </a:r>
            <a:r>
              <a:rPr lang="es-MX" sz="1050" b="1" err="1">
                <a:ea typeface="+mn-lt"/>
                <a:cs typeface="+mn-lt"/>
              </a:rPr>
              <a:t>KPIs</a:t>
            </a:r>
            <a:r>
              <a:rPr lang="es-MX" sz="1050" b="1">
                <a:ea typeface="+mn-lt"/>
                <a:cs typeface="+mn-lt"/>
              </a:rPr>
              <a:t>, así como de la reestructuración y mantenimiento de la plataforma Jira para mejorar la trazabilidad de solicitudes y la generación de reportes. </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1050" b="1">
                <a:ea typeface="+mn-lt"/>
                <a:cs typeface="+mn-lt"/>
              </a:rPr>
              <a:t>Rol de PMO en la implementación de PMO Avanzada, colaborando en definiciones comerciales, análisis de costos, coordinación de cuentas transversales y soporte operativo en la ejecución de iniciativas tecnológicas.</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1050" b="1">
                <a:ea typeface="+mn-lt"/>
                <a:cs typeface="+mn-lt"/>
              </a:rPr>
              <a:t>Gestión d la asignación de recursos, seguimiento de tiempos y soporte a actividades internas de los proyectos del área.</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endParaRPr lang="es-MX" sz="1050" b="1">
              <a:solidFill>
                <a:schemeClr val="accent1"/>
              </a:solidFill>
              <a:ea typeface="+mn-lt"/>
              <a:cs typeface="+mn-lt"/>
            </a:endParaRPr>
          </a:p>
          <a:p>
            <a:pPr marR="0" lvl="0" algn="l" defTabSz="742454" rtl="0" eaLnBrk="1" fontAlgn="auto" latinLnBrk="0" hangingPunct="1">
              <a:lnSpc>
                <a:spcPct val="100000"/>
              </a:lnSpc>
              <a:spcBef>
                <a:spcPts val="400"/>
              </a:spcBef>
              <a:spcAft>
                <a:spcPts val="0"/>
              </a:spcAft>
              <a:buClrTx/>
              <a:buSzTx/>
              <a:tabLst/>
              <a:defRPr/>
            </a:pPr>
            <a:r>
              <a:rPr lang="es-ES" sz="1200" b="1">
                <a:solidFill>
                  <a:schemeClr val="accent1"/>
                </a:solidFill>
                <a:ea typeface="+mn-lt"/>
                <a:cs typeface="+mn-lt"/>
              </a:rPr>
              <a:t>IBM del Perú  -   Proyect manager </a:t>
            </a:r>
            <a:r>
              <a:rPr lang="es-ES" sz="1200" b="1" err="1">
                <a:solidFill>
                  <a:schemeClr val="accent1"/>
                </a:solidFill>
                <a:ea typeface="+mn-lt"/>
                <a:cs typeface="+mn-lt"/>
              </a:rPr>
              <a:t>assistant</a:t>
            </a:r>
            <a:r>
              <a:rPr lang="es-ES" sz="1200" b="1">
                <a:solidFill>
                  <a:schemeClr val="accent1"/>
                </a:solidFill>
                <a:ea typeface="+mn-lt"/>
                <a:cs typeface="+mn-lt"/>
              </a:rPr>
              <a:t>                                                                                                       Ene 2022  - Oct 2022</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1050" b="1">
                <a:ea typeface="+mn-lt"/>
                <a:cs typeface="+mn-lt"/>
              </a:rPr>
              <a:t>Encargada del seguimiento de tiempos y </a:t>
            </a:r>
            <a:r>
              <a:rPr lang="es-MX" sz="1050" b="1" err="1">
                <a:ea typeface="+mn-lt"/>
                <a:cs typeface="+mn-lt"/>
              </a:rPr>
              <a:t>SLAs</a:t>
            </a:r>
            <a:r>
              <a:rPr lang="es-MX" sz="1050" b="1">
                <a:ea typeface="+mn-lt"/>
                <a:cs typeface="+mn-lt"/>
              </a:rPr>
              <a:t>, preparación de reportes operativos y coordinación de la asignación de consultores.</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1050" b="1">
                <a:ea typeface="+mn-lt"/>
                <a:cs typeface="+mn-lt"/>
              </a:rPr>
              <a:t>Responsable del seguimiento de su participación en el proyecto, soporte en la comunicación con el cliente y liderazgo de sesiones de </a:t>
            </a:r>
            <a:r>
              <a:rPr lang="es-MX" sz="1050" b="1" err="1">
                <a:ea typeface="+mn-lt"/>
                <a:cs typeface="+mn-lt"/>
              </a:rPr>
              <a:t>onboarding</a:t>
            </a:r>
            <a:r>
              <a:rPr lang="es-MX" sz="1050" b="1">
                <a:ea typeface="+mn-lt"/>
                <a:cs typeface="+mn-lt"/>
              </a:rPr>
              <a:t>.</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1050" b="1">
                <a:ea typeface="+mn-lt"/>
                <a:cs typeface="+mn-lt"/>
              </a:rPr>
              <a:t>Apoyo en la planificación operativa del proyecto y en la coordinación de tareas asociadas a la entrega de servicios.</a:t>
            </a:r>
            <a:endParaRPr lang="es-ES" sz="1050" b="1">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endParaRPr lang="es-ES" sz="1050" b="1">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endParaRPr lang="es-ES" sz="1050" b="1">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endParaRPr kumimoji="0" lang="es-ES" sz="1200" b="1" i="0" u="none" strike="noStrike" kern="1200" cap="none" spc="0" normalizeH="0" baseline="0" noProof="0">
              <a:ln>
                <a:noFill/>
              </a:ln>
              <a:effectLst/>
              <a:uLnTx/>
              <a:uFillTx/>
              <a:ea typeface="+mn-lt"/>
              <a:cs typeface="+mn-lt"/>
            </a:endParaRPr>
          </a:p>
        </p:txBody>
      </p:sp>
      <p:sp>
        <p:nvSpPr>
          <p:cNvPr id="10" name="Marcador de texto 6">
            <a:extLst>
              <a:ext uri="{FF2B5EF4-FFF2-40B4-BE49-F238E27FC236}">
                <a16:creationId xmlns:a16="http://schemas.microsoft.com/office/drawing/2014/main" id="{8F2A32A5-476A-F461-987E-9177B3504A10}"/>
              </a:ext>
            </a:extLst>
          </p:cNvPr>
          <p:cNvSpPr txBox="1">
            <a:spLocks/>
          </p:cNvSpPr>
          <p:nvPr/>
        </p:nvSpPr>
        <p:spPr>
          <a:xfrm>
            <a:off x="335360" y="323548"/>
            <a:ext cx="11521678" cy="160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solidFill>
                  <a:schemeClr val="bg1"/>
                </a:solidFill>
                <a:latin typeface="ForFuture Sans" panose="020B0504020203020204" pitchFamily="34" charset="0"/>
              </a:rPr>
              <a:t>04.</a:t>
            </a:r>
            <a:r>
              <a:rPr lang="es-ES" sz="1000">
                <a:solidFill>
                  <a:schemeClr val="bg1"/>
                </a:solidFill>
                <a:latin typeface="ForFuture Sans" panose="020B0504020203020204" pitchFamily="34" charset="0"/>
                <a:sym typeface="ForFuture Sans" panose="020B0504020203020204" pitchFamily="34" charset="0"/>
              </a:rPr>
              <a:t> PLAN Y EQUIPO DE TRABAJO</a:t>
            </a:r>
            <a:endParaRPr lang="es-ES" sz="1000">
              <a:solidFill>
                <a:schemeClr val="bg1"/>
              </a:solidFill>
              <a:latin typeface="ForFuture Sans" panose="020B0504020203020204" pitchFamily="34" charset="0"/>
            </a:endParaRPr>
          </a:p>
        </p:txBody>
      </p:sp>
    </p:spTree>
    <p:extLst>
      <p:ext uri="{BB962C8B-B14F-4D97-AF65-F5344CB8AC3E}">
        <p14:creationId xmlns:p14="http://schemas.microsoft.com/office/powerpoint/2010/main" val="26715172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32C08-F6E1-B1D8-E2E8-CD6FDD988A42}"/>
            </a:ext>
          </a:extLst>
        </p:cNvPr>
        <p:cNvGrpSpPr/>
        <p:nvPr/>
      </p:nvGrpSpPr>
      <p:grpSpPr>
        <a:xfrm>
          <a:off x="0" y="0"/>
          <a:ext cx="0" cy="0"/>
          <a:chOff x="0" y="0"/>
          <a:chExt cx="0" cy="0"/>
        </a:xfrm>
      </p:grpSpPr>
      <p:sp>
        <p:nvSpPr>
          <p:cNvPr id="8" name="Forma libre 33">
            <a:extLst>
              <a:ext uri="{FF2B5EF4-FFF2-40B4-BE49-F238E27FC236}">
                <a16:creationId xmlns:a16="http://schemas.microsoft.com/office/drawing/2014/main" id="{FEA59F0C-99BE-F972-4778-54E8FAC39F98}"/>
              </a:ext>
            </a:extLst>
          </p:cNvPr>
          <p:cNvSpPr/>
          <p:nvPr/>
        </p:nvSpPr>
        <p:spPr bwMode="auto">
          <a:xfrm rot="16200000" flipH="1">
            <a:off x="-450402" y="3936576"/>
            <a:ext cx="3925856" cy="3025052"/>
          </a:xfrm>
          <a:custGeom>
            <a:avLst/>
            <a:gdLst>
              <a:gd name="connsiteX0" fmla="*/ 3925856 w 3925856"/>
              <a:gd name="connsiteY0" fmla="*/ 3025052 h 3025052"/>
              <a:gd name="connsiteX1" fmla="*/ 3925855 w 3925856"/>
              <a:gd name="connsiteY1" fmla="*/ 0 h 3025052"/>
              <a:gd name="connsiteX2" fmla="*/ 2681255 w 3925856"/>
              <a:gd name="connsiteY2" fmla="*/ 0 h 3025052"/>
              <a:gd name="connsiteX3" fmla="*/ 2090072 w 3925856"/>
              <a:gd name="connsiteY3" fmla="*/ 0 h 3025052"/>
              <a:gd name="connsiteX4" fmla="*/ 845472 w 3925856"/>
              <a:gd name="connsiteY4" fmla="*/ 0 h 3025052"/>
              <a:gd name="connsiteX5" fmla="*/ 0 w 3925856"/>
              <a:gd name="connsiteY5" fmla="*/ 3025052 h 3025052"/>
              <a:gd name="connsiteX6" fmla="*/ 1244600 w 3925856"/>
              <a:gd name="connsiteY6" fmla="*/ 3025052 h 3025052"/>
              <a:gd name="connsiteX7" fmla="*/ 2681256 w 3925856"/>
              <a:gd name="connsiteY7" fmla="*/ 3025052 h 302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25856" h="3025052">
                <a:moveTo>
                  <a:pt x="3925856" y="3025052"/>
                </a:moveTo>
                <a:lnTo>
                  <a:pt x="3925855" y="0"/>
                </a:lnTo>
                <a:lnTo>
                  <a:pt x="2681255" y="0"/>
                </a:lnTo>
                <a:lnTo>
                  <a:pt x="2090072" y="0"/>
                </a:lnTo>
                <a:lnTo>
                  <a:pt x="845472" y="0"/>
                </a:lnTo>
                <a:lnTo>
                  <a:pt x="0" y="3025052"/>
                </a:lnTo>
                <a:lnTo>
                  <a:pt x="1244600" y="3025052"/>
                </a:lnTo>
                <a:lnTo>
                  <a:pt x="2681256" y="3025052"/>
                </a:lnTo>
                <a:close/>
              </a:path>
            </a:pathLst>
          </a:custGeom>
          <a:solidFill>
            <a:srgbClr val="FFCCDD"/>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0000"/>
              </a:solidFill>
              <a:effectLst/>
              <a:uLnTx/>
              <a:uFillTx/>
              <a:latin typeface="Soho Gothic Pro Light"/>
              <a:ea typeface="+mn-ea"/>
              <a:cs typeface="+mn-cs"/>
            </a:endParaRPr>
          </a:p>
        </p:txBody>
      </p:sp>
      <p:sp>
        <p:nvSpPr>
          <p:cNvPr id="9" name="Forma libre 35">
            <a:extLst>
              <a:ext uri="{FF2B5EF4-FFF2-40B4-BE49-F238E27FC236}">
                <a16:creationId xmlns:a16="http://schemas.microsoft.com/office/drawing/2014/main" id="{2D6BDA90-25D9-80D6-0CF1-B5C697D7D493}"/>
              </a:ext>
            </a:extLst>
          </p:cNvPr>
          <p:cNvSpPr/>
          <p:nvPr/>
        </p:nvSpPr>
        <p:spPr bwMode="auto">
          <a:xfrm rot="16200000" flipV="1">
            <a:off x="-926315" y="430736"/>
            <a:ext cx="4855911" cy="3025052"/>
          </a:xfrm>
          <a:custGeom>
            <a:avLst/>
            <a:gdLst>
              <a:gd name="connsiteX0" fmla="*/ 4704789 w 4704789"/>
              <a:gd name="connsiteY0" fmla="*/ 3025052 h 3025052"/>
              <a:gd name="connsiteX1" fmla="*/ 4704788 w 4704789"/>
              <a:gd name="connsiteY1" fmla="*/ 0 h 3025052"/>
              <a:gd name="connsiteX2" fmla="*/ 3925855 w 4704789"/>
              <a:gd name="connsiteY2" fmla="*/ 0 h 3025052"/>
              <a:gd name="connsiteX3" fmla="*/ 3460188 w 4704789"/>
              <a:gd name="connsiteY3" fmla="*/ 0 h 3025052"/>
              <a:gd name="connsiteX4" fmla="*/ 2869005 w 4704789"/>
              <a:gd name="connsiteY4" fmla="*/ 0 h 3025052"/>
              <a:gd name="connsiteX5" fmla="*/ 2681255 w 4704789"/>
              <a:gd name="connsiteY5" fmla="*/ 0 h 3025052"/>
              <a:gd name="connsiteX6" fmla="*/ 2090072 w 4704789"/>
              <a:gd name="connsiteY6" fmla="*/ 0 h 3025052"/>
              <a:gd name="connsiteX7" fmla="*/ 1624405 w 4704789"/>
              <a:gd name="connsiteY7" fmla="*/ 0 h 3025052"/>
              <a:gd name="connsiteX8" fmla="*/ 845472 w 4704789"/>
              <a:gd name="connsiteY8" fmla="*/ 0 h 3025052"/>
              <a:gd name="connsiteX9" fmla="*/ 0 w 4704789"/>
              <a:gd name="connsiteY9" fmla="*/ 3025052 h 3025052"/>
              <a:gd name="connsiteX10" fmla="*/ 778933 w 4704789"/>
              <a:gd name="connsiteY10" fmla="*/ 3025052 h 3025052"/>
              <a:gd name="connsiteX11" fmla="*/ 1244600 w 4704789"/>
              <a:gd name="connsiteY11" fmla="*/ 3025052 h 3025052"/>
              <a:gd name="connsiteX12" fmla="*/ 2023533 w 4704789"/>
              <a:gd name="connsiteY12" fmla="*/ 3025052 h 3025052"/>
              <a:gd name="connsiteX13" fmla="*/ 2681256 w 4704789"/>
              <a:gd name="connsiteY13" fmla="*/ 3025052 h 3025052"/>
              <a:gd name="connsiteX14" fmla="*/ 3460189 w 4704789"/>
              <a:gd name="connsiteY14" fmla="*/ 3025052 h 3025052"/>
              <a:gd name="connsiteX15" fmla="*/ 3925856 w 4704789"/>
              <a:gd name="connsiteY15" fmla="*/ 3025052 h 302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04789" h="3025052">
                <a:moveTo>
                  <a:pt x="4704789" y="3025052"/>
                </a:moveTo>
                <a:lnTo>
                  <a:pt x="4704788" y="0"/>
                </a:lnTo>
                <a:lnTo>
                  <a:pt x="3925855" y="0"/>
                </a:lnTo>
                <a:lnTo>
                  <a:pt x="3460188" y="0"/>
                </a:lnTo>
                <a:lnTo>
                  <a:pt x="2869005" y="0"/>
                </a:lnTo>
                <a:lnTo>
                  <a:pt x="2681255" y="0"/>
                </a:lnTo>
                <a:lnTo>
                  <a:pt x="2090072" y="0"/>
                </a:lnTo>
                <a:lnTo>
                  <a:pt x="1624405" y="0"/>
                </a:lnTo>
                <a:lnTo>
                  <a:pt x="845472" y="0"/>
                </a:lnTo>
                <a:lnTo>
                  <a:pt x="0" y="3025052"/>
                </a:lnTo>
                <a:lnTo>
                  <a:pt x="778933" y="3025052"/>
                </a:lnTo>
                <a:lnTo>
                  <a:pt x="1244600" y="3025052"/>
                </a:lnTo>
                <a:lnTo>
                  <a:pt x="2023533" y="3025052"/>
                </a:lnTo>
                <a:lnTo>
                  <a:pt x="2681256" y="3025052"/>
                </a:lnTo>
                <a:lnTo>
                  <a:pt x="3460189" y="3025052"/>
                </a:lnTo>
                <a:lnTo>
                  <a:pt x="3925856" y="3025052"/>
                </a:lnTo>
                <a:close/>
              </a:path>
            </a:pathLst>
          </a:custGeom>
          <a:solidFill>
            <a:srgbClr val="4F062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0000"/>
              </a:solidFill>
              <a:effectLst/>
              <a:uLnTx/>
              <a:uFillTx/>
              <a:latin typeface="Soho Gothic Pro Light"/>
              <a:ea typeface="+mn-ea"/>
              <a:cs typeface="+mn-cs"/>
            </a:endParaRPr>
          </a:p>
        </p:txBody>
      </p:sp>
      <p:sp>
        <p:nvSpPr>
          <p:cNvPr id="22" name="Forma libre 21">
            <a:extLst>
              <a:ext uri="{FF2B5EF4-FFF2-40B4-BE49-F238E27FC236}">
                <a16:creationId xmlns:a16="http://schemas.microsoft.com/office/drawing/2014/main" id="{A5BC15C6-65CB-8BF3-DF7D-A18A04318E68}"/>
              </a:ext>
            </a:extLst>
          </p:cNvPr>
          <p:cNvSpPr/>
          <p:nvPr/>
        </p:nvSpPr>
        <p:spPr>
          <a:xfrm rot="16200000" flipV="1">
            <a:off x="3625045" y="-250134"/>
            <a:ext cx="8229600" cy="8904311"/>
          </a:xfrm>
          <a:custGeom>
            <a:avLst/>
            <a:gdLst>
              <a:gd name="connsiteX0" fmla="*/ 5982782 w 5982782"/>
              <a:gd name="connsiteY0" fmla="*/ 6539632 h 6539632"/>
              <a:gd name="connsiteX1" fmla="*/ 5982782 w 5982782"/>
              <a:gd name="connsiteY1" fmla="*/ 1 h 6539632"/>
              <a:gd name="connsiteX2" fmla="*/ 1827761 w 5982782"/>
              <a:gd name="connsiteY2" fmla="*/ 0 h 6539632"/>
              <a:gd name="connsiteX3" fmla="*/ 0 w 5982782"/>
              <a:gd name="connsiteY3" fmla="*/ 6539632 h 6539632"/>
            </a:gdLst>
            <a:ahLst/>
            <a:cxnLst>
              <a:cxn ang="0">
                <a:pos x="connsiteX0" y="connsiteY0"/>
              </a:cxn>
              <a:cxn ang="0">
                <a:pos x="connsiteX1" y="connsiteY1"/>
              </a:cxn>
              <a:cxn ang="0">
                <a:pos x="connsiteX2" y="connsiteY2"/>
              </a:cxn>
              <a:cxn ang="0">
                <a:pos x="connsiteX3" y="connsiteY3"/>
              </a:cxn>
            </a:cxnLst>
            <a:rect l="l" t="t" r="r" b="b"/>
            <a:pathLst>
              <a:path w="5982782" h="6539632">
                <a:moveTo>
                  <a:pt x="5982782" y="6539632"/>
                </a:moveTo>
                <a:lnTo>
                  <a:pt x="5982782" y="1"/>
                </a:lnTo>
                <a:lnTo>
                  <a:pt x="1827761" y="0"/>
                </a:lnTo>
                <a:lnTo>
                  <a:pt x="0" y="6539632"/>
                </a:lnTo>
                <a:close/>
              </a:path>
            </a:pathLst>
          </a:custGeom>
          <a:solidFill>
            <a:schemeClr val="bg1"/>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1A3B47"/>
              </a:solidFill>
              <a:effectLst/>
              <a:uLnTx/>
              <a:uFillTx/>
              <a:latin typeface="Soho Gothic Pro" panose="020B0503030504020204" pitchFamily="34" charset="0"/>
              <a:ea typeface="+mn-ea"/>
              <a:cs typeface="+mn-cs"/>
            </a:endParaRPr>
          </a:p>
        </p:txBody>
      </p:sp>
      <p:sp>
        <p:nvSpPr>
          <p:cNvPr id="26" name="Rectángulo 25">
            <a:extLst>
              <a:ext uri="{FF2B5EF4-FFF2-40B4-BE49-F238E27FC236}">
                <a16:creationId xmlns:a16="http://schemas.microsoft.com/office/drawing/2014/main" id="{C8404A36-06F3-6A76-AAEE-F2ED91792D1C}"/>
              </a:ext>
            </a:extLst>
          </p:cNvPr>
          <p:cNvSpPr/>
          <p:nvPr/>
        </p:nvSpPr>
        <p:spPr>
          <a:xfrm>
            <a:off x="317374" y="1648193"/>
            <a:ext cx="1910457" cy="383996"/>
          </a:xfrm>
          <a:prstGeom prst="rect">
            <a:avLst/>
          </a:prstGeom>
        </p:spPr>
        <p:txBody>
          <a:bodyPr wrap="square" lIns="0" tIns="47975" rIns="47975" bIns="47975"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1" i="0" u="none" strike="noStrike" kern="1200" cap="none" spc="0" normalizeH="0" baseline="0" noProof="0">
                <a:ln>
                  <a:noFill/>
                </a:ln>
                <a:solidFill>
                  <a:schemeClr val="bg1"/>
                </a:solidFill>
                <a:effectLst/>
                <a:uLnTx/>
                <a:uFillTx/>
                <a:ea typeface="+mn-ea"/>
                <a:cs typeface="+mn-cs"/>
              </a:rPr>
              <a:t>Formación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a:ln>
                <a:noFill/>
              </a:ln>
              <a:solidFill>
                <a:schemeClr val="bg1"/>
              </a:solidFill>
              <a:effectLst/>
              <a:uLnTx/>
              <a:uFillTx/>
              <a:ea typeface="+mn-ea"/>
              <a:cs typeface="+mn-cs"/>
            </a:endParaRPr>
          </a:p>
        </p:txBody>
      </p:sp>
      <p:sp>
        <p:nvSpPr>
          <p:cNvPr id="27" name="Rectángulo 26">
            <a:extLst>
              <a:ext uri="{FF2B5EF4-FFF2-40B4-BE49-F238E27FC236}">
                <a16:creationId xmlns:a16="http://schemas.microsoft.com/office/drawing/2014/main" id="{95041431-3FEC-24BA-29E1-E7B05FE5AF40}"/>
              </a:ext>
            </a:extLst>
          </p:cNvPr>
          <p:cNvSpPr/>
          <p:nvPr/>
        </p:nvSpPr>
        <p:spPr>
          <a:xfrm>
            <a:off x="380561" y="4513810"/>
            <a:ext cx="1910457" cy="383996"/>
          </a:xfrm>
          <a:prstGeom prst="rect">
            <a:avLst/>
          </a:prstGeom>
        </p:spPr>
        <p:txBody>
          <a:bodyPr wrap="square" lIns="0" tIns="47975" rIns="47975" bIns="47975">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1" i="0" u="none" strike="noStrike" kern="1200" cap="none" spc="0" normalizeH="0" baseline="0" noProof="0">
                <a:ln>
                  <a:noFill/>
                </a:ln>
                <a:solidFill>
                  <a:schemeClr val="tx2"/>
                </a:solidFill>
                <a:effectLst/>
                <a:uLnTx/>
                <a:uFillTx/>
                <a:ea typeface="+mn-ea"/>
                <a:cs typeface="+mn-cs"/>
              </a:rPr>
              <a:t>Habilidades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a:ln>
                <a:noFill/>
              </a:ln>
              <a:solidFill>
                <a:schemeClr val="tx2"/>
              </a:solidFill>
              <a:effectLst/>
              <a:uLnTx/>
              <a:uFillTx/>
              <a:ea typeface="+mn-ea"/>
              <a:cs typeface="+mn-cs"/>
            </a:endParaRPr>
          </a:p>
        </p:txBody>
      </p:sp>
      <p:pic>
        <p:nvPicPr>
          <p:cNvPr id="29" name="Imagen 28">
            <a:extLst>
              <a:ext uri="{FF2B5EF4-FFF2-40B4-BE49-F238E27FC236}">
                <a16:creationId xmlns:a16="http://schemas.microsoft.com/office/drawing/2014/main" id="{0C8668D8-C0F3-ECAF-9451-929C516367A7}"/>
              </a:ext>
            </a:extLst>
          </p:cNvPr>
          <p:cNvPicPr>
            <a:picLocks noChangeAspect="1"/>
          </p:cNvPicPr>
          <p:nvPr/>
        </p:nvPicPr>
        <p:blipFill>
          <a:blip r:embed="rId5">
            <a:duotone>
              <a:prstClr val="black"/>
              <a:srgbClr val="4F062A">
                <a:tint val="45000"/>
                <a:satMod val="400000"/>
              </a:srgbClr>
            </a:duotone>
          </a:blip>
          <a:stretch>
            <a:fillRect/>
          </a:stretch>
        </p:blipFill>
        <p:spPr>
          <a:xfrm>
            <a:off x="2369623" y="4205838"/>
            <a:ext cx="416533" cy="513600"/>
          </a:xfrm>
          <a:prstGeom prst="rect">
            <a:avLst/>
          </a:prstGeom>
        </p:spPr>
      </p:pic>
      <p:graphicFrame>
        <p:nvGraphicFramePr>
          <p:cNvPr id="3" name="2 Objeto" hidden="1">
            <a:extLst>
              <a:ext uri="{FF2B5EF4-FFF2-40B4-BE49-F238E27FC236}">
                <a16:creationId xmlns:a16="http://schemas.microsoft.com/office/drawing/2014/main" id="{C4E65EC5-4895-E602-3C99-67E911184300}"/>
              </a:ext>
            </a:extLst>
          </p:cNvPr>
          <p:cNvGraphicFramePr>
            <a:graphicFrameLocks noChangeAspect="1"/>
          </p:cNvGraphicFramePr>
          <p:nvPr>
            <p:custDataLst>
              <p:tags r:id="rId1"/>
            </p:custDataLst>
          </p:nvPr>
        </p:nvGraphicFramePr>
        <p:xfrm>
          <a:off x="1144588" y="1589"/>
          <a:ext cx="1587" cy="1587"/>
        </p:xfrm>
        <a:graphic>
          <a:graphicData uri="http://schemas.openxmlformats.org/presentationml/2006/ole">
            <mc:AlternateContent xmlns:mc="http://schemas.openxmlformats.org/markup-compatibility/2006">
              <mc:Choice xmlns:v="urn:schemas-microsoft-com:vml" Requires="v">
                <p:oleObj name="Diapositiva de think-cell" r:id="rId6" imgW="270" imgH="270" progId="TCLayout.ActiveDocument.1">
                  <p:embed/>
                </p:oleObj>
              </mc:Choice>
              <mc:Fallback>
                <p:oleObj name="Diapositiva de think-cell" r:id="rId6" imgW="270" imgH="270" progId="TCLayout.ActiveDocument.1">
                  <p:embed/>
                  <p:pic>
                    <p:nvPicPr>
                      <p:cNvPr id="3" name="2 Objeto" hidden="1">
                        <a:extLst>
                          <a:ext uri="{FF2B5EF4-FFF2-40B4-BE49-F238E27FC236}">
                            <a16:creationId xmlns:a16="http://schemas.microsoft.com/office/drawing/2014/main" id="{C4E65EC5-4895-E602-3C99-67E91118430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4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ángulo 4" hidden="1">
            <a:extLst>
              <a:ext uri="{FF2B5EF4-FFF2-40B4-BE49-F238E27FC236}">
                <a16:creationId xmlns:a16="http://schemas.microsoft.com/office/drawing/2014/main" id="{8257C002-A06B-1366-41AF-CE5195FF9FC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400" b="0" i="0" u="none" strike="noStrike" kern="1200" cap="none" spc="0" normalizeH="0" baseline="0" noProof="0">
              <a:ln>
                <a:noFill/>
              </a:ln>
              <a:solidFill>
                <a:srgbClr val="FFFFFF"/>
              </a:solidFill>
              <a:effectLst/>
              <a:uLnTx/>
              <a:uFillTx/>
              <a:latin typeface="Playfair Display" panose="00000500000000000000"/>
              <a:ea typeface="+mn-ea"/>
              <a:cs typeface="+mn-cs"/>
              <a:sym typeface="Playfair Display" panose="00000500000000000000"/>
            </a:endParaRPr>
          </a:p>
        </p:txBody>
      </p:sp>
      <p:sp>
        <p:nvSpPr>
          <p:cNvPr id="18" name="Rectángulo 17">
            <a:extLst>
              <a:ext uri="{FF2B5EF4-FFF2-40B4-BE49-F238E27FC236}">
                <a16:creationId xmlns:a16="http://schemas.microsoft.com/office/drawing/2014/main" id="{F3801B24-2F7C-978C-DAA1-9FF5864DBBD3}"/>
              </a:ext>
            </a:extLst>
          </p:cNvPr>
          <p:cNvSpPr/>
          <p:nvPr/>
        </p:nvSpPr>
        <p:spPr>
          <a:xfrm>
            <a:off x="295321" y="1850438"/>
            <a:ext cx="2611805" cy="1695193"/>
          </a:xfrm>
          <a:prstGeom prst="rect">
            <a:avLst/>
          </a:prstGeom>
        </p:spPr>
        <p:txBody>
          <a:bodyPr wrap="square" lIns="0" tIns="0" rIns="0" bIns="0" anchor="t">
            <a:noAutofit/>
          </a:bodyPr>
          <a:lstStyle/>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a:ln>
                  <a:noFill/>
                </a:ln>
                <a:solidFill>
                  <a:schemeClr val="bg1"/>
                </a:solidFill>
                <a:effectLst/>
                <a:uLnTx/>
                <a:uFillTx/>
                <a:ea typeface="+mn-ea"/>
                <a:cs typeface="+mn-cs"/>
              </a:rPr>
              <a:t>Ingeniera de Sistemas, Universidad Peruana de Ciencias Aplicadas</a:t>
            </a:r>
          </a:p>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a:ln>
                  <a:noFill/>
                </a:ln>
                <a:solidFill>
                  <a:schemeClr val="bg1"/>
                </a:solidFill>
                <a:effectLst/>
                <a:uLnTx/>
                <a:uFillTx/>
                <a:ea typeface="+mn-ea"/>
                <a:cs typeface="+mn-cs"/>
              </a:rPr>
              <a:t>Diplomado Internacional en Gerencia de Proyectos</a:t>
            </a:r>
          </a:p>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a:ln>
                  <a:noFill/>
                </a:ln>
                <a:solidFill>
                  <a:schemeClr val="bg1"/>
                </a:solidFill>
                <a:effectLst/>
                <a:uLnTx/>
                <a:uFillTx/>
                <a:ea typeface="+mn-ea"/>
                <a:cs typeface="+mn-cs"/>
              </a:rPr>
              <a:t>Green </a:t>
            </a:r>
            <a:r>
              <a:rPr kumimoji="0" lang="es-PE" sz="1100" b="0" i="0" u="none" strike="noStrike" kern="1200" cap="none" spc="0" normalizeH="0" baseline="0" noProof="0" err="1">
                <a:ln>
                  <a:noFill/>
                </a:ln>
                <a:solidFill>
                  <a:schemeClr val="bg1"/>
                </a:solidFill>
                <a:effectLst/>
                <a:uLnTx/>
                <a:uFillTx/>
                <a:ea typeface="+mn-ea"/>
                <a:cs typeface="+mn-cs"/>
              </a:rPr>
              <a:t>Supply</a:t>
            </a:r>
            <a:r>
              <a:rPr kumimoji="0" lang="es-PE" sz="1100" b="0" i="0" u="none" strike="noStrike" kern="1200" cap="none" spc="0" normalizeH="0" baseline="0" noProof="0">
                <a:ln>
                  <a:noFill/>
                </a:ln>
                <a:solidFill>
                  <a:schemeClr val="bg1"/>
                </a:solidFill>
                <a:effectLst/>
                <a:uLnTx/>
                <a:uFillTx/>
                <a:ea typeface="+mn-ea"/>
                <a:cs typeface="+mn-cs"/>
              </a:rPr>
              <a:t> </a:t>
            </a:r>
            <a:r>
              <a:rPr kumimoji="0" lang="es-PE" sz="1100" b="0" i="0" u="none" strike="noStrike" kern="1200" cap="none" spc="0" normalizeH="0" baseline="0" noProof="0" err="1">
                <a:ln>
                  <a:noFill/>
                </a:ln>
                <a:solidFill>
                  <a:schemeClr val="bg1"/>
                </a:solidFill>
                <a:effectLst/>
                <a:uLnTx/>
                <a:uFillTx/>
                <a:ea typeface="+mn-ea"/>
                <a:cs typeface="+mn-cs"/>
              </a:rPr>
              <a:t>Chain</a:t>
            </a:r>
            <a:r>
              <a:rPr kumimoji="0" lang="es-PE" sz="1100" b="0" i="0" u="none" strike="noStrike" kern="1200" cap="none" spc="0" normalizeH="0" baseline="0" noProof="0">
                <a:ln>
                  <a:noFill/>
                </a:ln>
                <a:solidFill>
                  <a:schemeClr val="bg1"/>
                </a:solidFill>
                <a:effectLst/>
                <a:uLnTx/>
                <a:uFillTx/>
                <a:ea typeface="+mn-ea"/>
                <a:cs typeface="+mn-cs"/>
              </a:rPr>
              <a:t> Management</a:t>
            </a:r>
          </a:p>
        </p:txBody>
      </p:sp>
      <p:sp>
        <p:nvSpPr>
          <p:cNvPr id="25" name="Rectángulo 24">
            <a:extLst>
              <a:ext uri="{FF2B5EF4-FFF2-40B4-BE49-F238E27FC236}">
                <a16:creationId xmlns:a16="http://schemas.microsoft.com/office/drawing/2014/main" id="{4F2676F8-7B89-8E9B-411A-0F068E2A454A}"/>
              </a:ext>
            </a:extLst>
          </p:cNvPr>
          <p:cNvSpPr/>
          <p:nvPr/>
        </p:nvSpPr>
        <p:spPr>
          <a:xfrm>
            <a:off x="195916" y="4613760"/>
            <a:ext cx="2560670" cy="1939440"/>
          </a:xfrm>
          <a:prstGeom prst="rect">
            <a:avLst/>
          </a:prstGeom>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srgbClr val="000000"/>
              </a:solidFill>
              <a:effectLst/>
              <a:uLnTx/>
              <a:uFillTx/>
              <a:latin typeface="Raleway" panose="020B06040202020202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srgbClr val="000000"/>
              </a:solidFill>
              <a:effectLst/>
              <a:uLnTx/>
              <a:uFillTx/>
              <a:latin typeface="Raleway" panose="020B06040202020202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100" b="0" i="0" u="none" strike="noStrike" kern="1200" cap="none" spc="0" normalizeH="0" baseline="0" noProof="0">
              <a:ln>
                <a:noFill/>
              </a:ln>
              <a:solidFill>
                <a:srgbClr val="1A3B47"/>
              </a:solidFill>
              <a:effectLst/>
              <a:uLnTx/>
              <a:uFillTx/>
              <a:latin typeface="Soho Gothic Pro Light"/>
              <a:ea typeface="+mn-lt"/>
              <a:cs typeface="+mn-lt"/>
            </a:endParaRPr>
          </a:p>
        </p:txBody>
      </p:sp>
      <p:sp>
        <p:nvSpPr>
          <p:cNvPr id="35" name="1 Título">
            <a:extLst>
              <a:ext uri="{FF2B5EF4-FFF2-40B4-BE49-F238E27FC236}">
                <a16:creationId xmlns:a16="http://schemas.microsoft.com/office/drawing/2014/main" id="{FE4C933D-2FEF-109A-A157-FF0405D8364C}"/>
              </a:ext>
            </a:extLst>
          </p:cNvPr>
          <p:cNvSpPr>
            <a:spLocks noGrp="1"/>
          </p:cNvSpPr>
          <p:nvPr>
            <p:ph type="title"/>
          </p:nvPr>
        </p:nvSpPr>
        <p:spPr>
          <a:xfrm>
            <a:off x="336000" y="756387"/>
            <a:ext cx="2689052" cy="919343"/>
          </a:xfrm>
        </p:spPr>
        <p:txBody>
          <a:bodyPr/>
          <a:lstStyle/>
          <a:p>
            <a:pPr>
              <a:spcBef>
                <a:spcPts val="400"/>
              </a:spcBef>
              <a:spcAft>
                <a:spcPts val="400"/>
              </a:spcAft>
              <a:buClr>
                <a:schemeClr val="tx1"/>
              </a:buClr>
            </a:pPr>
            <a:r>
              <a:rPr lang="en-US" b="1" err="1">
                <a:solidFill>
                  <a:schemeClr val="bg1"/>
                </a:solidFill>
              </a:rPr>
              <a:t>Comité</a:t>
            </a:r>
            <a:r>
              <a:rPr lang="en-US" b="1">
                <a:solidFill>
                  <a:schemeClr val="bg1"/>
                </a:solidFill>
              </a:rPr>
              <a:t> de </a:t>
            </a:r>
            <a:r>
              <a:rPr lang="en-US" b="1" err="1">
                <a:solidFill>
                  <a:schemeClr val="bg1"/>
                </a:solidFill>
              </a:rPr>
              <a:t>expertos</a:t>
            </a:r>
            <a:r>
              <a:rPr lang="en-US" b="1">
                <a:solidFill>
                  <a:schemeClr val="bg1"/>
                </a:solidFill>
              </a:rPr>
              <a:t> (M.M.)</a:t>
            </a:r>
            <a:endParaRPr lang="es-MX" sz="2000" b="1">
              <a:solidFill>
                <a:schemeClr val="bg1"/>
              </a:solidFill>
            </a:endParaRPr>
          </a:p>
        </p:txBody>
      </p:sp>
      <p:pic>
        <p:nvPicPr>
          <p:cNvPr id="20" name="Imagen 19">
            <a:extLst>
              <a:ext uri="{FF2B5EF4-FFF2-40B4-BE49-F238E27FC236}">
                <a16:creationId xmlns:a16="http://schemas.microsoft.com/office/drawing/2014/main" id="{899E9B84-2E99-4762-48A0-FEF6658687D8}"/>
              </a:ext>
            </a:extLst>
          </p:cNvPr>
          <p:cNvPicPr>
            <a:picLocks noChangeAspect="1"/>
          </p:cNvPicPr>
          <p:nvPr/>
        </p:nvPicPr>
        <p:blipFill>
          <a:blip r:embed="rId8">
            <a:duotone>
              <a:prstClr val="black"/>
              <a:srgbClr val="4F062A">
                <a:tint val="45000"/>
                <a:satMod val="400000"/>
              </a:srgbClr>
            </a:duotone>
          </a:blip>
          <a:stretch>
            <a:fillRect/>
          </a:stretch>
        </p:blipFill>
        <p:spPr bwMode="auto">
          <a:xfrm>
            <a:off x="6258834" y="117453"/>
            <a:ext cx="398131" cy="379680"/>
          </a:xfrm>
          <a:prstGeom prst="rect">
            <a:avLst/>
          </a:prstGeom>
        </p:spPr>
      </p:pic>
      <p:sp>
        <p:nvSpPr>
          <p:cNvPr id="21" name="Rectángulo 12">
            <a:extLst>
              <a:ext uri="{FF2B5EF4-FFF2-40B4-BE49-F238E27FC236}">
                <a16:creationId xmlns:a16="http://schemas.microsoft.com/office/drawing/2014/main" id="{3FF40625-7EA6-5087-2F0C-9D6832974C64}"/>
              </a:ext>
            </a:extLst>
          </p:cNvPr>
          <p:cNvSpPr/>
          <p:nvPr/>
        </p:nvSpPr>
        <p:spPr bwMode="auto">
          <a:xfrm>
            <a:off x="3536749" y="230872"/>
            <a:ext cx="5386421" cy="383996"/>
          </a:xfrm>
          <a:prstGeom prst="rect">
            <a:avLst/>
          </a:prstGeom>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effectLst/>
                <a:uLnTx/>
                <a:uFillTx/>
                <a:latin typeface="+mj-lt"/>
                <a:ea typeface="+mn-ea"/>
                <a:cs typeface="+mn-cs"/>
              </a:rPr>
              <a:t>Experiencia profesional</a:t>
            </a:r>
          </a:p>
        </p:txBody>
      </p:sp>
      <p:sp>
        <p:nvSpPr>
          <p:cNvPr id="24" name="Rectángulo 23">
            <a:extLst>
              <a:ext uri="{FF2B5EF4-FFF2-40B4-BE49-F238E27FC236}">
                <a16:creationId xmlns:a16="http://schemas.microsoft.com/office/drawing/2014/main" id="{3B6717AC-6BCD-DA8B-9E95-B8EEF065D030}"/>
              </a:ext>
            </a:extLst>
          </p:cNvPr>
          <p:cNvSpPr/>
          <p:nvPr/>
        </p:nvSpPr>
        <p:spPr>
          <a:xfrm>
            <a:off x="283795" y="4918560"/>
            <a:ext cx="2560670" cy="1290345"/>
          </a:xfrm>
          <a:prstGeom prst="rect">
            <a:avLst/>
          </a:prstGeom>
        </p:spPr>
        <p:txBody>
          <a:bodyPr wrap="square" lIns="0" tIns="0" rIns="0" bIns="0" anchor="t">
            <a:noAutofit/>
          </a:bodyPr>
          <a:lstStyle/>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PE" sz="1100" b="0" i="0" u="none" strike="noStrike" kern="1200" cap="none" spc="0" normalizeH="0" baseline="0" noProof="0">
                <a:ln>
                  <a:noFill/>
                </a:ln>
                <a:solidFill>
                  <a:schemeClr val="tx2"/>
                </a:solidFill>
                <a:effectLst/>
                <a:uLnTx/>
                <a:uFillTx/>
                <a:ea typeface="+mn-ea"/>
                <a:cs typeface="+mn-cs"/>
              </a:rPr>
              <a:t>SAP MM</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PE" sz="1100" b="0" i="0" u="none" strike="noStrike" kern="1200" cap="none" spc="0" normalizeH="0" baseline="0" noProof="0">
                <a:ln>
                  <a:noFill/>
                </a:ln>
                <a:solidFill>
                  <a:schemeClr val="tx2"/>
                </a:solidFill>
                <a:effectLst/>
                <a:uLnTx/>
                <a:uFillTx/>
                <a:ea typeface="+mn-ea"/>
                <a:cs typeface="+mn-cs"/>
              </a:rPr>
              <a:t>Gerencia de Recursos Logísticos: Compras, Almacenaje y Transporte</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PE" sz="1100" b="0" i="0" u="none" strike="noStrike" kern="1200" cap="none" spc="0" normalizeH="0" baseline="0" noProof="0" err="1">
                <a:ln>
                  <a:noFill/>
                </a:ln>
                <a:solidFill>
                  <a:schemeClr val="tx2"/>
                </a:solidFill>
                <a:effectLst/>
                <a:uLnTx/>
                <a:uFillTx/>
                <a:ea typeface="+mn-ea"/>
                <a:cs typeface="+mn-cs"/>
              </a:rPr>
              <a:t>Sourcing</a:t>
            </a:r>
            <a:r>
              <a:rPr kumimoji="0" lang="es-PE" sz="1100" b="0" i="0" u="none" strike="noStrike" kern="1200" cap="none" spc="0" normalizeH="0" baseline="0" noProof="0">
                <a:ln>
                  <a:noFill/>
                </a:ln>
                <a:solidFill>
                  <a:schemeClr val="tx2"/>
                </a:solidFill>
                <a:effectLst/>
                <a:uLnTx/>
                <a:uFillTx/>
                <a:ea typeface="+mn-ea"/>
                <a:cs typeface="+mn-cs"/>
              </a:rPr>
              <a:t> Estratégico en el área de compras </a:t>
            </a:r>
          </a:p>
        </p:txBody>
      </p:sp>
      <p:pic>
        <p:nvPicPr>
          <p:cNvPr id="12" name="Imagen 29" descr="Birrete contorno">
            <a:extLst>
              <a:ext uri="{FF2B5EF4-FFF2-40B4-BE49-F238E27FC236}">
                <a16:creationId xmlns:a16="http://schemas.microsoft.com/office/drawing/2014/main" id="{00FEA605-F414-93AF-54A0-B0CAC7F48A82}"/>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2182263" y="1371229"/>
            <a:ext cx="542061" cy="542061"/>
          </a:xfrm>
          <a:prstGeom prst="rect">
            <a:avLst/>
          </a:prstGeom>
        </p:spPr>
      </p:pic>
      <p:sp>
        <p:nvSpPr>
          <p:cNvPr id="7" name="Rectángulo 6">
            <a:extLst>
              <a:ext uri="{FF2B5EF4-FFF2-40B4-BE49-F238E27FC236}">
                <a16:creationId xmlns:a16="http://schemas.microsoft.com/office/drawing/2014/main" id="{243CD661-F045-121D-26F3-4635B8873DAB}"/>
              </a:ext>
            </a:extLst>
          </p:cNvPr>
          <p:cNvSpPr/>
          <p:nvPr/>
        </p:nvSpPr>
        <p:spPr>
          <a:xfrm>
            <a:off x="3536749" y="740996"/>
            <a:ext cx="8326360" cy="5760004"/>
          </a:xfrm>
          <a:prstGeom prst="rect">
            <a:avLst/>
          </a:prstGeom>
        </p:spPr>
        <p:txBody>
          <a:bodyPr wrap="square" lIns="0" tIns="0" rIns="0" bIns="0" anchor="t">
            <a:no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sz="1200" b="1">
                <a:solidFill>
                  <a:schemeClr val="accent1"/>
                </a:solidFill>
              </a:rPr>
              <a:t>Indra Perú – Consultor SAP MM                                                                                                                               Mar 2021 – Actualidad</a:t>
            </a:r>
          </a:p>
          <a:p>
            <a:r>
              <a:rPr lang="es-PE" sz="1200" b="1"/>
              <a:t>Cliente: COSAPI</a:t>
            </a:r>
          </a:p>
          <a:p>
            <a:pPr marL="171450" indent="-171450">
              <a:buFont typeface="Arial" panose="020B0604020202020204" pitchFamily="34" charset="0"/>
              <a:buChar char="•"/>
            </a:pPr>
            <a:r>
              <a:rPr lang="es-PE" sz="1200" b="1"/>
              <a:t>Gestión y resolución de incidencias en el módulo logístico SAP MM.</a:t>
            </a:r>
          </a:p>
          <a:p>
            <a:pPr marL="171450" indent="-171450">
              <a:buFont typeface="Arial" panose="020B0604020202020204" pitchFamily="34" charset="0"/>
              <a:buChar char="•"/>
            </a:pPr>
            <a:r>
              <a:rPr lang="es-PE" sz="1200" b="1"/>
              <a:t>Evaluación y diseño de mejoras en performance de procesos.</a:t>
            </a:r>
          </a:p>
          <a:p>
            <a:pPr marL="171450" indent="-171450">
              <a:buFont typeface="Arial" panose="020B0604020202020204" pitchFamily="34" charset="0"/>
              <a:buChar char="•"/>
            </a:pPr>
            <a:r>
              <a:rPr lang="es-PE" sz="1200" b="1"/>
              <a:t>Optimización de programas estándar y desarrollos Z.</a:t>
            </a:r>
          </a:p>
          <a:p>
            <a:r>
              <a:rPr lang="es-PE" sz="1200" b="1"/>
              <a:t>Proyecto: Universidad San Martín de Porres – Implementación PMO Avanzada</a:t>
            </a:r>
          </a:p>
          <a:p>
            <a:pPr marL="171450" indent="-171450">
              <a:buFont typeface="Arial" panose="020B0604020202020204" pitchFamily="34" charset="0"/>
              <a:buChar char="•"/>
            </a:pPr>
            <a:r>
              <a:rPr lang="es-PE" sz="1200" b="1"/>
              <a:t>Responsable de sincronización de data maestra (CVI – Business </a:t>
            </a:r>
            <a:r>
              <a:rPr lang="es-PE" sz="1200" b="1" err="1"/>
              <a:t>Partner</a:t>
            </a:r>
            <a:r>
              <a:rPr lang="es-PE" sz="1200" b="1"/>
              <a:t>).</a:t>
            </a:r>
          </a:p>
          <a:p>
            <a:pPr marL="171450" indent="-171450">
              <a:buFont typeface="Arial" panose="020B0604020202020204" pitchFamily="34" charset="0"/>
              <a:buChar char="•"/>
            </a:pPr>
            <a:r>
              <a:rPr lang="es-PE" sz="1200" b="1"/>
              <a:t>Validación de procesos de compras, servicios, importaciones y activos fijos.</a:t>
            </a:r>
          </a:p>
          <a:p>
            <a:pPr marL="171450" indent="-171450">
              <a:buFont typeface="Arial" panose="020B0604020202020204" pitchFamily="34" charset="0"/>
              <a:buChar char="•"/>
            </a:pPr>
            <a:r>
              <a:rPr lang="es-PE" sz="1200" b="1"/>
              <a:t>Corrección de inconsistencias entre versiones.</a:t>
            </a:r>
          </a:p>
          <a:p>
            <a:r>
              <a:rPr lang="es-PE" sz="1200" b="1"/>
              <a:t>Proyecto: Universidad San Ignacio de Loyola – Implementación PMO Avanzada</a:t>
            </a:r>
          </a:p>
          <a:p>
            <a:pPr marL="171450" indent="-171450">
              <a:buFont typeface="Arial" panose="020B0604020202020204" pitchFamily="34" charset="0"/>
              <a:buChar char="•"/>
            </a:pPr>
            <a:r>
              <a:rPr lang="es-PE" sz="1200" b="1"/>
              <a:t>Gestión integral del proceso de aprovisionamiento.</a:t>
            </a:r>
          </a:p>
          <a:p>
            <a:pPr marL="171450" indent="-171450">
              <a:buFont typeface="Arial" panose="020B0604020202020204" pitchFamily="34" charset="0"/>
              <a:buChar char="•"/>
            </a:pPr>
            <a:r>
              <a:rPr lang="es-PE" sz="1200" b="1"/>
              <a:t>Definición de estrategias de liberación.</a:t>
            </a:r>
          </a:p>
          <a:p>
            <a:pPr marL="171450" indent="-171450">
              <a:buFont typeface="Arial" panose="020B0604020202020204" pitchFamily="34" charset="0"/>
              <a:buChar char="•"/>
            </a:pPr>
            <a:r>
              <a:rPr lang="es-PE" sz="1200" b="1"/>
              <a:t>Desarrollo en SCP para reservas, listas de materiales y devoluciones.</a:t>
            </a:r>
          </a:p>
          <a:p>
            <a:r>
              <a:rPr lang="es-PE" sz="1200" b="1"/>
              <a:t>Proyecto: Enel Perú – Implementación SAP</a:t>
            </a:r>
          </a:p>
          <a:p>
            <a:pPr marL="171450" indent="-171450">
              <a:buFont typeface="Arial" panose="020B0604020202020204" pitchFamily="34" charset="0"/>
              <a:buChar char="•"/>
            </a:pPr>
            <a:r>
              <a:rPr lang="es-PE" sz="1200" b="1"/>
              <a:t>Gestión de contratos y servicios.</a:t>
            </a:r>
          </a:p>
          <a:p>
            <a:pPr marL="171450" indent="-171450">
              <a:buFont typeface="Arial" panose="020B0604020202020204" pitchFamily="34" charset="0"/>
              <a:buChar char="•"/>
            </a:pPr>
            <a:r>
              <a:rPr lang="es-PE" sz="1200" b="1"/>
              <a:t>Administración de LCL y portal SCM.</a:t>
            </a:r>
          </a:p>
          <a:p>
            <a:pPr marL="171450" indent="-171450">
              <a:buFont typeface="Arial" panose="020B0604020202020204" pitchFamily="34" charset="0"/>
              <a:buChar char="•"/>
            </a:pPr>
            <a:r>
              <a:rPr lang="es-PE" sz="1200" b="1"/>
              <a:t>Optimización de procesos de presupuesto, compras y facturación </a:t>
            </a:r>
            <a:r>
              <a:rPr lang="es-PE" sz="1200" b="1" err="1"/>
              <a:t>intercompany</a:t>
            </a:r>
            <a:r>
              <a:rPr lang="es-PE" sz="1200" b="1"/>
              <a:t>.</a:t>
            </a:r>
          </a:p>
          <a:p>
            <a:r>
              <a:rPr lang="es-PE" sz="1050" b="1" err="1">
                <a:solidFill>
                  <a:schemeClr val="accent1"/>
                </a:solidFill>
              </a:rPr>
              <a:t>Valtx</a:t>
            </a:r>
            <a:r>
              <a:rPr lang="es-PE" sz="1050" b="1">
                <a:solidFill>
                  <a:schemeClr val="accent1"/>
                </a:solidFill>
              </a:rPr>
              <a:t> Perú – Analista SAP MM                                                                                                                                                                  Mar 2020 – Feb 2021</a:t>
            </a:r>
          </a:p>
          <a:p>
            <a:r>
              <a:rPr lang="es-PE" sz="1050" b="1"/>
              <a:t>Cliente: Falabella – Roll </a:t>
            </a:r>
            <a:r>
              <a:rPr lang="es-PE" sz="1050" b="1" err="1"/>
              <a:t>Out</a:t>
            </a:r>
            <a:r>
              <a:rPr lang="es-PE" sz="1050" b="1"/>
              <a:t> PMO Avanzada</a:t>
            </a:r>
          </a:p>
          <a:p>
            <a:pPr marL="171450" indent="-171450">
              <a:buFont typeface="Arial" panose="020B0604020202020204" pitchFamily="34" charset="0"/>
              <a:buChar char="•"/>
            </a:pPr>
            <a:r>
              <a:rPr lang="es-PE" sz="1050" b="1"/>
              <a:t>Validación de requerimientos de </a:t>
            </a:r>
            <a:r>
              <a:rPr lang="es-PE" sz="1050" b="1" err="1"/>
              <a:t>key</a:t>
            </a:r>
            <a:r>
              <a:rPr lang="es-PE" sz="1050" b="1"/>
              <a:t> </a:t>
            </a:r>
            <a:r>
              <a:rPr lang="es-PE" sz="1050" b="1" err="1"/>
              <a:t>users</a:t>
            </a:r>
            <a:r>
              <a:rPr lang="es-PE" sz="1050" b="1"/>
              <a:t>.</a:t>
            </a:r>
          </a:p>
          <a:p>
            <a:pPr marL="171450" indent="-171450">
              <a:buFont typeface="Arial" panose="020B0604020202020204" pitchFamily="34" charset="0"/>
              <a:buChar char="•"/>
            </a:pPr>
            <a:r>
              <a:rPr lang="es-PE" sz="1050" b="1"/>
              <a:t>Capacitación en procesos de compras y SAP Fiori.</a:t>
            </a:r>
          </a:p>
          <a:p>
            <a:pPr marL="171450" indent="-171450">
              <a:buFont typeface="Arial" panose="020B0604020202020204" pitchFamily="34" charset="0"/>
              <a:buChar char="•"/>
            </a:pPr>
            <a:r>
              <a:rPr lang="es-PE" sz="1050" b="1"/>
              <a:t>Soporte funcional en flujos logísticos.</a:t>
            </a:r>
          </a:p>
          <a:p>
            <a:r>
              <a:rPr lang="es-PE" sz="1050" b="1" err="1">
                <a:solidFill>
                  <a:schemeClr val="accent1"/>
                </a:solidFill>
              </a:rPr>
              <a:t>Every</a:t>
            </a:r>
            <a:r>
              <a:rPr lang="es-PE" sz="1050" b="1">
                <a:solidFill>
                  <a:schemeClr val="accent1"/>
                </a:solidFill>
              </a:rPr>
              <a:t> Perú – Analista SAP                                                                                                                                                                          Feb 2017 – Feb 2020</a:t>
            </a:r>
          </a:p>
          <a:p>
            <a:r>
              <a:rPr lang="es-PE" sz="1050" b="1"/>
              <a:t>Cliente: Pesquera </a:t>
            </a:r>
            <a:r>
              <a:rPr lang="es-PE" sz="1050" b="1" err="1"/>
              <a:t>Hayduk</a:t>
            </a:r>
            <a:r>
              <a:rPr lang="es-PE" sz="1050" b="1"/>
              <a:t> – Conversión PMO Avanzada</a:t>
            </a:r>
          </a:p>
          <a:p>
            <a:pPr marL="171450" indent="-171450">
              <a:buFont typeface="Arial" panose="020B0604020202020204" pitchFamily="34" charset="0"/>
              <a:buChar char="•"/>
            </a:pPr>
            <a:r>
              <a:rPr lang="es-PE" sz="1050" b="1"/>
              <a:t>Gestión de órdenes de compra, inventarios y proveedores.</a:t>
            </a:r>
          </a:p>
          <a:p>
            <a:pPr marL="171450" indent="-171450">
              <a:buFont typeface="Arial" panose="020B0604020202020204" pitchFamily="34" charset="0"/>
              <a:buChar char="•"/>
            </a:pPr>
            <a:r>
              <a:rPr lang="es-PE" sz="1050" b="1"/>
              <a:t>Implementación de aplicaciones Fiori.</a:t>
            </a:r>
          </a:p>
          <a:p>
            <a:pPr marL="171450" indent="-171450">
              <a:buFont typeface="Arial" panose="020B0604020202020204" pitchFamily="34" charset="0"/>
              <a:buChar char="•"/>
            </a:pPr>
            <a:r>
              <a:rPr lang="es-PE" sz="1050" b="1"/>
              <a:t>Desarrollo en SCP para hojas de entrada de servicio en embarcaciones.</a:t>
            </a:r>
          </a:p>
          <a:p>
            <a:pPr marL="171450" indent="-171450">
              <a:buFont typeface="Arial" panose="020B0604020202020204" pitchFamily="34" charset="0"/>
              <a:buChar char="•"/>
            </a:pPr>
            <a:r>
              <a:rPr lang="es-PE" sz="1050" b="1"/>
              <a:t>Diseño del Catálogo Único de Bienes, Servicios y Obras (CUBSO).</a:t>
            </a:r>
            <a:endParaRPr lang="es-PE" sz="1050" b="1">
              <a:solidFill>
                <a:schemeClr val="accent1"/>
              </a:solidFill>
            </a:endParaRPr>
          </a:p>
          <a:p>
            <a:r>
              <a:rPr lang="es-PE" sz="1050" b="1">
                <a:solidFill>
                  <a:schemeClr val="accent1"/>
                </a:solidFill>
              </a:rPr>
              <a:t>Grupo Romero – Analista SAP MM                                                                                                                                                         Dic 2011 – Feb 2017</a:t>
            </a:r>
          </a:p>
          <a:p>
            <a:r>
              <a:rPr lang="es-PE" sz="1050" b="1"/>
              <a:t>Clientes: Alicorp / </a:t>
            </a:r>
            <a:r>
              <a:rPr lang="es-PE" sz="1050" b="1" err="1"/>
              <a:t>Tramarsa</a:t>
            </a:r>
            <a:r>
              <a:rPr lang="es-PE" sz="1050" b="1"/>
              <a:t> / Caña Brava</a:t>
            </a:r>
          </a:p>
          <a:p>
            <a:pPr marL="171450" indent="-171450">
              <a:buFont typeface="Arial" panose="020B0604020202020204" pitchFamily="34" charset="0"/>
              <a:buChar char="•"/>
            </a:pPr>
            <a:r>
              <a:rPr lang="es-PE" sz="1050" b="1"/>
              <a:t>Optimización del proceso de aprovisionamiento local y de servicios.</a:t>
            </a:r>
          </a:p>
          <a:p>
            <a:pPr marL="171450" indent="-171450">
              <a:buFont typeface="Arial" panose="020B0604020202020204" pitchFamily="34" charset="0"/>
              <a:buChar char="•"/>
            </a:pPr>
            <a:r>
              <a:rPr lang="es-PE" sz="1050" b="1"/>
              <a:t>Automatización de imputaciones e indicadores de detracción.</a:t>
            </a:r>
          </a:p>
          <a:p>
            <a:pPr marL="171450" indent="-171450">
              <a:buFont typeface="Arial" panose="020B0604020202020204" pitchFamily="34" charset="0"/>
              <a:buChar char="•"/>
            </a:pPr>
            <a:r>
              <a:rPr lang="es-PE" sz="1050" b="1"/>
              <a:t>Implementación de negociaciones con Ariba </a:t>
            </a:r>
            <a:r>
              <a:rPr lang="es-PE" sz="1050" b="1" err="1"/>
              <a:t>Sourcing</a:t>
            </a:r>
            <a:r>
              <a:rPr lang="es-PE" sz="1050" b="1"/>
              <a:t>.</a:t>
            </a:r>
          </a:p>
          <a:p>
            <a:pPr marL="171450" indent="-171450">
              <a:buFont typeface="Arial" panose="020B0604020202020204" pitchFamily="34" charset="0"/>
              <a:buChar char="•"/>
            </a:pPr>
            <a:r>
              <a:rPr lang="es-PE" sz="1050" b="1"/>
              <a:t>Soporte funcional y mejora continua en SAP MM.</a:t>
            </a:r>
          </a:p>
          <a:p>
            <a:pPr marL="0" marR="0" lvl="0" indent="0" algn="l" defTabSz="742454" rtl="0" eaLnBrk="1" fontAlgn="auto" latinLnBrk="0" hangingPunct="1">
              <a:lnSpc>
                <a:spcPct val="100000"/>
              </a:lnSpc>
              <a:spcBef>
                <a:spcPts val="400"/>
              </a:spcBef>
              <a:spcAft>
                <a:spcPts val="0"/>
              </a:spcAft>
              <a:buClrTx/>
              <a:buSzTx/>
              <a:buFontTx/>
              <a:buNone/>
              <a:tabLst/>
              <a:defRPr/>
            </a:pPr>
            <a:endParaRPr lang="es-ES" sz="1050" b="1">
              <a:ea typeface="+mn-lt"/>
              <a:cs typeface="+mn-lt"/>
            </a:endParaRPr>
          </a:p>
        </p:txBody>
      </p:sp>
      <p:sp>
        <p:nvSpPr>
          <p:cNvPr id="4" name="CuadroTexto 3">
            <a:extLst>
              <a:ext uri="{FF2B5EF4-FFF2-40B4-BE49-F238E27FC236}">
                <a16:creationId xmlns:a16="http://schemas.microsoft.com/office/drawing/2014/main" id="{7A34FD23-1248-F4A9-385F-A4E4B6BE50BB}"/>
              </a:ext>
            </a:extLst>
          </p:cNvPr>
          <p:cNvSpPr txBox="1"/>
          <p:nvPr/>
        </p:nvSpPr>
        <p:spPr>
          <a:xfrm rot="304789">
            <a:off x="2374969" y="737927"/>
            <a:ext cx="1102517" cy="276999"/>
          </a:xfrm>
          <a:prstGeom prst="rect">
            <a:avLst/>
          </a:prstGeom>
          <a:solidFill>
            <a:srgbClr val="FF0054"/>
          </a:solidFill>
          <a:ln>
            <a:solidFill>
              <a:srgbClr val="FF0054"/>
            </a:solidFill>
          </a:ln>
        </p:spPr>
        <p:txBody>
          <a:bodyPr wrap="square" rtlCol="0">
            <a:spAutoFit/>
          </a:bodyPr>
          <a:lstStyle/>
          <a:p>
            <a:pPr algn="ctr"/>
            <a:r>
              <a:rPr lang="es-ES" sz="1200" b="1">
                <a:solidFill>
                  <a:schemeClr val="bg1"/>
                </a:solidFill>
              </a:rPr>
              <a:t>Opcional</a:t>
            </a:r>
          </a:p>
        </p:txBody>
      </p:sp>
      <p:sp>
        <p:nvSpPr>
          <p:cNvPr id="10" name="Marcador de texto 6">
            <a:extLst>
              <a:ext uri="{FF2B5EF4-FFF2-40B4-BE49-F238E27FC236}">
                <a16:creationId xmlns:a16="http://schemas.microsoft.com/office/drawing/2014/main" id="{0C7D946F-E406-1D8C-A29D-9A5F56A00DB0}"/>
              </a:ext>
            </a:extLst>
          </p:cNvPr>
          <p:cNvSpPr txBox="1">
            <a:spLocks/>
          </p:cNvSpPr>
          <p:nvPr/>
        </p:nvSpPr>
        <p:spPr>
          <a:xfrm>
            <a:off x="335360" y="323548"/>
            <a:ext cx="11521678" cy="160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solidFill>
                  <a:schemeClr val="bg1"/>
                </a:solidFill>
                <a:latin typeface="ForFuture Sans" panose="020B0504020203020204" pitchFamily="34" charset="0"/>
              </a:rPr>
              <a:t>04.</a:t>
            </a:r>
            <a:r>
              <a:rPr lang="es-ES" sz="1000">
                <a:solidFill>
                  <a:schemeClr val="bg1"/>
                </a:solidFill>
                <a:latin typeface="ForFuture Sans" panose="020B0504020203020204" pitchFamily="34" charset="0"/>
                <a:sym typeface="ForFuture Sans" panose="020B0504020203020204" pitchFamily="34" charset="0"/>
              </a:rPr>
              <a:t> PLAN Y EQUIPO DE TRABAJO</a:t>
            </a:r>
            <a:endParaRPr lang="es-ES" sz="1000">
              <a:solidFill>
                <a:schemeClr val="bg1"/>
              </a:solidFill>
              <a:latin typeface="ForFuture Sans" panose="020B0504020203020204" pitchFamily="34" charset="0"/>
            </a:endParaRPr>
          </a:p>
        </p:txBody>
      </p:sp>
    </p:spTree>
    <p:extLst>
      <p:ext uri="{BB962C8B-B14F-4D97-AF65-F5344CB8AC3E}">
        <p14:creationId xmlns:p14="http://schemas.microsoft.com/office/powerpoint/2010/main" val="3321118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6D1F7-F16D-F587-071E-30A09BAEEC8E}"/>
            </a:ext>
          </a:extLst>
        </p:cNvPr>
        <p:cNvGrpSpPr/>
        <p:nvPr/>
      </p:nvGrpSpPr>
      <p:grpSpPr>
        <a:xfrm>
          <a:off x="0" y="0"/>
          <a:ext cx="0" cy="0"/>
          <a:chOff x="0" y="0"/>
          <a:chExt cx="0" cy="0"/>
        </a:xfrm>
      </p:grpSpPr>
      <p:sp>
        <p:nvSpPr>
          <p:cNvPr id="8" name="Forma libre 33">
            <a:extLst>
              <a:ext uri="{FF2B5EF4-FFF2-40B4-BE49-F238E27FC236}">
                <a16:creationId xmlns:a16="http://schemas.microsoft.com/office/drawing/2014/main" id="{F55CE8CA-B9D9-5CF9-8916-C4364056F166}"/>
              </a:ext>
            </a:extLst>
          </p:cNvPr>
          <p:cNvSpPr/>
          <p:nvPr/>
        </p:nvSpPr>
        <p:spPr bwMode="auto">
          <a:xfrm rot="16200000" flipH="1">
            <a:off x="-450402" y="3936576"/>
            <a:ext cx="3925856" cy="3025052"/>
          </a:xfrm>
          <a:custGeom>
            <a:avLst/>
            <a:gdLst>
              <a:gd name="connsiteX0" fmla="*/ 3925856 w 3925856"/>
              <a:gd name="connsiteY0" fmla="*/ 3025052 h 3025052"/>
              <a:gd name="connsiteX1" fmla="*/ 3925855 w 3925856"/>
              <a:gd name="connsiteY1" fmla="*/ 0 h 3025052"/>
              <a:gd name="connsiteX2" fmla="*/ 2681255 w 3925856"/>
              <a:gd name="connsiteY2" fmla="*/ 0 h 3025052"/>
              <a:gd name="connsiteX3" fmla="*/ 2090072 w 3925856"/>
              <a:gd name="connsiteY3" fmla="*/ 0 h 3025052"/>
              <a:gd name="connsiteX4" fmla="*/ 845472 w 3925856"/>
              <a:gd name="connsiteY4" fmla="*/ 0 h 3025052"/>
              <a:gd name="connsiteX5" fmla="*/ 0 w 3925856"/>
              <a:gd name="connsiteY5" fmla="*/ 3025052 h 3025052"/>
              <a:gd name="connsiteX6" fmla="*/ 1244600 w 3925856"/>
              <a:gd name="connsiteY6" fmla="*/ 3025052 h 3025052"/>
              <a:gd name="connsiteX7" fmla="*/ 2681256 w 3925856"/>
              <a:gd name="connsiteY7" fmla="*/ 3025052 h 302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25856" h="3025052">
                <a:moveTo>
                  <a:pt x="3925856" y="3025052"/>
                </a:moveTo>
                <a:lnTo>
                  <a:pt x="3925855" y="0"/>
                </a:lnTo>
                <a:lnTo>
                  <a:pt x="2681255" y="0"/>
                </a:lnTo>
                <a:lnTo>
                  <a:pt x="2090072" y="0"/>
                </a:lnTo>
                <a:lnTo>
                  <a:pt x="845472" y="0"/>
                </a:lnTo>
                <a:lnTo>
                  <a:pt x="0" y="3025052"/>
                </a:lnTo>
                <a:lnTo>
                  <a:pt x="1244600" y="3025052"/>
                </a:lnTo>
                <a:lnTo>
                  <a:pt x="2681256" y="3025052"/>
                </a:lnTo>
                <a:close/>
              </a:path>
            </a:pathLst>
          </a:custGeom>
          <a:solidFill>
            <a:srgbClr val="FFCCDD"/>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0000"/>
              </a:solidFill>
              <a:effectLst/>
              <a:uLnTx/>
              <a:uFillTx/>
              <a:latin typeface="Soho Gothic Pro Light"/>
              <a:ea typeface="+mn-ea"/>
              <a:cs typeface="+mn-cs"/>
            </a:endParaRPr>
          </a:p>
        </p:txBody>
      </p:sp>
      <p:sp>
        <p:nvSpPr>
          <p:cNvPr id="9" name="Forma libre 35">
            <a:extLst>
              <a:ext uri="{FF2B5EF4-FFF2-40B4-BE49-F238E27FC236}">
                <a16:creationId xmlns:a16="http://schemas.microsoft.com/office/drawing/2014/main" id="{E15D54E8-31A6-E1C5-BD03-CBE02129E378}"/>
              </a:ext>
            </a:extLst>
          </p:cNvPr>
          <p:cNvSpPr/>
          <p:nvPr/>
        </p:nvSpPr>
        <p:spPr bwMode="auto">
          <a:xfrm rot="16200000" flipV="1">
            <a:off x="-926315" y="430736"/>
            <a:ext cx="4855911" cy="3025052"/>
          </a:xfrm>
          <a:custGeom>
            <a:avLst/>
            <a:gdLst>
              <a:gd name="connsiteX0" fmla="*/ 4704789 w 4704789"/>
              <a:gd name="connsiteY0" fmla="*/ 3025052 h 3025052"/>
              <a:gd name="connsiteX1" fmla="*/ 4704788 w 4704789"/>
              <a:gd name="connsiteY1" fmla="*/ 0 h 3025052"/>
              <a:gd name="connsiteX2" fmla="*/ 3925855 w 4704789"/>
              <a:gd name="connsiteY2" fmla="*/ 0 h 3025052"/>
              <a:gd name="connsiteX3" fmla="*/ 3460188 w 4704789"/>
              <a:gd name="connsiteY3" fmla="*/ 0 h 3025052"/>
              <a:gd name="connsiteX4" fmla="*/ 2869005 w 4704789"/>
              <a:gd name="connsiteY4" fmla="*/ 0 h 3025052"/>
              <a:gd name="connsiteX5" fmla="*/ 2681255 w 4704789"/>
              <a:gd name="connsiteY5" fmla="*/ 0 h 3025052"/>
              <a:gd name="connsiteX6" fmla="*/ 2090072 w 4704789"/>
              <a:gd name="connsiteY6" fmla="*/ 0 h 3025052"/>
              <a:gd name="connsiteX7" fmla="*/ 1624405 w 4704789"/>
              <a:gd name="connsiteY7" fmla="*/ 0 h 3025052"/>
              <a:gd name="connsiteX8" fmla="*/ 845472 w 4704789"/>
              <a:gd name="connsiteY8" fmla="*/ 0 h 3025052"/>
              <a:gd name="connsiteX9" fmla="*/ 0 w 4704789"/>
              <a:gd name="connsiteY9" fmla="*/ 3025052 h 3025052"/>
              <a:gd name="connsiteX10" fmla="*/ 778933 w 4704789"/>
              <a:gd name="connsiteY10" fmla="*/ 3025052 h 3025052"/>
              <a:gd name="connsiteX11" fmla="*/ 1244600 w 4704789"/>
              <a:gd name="connsiteY11" fmla="*/ 3025052 h 3025052"/>
              <a:gd name="connsiteX12" fmla="*/ 2023533 w 4704789"/>
              <a:gd name="connsiteY12" fmla="*/ 3025052 h 3025052"/>
              <a:gd name="connsiteX13" fmla="*/ 2681256 w 4704789"/>
              <a:gd name="connsiteY13" fmla="*/ 3025052 h 3025052"/>
              <a:gd name="connsiteX14" fmla="*/ 3460189 w 4704789"/>
              <a:gd name="connsiteY14" fmla="*/ 3025052 h 3025052"/>
              <a:gd name="connsiteX15" fmla="*/ 3925856 w 4704789"/>
              <a:gd name="connsiteY15" fmla="*/ 3025052 h 302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04789" h="3025052">
                <a:moveTo>
                  <a:pt x="4704789" y="3025052"/>
                </a:moveTo>
                <a:lnTo>
                  <a:pt x="4704788" y="0"/>
                </a:lnTo>
                <a:lnTo>
                  <a:pt x="3925855" y="0"/>
                </a:lnTo>
                <a:lnTo>
                  <a:pt x="3460188" y="0"/>
                </a:lnTo>
                <a:lnTo>
                  <a:pt x="2869005" y="0"/>
                </a:lnTo>
                <a:lnTo>
                  <a:pt x="2681255" y="0"/>
                </a:lnTo>
                <a:lnTo>
                  <a:pt x="2090072" y="0"/>
                </a:lnTo>
                <a:lnTo>
                  <a:pt x="1624405" y="0"/>
                </a:lnTo>
                <a:lnTo>
                  <a:pt x="845472" y="0"/>
                </a:lnTo>
                <a:lnTo>
                  <a:pt x="0" y="3025052"/>
                </a:lnTo>
                <a:lnTo>
                  <a:pt x="778933" y="3025052"/>
                </a:lnTo>
                <a:lnTo>
                  <a:pt x="1244600" y="3025052"/>
                </a:lnTo>
                <a:lnTo>
                  <a:pt x="2023533" y="3025052"/>
                </a:lnTo>
                <a:lnTo>
                  <a:pt x="2681256" y="3025052"/>
                </a:lnTo>
                <a:lnTo>
                  <a:pt x="3460189" y="3025052"/>
                </a:lnTo>
                <a:lnTo>
                  <a:pt x="3925856" y="3025052"/>
                </a:lnTo>
                <a:close/>
              </a:path>
            </a:pathLst>
          </a:custGeom>
          <a:solidFill>
            <a:srgbClr val="4F062A"/>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FF0000"/>
              </a:solidFill>
              <a:effectLst/>
              <a:uLnTx/>
              <a:uFillTx/>
              <a:latin typeface="Soho Gothic Pro Light"/>
              <a:ea typeface="+mn-ea"/>
              <a:cs typeface="+mn-cs"/>
            </a:endParaRPr>
          </a:p>
        </p:txBody>
      </p:sp>
      <p:sp>
        <p:nvSpPr>
          <p:cNvPr id="22" name="Forma libre 21">
            <a:extLst>
              <a:ext uri="{FF2B5EF4-FFF2-40B4-BE49-F238E27FC236}">
                <a16:creationId xmlns:a16="http://schemas.microsoft.com/office/drawing/2014/main" id="{233D9523-47C5-EA4E-FCD8-58FEBBB08798}"/>
              </a:ext>
            </a:extLst>
          </p:cNvPr>
          <p:cNvSpPr/>
          <p:nvPr/>
        </p:nvSpPr>
        <p:spPr>
          <a:xfrm rot="16200000" flipV="1">
            <a:off x="3625044" y="-337356"/>
            <a:ext cx="8229600" cy="8904311"/>
          </a:xfrm>
          <a:custGeom>
            <a:avLst/>
            <a:gdLst>
              <a:gd name="connsiteX0" fmla="*/ 5982782 w 5982782"/>
              <a:gd name="connsiteY0" fmla="*/ 6539632 h 6539632"/>
              <a:gd name="connsiteX1" fmla="*/ 5982782 w 5982782"/>
              <a:gd name="connsiteY1" fmla="*/ 1 h 6539632"/>
              <a:gd name="connsiteX2" fmla="*/ 1827761 w 5982782"/>
              <a:gd name="connsiteY2" fmla="*/ 0 h 6539632"/>
              <a:gd name="connsiteX3" fmla="*/ 0 w 5982782"/>
              <a:gd name="connsiteY3" fmla="*/ 6539632 h 6539632"/>
            </a:gdLst>
            <a:ahLst/>
            <a:cxnLst>
              <a:cxn ang="0">
                <a:pos x="connsiteX0" y="connsiteY0"/>
              </a:cxn>
              <a:cxn ang="0">
                <a:pos x="connsiteX1" y="connsiteY1"/>
              </a:cxn>
              <a:cxn ang="0">
                <a:pos x="connsiteX2" y="connsiteY2"/>
              </a:cxn>
              <a:cxn ang="0">
                <a:pos x="connsiteX3" y="connsiteY3"/>
              </a:cxn>
            </a:cxnLst>
            <a:rect l="l" t="t" r="r" b="b"/>
            <a:pathLst>
              <a:path w="5982782" h="6539632">
                <a:moveTo>
                  <a:pt x="5982782" y="6539632"/>
                </a:moveTo>
                <a:lnTo>
                  <a:pt x="5982782" y="1"/>
                </a:lnTo>
                <a:lnTo>
                  <a:pt x="1827761" y="0"/>
                </a:lnTo>
                <a:lnTo>
                  <a:pt x="0" y="6539632"/>
                </a:lnTo>
                <a:close/>
              </a:path>
            </a:pathLst>
          </a:custGeom>
          <a:solidFill>
            <a:schemeClr val="bg1"/>
          </a:solidFill>
          <a:ln w="101600">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95950" tIns="95950" rIns="95950" bIns="9595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397" b="0" i="0" u="none" strike="noStrike" kern="1200" cap="none" spc="0" normalizeH="0" baseline="0" noProof="0">
              <a:ln>
                <a:noFill/>
              </a:ln>
              <a:solidFill>
                <a:srgbClr val="1A3B47"/>
              </a:solidFill>
              <a:effectLst/>
              <a:uLnTx/>
              <a:uFillTx/>
              <a:latin typeface="Soho Gothic Pro" panose="020B0503030504020204" pitchFamily="34" charset="0"/>
              <a:ea typeface="+mn-ea"/>
              <a:cs typeface="+mn-cs"/>
            </a:endParaRPr>
          </a:p>
        </p:txBody>
      </p:sp>
      <p:sp>
        <p:nvSpPr>
          <p:cNvPr id="26" name="Rectángulo 25">
            <a:extLst>
              <a:ext uri="{FF2B5EF4-FFF2-40B4-BE49-F238E27FC236}">
                <a16:creationId xmlns:a16="http://schemas.microsoft.com/office/drawing/2014/main" id="{3478429D-350C-B339-F5AE-E3D36A4F355D}"/>
              </a:ext>
            </a:extLst>
          </p:cNvPr>
          <p:cNvSpPr/>
          <p:nvPr/>
        </p:nvSpPr>
        <p:spPr>
          <a:xfrm>
            <a:off x="317374" y="1597393"/>
            <a:ext cx="1910457" cy="383996"/>
          </a:xfrm>
          <a:prstGeom prst="rect">
            <a:avLst/>
          </a:prstGeom>
        </p:spPr>
        <p:txBody>
          <a:bodyPr wrap="square" lIns="0" tIns="47975" rIns="47975" bIns="47975"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1" i="0" u="none" strike="noStrike" kern="1200" cap="none" spc="0" normalizeH="0" baseline="0" noProof="0">
                <a:ln>
                  <a:noFill/>
                </a:ln>
                <a:solidFill>
                  <a:schemeClr val="bg1"/>
                </a:solidFill>
                <a:effectLst/>
                <a:uLnTx/>
                <a:uFillTx/>
                <a:ea typeface="+mn-ea"/>
                <a:cs typeface="+mn-cs"/>
              </a:rPr>
              <a:t>Formación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a:ln>
                <a:noFill/>
              </a:ln>
              <a:solidFill>
                <a:schemeClr val="bg1"/>
              </a:solidFill>
              <a:effectLst/>
              <a:uLnTx/>
              <a:uFillTx/>
              <a:ea typeface="+mn-ea"/>
              <a:cs typeface="+mn-cs"/>
            </a:endParaRPr>
          </a:p>
        </p:txBody>
      </p:sp>
      <p:sp>
        <p:nvSpPr>
          <p:cNvPr id="27" name="Rectángulo 26">
            <a:extLst>
              <a:ext uri="{FF2B5EF4-FFF2-40B4-BE49-F238E27FC236}">
                <a16:creationId xmlns:a16="http://schemas.microsoft.com/office/drawing/2014/main" id="{A530A592-022C-A4CE-1E78-7DF2A9E66B66}"/>
              </a:ext>
            </a:extLst>
          </p:cNvPr>
          <p:cNvSpPr/>
          <p:nvPr/>
        </p:nvSpPr>
        <p:spPr>
          <a:xfrm>
            <a:off x="380561" y="4513810"/>
            <a:ext cx="1910457" cy="383996"/>
          </a:xfrm>
          <a:prstGeom prst="rect">
            <a:avLst/>
          </a:prstGeom>
        </p:spPr>
        <p:txBody>
          <a:bodyPr wrap="square" lIns="0" tIns="47975" rIns="47975" bIns="47975">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1" i="0" u="none" strike="noStrike" kern="1200" cap="none" spc="0" normalizeH="0" baseline="0" noProof="0">
                <a:ln>
                  <a:noFill/>
                </a:ln>
                <a:solidFill>
                  <a:schemeClr val="tx2"/>
                </a:solidFill>
                <a:effectLst/>
                <a:uLnTx/>
                <a:uFillTx/>
                <a:ea typeface="+mn-ea"/>
                <a:cs typeface="+mn-cs"/>
              </a:rPr>
              <a:t>Habilidades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600" b="1" i="0" u="none" strike="noStrike" kern="1200" cap="none" spc="0" normalizeH="0" baseline="0" noProof="0">
              <a:ln>
                <a:noFill/>
              </a:ln>
              <a:solidFill>
                <a:schemeClr val="tx2"/>
              </a:solidFill>
              <a:effectLst/>
              <a:uLnTx/>
              <a:uFillTx/>
              <a:ea typeface="+mn-ea"/>
              <a:cs typeface="+mn-cs"/>
            </a:endParaRPr>
          </a:p>
        </p:txBody>
      </p:sp>
      <p:pic>
        <p:nvPicPr>
          <p:cNvPr id="29" name="Imagen 28">
            <a:extLst>
              <a:ext uri="{FF2B5EF4-FFF2-40B4-BE49-F238E27FC236}">
                <a16:creationId xmlns:a16="http://schemas.microsoft.com/office/drawing/2014/main" id="{4B84706D-2A87-1697-5F15-4B9BCBE9AC65}"/>
              </a:ext>
            </a:extLst>
          </p:cNvPr>
          <p:cNvPicPr>
            <a:picLocks noChangeAspect="1"/>
          </p:cNvPicPr>
          <p:nvPr/>
        </p:nvPicPr>
        <p:blipFill>
          <a:blip r:embed="rId5">
            <a:duotone>
              <a:prstClr val="black"/>
              <a:srgbClr val="4F062A">
                <a:tint val="45000"/>
                <a:satMod val="400000"/>
              </a:srgbClr>
            </a:duotone>
          </a:blip>
          <a:stretch>
            <a:fillRect/>
          </a:stretch>
        </p:blipFill>
        <p:spPr>
          <a:xfrm>
            <a:off x="2369623" y="4205838"/>
            <a:ext cx="416533" cy="513600"/>
          </a:xfrm>
          <a:prstGeom prst="rect">
            <a:avLst/>
          </a:prstGeom>
        </p:spPr>
      </p:pic>
      <p:graphicFrame>
        <p:nvGraphicFramePr>
          <p:cNvPr id="3" name="2 Objeto" hidden="1">
            <a:extLst>
              <a:ext uri="{FF2B5EF4-FFF2-40B4-BE49-F238E27FC236}">
                <a16:creationId xmlns:a16="http://schemas.microsoft.com/office/drawing/2014/main" id="{ED66A0CF-120A-C536-3798-030D725C188F}"/>
              </a:ext>
            </a:extLst>
          </p:cNvPr>
          <p:cNvGraphicFramePr>
            <a:graphicFrameLocks noChangeAspect="1"/>
          </p:cNvGraphicFramePr>
          <p:nvPr>
            <p:custDataLst>
              <p:tags r:id="rId1"/>
            </p:custDataLst>
          </p:nvPr>
        </p:nvGraphicFramePr>
        <p:xfrm>
          <a:off x="1144588" y="1589"/>
          <a:ext cx="1587" cy="1587"/>
        </p:xfrm>
        <a:graphic>
          <a:graphicData uri="http://schemas.openxmlformats.org/presentationml/2006/ole">
            <mc:AlternateContent xmlns:mc="http://schemas.openxmlformats.org/markup-compatibility/2006">
              <mc:Choice xmlns:v="urn:schemas-microsoft-com:vml" Requires="v">
                <p:oleObj name="Diapositiva de think-cell" r:id="rId6" imgW="270" imgH="270" progId="TCLayout.ActiveDocument.1">
                  <p:embed/>
                </p:oleObj>
              </mc:Choice>
              <mc:Fallback>
                <p:oleObj name="Diapositiva de think-cell" r:id="rId6" imgW="270" imgH="270" progId="TCLayout.ActiveDocument.1">
                  <p:embed/>
                  <p:pic>
                    <p:nvPicPr>
                      <p:cNvPr id="3" name="2 Objeto" hidden="1">
                        <a:extLst>
                          <a:ext uri="{FF2B5EF4-FFF2-40B4-BE49-F238E27FC236}">
                            <a16:creationId xmlns:a16="http://schemas.microsoft.com/office/drawing/2014/main" id="{ED66A0CF-120A-C536-3798-030D725C188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4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ángulo 4" hidden="1">
            <a:extLst>
              <a:ext uri="{FF2B5EF4-FFF2-40B4-BE49-F238E27FC236}">
                <a16:creationId xmlns:a16="http://schemas.microsoft.com/office/drawing/2014/main" id="{55FD7870-B751-54F3-3E43-7CB7B8DB713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2400" b="0" i="0" u="none" strike="noStrike" kern="1200" cap="none" spc="0" normalizeH="0" baseline="0" noProof="0">
              <a:ln>
                <a:noFill/>
              </a:ln>
              <a:solidFill>
                <a:srgbClr val="FFFFFF"/>
              </a:solidFill>
              <a:effectLst/>
              <a:uLnTx/>
              <a:uFillTx/>
              <a:latin typeface="Playfair Display" panose="00000500000000000000"/>
              <a:ea typeface="+mn-ea"/>
              <a:cs typeface="+mn-cs"/>
              <a:sym typeface="Playfair Display" panose="00000500000000000000"/>
            </a:endParaRPr>
          </a:p>
        </p:txBody>
      </p:sp>
      <p:sp>
        <p:nvSpPr>
          <p:cNvPr id="18" name="Rectángulo 17">
            <a:extLst>
              <a:ext uri="{FF2B5EF4-FFF2-40B4-BE49-F238E27FC236}">
                <a16:creationId xmlns:a16="http://schemas.microsoft.com/office/drawing/2014/main" id="{9CF315DA-270D-CD40-33A3-7D8840754EF3}"/>
              </a:ext>
            </a:extLst>
          </p:cNvPr>
          <p:cNvSpPr/>
          <p:nvPr/>
        </p:nvSpPr>
        <p:spPr>
          <a:xfrm>
            <a:off x="295321" y="1799638"/>
            <a:ext cx="2611805" cy="1695193"/>
          </a:xfrm>
          <a:prstGeom prst="rect">
            <a:avLst/>
          </a:prstGeom>
        </p:spPr>
        <p:txBody>
          <a:bodyPr wrap="square" lIns="0" tIns="0" rIns="0" bIns="0" anchor="t">
            <a:noAutofit/>
          </a:bodyPr>
          <a:lstStyle/>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a:ln>
                  <a:noFill/>
                </a:ln>
                <a:solidFill>
                  <a:schemeClr val="bg1"/>
                </a:solidFill>
                <a:effectLst/>
                <a:uLnTx/>
                <a:uFillTx/>
                <a:ea typeface="+mn-ea"/>
                <a:cs typeface="+mn-cs"/>
              </a:rPr>
              <a:t>Ingeniería Industrial – Universidad INCCA de Colombia (2005–2011)</a:t>
            </a:r>
          </a:p>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err="1">
                <a:ln>
                  <a:noFill/>
                </a:ln>
                <a:solidFill>
                  <a:schemeClr val="bg1"/>
                </a:solidFill>
                <a:effectLst/>
                <a:uLnTx/>
                <a:uFillTx/>
                <a:ea typeface="+mn-ea"/>
                <a:cs typeface="+mn-cs"/>
              </a:rPr>
              <a:t>Certified</a:t>
            </a:r>
            <a:r>
              <a:rPr kumimoji="0" lang="es-PE" sz="1100" b="0" i="0" u="none" strike="noStrike" kern="1200" cap="none" spc="0" normalizeH="0" baseline="0" noProof="0">
                <a:ln>
                  <a:noFill/>
                </a:ln>
                <a:solidFill>
                  <a:schemeClr val="bg1"/>
                </a:solidFill>
                <a:effectLst/>
                <a:uLnTx/>
                <a:uFillTx/>
                <a:ea typeface="+mn-ea"/>
                <a:cs typeface="+mn-cs"/>
              </a:rPr>
              <a:t> </a:t>
            </a:r>
            <a:r>
              <a:rPr kumimoji="0" lang="es-PE" sz="1100" b="0" i="0" u="none" strike="noStrike" kern="1200" cap="none" spc="0" normalizeH="0" baseline="0" noProof="0" err="1">
                <a:ln>
                  <a:noFill/>
                </a:ln>
                <a:solidFill>
                  <a:schemeClr val="bg1"/>
                </a:solidFill>
                <a:effectLst/>
                <a:uLnTx/>
                <a:uFillTx/>
                <a:ea typeface="+mn-ea"/>
                <a:cs typeface="+mn-cs"/>
              </a:rPr>
              <a:t>Application</a:t>
            </a:r>
            <a:r>
              <a:rPr kumimoji="0" lang="es-PE" sz="1100" b="0" i="0" u="none" strike="noStrike" kern="1200" cap="none" spc="0" normalizeH="0" baseline="0" noProof="0">
                <a:ln>
                  <a:noFill/>
                </a:ln>
                <a:solidFill>
                  <a:schemeClr val="bg1"/>
                </a:solidFill>
                <a:effectLst/>
                <a:uLnTx/>
                <a:uFillTx/>
                <a:ea typeface="+mn-ea"/>
                <a:cs typeface="+mn-cs"/>
              </a:rPr>
              <a:t> </a:t>
            </a:r>
            <a:r>
              <a:rPr kumimoji="0" lang="es-PE" sz="1100" b="0" i="0" u="none" strike="noStrike" kern="1200" cap="none" spc="0" normalizeH="0" baseline="0" noProof="0" err="1">
                <a:ln>
                  <a:noFill/>
                </a:ln>
                <a:solidFill>
                  <a:schemeClr val="bg1"/>
                </a:solidFill>
                <a:effectLst/>
                <a:uLnTx/>
                <a:uFillTx/>
                <a:ea typeface="+mn-ea"/>
                <a:cs typeface="+mn-cs"/>
              </a:rPr>
              <a:t>Associate</a:t>
            </a:r>
            <a:r>
              <a:rPr kumimoji="0" lang="es-PE" sz="1100" b="0" i="0" u="none" strike="noStrike" kern="1200" cap="none" spc="0" normalizeH="0" baseline="0" noProof="0">
                <a:ln>
                  <a:noFill/>
                </a:ln>
                <a:solidFill>
                  <a:schemeClr val="bg1"/>
                </a:solidFill>
                <a:effectLst/>
                <a:uLnTx/>
                <a:uFillTx/>
                <a:ea typeface="+mn-ea"/>
                <a:cs typeface="+mn-cs"/>
              </a:rPr>
              <a:t> – PMO Avanzada </a:t>
            </a:r>
            <a:r>
              <a:rPr kumimoji="0" lang="es-PE" sz="1100" b="0" i="0" u="none" strike="noStrike" kern="1200" cap="none" spc="0" normalizeH="0" baseline="0" noProof="0" err="1">
                <a:ln>
                  <a:noFill/>
                </a:ln>
                <a:solidFill>
                  <a:schemeClr val="bg1"/>
                </a:solidFill>
                <a:effectLst/>
                <a:uLnTx/>
                <a:uFillTx/>
                <a:ea typeface="+mn-ea"/>
                <a:cs typeface="+mn-cs"/>
              </a:rPr>
              <a:t>Asset</a:t>
            </a:r>
            <a:r>
              <a:rPr kumimoji="0" lang="es-PE" sz="1100" b="0" i="0" u="none" strike="noStrike" kern="1200" cap="none" spc="0" normalizeH="0" baseline="0" noProof="0">
                <a:ln>
                  <a:noFill/>
                </a:ln>
                <a:solidFill>
                  <a:schemeClr val="bg1"/>
                </a:solidFill>
                <a:effectLst/>
                <a:uLnTx/>
                <a:uFillTx/>
                <a:ea typeface="+mn-ea"/>
                <a:cs typeface="+mn-cs"/>
              </a:rPr>
              <a:t> Management</a:t>
            </a:r>
          </a:p>
          <a:p>
            <a:pPr marL="175895" marR="0" lvl="1" indent="-175895" algn="l" defTabSz="914400" rtl="0" eaLnBrk="1" fontAlgn="auto" latinLnBrk="0" hangingPunct="1">
              <a:lnSpc>
                <a:spcPts val="1600"/>
              </a:lnSpc>
              <a:spcBef>
                <a:spcPts val="0"/>
              </a:spcBef>
              <a:spcAft>
                <a:spcPts val="0"/>
              </a:spcAft>
              <a:buClrTx/>
              <a:buSzTx/>
              <a:buFont typeface="Wingdings" panose="05000000000000000000" pitchFamily="2" charset="2"/>
              <a:buChar char="§"/>
              <a:tabLst/>
              <a:defRPr/>
            </a:pPr>
            <a:r>
              <a:rPr kumimoji="0" lang="es-PE" sz="1100" b="0" i="0" u="none" strike="noStrike" kern="1200" cap="none" spc="0" normalizeH="0" baseline="0" noProof="0" err="1">
                <a:ln>
                  <a:noFill/>
                </a:ln>
                <a:solidFill>
                  <a:schemeClr val="bg1"/>
                </a:solidFill>
                <a:effectLst/>
                <a:uLnTx/>
                <a:uFillTx/>
                <a:ea typeface="+mn-ea"/>
                <a:cs typeface="+mn-cs"/>
              </a:rPr>
              <a:t>Certified</a:t>
            </a:r>
            <a:r>
              <a:rPr kumimoji="0" lang="es-PE" sz="1100" b="0" i="0" u="none" strike="noStrike" kern="1200" cap="none" spc="0" normalizeH="0" baseline="0" noProof="0">
                <a:ln>
                  <a:noFill/>
                </a:ln>
                <a:solidFill>
                  <a:schemeClr val="bg1"/>
                </a:solidFill>
                <a:effectLst/>
                <a:uLnTx/>
                <a:uFillTx/>
                <a:ea typeface="+mn-ea"/>
                <a:cs typeface="+mn-cs"/>
              </a:rPr>
              <a:t> </a:t>
            </a:r>
            <a:r>
              <a:rPr kumimoji="0" lang="es-PE" sz="1100" b="0" i="0" u="none" strike="noStrike" kern="1200" cap="none" spc="0" normalizeH="0" baseline="0" noProof="0" err="1">
                <a:ln>
                  <a:noFill/>
                </a:ln>
                <a:solidFill>
                  <a:schemeClr val="bg1"/>
                </a:solidFill>
                <a:effectLst/>
                <a:uLnTx/>
                <a:uFillTx/>
                <a:ea typeface="+mn-ea"/>
                <a:cs typeface="+mn-cs"/>
              </a:rPr>
              <a:t>Application</a:t>
            </a:r>
            <a:r>
              <a:rPr kumimoji="0" lang="es-PE" sz="1100" b="0" i="0" u="none" strike="noStrike" kern="1200" cap="none" spc="0" normalizeH="0" baseline="0" noProof="0">
                <a:ln>
                  <a:noFill/>
                </a:ln>
                <a:solidFill>
                  <a:schemeClr val="bg1"/>
                </a:solidFill>
                <a:effectLst/>
                <a:uLnTx/>
                <a:uFillTx/>
                <a:ea typeface="+mn-ea"/>
                <a:cs typeface="+mn-cs"/>
              </a:rPr>
              <a:t> </a:t>
            </a:r>
            <a:r>
              <a:rPr kumimoji="0" lang="es-PE" sz="1100" b="0" i="0" u="none" strike="noStrike" kern="1200" cap="none" spc="0" normalizeH="0" baseline="0" noProof="0" err="1">
                <a:ln>
                  <a:noFill/>
                </a:ln>
                <a:solidFill>
                  <a:schemeClr val="bg1"/>
                </a:solidFill>
                <a:effectLst/>
                <a:uLnTx/>
                <a:uFillTx/>
                <a:ea typeface="+mn-ea"/>
                <a:cs typeface="+mn-cs"/>
              </a:rPr>
              <a:t>Associate</a:t>
            </a:r>
            <a:r>
              <a:rPr kumimoji="0" lang="es-PE" sz="1100" b="0" i="0" u="none" strike="noStrike" kern="1200" cap="none" spc="0" normalizeH="0" baseline="0" noProof="0">
                <a:ln>
                  <a:noFill/>
                </a:ln>
                <a:solidFill>
                  <a:schemeClr val="bg1"/>
                </a:solidFill>
                <a:effectLst/>
                <a:uLnTx/>
                <a:uFillTx/>
                <a:ea typeface="+mn-ea"/>
                <a:cs typeface="+mn-cs"/>
              </a:rPr>
              <a:t> – Enterprise </a:t>
            </a:r>
            <a:r>
              <a:rPr kumimoji="0" lang="es-PE" sz="1100" b="0" i="0" u="none" strike="noStrike" kern="1200" cap="none" spc="0" normalizeH="0" baseline="0" noProof="0" err="1">
                <a:ln>
                  <a:noFill/>
                </a:ln>
                <a:solidFill>
                  <a:schemeClr val="bg1"/>
                </a:solidFill>
                <a:effectLst/>
                <a:uLnTx/>
                <a:uFillTx/>
                <a:ea typeface="+mn-ea"/>
                <a:cs typeface="+mn-cs"/>
              </a:rPr>
              <a:t>Asset</a:t>
            </a:r>
            <a:r>
              <a:rPr kumimoji="0" lang="es-PE" sz="1100" b="0" i="0" u="none" strike="noStrike" kern="1200" cap="none" spc="0" normalizeH="0" baseline="0" noProof="0">
                <a:ln>
                  <a:noFill/>
                </a:ln>
                <a:solidFill>
                  <a:schemeClr val="bg1"/>
                </a:solidFill>
                <a:effectLst/>
                <a:uLnTx/>
                <a:uFillTx/>
                <a:ea typeface="+mn-ea"/>
                <a:cs typeface="+mn-cs"/>
              </a:rPr>
              <a:t> Management </a:t>
            </a:r>
            <a:r>
              <a:rPr kumimoji="0" lang="es-PE" sz="1100" b="0" i="0" u="none" strike="noStrike" kern="1200" cap="none" spc="0" normalizeH="0" baseline="0" noProof="0" err="1">
                <a:ln>
                  <a:noFill/>
                </a:ln>
                <a:solidFill>
                  <a:schemeClr val="bg1"/>
                </a:solidFill>
                <a:effectLst/>
                <a:uLnTx/>
                <a:uFillTx/>
                <a:ea typeface="+mn-ea"/>
                <a:cs typeface="+mn-cs"/>
              </a:rPr>
              <a:t>with</a:t>
            </a:r>
            <a:r>
              <a:rPr kumimoji="0" lang="es-PE" sz="1100" b="0" i="0" u="none" strike="noStrike" kern="1200" cap="none" spc="0" normalizeH="0" baseline="0" noProof="0">
                <a:ln>
                  <a:noFill/>
                </a:ln>
                <a:solidFill>
                  <a:schemeClr val="bg1"/>
                </a:solidFill>
                <a:effectLst/>
                <a:uLnTx/>
                <a:uFillTx/>
                <a:ea typeface="+mn-ea"/>
                <a:cs typeface="+mn-cs"/>
              </a:rPr>
              <a:t> SAP ERP 6.0 EHP6</a:t>
            </a:r>
          </a:p>
        </p:txBody>
      </p:sp>
      <p:sp>
        <p:nvSpPr>
          <p:cNvPr id="25" name="Rectángulo 24">
            <a:extLst>
              <a:ext uri="{FF2B5EF4-FFF2-40B4-BE49-F238E27FC236}">
                <a16:creationId xmlns:a16="http://schemas.microsoft.com/office/drawing/2014/main" id="{8FAD2713-808C-F796-9784-D734B75C20F8}"/>
              </a:ext>
            </a:extLst>
          </p:cNvPr>
          <p:cNvSpPr/>
          <p:nvPr/>
        </p:nvSpPr>
        <p:spPr>
          <a:xfrm>
            <a:off x="195916" y="4613760"/>
            <a:ext cx="2560670" cy="1939440"/>
          </a:xfrm>
          <a:prstGeom prst="rect">
            <a:avLst/>
          </a:prstGeom>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srgbClr val="000000"/>
              </a:solidFill>
              <a:effectLst/>
              <a:uLnTx/>
              <a:uFillTx/>
              <a:latin typeface="Raleway" panose="020B06040202020202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srgbClr val="000000"/>
              </a:solidFill>
              <a:effectLst/>
              <a:uLnTx/>
              <a:uFillTx/>
              <a:latin typeface="Raleway" panose="020B06040202020202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100" b="0" i="0" u="none" strike="noStrike" kern="1200" cap="none" spc="0" normalizeH="0" baseline="0" noProof="0">
              <a:ln>
                <a:noFill/>
              </a:ln>
              <a:solidFill>
                <a:srgbClr val="1A3B47"/>
              </a:solidFill>
              <a:effectLst/>
              <a:uLnTx/>
              <a:uFillTx/>
              <a:latin typeface="Soho Gothic Pro Light"/>
              <a:ea typeface="+mn-lt"/>
              <a:cs typeface="+mn-lt"/>
            </a:endParaRPr>
          </a:p>
        </p:txBody>
      </p:sp>
      <p:sp>
        <p:nvSpPr>
          <p:cNvPr id="35" name="1 Título">
            <a:extLst>
              <a:ext uri="{FF2B5EF4-FFF2-40B4-BE49-F238E27FC236}">
                <a16:creationId xmlns:a16="http://schemas.microsoft.com/office/drawing/2014/main" id="{B025F9E9-A6C7-C537-72A3-850E75ACC00A}"/>
              </a:ext>
            </a:extLst>
          </p:cNvPr>
          <p:cNvSpPr>
            <a:spLocks noGrp="1"/>
          </p:cNvSpPr>
          <p:nvPr>
            <p:ph type="title"/>
          </p:nvPr>
        </p:nvSpPr>
        <p:spPr>
          <a:xfrm>
            <a:off x="336000" y="705587"/>
            <a:ext cx="2689052" cy="919343"/>
          </a:xfrm>
        </p:spPr>
        <p:txBody>
          <a:bodyPr/>
          <a:lstStyle/>
          <a:p>
            <a:pPr>
              <a:spcBef>
                <a:spcPts val="400"/>
              </a:spcBef>
              <a:spcAft>
                <a:spcPts val="400"/>
              </a:spcAft>
              <a:buClr>
                <a:schemeClr val="tx1"/>
              </a:buClr>
            </a:pPr>
            <a:r>
              <a:rPr lang="en-US" b="1" err="1">
                <a:solidFill>
                  <a:schemeClr val="bg1"/>
                </a:solidFill>
              </a:rPr>
              <a:t>Comité</a:t>
            </a:r>
            <a:r>
              <a:rPr lang="en-US" b="1">
                <a:solidFill>
                  <a:schemeClr val="bg1"/>
                </a:solidFill>
              </a:rPr>
              <a:t> de </a:t>
            </a:r>
            <a:r>
              <a:rPr lang="en-US" b="1" err="1">
                <a:solidFill>
                  <a:schemeClr val="bg1"/>
                </a:solidFill>
              </a:rPr>
              <a:t>expertos</a:t>
            </a:r>
            <a:r>
              <a:rPr lang="en-US" b="1">
                <a:solidFill>
                  <a:schemeClr val="bg1"/>
                </a:solidFill>
              </a:rPr>
              <a:t> (D.C.)</a:t>
            </a:r>
            <a:endParaRPr lang="es-MX" sz="2000" b="1">
              <a:solidFill>
                <a:schemeClr val="bg1"/>
              </a:solidFill>
            </a:endParaRPr>
          </a:p>
        </p:txBody>
      </p:sp>
      <p:pic>
        <p:nvPicPr>
          <p:cNvPr id="20" name="Imagen 19">
            <a:extLst>
              <a:ext uri="{FF2B5EF4-FFF2-40B4-BE49-F238E27FC236}">
                <a16:creationId xmlns:a16="http://schemas.microsoft.com/office/drawing/2014/main" id="{2CA5CAF8-2DE0-5B03-CC39-7E12CB5F4133}"/>
              </a:ext>
            </a:extLst>
          </p:cNvPr>
          <p:cNvPicPr>
            <a:picLocks noChangeAspect="1"/>
          </p:cNvPicPr>
          <p:nvPr/>
        </p:nvPicPr>
        <p:blipFill>
          <a:blip r:embed="rId8">
            <a:duotone>
              <a:prstClr val="black"/>
              <a:srgbClr val="4F062A">
                <a:tint val="45000"/>
                <a:satMod val="400000"/>
              </a:srgbClr>
            </a:duotone>
          </a:blip>
          <a:stretch>
            <a:fillRect/>
          </a:stretch>
        </p:blipFill>
        <p:spPr bwMode="auto">
          <a:xfrm>
            <a:off x="6258834" y="117453"/>
            <a:ext cx="398131" cy="379680"/>
          </a:xfrm>
          <a:prstGeom prst="rect">
            <a:avLst/>
          </a:prstGeom>
        </p:spPr>
      </p:pic>
      <p:sp>
        <p:nvSpPr>
          <p:cNvPr id="21" name="Rectángulo 12">
            <a:extLst>
              <a:ext uri="{FF2B5EF4-FFF2-40B4-BE49-F238E27FC236}">
                <a16:creationId xmlns:a16="http://schemas.microsoft.com/office/drawing/2014/main" id="{C41C2730-53C8-1859-42DC-C63741D7C24A}"/>
              </a:ext>
            </a:extLst>
          </p:cNvPr>
          <p:cNvSpPr/>
          <p:nvPr/>
        </p:nvSpPr>
        <p:spPr bwMode="auto">
          <a:xfrm>
            <a:off x="3536749" y="230872"/>
            <a:ext cx="5386421" cy="383996"/>
          </a:xfrm>
          <a:prstGeom prst="rect">
            <a:avLst/>
          </a:prstGeom>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effectLst/>
                <a:uLnTx/>
                <a:uFillTx/>
                <a:latin typeface="+mj-lt"/>
                <a:ea typeface="+mn-ea"/>
                <a:cs typeface="+mn-cs"/>
              </a:rPr>
              <a:t>Experiencia profesional</a:t>
            </a:r>
          </a:p>
        </p:txBody>
      </p:sp>
      <p:sp>
        <p:nvSpPr>
          <p:cNvPr id="24" name="Rectángulo 23">
            <a:extLst>
              <a:ext uri="{FF2B5EF4-FFF2-40B4-BE49-F238E27FC236}">
                <a16:creationId xmlns:a16="http://schemas.microsoft.com/office/drawing/2014/main" id="{278C4892-6F70-1832-9CCD-A87CE1A15535}"/>
              </a:ext>
            </a:extLst>
          </p:cNvPr>
          <p:cNvSpPr/>
          <p:nvPr/>
        </p:nvSpPr>
        <p:spPr>
          <a:xfrm>
            <a:off x="283795" y="4918560"/>
            <a:ext cx="2560670" cy="1290345"/>
          </a:xfrm>
          <a:prstGeom prst="rect">
            <a:avLst/>
          </a:prstGeom>
        </p:spPr>
        <p:txBody>
          <a:bodyPr wrap="square" lIns="0" tIns="0" rIns="0" bIns="0" anchor="t">
            <a:noAutofit/>
          </a:bodyPr>
          <a:lstStyle/>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PE" sz="1000" b="0" i="0" u="none" strike="noStrike" kern="1200" cap="none" spc="0" normalizeH="0" baseline="0" noProof="0">
                <a:ln>
                  <a:noFill/>
                </a:ln>
                <a:solidFill>
                  <a:schemeClr val="tx2"/>
                </a:solidFill>
                <a:effectLst/>
                <a:uLnTx/>
                <a:uFillTx/>
                <a:ea typeface="+mn-ea"/>
                <a:cs typeface="+mn-cs"/>
              </a:rPr>
              <a:t>PMO Avanzada </a:t>
            </a:r>
            <a:r>
              <a:rPr kumimoji="0" lang="es-PE" sz="1000" b="0" i="0" u="none" strike="noStrike" kern="1200" cap="none" spc="0" normalizeH="0" baseline="0" noProof="0" err="1">
                <a:ln>
                  <a:noFill/>
                </a:ln>
                <a:solidFill>
                  <a:schemeClr val="tx2"/>
                </a:solidFill>
                <a:effectLst/>
                <a:uLnTx/>
                <a:uFillTx/>
                <a:ea typeface="+mn-ea"/>
                <a:cs typeface="+mn-cs"/>
              </a:rPr>
              <a:t>Asset</a:t>
            </a:r>
            <a:r>
              <a:rPr kumimoji="0" lang="es-PE" sz="1000" b="0" i="0" u="none" strike="noStrike" kern="1200" cap="none" spc="0" normalizeH="0" baseline="0" noProof="0">
                <a:ln>
                  <a:noFill/>
                </a:ln>
                <a:solidFill>
                  <a:schemeClr val="tx2"/>
                </a:solidFill>
                <a:effectLst/>
                <a:uLnTx/>
                <a:uFillTx/>
                <a:ea typeface="+mn-ea"/>
                <a:cs typeface="+mn-cs"/>
              </a:rPr>
              <a:t> Management (AM / PM)</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PE" sz="1000" b="0" i="0" u="none" strike="noStrike" kern="1200" cap="none" spc="0" normalizeH="0" baseline="0" noProof="0">
                <a:ln>
                  <a:noFill/>
                </a:ln>
                <a:solidFill>
                  <a:schemeClr val="tx2"/>
                </a:solidFill>
                <a:effectLst/>
                <a:uLnTx/>
                <a:uFillTx/>
                <a:ea typeface="+mn-ea"/>
                <a:cs typeface="+mn-cs"/>
              </a:rPr>
              <a:t>SAP Fiori – </a:t>
            </a:r>
            <a:r>
              <a:rPr kumimoji="0" lang="es-PE" sz="1000" b="0" i="0" u="none" strike="noStrike" kern="1200" cap="none" spc="0" normalizeH="0" baseline="0" noProof="0" err="1">
                <a:ln>
                  <a:noFill/>
                </a:ln>
                <a:solidFill>
                  <a:schemeClr val="tx2"/>
                </a:solidFill>
                <a:effectLst/>
                <a:uLnTx/>
                <a:uFillTx/>
                <a:ea typeface="+mn-ea"/>
                <a:cs typeface="+mn-cs"/>
              </a:rPr>
              <a:t>Migration</a:t>
            </a:r>
            <a:r>
              <a:rPr kumimoji="0" lang="es-PE" sz="1000" b="0" i="0" u="none" strike="noStrike" kern="1200" cap="none" spc="0" normalizeH="0" baseline="0" noProof="0">
                <a:ln>
                  <a:noFill/>
                </a:ln>
                <a:solidFill>
                  <a:schemeClr val="tx2"/>
                </a:solidFill>
                <a:effectLst/>
                <a:uLnTx/>
                <a:uFillTx/>
                <a:ea typeface="+mn-ea"/>
                <a:cs typeface="+mn-cs"/>
              </a:rPr>
              <a:t> </a:t>
            </a:r>
            <a:r>
              <a:rPr kumimoji="0" lang="es-PE" sz="1000" b="0" i="0" u="none" strike="noStrike" kern="1200" cap="none" spc="0" normalizeH="0" baseline="0" noProof="0" err="1">
                <a:ln>
                  <a:noFill/>
                </a:ln>
                <a:solidFill>
                  <a:schemeClr val="tx2"/>
                </a:solidFill>
                <a:effectLst/>
                <a:uLnTx/>
                <a:uFillTx/>
                <a:ea typeface="+mn-ea"/>
                <a:cs typeface="+mn-cs"/>
              </a:rPr>
              <a:t>Cockpit</a:t>
            </a:r>
            <a:r>
              <a:rPr kumimoji="0" lang="es-PE" sz="1000" b="0" i="0" u="none" strike="noStrike" kern="1200" cap="none" spc="0" normalizeH="0" baseline="0" noProof="0">
                <a:ln>
                  <a:noFill/>
                </a:ln>
                <a:solidFill>
                  <a:schemeClr val="tx2"/>
                </a:solidFill>
                <a:effectLst/>
                <a:uLnTx/>
                <a:uFillTx/>
                <a:ea typeface="+mn-ea"/>
                <a:cs typeface="+mn-cs"/>
              </a:rPr>
              <a:t> / LTMOM</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PE" sz="1000" b="0" i="0" u="none" strike="noStrike" kern="1200" cap="none" spc="0" normalizeH="0" baseline="0" noProof="0">
                <a:ln>
                  <a:noFill/>
                </a:ln>
                <a:solidFill>
                  <a:schemeClr val="tx2"/>
                </a:solidFill>
                <a:effectLst/>
                <a:uLnTx/>
                <a:uFillTx/>
                <a:ea typeface="+mn-ea"/>
                <a:cs typeface="+mn-cs"/>
              </a:rPr>
              <a:t>Gestión de Datos Maestros</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PE" sz="1000" b="0" i="0" u="none" strike="noStrike" kern="1200" cap="none" spc="0" normalizeH="0" baseline="0" noProof="0">
                <a:ln>
                  <a:noFill/>
                </a:ln>
                <a:solidFill>
                  <a:schemeClr val="tx2"/>
                </a:solidFill>
                <a:effectLst/>
                <a:uLnTx/>
                <a:uFillTx/>
                <a:ea typeface="+mn-ea"/>
                <a:cs typeface="+mn-cs"/>
              </a:rPr>
              <a:t>Configuración ERP</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PE" sz="1000" b="0" i="0" u="none" strike="noStrike" kern="1200" cap="none" spc="0" normalizeH="0" baseline="0" noProof="0">
                <a:ln>
                  <a:noFill/>
                </a:ln>
                <a:solidFill>
                  <a:schemeClr val="tx2"/>
                </a:solidFill>
                <a:effectLst/>
                <a:uLnTx/>
                <a:uFillTx/>
                <a:ea typeface="+mn-ea"/>
                <a:cs typeface="+mn-cs"/>
              </a:rPr>
              <a:t>Análisis de </a:t>
            </a:r>
            <a:r>
              <a:rPr kumimoji="0" lang="es-PE" sz="1000" b="0" i="0" u="none" strike="noStrike" kern="1200" cap="none" spc="0" normalizeH="0" baseline="0" noProof="0" err="1">
                <a:ln>
                  <a:noFill/>
                </a:ln>
                <a:solidFill>
                  <a:schemeClr val="tx2"/>
                </a:solidFill>
                <a:effectLst/>
                <a:uLnTx/>
                <a:uFillTx/>
                <a:ea typeface="+mn-ea"/>
                <a:cs typeface="+mn-cs"/>
              </a:rPr>
              <a:t>GAPs</a:t>
            </a:r>
            <a:endParaRPr kumimoji="0" lang="es-PE" sz="1000" b="0" i="0" u="none" strike="noStrike" kern="1200" cap="none" spc="0" normalizeH="0" baseline="0" noProof="0">
              <a:ln>
                <a:noFill/>
              </a:ln>
              <a:solidFill>
                <a:schemeClr val="tx2"/>
              </a:solidFill>
              <a:effectLst/>
              <a:uLnTx/>
              <a:uFillTx/>
              <a:ea typeface="+mn-ea"/>
              <a:cs typeface="+mn-cs"/>
            </a:endParaRP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PE" sz="1000" b="0" i="0" u="none" strike="noStrike" kern="1200" cap="none" spc="0" normalizeH="0" baseline="0" noProof="0">
                <a:ln>
                  <a:noFill/>
                </a:ln>
                <a:solidFill>
                  <a:schemeClr val="tx2"/>
                </a:solidFill>
                <a:effectLst/>
                <a:uLnTx/>
                <a:uFillTx/>
                <a:ea typeface="+mn-ea"/>
                <a:cs typeface="+mn-cs"/>
              </a:rPr>
              <a:t>Integraciones PM con MM, PS, FI-AA, CO, QM</a:t>
            </a:r>
          </a:p>
          <a:p>
            <a:pPr marL="177800" marR="0" lvl="2" indent="-177800" algn="l" defTabSz="914400" rtl="0" eaLnBrk="1" fontAlgn="auto" latinLnBrk="0" hangingPunct="1">
              <a:lnSpc>
                <a:spcPts val="1600"/>
              </a:lnSpc>
              <a:spcBef>
                <a:spcPts val="0"/>
              </a:spcBef>
              <a:spcAft>
                <a:spcPts val="0"/>
              </a:spcAft>
              <a:buClrTx/>
              <a:buSzTx/>
              <a:buFontTx/>
              <a:buChar char="•"/>
              <a:tabLst/>
              <a:defRPr/>
            </a:pPr>
            <a:r>
              <a:rPr kumimoji="0" lang="es-PE" sz="1000" b="0" i="0" u="none" strike="noStrike" kern="1200" cap="none" spc="0" normalizeH="0" baseline="0" noProof="0">
                <a:ln>
                  <a:noFill/>
                </a:ln>
                <a:solidFill>
                  <a:schemeClr val="tx2"/>
                </a:solidFill>
                <a:effectLst/>
                <a:uLnTx/>
                <a:uFillTx/>
                <a:ea typeface="+mn-ea"/>
                <a:cs typeface="+mn-cs"/>
              </a:rPr>
              <a:t>Metodología SAP </a:t>
            </a:r>
            <a:r>
              <a:rPr kumimoji="0" lang="es-PE" sz="1000" b="0" i="0" u="none" strike="noStrike" kern="1200" cap="none" spc="0" normalizeH="0" baseline="0" noProof="0" err="1">
                <a:ln>
                  <a:noFill/>
                </a:ln>
                <a:solidFill>
                  <a:schemeClr val="tx2"/>
                </a:solidFill>
                <a:effectLst/>
                <a:uLnTx/>
                <a:uFillTx/>
                <a:ea typeface="+mn-ea"/>
                <a:cs typeface="+mn-cs"/>
              </a:rPr>
              <a:t>Activate</a:t>
            </a:r>
            <a:endParaRPr kumimoji="0" lang="es-PE" sz="1000" b="0" i="0" u="none" strike="noStrike" kern="1200" cap="none" spc="0" normalizeH="0" baseline="0" noProof="0">
              <a:ln>
                <a:noFill/>
              </a:ln>
              <a:solidFill>
                <a:schemeClr val="tx2"/>
              </a:solidFill>
              <a:effectLst/>
              <a:uLnTx/>
              <a:uFillTx/>
              <a:ea typeface="+mn-ea"/>
              <a:cs typeface="+mn-cs"/>
            </a:endParaRPr>
          </a:p>
        </p:txBody>
      </p:sp>
      <p:pic>
        <p:nvPicPr>
          <p:cNvPr id="12" name="Imagen 29" descr="Birrete contorno">
            <a:extLst>
              <a:ext uri="{FF2B5EF4-FFF2-40B4-BE49-F238E27FC236}">
                <a16:creationId xmlns:a16="http://schemas.microsoft.com/office/drawing/2014/main" id="{05DBC424-EDDC-00BB-1CDB-DCE1373835B3}"/>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2182263" y="1320429"/>
            <a:ext cx="542061" cy="542061"/>
          </a:xfrm>
          <a:prstGeom prst="rect">
            <a:avLst/>
          </a:prstGeom>
        </p:spPr>
      </p:pic>
      <p:sp>
        <p:nvSpPr>
          <p:cNvPr id="7" name="Rectángulo 6">
            <a:extLst>
              <a:ext uri="{FF2B5EF4-FFF2-40B4-BE49-F238E27FC236}">
                <a16:creationId xmlns:a16="http://schemas.microsoft.com/office/drawing/2014/main" id="{CCD9A8C3-1435-C929-416C-5690258D6011}"/>
              </a:ext>
            </a:extLst>
          </p:cNvPr>
          <p:cNvSpPr/>
          <p:nvPr/>
        </p:nvSpPr>
        <p:spPr>
          <a:xfrm>
            <a:off x="3536749" y="740996"/>
            <a:ext cx="8326360" cy="5760004"/>
          </a:xfrm>
          <a:prstGeom prst="rect">
            <a:avLst/>
          </a:prstGeom>
        </p:spPr>
        <p:txBody>
          <a:bodyPr wrap="square" lIns="0" tIns="0" rIns="0" bIns="0" anchor="t">
            <a:no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42454" rtl="0" eaLnBrk="1" fontAlgn="auto" latinLnBrk="0" hangingPunct="1">
              <a:lnSpc>
                <a:spcPct val="100000"/>
              </a:lnSpc>
              <a:spcBef>
                <a:spcPts val="400"/>
              </a:spcBef>
              <a:spcAft>
                <a:spcPts val="0"/>
              </a:spcAft>
              <a:buClrTx/>
              <a:buSzTx/>
              <a:buFontTx/>
              <a:buNone/>
              <a:tabLst/>
              <a:defRPr/>
            </a:pPr>
            <a:r>
              <a:rPr kumimoji="0" lang="es-ES" sz="1050" b="1" i="0" u="none" strike="noStrike" kern="1200" cap="none" spc="0" normalizeH="0" baseline="0" noProof="0">
                <a:ln>
                  <a:noFill/>
                </a:ln>
                <a:solidFill>
                  <a:schemeClr val="accent1"/>
                </a:solidFill>
                <a:effectLst/>
                <a:uLnTx/>
                <a:uFillTx/>
                <a:ea typeface="+mn-lt"/>
                <a:cs typeface="Arial"/>
              </a:rPr>
              <a:t>Indra Perú – Consultora Senior SAP                                                                                                                                       Abr 2021 – Actualidad</a:t>
            </a:r>
            <a:endParaRPr lang="es-ES" sz="1050" b="1">
              <a:solidFill>
                <a:schemeClr val="accent1"/>
              </a:solidFill>
              <a:ea typeface="+mn-lt"/>
              <a:cs typeface="Arial"/>
            </a:endParaRP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900" b="1">
                <a:ea typeface="+mn-lt"/>
                <a:cs typeface="+mn-lt"/>
              </a:rPr>
              <a:t>Proyecto: Implementación PMO Avanzada 2026 – </a:t>
            </a:r>
            <a:r>
              <a:rPr lang="es-MX" sz="900" b="1" err="1">
                <a:ea typeface="+mn-lt"/>
                <a:cs typeface="+mn-lt"/>
              </a:rPr>
              <a:t>Orygen</a:t>
            </a:r>
            <a:r>
              <a:rPr lang="es-MX" sz="900" b="1">
                <a:ea typeface="+mn-lt"/>
                <a:cs typeface="+mn-lt"/>
              </a:rPr>
              <a:t> </a:t>
            </a:r>
          </a:p>
          <a:p>
            <a:pPr marL="171450" marR="0" lvl="0" indent="3175" algn="l" defTabSz="742454" rtl="0" eaLnBrk="1" fontAlgn="auto" latinLnBrk="0" hangingPunct="1">
              <a:lnSpc>
                <a:spcPct val="100000"/>
              </a:lnSpc>
              <a:spcBef>
                <a:spcPts val="400"/>
              </a:spcBef>
              <a:spcAft>
                <a:spcPts val="0"/>
              </a:spcAft>
              <a:buClrTx/>
              <a:buSzTx/>
              <a:buFont typeface="Courier New" panose="02070309020205020404" pitchFamily="49" charset="0"/>
              <a:buChar char="o"/>
              <a:tabLst/>
              <a:defRPr/>
            </a:pPr>
            <a:r>
              <a:rPr lang="es-MX" sz="900" b="1">
                <a:ea typeface="+mn-lt"/>
                <a:cs typeface="+mn-lt"/>
              </a:rPr>
              <a:t> Responsable de la validación y el control de calidad en las fases del proyecto de implementación. </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900" b="1">
                <a:ea typeface="+mn-lt"/>
                <a:cs typeface="+mn-lt"/>
              </a:rPr>
              <a:t>Proyecto: Implementación PMO Avanzada 2025 – COSAPI  </a:t>
            </a:r>
          </a:p>
          <a:p>
            <a:pPr marL="171450" marR="0" lvl="0" indent="3175" algn="l" defTabSz="742454" rtl="0" eaLnBrk="1" fontAlgn="auto" latinLnBrk="0" hangingPunct="1">
              <a:lnSpc>
                <a:spcPct val="100000"/>
              </a:lnSpc>
              <a:spcBef>
                <a:spcPts val="400"/>
              </a:spcBef>
              <a:spcAft>
                <a:spcPts val="0"/>
              </a:spcAft>
              <a:buClrTx/>
              <a:buSzTx/>
              <a:buFont typeface="Courier New" panose="02070309020205020404" pitchFamily="49" charset="0"/>
              <a:buChar char="o"/>
              <a:tabLst/>
              <a:defRPr/>
            </a:pPr>
            <a:r>
              <a:rPr lang="es-MX" sz="900" b="1">
                <a:ea typeface="+mn-lt"/>
                <a:cs typeface="+mn-lt"/>
              </a:rPr>
              <a:t> Soporte a Gestión Datos Maestros del proyecto de implementación. </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900" b="1">
                <a:ea typeface="+mn-lt"/>
                <a:cs typeface="+mn-lt"/>
              </a:rPr>
              <a:t>Proyecto: Implementación RISE </a:t>
            </a:r>
            <a:r>
              <a:rPr lang="es-MX" sz="900" b="1" err="1">
                <a:ea typeface="+mn-lt"/>
                <a:cs typeface="+mn-lt"/>
              </a:rPr>
              <a:t>with</a:t>
            </a:r>
            <a:r>
              <a:rPr lang="es-MX" sz="900" b="1">
                <a:ea typeface="+mn-lt"/>
                <a:cs typeface="+mn-lt"/>
              </a:rPr>
              <a:t> PMO Avanzada 2024 – USIL</a:t>
            </a:r>
          </a:p>
          <a:p>
            <a:pPr marL="171450" marR="0" lvl="0" indent="3175" algn="l" defTabSz="742454" rtl="0" eaLnBrk="1" fontAlgn="auto" latinLnBrk="0" hangingPunct="1">
              <a:lnSpc>
                <a:spcPct val="100000"/>
              </a:lnSpc>
              <a:spcBef>
                <a:spcPts val="400"/>
              </a:spcBef>
              <a:spcAft>
                <a:spcPts val="0"/>
              </a:spcAft>
              <a:buClrTx/>
              <a:buSzTx/>
              <a:buFont typeface="Courier New" panose="02070309020205020404" pitchFamily="49" charset="0"/>
              <a:buChar char="o"/>
              <a:tabLst/>
              <a:defRPr/>
            </a:pPr>
            <a:r>
              <a:rPr lang="es-MX" sz="900" b="1">
                <a:ea typeface="+mn-lt"/>
                <a:cs typeface="+mn-lt"/>
              </a:rPr>
              <a:t> Implementación completa del módulo SAP </a:t>
            </a:r>
            <a:r>
              <a:rPr lang="es-MX" sz="900" b="1" err="1">
                <a:ea typeface="+mn-lt"/>
                <a:cs typeface="+mn-lt"/>
              </a:rPr>
              <a:t>Asset</a:t>
            </a:r>
            <a:r>
              <a:rPr lang="es-MX" sz="900" b="1">
                <a:ea typeface="+mn-lt"/>
                <a:cs typeface="+mn-lt"/>
              </a:rPr>
              <a:t> Management. </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900" b="1">
                <a:ea typeface="+mn-lt"/>
                <a:cs typeface="+mn-lt"/>
              </a:rPr>
              <a:t>Proyecto: Implementación RISE </a:t>
            </a:r>
            <a:r>
              <a:rPr lang="es-MX" sz="900" b="1" err="1">
                <a:ea typeface="+mn-lt"/>
                <a:cs typeface="+mn-lt"/>
              </a:rPr>
              <a:t>with</a:t>
            </a:r>
            <a:r>
              <a:rPr lang="es-MX" sz="900" b="1">
                <a:ea typeface="+mn-lt"/>
                <a:cs typeface="+mn-lt"/>
              </a:rPr>
              <a:t> PMO Avanzada 2024 – El Comercio </a:t>
            </a:r>
          </a:p>
          <a:p>
            <a:pPr marL="171450" marR="0" lvl="0" indent="3175" algn="l" defTabSz="742454" rtl="0" eaLnBrk="1" fontAlgn="auto" latinLnBrk="0" hangingPunct="1">
              <a:lnSpc>
                <a:spcPct val="100000"/>
              </a:lnSpc>
              <a:spcBef>
                <a:spcPts val="400"/>
              </a:spcBef>
              <a:spcAft>
                <a:spcPts val="0"/>
              </a:spcAft>
              <a:buClrTx/>
              <a:buSzTx/>
              <a:buFont typeface="Courier New" panose="02070309020205020404" pitchFamily="49" charset="0"/>
              <a:buChar char="o"/>
              <a:tabLst/>
              <a:defRPr/>
            </a:pPr>
            <a:r>
              <a:rPr lang="es-MX" sz="900" b="1">
                <a:ea typeface="+mn-lt"/>
                <a:cs typeface="+mn-lt"/>
              </a:rPr>
              <a:t> Implementación completa del módulo SAP </a:t>
            </a:r>
            <a:r>
              <a:rPr lang="es-MX" sz="900" b="1" err="1">
                <a:ea typeface="+mn-lt"/>
                <a:cs typeface="+mn-lt"/>
              </a:rPr>
              <a:t>Asset</a:t>
            </a:r>
            <a:r>
              <a:rPr lang="es-MX" sz="900" b="1">
                <a:ea typeface="+mn-lt"/>
                <a:cs typeface="+mn-lt"/>
              </a:rPr>
              <a:t> Management. </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900" b="1">
                <a:ea typeface="+mn-lt"/>
                <a:cs typeface="+mn-lt"/>
              </a:rPr>
              <a:t>Proyecto: Implementación PMO Avanzada 2023 – Metro de Lima Línea 2 </a:t>
            </a:r>
          </a:p>
          <a:p>
            <a:pPr marL="171450" marR="0" lvl="0" indent="3175" algn="l" defTabSz="742454" rtl="0" eaLnBrk="1" fontAlgn="auto" latinLnBrk="0" hangingPunct="1">
              <a:lnSpc>
                <a:spcPct val="100000"/>
              </a:lnSpc>
              <a:spcBef>
                <a:spcPts val="400"/>
              </a:spcBef>
              <a:spcAft>
                <a:spcPts val="0"/>
              </a:spcAft>
              <a:buClrTx/>
              <a:buSzTx/>
              <a:buFont typeface="Courier New" panose="02070309020205020404" pitchFamily="49" charset="0"/>
              <a:buChar char="o"/>
              <a:tabLst/>
              <a:defRPr/>
            </a:pPr>
            <a:r>
              <a:rPr lang="es-MX" sz="900" b="1">
                <a:ea typeface="+mn-lt"/>
                <a:cs typeface="+mn-lt"/>
              </a:rPr>
              <a:t> Implementación completa del módulo SAP </a:t>
            </a:r>
            <a:r>
              <a:rPr lang="es-MX" sz="900" b="1" err="1">
                <a:ea typeface="+mn-lt"/>
                <a:cs typeface="+mn-lt"/>
              </a:rPr>
              <a:t>Asset</a:t>
            </a:r>
            <a:r>
              <a:rPr lang="es-MX" sz="900" b="1">
                <a:ea typeface="+mn-lt"/>
                <a:cs typeface="+mn-lt"/>
              </a:rPr>
              <a:t> Management. </a:t>
            </a:r>
            <a:endParaRPr lang="es-MX" sz="900" b="1">
              <a:solidFill>
                <a:schemeClr val="accent1"/>
              </a:solidFill>
              <a:ea typeface="+mn-lt"/>
              <a:cs typeface="+mn-lt"/>
            </a:endParaRPr>
          </a:p>
          <a:p>
            <a:pPr marR="0" lvl="0" algn="l" defTabSz="742454" rtl="0" eaLnBrk="1" fontAlgn="auto" latinLnBrk="0" hangingPunct="1">
              <a:lnSpc>
                <a:spcPct val="100000"/>
              </a:lnSpc>
              <a:spcBef>
                <a:spcPts val="400"/>
              </a:spcBef>
              <a:spcAft>
                <a:spcPts val="0"/>
              </a:spcAft>
              <a:buClrTx/>
              <a:buSzTx/>
              <a:tabLst/>
              <a:defRPr/>
            </a:pPr>
            <a:r>
              <a:rPr lang="es-ES" sz="1050" b="1">
                <a:solidFill>
                  <a:schemeClr val="accent1"/>
                </a:solidFill>
                <a:ea typeface="+mn-lt"/>
                <a:cs typeface="+mn-lt"/>
              </a:rPr>
              <a:t>SAPIMSA Perú – Consultora Senior SAP                                                                                                                              Jul 2019 – Marzo 2021</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900" b="1">
                <a:ea typeface="+mn-lt"/>
                <a:cs typeface="+mn-lt"/>
              </a:rPr>
              <a:t>Proyecto: Soporte a Operación – Repsol </a:t>
            </a:r>
          </a:p>
          <a:p>
            <a:pPr marL="171450" marR="0" lvl="0" indent="3175" algn="l" defTabSz="742454" rtl="0" eaLnBrk="1" fontAlgn="auto" latinLnBrk="0" hangingPunct="1">
              <a:lnSpc>
                <a:spcPct val="100000"/>
              </a:lnSpc>
              <a:spcBef>
                <a:spcPts val="400"/>
              </a:spcBef>
              <a:spcAft>
                <a:spcPts val="0"/>
              </a:spcAft>
              <a:buClrTx/>
              <a:buSzTx/>
              <a:buFont typeface="Courier New" panose="02070309020205020404" pitchFamily="49" charset="0"/>
              <a:buChar char="o"/>
              <a:tabLst/>
              <a:defRPr/>
            </a:pPr>
            <a:r>
              <a:rPr lang="es-MX" sz="900" b="1">
                <a:ea typeface="+mn-lt"/>
                <a:cs typeface="+mn-lt"/>
              </a:rPr>
              <a:t> Soporte a la operación diaria de las compañías productiva y comercial. Identificación y ejecución de mejoras para el módulo de mantenimiento.</a:t>
            </a:r>
          </a:p>
          <a:p>
            <a:pPr marR="0" lvl="0" algn="l" defTabSz="742454" rtl="0" eaLnBrk="1" fontAlgn="auto" latinLnBrk="0" hangingPunct="1">
              <a:lnSpc>
                <a:spcPct val="100000"/>
              </a:lnSpc>
              <a:spcBef>
                <a:spcPts val="400"/>
              </a:spcBef>
              <a:spcAft>
                <a:spcPts val="0"/>
              </a:spcAft>
              <a:buClrTx/>
              <a:buSzTx/>
              <a:tabLst/>
              <a:defRPr/>
            </a:pPr>
            <a:r>
              <a:rPr lang="es-ES" sz="1050" b="1" err="1">
                <a:solidFill>
                  <a:schemeClr val="accent1"/>
                </a:solidFill>
                <a:ea typeface="+mn-lt"/>
                <a:cs typeface="+mn-lt"/>
              </a:rPr>
              <a:t>Softtek</a:t>
            </a:r>
            <a:r>
              <a:rPr lang="es-ES" sz="1050" b="1">
                <a:solidFill>
                  <a:schemeClr val="accent1"/>
                </a:solidFill>
                <a:ea typeface="+mn-lt"/>
                <a:cs typeface="+mn-lt"/>
              </a:rPr>
              <a:t> </a:t>
            </a:r>
            <a:r>
              <a:rPr lang="es-ES" sz="1050" b="1" err="1">
                <a:solidFill>
                  <a:schemeClr val="accent1"/>
                </a:solidFill>
                <a:ea typeface="+mn-lt"/>
                <a:cs typeface="+mn-lt"/>
              </a:rPr>
              <a:t>Renovation</a:t>
            </a:r>
            <a:r>
              <a:rPr lang="es-ES" sz="1050" b="1">
                <a:solidFill>
                  <a:schemeClr val="accent1"/>
                </a:solidFill>
                <a:ea typeface="+mn-lt"/>
                <a:cs typeface="+mn-lt"/>
              </a:rPr>
              <a:t> Ltda. – Consultora Senior SAP                                                                                                       Set 2012 – Julio 2019</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900" b="1">
                <a:ea typeface="+mn-lt"/>
                <a:cs typeface="+mn-lt"/>
              </a:rPr>
              <a:t> Proyecto: Implementación PMO Avanzada 1709 – Droguería INTI S.A. – Bolivia</a:t>
            </a:r>
          </a:p>
          <a:p>
            <a:pPr marL="171450" marR="0" lvl="0" indent="3175" algn="l" defTabSz="742454" rtl="0" eaLnBrk="1" fontAlgn="auto" latinLnBrk="0" hangingPunct="1">
              <a:lnSpc>
                <a:spcPct val="100000"/>
              </a:lnSpc>
              <a:spcBef>
                <a:spcPts val="400"/>
              </a:spcBef>
              <a:spcAft>
                <a:spcPts val="0"/>
              </a:spcAft>
              <a:buClrTx/>
              <a:buSzTx/>
              <a:buFont typeface="Courier New" panose="02070309020205020404" pitchFamily="49" charset="0"/>
              <a:buChar char="o"/>
              <a:tabLst/>
              <a:defRPr/>
            </a:pPr>
            <a:r>
              <a:rPr lang="es-MX" sz="900" b="1">
                <a:ea typeface="+mn-lt"/>
                <a:cs typeface="+mn-lt"/>
              </a:rPr>
              <a:t> Implementación completa del módulo SAP </a:t>
            </a:r>
            <a:r>
              <a:rPr lang="es-MX" sz="900" b="1" err="1">
                <a:ea typeface="+mn-lt"/>
                <a:cs typeface="+mn-lt"/>
              </a:rPr>
              <a:t>Asset</a:t>
            </a:r>
            <a:r>
              <a:rPr lang="es-MX" sz="900" b="1">
                <a:ea typeface="+mn-lt"/>
                <a:cs typeface="+mn-lt"/>
              </a:rPr>
              <a:t> Management. </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900" b="1">
                <a:ea typeface="+mn-lt"/>
                <a:cs typeface="+mn-lt"/>
              </a:rPr>
              <a:t>Proyecto: </a:t>
            </a:r>
            <a:r>
              <a:rPr lang="es-MX" sz="900" b="1" err="1">
                <a:ea typeface="+mn-lt"/>
                <a:cs typeface="+mn-lt"/>
              </a:rPr>
              <a:t>Rollout</a:t>
            </a:r>
            <a:r>
              <a:rPr lang="es-MX" sz="900" b="1">
                <a:ea typeface="+mn-lt"/>
                <a:cs typeface="+mn-lt"/>
              </a:rPr>
              <a:t> SAP ECC 6.0 – </a:t>
            </a:r>
            <a:r>
              <a:rPr lang="es-MX" sz="900" b="1" err="1">
                <a:ea typeface="+mn-lt"/>
                <a:cs typeface="+mn-lt"/>
              </a:rPr>
              <a:t>ABInBev</a:t>
            </a:r>
            <a:r>
              <a:rPr lang="es-MX" sz="900" b="1">
                <a:ea typeface="+mn-lt"/>
                <a:cs typeface="+mn-lt"/>
              </a:rPr>
              <a:t> – Cervecería Nacional – Ecuador </a:t>
            </a:r>
          </a:p>
          <a:p>
            <a:pPr marL="171450" marR="0" lvl="0" indent="3175" algn="l" defTabSz="742454" rtl="0" eaLnBrk="1" fontAlgn="auto" latinLnBrk="0" hangingPunct="1">
              <a:lnSpc>
                <a:spcPct val="100000"/>
              </a:lnSpc>
              <a:spcBef>
                <a:spcPts val="400"/>
              </a:spcBef>
              <a:spcAft>
                <a:spcPts val="0"/>
              </a:spcAft>
              <a:buClrTx/>
              <a:buSzTx/>
              <a:buFont typeface="Courier New" panose="02070309020205020404" pitchFamily="49" charset="0"/>
              <a:buChar char="o"/>
              <a:tabLst/>
              <a:defRPr/>
            </a:pPr>
            <a:r>
              <a:rPr lang="es-MX" sz="900" b="1">
                <a:ea typeface="+mn-lt"/>
                <a:cs typeface="+mn-lt"/>
              </a:rPr>
              <a:t> </a:t>
            </a:r>
            <a:r>
              <a:rPr lang="es-MX" sz="900" b="1" err="1">
                <a:ea typeface="+mn-lt"/>
                <a:cs typeface="+mn-lt"/>
              </a:rPr>
              <a:t>Rollout</a:t>
            </a:r>
            <a:r>
              <a:rPr lang="es-MX" sz="900" b="1">
                <a:ea typeface="+mn-lt"/>
                <a:cs typeface="+mn-lt"/>
              </a:rPr>
              <a:t> según modelo global </a:t>
            </a:r>
            <a:r>
              <a:rPr lang="es-MX" sz="900" b="1" err="1">
                <a:ea typeface="+mn-lt"/>
                <a:cs typeface="+mn-lt"/>
              </a:rPr>
              <a:t>ABInBev</a:t>
            </a:r>
            <a:r>
              <a:rPr lang="es-MX" sz="900" b="1">
                <a:ea typeface="+mn-lt"/>
                <a:cs typeface="+mn-lt"/>
              </a:rPr>
              <a:t> Johannesburgo y </a:t>
            </a:r>
            <a:r>
              <a:rPr lang="es-MX" sz="900" b="1" err="1">
                <a:ea typeface="+mn-lt"/>
                <a:cs typeface="+mn-lt"/>
              </a:rPr>
              <a:t>ABInBev</a:t>
            </a:r>
            <a:r>
              <a:rPr lang="es-MX" sz="900" b="1">
                <a:ea typeface="+mn-lt"/>
                <a:cs typeface="+mn-lt"/>
              </a:rPr>
              <a:t> COPEC, SAP ECC 6.0. </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900" b="1">
                <a:ea typeface="+mn-lt"/>
                <a:cs typeface="+mn-lt"/>
              </a:rPr>
              <a:t>Proyecto: </a:t>
            </a:r>
            <a:r>
              <a:rPr lang="es-MX" sz="900" b="1" err="1">
                <a:ea typeface="+mn-lt"/>
                <a:cs typeface="+mn-lt"/>
              </a:rPr>
              <a:t>Rollout</a:t>
            </a:r>
            <a:r>
              <a:rPr lang="es-MX" sz="900" b="1">
                <a:ea typeface="+mn-lt"/>
                <a:cs typeface="+mn-lt"/>
              </a:rPr>
              <a:t> SAP ECC 6.0 – Oleoducto de Los Llanos Orientales – Colombia </a:t>
            </a:r>
          </a:p>
          <a:p>
            <a:pPr marL="171450" marR="0" lvl="0" indent="3175" algn="l" defTabSz="742454" rtl="0" eaLnBrk="1" fontAlgn="auto" latinLnBrk="0" hangingPunct="1">
              <a:lnSpc>
                <a:spcPct val="100000"/>
              </a:lnSpc>
              <a:spcBef>
                <a:spcPts val="400"/>
              </a:spcBef>
              <a:spcAft>
                <a:spcPts val="0"/>
              </a:spcAft>
              <a:buClrTx/>
              <a:buSzTx/>
              <a:buFont typeface="Courier New" panose="02070309020205020404" pitchFamily="49" charset="0"/>
              <a:buChar char="o"/>
              <a:tabLst/>
              <a:defRPr/>
            </a:pPr>
            <a:r>
              <a:rPr lang="es-MX" sz="900" b="1">
                <a:ea typeface="+mn-lt"/>
                <a:cs typeface="+mn-lt"/>
              </a:rPr>
              <a:t> </a:t>
            </a:r>
            <a:r>
              <a:rPr lang="es-MX" sz="900" b="1" err="1">
                <a:ea typeface="+mn-lt"/>
                <a:cs typeface="+mn-lt"/>
              </a:rPr>
              <a:t>Rollout</a:t>
            </a:r>
            <a:r>
              <a:rPr lang="es-MX" sz="900" b="1">
                <a:ea typeface="+mn-lt"/>
                <a:cs typeface="+mn-lt"/>
              </a:rPr>
              <a:t> ODL, reestructuración del módulo, siguiendo los lineamientos establecidos por Cenit/Ecopetrol bajo la norma ISO 14224. </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900" b="1">
                <a:ea typeface="+mn-lt"/>
                <a:cs typeface="+mn-lt"/>
              </a:rPr>
              <a:t>Proyecto: </a:t>
            </a:r>
            <a:r>
              <a:rPr lang="es-MX" sz="900" b="1" err="1">
                <a:ea typeface="+mn-lt"/>
                <a:cs typeface="+mn-lt"/>
              </a:rPr>
              <a:t>Rollout</a:t>
            </a:r>
            <a:r>
              <a:rPr lang="es-MX" sz="900" b="1">
                <a:ea typeface="+mn-lt"/>
                <a:cs typeface="+mn-lt"/>
              </a:rPr>
              <a:t> SAP ECC 6.0 – Yara International ASA – Perú/Bolivia </a:t>
            </a:r>
          </a:p>
          <a:p>
            <a:pPr marL="171450" marR="0" lvl="0" indent="-84138" algn="l" defTabSz="742454" rtl="0" eaLnBrk="1" fontAlgn="auto" latinLnBrk="0" hangingPunct="1">
              <a:lnSpc>
                <a:spcPct val="100000"/>
              </a:lnSpc>
              <a:spcBef>
                <a:spcPts val="400"/>
              </a:spcBef>
              <a:spcAft>
                <a:spcPts val="0"/>
              </a:spcAft>
              <a:buClrTx/>
              <a:buSzTx/>
              <a:buFont typeface="Courier New" panose="02070309020205020404" pitchFamily="49" charset="0"/>
              <a:buChar char="o"/>
              <a:tabLst/>
              <a:defRPr/>
            </a:pPr>
            <a:r>
              <a:rPr lang="es-MX" sz="900" b="1">
                <a:ea typeface="+mn-lt"/>
                <a:cs typeface="+mn-lt"/>
              </a:rPr>
              <a:t> </a:t>
            </a:r>
            <a:r>
              <a:rPr lang="es-MX" sz="900" b="1" err="1">
                <a:ea typeface="+mn-lt"/>
                <a:cs typeface="+mn-lt"/>
              </a:rPr>
              <a:t>Rollout</a:t>
            </a:r>
            <a:r>
              <a:rPr lang="es-MX" sz="900" b="1">
                <a:ea typeface="+mn-lt"/>
                <a:cs typeface="+mn-lt"/>
              </a:rPr>
              <a:t> módulo PP para Perú y Bolivia según modelo global de México, Colombia y Costa Rica.  </a:t>
            </a:r>
          </a:p>
          <a:p>
            <a:pPr marL="171450" marR="0" lvl="0" indent="-84138" algn="l" defTabSz="742454" rtl="0" eaLnBrk="1" fontAlgn="auto" latinLnBrk="0" hangingPunct="1">
              <a:lnSpc>
                <a:spcPct val="100000"/>
              </a:lnSpc>
              <a:spcBef>
                <a:spcPts val="400"/>
              </a:spcBef>
              <a:spcAft>
                <a:spcPts val="0"/>
              </a:spcAft>
              <a:buClrTx/>
              <a:buSzTx/>
              <a:buFont typeface="Courier New" panose="02070309020205020404" pitchFamily="49" charset="0"/>
              <a:buChar char="o"/>
              <a:tabLst/>
              <a:defRPr/>
            </a:pPr>
            <a:r>
              <a:rPr lang="es-MX" sz="900" b="1">
                <a:ea typeface="+mn-lt"/>
                <a:cs typeface="+mn-lt"/>
              </a:rPr>
              <a:t> Gestión y </a:t>
            </a:r>
            <a:r>
              <a:rPr lang="es-MX" sz="900" b="1" err="1">
                <a:ea typeface="+mn-lt"/>
                <a:cs typeface="+mn-lt"/>
              </a:rPr>
              <a:t>coordinanción</a:t>
            </a:r>
            <a:r>
              <a:rPr lang="es-MX" sz="900" b="1">
                <a:ea typeface="+mn-lt"/>
                <a:cs typeface="+mn-lt"/>
              </a:rPr>
              <a:t> Datos Maestros del proyecto. </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900" b="1">
                <a:ea typeface="+mn-lt"/>
                <a:cs typeface="+mn-lt"/>
              </a:rPr>
              <a:t>Proyecto: Implementación SAP ECC 6.0 – Estrella International Energy </a:t>
            </a:r>
            <a:r>
              <a:rPr lang="es-MX" sz="900" b="1" err="1">
                <a:ea typeface="+mn-lt"/>
                <a:cs typeface="+mn-lt"/>
              </a:rPr>
              <a:t>Services</a:t>
            </a:r>
            <a:r>
              <a:rPr lang="es-MX" sz="900" b="1">
                <a:ea typeface="+mn-lt"/>
                <a:cs typeface="+mn-lt"/>
              </a:rPr>
              <a:t> – Colombia </a:t>
            </a:r>
          </a:p>
          <a:p>
            <a:pPr marL="171450" marR="0" lvl="0" indent="-84138" algn="l" defTabSz="742454" rtl="0" eaLnBrk="1" fontAlgn="auto" latinLnBrk="0" hangingPunct="1">
              <a:lnSpc>
                <a:spcPct val="100000"/>
              </a:lnSpc>
              <a:spcBef>
                <a:spcPts val="400"/>
              </a:spcBef>
              <a:spcAft>
                <a:spcPts val="0"/>
              </a:spcAft>
              <a:buClrTx/>
              <a:buSzTx/>
              <a:buFont typeface="Courier New" panose="02070309020205020404" pitchFamily="49" charset="0"/>
              <a:buChar char="o"/>
              <a:tabLst/>
              <a:defRPr/>
            </a:pPr>
            <a:r>
              <a:rPr lang="es-MX" sz="900" b="1">
                <a:ea typeface="+mn-lt"/>
                <a:cs typeface="+mn-lt"/>
              </a:rPr>
              <a:t> Implementación completa del módulo SAP PM. </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900" b="1">
                <a:ea typeface="+mn-lt"/>
                <a:cs typeface="+mn-lt"/>
              </a:rPr>
              <a:t>Proyecto: Implementación SAP ECC 6.0 – </a:t>
            </a:r>
            <a:r>
              <a:rPr lang="es-MX" sz="900" b="1" err="1">
                <a:ea typeface="+mn-lt"/>
                <a:cs typeface="+mn-lt"/>
              </a:rPr>
              <a:t>Bioenergy</a:t>
            </a:r>
            <a:r>
              <a:rPr lang="es-MX" sz="900" b="1">
                <a:ea typeface="+mn-lt"/>
                <a:cs typeface="+mn-lt"/>
              </a:rPr>
              <a:t> Zona Franca S.A.S. – Colombia </a:t>
            </a:r>
          </a:p>
          <a:p>
            <a:pPr marL="171450" marR="0" lvl="0" indent="-84138" algn="l" defTabSz="742454" rtl="0" eaLnBrk="1" fontAlgn="auto" latinLnBrk="0" hangingPunct="1">
              <a:lnSpc>
                <a:spcPct val="100000"/>
              </a:lnSpc>
              <a:spcBef>
                <a:spcPts val="400"/>
              </a:spcBef>
              <a:spcAft>
                <a:spcPts val="0"/>
              </a:spcAft>
              <a:buClrTx/>
              <a:buSzTx/>
              <a:buFont typeface="Courier New" panose="02070309020205020404" pitchFamily="49" charset="0"/>
              <a:buChar char="o"/>
              <a:tabLst/>
              <a:defRPr/>
            </a:pPr>
            <a:r>
              <a:rPr lang="es-MX" sz="900" b="1">
                <a:ea typeface="+mn-lt"/>
                <a:cs typeface="+mn-lt"/>
              </a:rPr>
              <a:t> Implementación completa del módulo SAP PM. </a:t>
            </a:r>
          </a:p>
          <a:p>
            <a:pPr marL="171450" marR="0" lvl="0" indent="-171450" algn="l" defTabSz="742454"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s-MX" sz="900" b="1">
                <a:ea typeface="+mn-lt"/>
                <a:cs typeface="+mn-lt"/>
              </a:rPr>
              <a:t>Proyecto: Implementación SAP ECC 6.0 – Cenit Transporte y Logística de Hidrocarburos – Colombia </a:t>
            </a:r>
          </a:p>
          <a:p>
            <a:pPr marL="171450" marR="0" lvl="0" indent="-84138" algn="l" defTabSz="742454" rtl="0" eaLnBrk="1" fontAlgn="auto" latinLnBrk="0" hangingPunct="1">
              <a:lnSpc>
                <a:spcPct val="100000"/>
              </a:lnSpc>
              <a:spcBef>
                <a:spcPts val="400"/>
              </a:spcBef>
              <a:spcAft>
                <a:spcPts val="0"/>
              </a:spcAft>
              <a:buClrTx/>
              <a:buSzTx/>
              <a:buFont typeface="Courier New" panose="02070309020205020404" pitchFamily="49" charset="0"/>
              <a:buChar char="o"/>
              <a:tabLst/>
              <a:defRPr/>
            </a:pPr>
            <a:r>
              <a:rPr lang="es-MX" sz="900" b="1">
                <a:ea typeface="+mn-lt"/>
                <a:cs typeface="+mn-lt"/>
              </a:rPr>
              <a:t> Documentación y soporte en actividades PMO. Soporte en Planificación, organización y supervisión de actividades de proyecto.</a:t>
            </a:r>
            <a:endParaRPr lang="es-ES" sz="900" b="1">
              <a:ea typeface="+mn-lt"/>
              <a:cs typeface="+mn-lt"/>
            </a:endParaRPr>
          </a:p>
          <a:p>
            <a:pPr marL="0" marR="0" lvl="0" indent="0" algn="l" defTabSz="742454" rtl="0" eaLnBrk="1" fontAlgn="auto" latinLnBrk="0" hangingPunct="1">
              <a:lnSpc>
                <a:spcPct val="100000"/>
              </a:lnSpc>
              <a:spcBef>
                <a:spcPts val="400"/>
              </a:spcBef>
              <a:spcAft>
                <a:spcPts val="0"/>
              </a:spcAft>
              <a:buClrTx/>
              <a:buSzTx/>
              <a:buFontTx/>
              <a:buNone/>
              <a:tabLst/>
              <a:defRPr/>
            </a:pPr>
            <a:endParaRPr kumimoji="0" lang="es-ES" sz="1050" b="1" i="0" u="none" strike="noStrike" kern="1200" cap="none" spc="0" normalizeH="0" baseline="0" noProof="0">
              <a:ln>
                <a:noFill/>
              </a:ln>
              <a:effectLst/>
              <a:uLnTx/>
              <a:uFillTx/>
              <a:ea typeface="+mn-lt"/>
              <a:cs typeface="+mn-lt"/>
            </a:endParaRPr>
          </a:p>
        </p:txBody>
      </p:sp>
      <p:sp>
        <p:nvSpPr>
          <p:cNvPr id="4" name="CuadroTexto 3">
            <a:extLst>
              <a:ext uri="{FF2B5EF4-FFF2-40B4-BE49-F238E27FC236}">
                <a16:creationId xmlns:a16="http://schemas.microsoft.com/office/drawing/2014/main" id="{3E40628D-5B3C-51F0-0C51-5CEAC954B870}"/>
              </a:ext>
            </a:extLst>
          </p:cNvPr>
          <p:cNvSpPr txBox="1"/>
          <p:nvPr/>
        </p:nvSpPr>
        <p:spPr>
          <a:xfrm rot="304789">
            <a:off x="2374969" y="687127"/>
            <a:ext cx="1102517" cy="276999"/>
          </a:xfrm>
          <a:prstGeom prst="rect">
            <a:avLst/>
          </a:prstGeom>
          <a:solidFill>
            <a:srgbClr val="FF0054"/>
          </a:solidFill>
          <a:ln>
            <a:solidFill>
              <a:srgbClr val="FF0054"/>
            </a:solidFill>
          </a:ln>
        </p:spPr>
        <p:txBody>
          <a:bodyPr wrap="square" rtlCol="0">
            <a:spAutoFit/>
          </a:bodyPr>
          <a:lstStyle/>
          <a:p>
            <a:pPr algn="ctr"/>
            <a:r>
              <a:rPr lang="es-ES" sz="1200" b="1">
                <a:solidFill>
                  <a:schemeClr val="bg1"/>
                </a:solidFill>
              </a:rPr>
              <a:t>Opcional</a:t>
            </a:r>
          </a:p>
        </p:txBody>
      </p:sp>
      <p:sp>
        <p:nvSpPr>
          <p:cNvPr id="10" name="Marcador de texto 6">
            <a:extLst>
              <a:ext uri="{FF2B5EF4-FFF2-40B4-BE49-F238E27FC236}">
                <a16:creationId xmlns:a16="http://schemas.microsoft.com/office/drawing/2014/main" id="{9C708FC7-0467-068F-CACA-4C41446D474F}"/>
              </a:ext>
            </a:extLst>
          </p:cNvPr>
          <p:cNvSpPr txBox="1">
            <a:spLocks/>
          </p:cNvSpPr>
          <p:nvPr/>
        </p:nvSpPr>
        <p:spPr>
          <a:xfrm>
            <a:off x="335360" y="323548"/>
            <a:ext cx="11521678" cy="160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solidFill>
                  <a:schemeClr val="bg1"/>
                </a:solidFill>
                <a:latin typeface="ForFuture Sans" panose="020B0504020203020204" pitchFamily="34" charset="0"/>
              </a:rPr>
              <a:t>04.</a:t>
            </a:r>
            <a:r>
              <a:rPr lang="es-ES" sz="1000">
                <a:solidFill>
                  <a:schemeClr val="bg1"/>
                </a:solidFill>
                <a:latin typeface="ForFuture Sans" panose="020B0504020203020204" pitchFamily="34" charset="0"/>
                <a:sym typeface="ForFuture Sans" panose="020B0504020203020204" pitchFamily="34" charset="0"/>
              </a:rPr>
              <a:t> PLAN Y EQUIPO DE TRABAJO</a:t>
            </a:r>
            <a:endParaRPr lang="es-ES" sz="1000">
              <a:solidFill>
                <a:schemeClr val="bg1"/>
              </a:solidFill>
              <a:latin typeface="ForFuture Sans" panose="020B0504020203020204" pitchFamily="34" charset="0"/>
            </a:endParaRPr>
          </a:p>
        </p:txBody>
      </p:sp>
    </p:spTree>
    <p:extLst>
      <p:ext uri="{BB962C8B-B14F-4D97-AF65-F5344CB8AC3E}">
        <p14:creationId xmlns:p14="http://schemas.microsoft.com/office/powerpoint/2010/main" val="32264319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87D0D5-CDB7-B23F-0514-2C95A4178969}"/>
              </a:ext>
            </a:extLst>
          </p:cNvPr>
          <p:cNvSpPr>
            <a:spLocks noGrp="1"/>
          </p:cNvSpPr>
          <p:nvPr>
            <p:ph type="title"/>
          </p:nvPr>
        </p:nvSpPr>
        <p:spPr>
          <a:xfrm>
            <a:off x="336550" y="721464"/>
            <a:ext cx="11518900" cy="1648341"/>
          </a:xfrm>
        </p:spPr>
        <p:txBody>
          <a:bodyPr/>
          <a:lstStyle/>
          <a:p>
            <a:r>
              <a:rPr lang="es-PE" sz="2400"/>
              <a:t>Notas sobre los CV presentados</a:t>
            </a:r>
          </a:p>
        </p:txBody>
      </p:sp>
      <p:sp>
        <p:nvSpPr>
          <p:cNvPr id="3" name="Marcador de texto 2">
            <a:extLst>
              <a:ext uri="{FF2B5EF4-FFF2-40B4-BE49-F238E27FC236}">
                <a16:creationId xmlns:a16="http://schemas.microsoft.com/office/drawing/2014/main" id="{6B37341A-2EA6-6BF3-6F9E-E3AE0BFDB752}"/>
              </a:ext>
            </a:extLst>
          </p:cNvPr>
          <p:cNvSpPr>
            <a:spLocks noGrp="1"/>
          </p:cNvSpPr>
          <p:nvPr>
            <p:ph type="body" sz="quarter" idx="12"/>
          </p:nvPr>
        </p:nvSpPr>
        <p:spPr>
          <a:xfrm>
            <a:off x="336000" y="1576388"/>
            <a:ext cx="11012720" cy="2634888"/>
          </a:xfrm>
        </p:spPr>
        <p:txBody>
          <a:bodyPr/>
          <a:lstStyle/>
          <a:p>
            <a:pPr marL="285750" indent="-285750">
              <a:spcBef>
                <a:spcPts val="1800"/>
              </a:spcBef>
              <a:buFont typeface="Arial" panose="020B0604020202020204" pitchFamily="34" charset="0"/>
              <a:buChar char="•"/>
            </a:pPr>
            <a:r>
              <a:rPr lang="es-ES"/>
              <a:t>Los </a:t>
            </a:r>
            <a:r>
              <a:rPr lang="es-ES" err="1"/>
              <a:t>CVs</a:t>
            </a:r>
            <a:r>
              <a:rPr lang="es-ES"/>
              <a:t> presentados son referenciales. En el momento de la adjudicación, revisaremos la asignación del equipo propuesto; en caso no se encuentren disponibles, nos comprometemos a asignar un perfil igual o superior al enviado.</a:t>
            </a:r>
          </a:p>
          <a:p>
            <a:pPr marL="285750" indent="-285750">
              <a:spcBef>
                <a:spcPts val="1800"/>
              </a:spcBef>
              <a:buFont typeface="Arial" panose="020B0604020202020204" pitchFamily="34" charset="0"/>
              <a:buChar char="•"/>
            </a:pPr>
            <a:r>
              <a:rPr lang="es-ES" sz="1600"/>
              <a:t>Los perfiles son aptos a entrevista previa de Ferreyros. En caso de ser necesario, Indra se compromete a sustituir al recuso asignado</a:t>
            </a:r>
          </a:p>
          <a:p>
            <a:pPr marL="285750" indent="-285750">
              <a:spcBef>
                <a:spcPts val="1800"/>
              </a:spcBef>
              <a:buFont typeface="Arial" panose="020B0604020202020204" pitchFamily="34" charset="0"/>
              <a:buChar char="•"/>
            </a:pPr>
            <a:r>
              <a:rPr lang="es-ES" sz="1600"/>
              <a:t>Durante la ejecución del proyecto Ferreyros podrá solicitar el reemplazo de cualquier miembro del equipo ante lo cual Indra lo sustituirá cumpliendo los plazos de 1 mes de reemplazo de personal.</a:t>
            </a:r>
            <a:endParaRPr lang="es-PE" sz="1600"/>
          </a:p>
          <a:p>
            <a:pPr marL="285750" indent="-285750">
              <a:spcBef>
                <a:spcPts val="1800"/>
              </a:spcBef>
              <a:buFont typeface="Arial" panose="020B0604020202020204" pitchFamily="34" charset="0"/>
              <a:buChar char="•"/>
            </a:pPr>
            <a:endParaRPr lang="es-PE"/>
          </a:p>
        </p:txBody>
      </p:sp>
      <p:sp>
        <p:nvSpPr>
          <p:cNvPr id="4" name="Marcador de texto 6">
            <a:extLst>
              <a:ext uri="{FF2B5EF4-FFF2-40B4-BE49-F238E27FC236}">
                <a16:creationId xmlns:a16="http://schemas.microsoft.com/office/drawing/2014/main" id="{5087175A-30ED-0ABA-1E05-4F79A902DB1D}"/>
              </a:ext>
            </a:extLst>
          </p:cNvPr>
          <p:cNvSpPr txBox="1">
            <a:spLocks/>
          </p:cNvSpPr>
          <p:nvPr/>
        </p:nvSpPr>
        <p:spPr>
          <a:xfrm>
            <a:off x="335360" y="323548"/>
            <a:ext cx="11521678" cy="160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solidFill>
                  <a:srgbClr val="4F062A"/>
                </a:solidFill>
                <a:latin typeface="ForFuture Sans" panose="020B0504020203020204" pitchFamily="34" charset="0"/>
              </a:rPr>
              <a:t>04.</a:t>
            </a:r>
            <a:r>
              <a:rPr lang="es-ES" sz="1000">
                <a:solidFill>
                  <a:srgbClr val="4F062A"/>
                </a:solidFill>
                <a:latin typeface="ForFuture Sans" panose="020B0504020203020204" pitchFamily="34" charset="0"/>
                <a:sym typeface="ForFuture Sans" panose="020B0504020203020204" pitchFamily="34" charset="0"/>
              </a:rPr>
              <a:t> PLAN Y EQUIPO DE TRABAJO</a:t>
            </a:r>
            <a:endParaRPr lang="es-ES" sz="1000">
              <a:solidFill>
                <a:srgbClr val="4F062A"/>
              </a:solidFill>
              <a:latin typeface="ForFuture Sans" panose="020B0504020203020204" pitchFamily="34" charset="0"/>
            </a:endParaRPr>
          </a:p>
        </p:txBody>
      </p:sp>
    </p:spTree>
    <p:extLst>
      <p:ext uri="{BB962C8B-B14F-4D97-AF65-F5344CB8AC3E}">
        <p14:creationId xmlns:p14="http://schemas.microsoft.com/office/powerpoint/2010/main" val="37863443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615CE-312F-C70F-D668-6427C41F0B3E}"/>
            </a:ext>
          </a:extLst>
        </p:cNvPr>
        <p:cNvGrpSpPr/>
        <p:nvPr/>
      </p:nvGrpSpPr>
      <p:grpSpPr>
        <a:xfrm>
          <a:off x="0" y="0"/>
          <a:ext cx="0" cy="0"/>
          <a:chOff x="0" y="0"/>
          <a:chExt cx="0" cy="0"/>
        </a:xfrm>
      </p:grpSpPr>
      <p:graphicFrame>
        <p:nvGraphicFramePr>
          <p:cNvPr id="4" name="Objeto 3" hidden="1">
            <a:extLst>
              <a:ext uri="{FF2B5EF4-FFF2-40B4-BE49-F238E27FC236}">
                <a16:creationId xmlns:a16="http://schemas.microsoft.com/office/drawing/2014/main" id="{D1C0B8B1-3469-EFB7-03DC-2111C89EEC57}"/>
              </a:ext>
            </a:extLst>
          </p:cNvPr>
          <p:cNvGraphicFramePr>
            <a:graphicFrameLocks noChangeAspect="1"/>
          </p:cNvGraphicFramePr>
          <p:nvPr>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a de think-cell" r:id="rId4" imgW="473" imgH="473" progId="TCLayout.ActiveDocument.1">
                  <p:embed/>
                </p:oleObj>
              </mc:Choice>
              <mc:Fallback>
                <p:oleObj name="Diapositiva de think-cell" r:id="rId4" imgW="473" imgH="473" progId="TCLayout.ActiveDocument.1">
                  <p:embed/>
                  <p:pic>
                    <p:nvPicPr>
                      <p:cNvPr id="4" name="Objeto 3" hidden="1">
                        <a:extLst>
                          <a:ext uri="{FF2B5EF4-FFF2-40B4-BE49-F238E27FC236}">
                            <a16:creationId xmlns:a16="http://schemas.microsoft.com/office/drawing/2014/main" id="{D1C0B8B1-3469-EFB7-03DC-2111C89EEC57}"/>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78CCD8A3-9A18-7DC1-634C-532DB5842A79}"/>
              </a:ext>
            </a:extLst>
          </p:cNvPr>
          <p:cNvSpPr>
            <a:spLocks noGrp="1"/>
          </p:cNvSpPr>
          <p:nvPr>
            <p:ph type="body" sz="quarter" idx="10"/>
          </p:nvPr>
        </p:nvSpPr>
        <p:spPr>
          <a:xfrm>
            <a:off x="9675710" y="196743"/>
            <a:ext cx="2377147" cy="1706562"/>
          </a:xfrm>
        </p:spPr>
        <p:txBody>
          <a:bodyPr/>
          <a:lstStyle/>
          <a:p>
            <a:r>
              <a:rPr lang="es-ES"/>
              <a:t>05</a:t>
            </a:r>
          </a:p>
        </p:txBody>
      </p:sp>
      <p:sp>
        <p:nvSpPr>
          <p:cNvPr id="3" name="Marcador de texto 2">
            <a:extLst>
              <a:ext uri="{FF2B5EF4-FFF2-40B4-BE49-F238E27FC236}">
                <a16:creationId xmlns:a16="http://schemas.microsoft.com/office/drawing/2014/main" id="{3015B601-4326-6952-EB05-0D006466C2F8}"/>
              </a:ext>
            </a:extLst>
          </p:cNvPr>
          <p:cNvSpPr>
            <a:spLocks noGrp="1"/>
          </p:cNvSpPr>
          <p:nvPr>
            <p:ph type="body" sz="quarter" idx="11"/>
          </p:nvPr>
        </p:nvSpPr>
        <p:spPr>
          <a:xfrm>
            <a:off x="335360" y="368300"/>
            <a:ext cx="8678517" cy="1439714"/>
          </a:xfrm>
        </p:spPr>
        <p:txBody>
          <a:bodyPr/>
          <a:lstStyle/>
          <a:p>
            <a:r>
              <a:rPr lang="es-MX"/>
              <a:t>Referencias</a:t>
            </a:r>
            <a:endParaRPr lang="es-ES"/>
          </a:p>
        </p:txBody>
      </p:sp>
      <p:pic>
        <p:nvPicPr>
          <p:cNvPr id="9" name="Picture Placeholder 20">
            <a:extLst>
              <a:ext uri="{FF2B5EF4-FFF2-40B4-BE49-F238E27FC236}">
                <a16:creationId xmlns:a16="http://schemas.microsoft.com/office/drawing/2014/main" id="{62E1E8D4-034C-D353-6D90-98EFE966B583}"/>
              </a:ext>
            </a:extLst>
          </p:cNvPr>
          <p:cNvPicPr>
            <a:picLocks noGrp="1" noChangeAspect="1"/>
          </p:cNvPicPr>
          <p:nvPr>
            <p:ph type="pic" sz="quarter" idx="13"/>
          </p:nvPr>
        </p:nvPicPr>
        <p:blipFill>
          <a:blip r:embed="rId6">
            <a:extLst>
              <a:ext uri="{28A0092B-C50C-407E-A947-70E740481C1C}">
                <a14:useLocalDpi xmlns:a14="http://schemas.microsoft.com/office/drawing/2010/main" val="0"/>
              </a:ext>
            </a:extLst>
          </a:blip>
          <a:srcRect t="14" b="14"/>
          <a:stretch/>
        </p:blipFill>
        <p:spPr>
          <a:xfrm>
            <a:off x="351850" y="2908469"/>
            <a:ext cx="9045575" cy="3132138"/>
          </a:xfrm>
        </p:spPr>
      </p:pic>
    </p:spTree>
    <p:extLst>
      <p:ext uri="{BB962C8B-B14F-4D97-AF65-F5344CB8AC3E}">
        <p14:creationId xmlns:p14="http://schemas.microsoft.com/office/powerpoint/2010/main" val="27428969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9365A-5D77-3AC6-109C-3838A4DF312A}"/>
            </a:ext>
          </a:extLst>
        </p:cNvPr>
        <p:cNvGrpSpPr/>
        <p:nvPr/>
      </p:nvGrpSpPr>
      <p:grpSpPr>
        <a:xfrm>
          <a:off x="0" y="0"/>
          <a:ext cx="0" cy="0"/>
          <a:chOff x="0" y="0"/>
          <a:chExt cx="0" cy="0"/>
        </a:xfrm>
      </p:grpSpPr>
      <p:pic>
        <p:nvPicPr>
          <p:cNvPr id="10" name="Picture 6">
            <a:extLst>
              <a:ext uri="{FF2B5EF4-FFF2-40B4-BE49-F238E27FC236}">
                <a16:creationId xmlns:a16="http://schemas.microsoft.com/office/drawing/2014/main" id="{7591FDDF-77F3-5B15-B988-A76987FF34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033" t="10064" r="39071"/>
          <a:stretch>
            <a:fillRect/>
          </a:stretch>
        </p:blipFill>
        <p:spPr bwMode="auto">
          <a:xfrm>
            <a:off x="2244833" y="1698658"/>
            <a:ext cx="4095009" cy="5159342"/>
          </a:xfrm>
          <a:prstGeom prst="rect">
            <a:avLst/>
          </a:prstGeom>
          <a:noFill/>
          <a:extLst>
            <a:ext uri="{909E8E84-426E-40DD-AFC4-6F175D3DCCD1}">
              <a14:hiddenFill xmlns:a14="http://schemas.microsoft.com/office/drawing/2010/main">
                <a:solidFill>
                  <a:srgbClr val="FFFFFF"/>
                </a:solidFill>
              </a14:hiddenFill>
            </a:ext>
          </a:extLst>
        </p:spPr>
      </p:pic>
      <p:sp>
        <p:nvSpPr>
          <p:cNvPr id="2" name="Forma libre 37">
            <a:extLst>
              <a:ext uri="{FF2B5EF4-FFF2-40B4-BE49-F238E27FC236}">
                <a16:creationId xmlns:a16="http://schemas.microsoft.com/office/drawing/2014/main" id="{A5496D1C-CAAF-003F-7037-4EC746D55B82}"/>
              </a:ext>
            </a:extLst>
          </p:cNvPr>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chemeClr val="tx1"/>
          </a:solidFill>
          <a:ln>
            <a:solidFill>
              <a:srgbClr val="770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7" name="Forma libre 34">
            <a:extLst>
              <a:ext uri="{FF2B5EF4-FFF2-40B4-BE49-F238E27FC236}">
                <a16:creationId xmlns:a16="http://schemas.microsoft.com/office/drawing/2014/main" id="{6FC1C7BA-0B46-8968-89CF-6285996F95AF}"/>
              </a:ext>
            </a:extLst>
          </p:cNvPr>
          <p:cNvSpPr/>
          <p:nvPr/>
        </p:nvSpPr>
        <p:spPr>
          <a:xfrm rot="16200000" flipH="1">
            <a:off x="-674156" y="3399185"/>
            <a:ext cx="4137208" cy="2780425"/>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mj-lt"/>
              <a:ea typeface="+mn-ea"/>
              <a:cs typeface="+mn-cs"/>
            </a:endParaRPr>
          </a:p>
        </p:txBody>
      </p:sp>
      <p:sp>
        <p:nvSpPr>
          <p:cNvPr id="3" name="Forma libre 39">
            <a:extLst>
              <a:ext uri="{FF2B5EF4-FFF2-40B4-BE49-F238E27FC236}">
                <a16:creationId xmlns:a16="http://schemas.microsoft.com/office/drawing/2014/main" id="{B0555662-E8BE-75D7-EC7F-8A4072EF14A3}"/>
              </a:ext>
            </a:extLst>
          </p:cNvPr>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16" name="Título 1">
            <a:extLst>
              <a:ext uri="{FF2B5EF4-FFF2-40B4-BE49-F238E27FC236}">
                <a16:creationId xmlns:a16="http://schemas.microsoft.com/office/drawing/2014/main" id="{531C690E-74F8-C759-5CB2-E4FADCB8E4C8}"/>
              </a:ext>
            </a:extLst>
          </p:cNvPr>
          <p:cNvSpPr>
            <a:spLocks noGrp="1"/>
          </p:cNvSpPr>
          <p:nvPr>
            <p:ph type="title"/>
          </p:nvPr>
        </p:nvSpPr>
        <p:spPr>
          <a:xfrm>
            <a:off x="276341" y="779315"/>
            <a:ext cx="5471968" cy="919343"/>
          </a:xfrm>
        </p:spPr>
        <p:txBody>
          <a:bodyPr/>
          <a:lstStyle/>
          <a:p>
            <a:r>
              <a:rPr lang="es-MX" sz="2000">
                <a:solidFill>
                  <a:srgbClr val="4F062A"/>
                </a:solidFill>
              </a:rPr>
              <a:t>Servicio de </a:t>
            </a:r>
            <a:r>
              <a:rPr lang="es-MX" sz="2000" err="1">
                <a:solidFill>
                  <a:srgbClr val="4F062A"/>
                </a:solidFill>
              </a:rPr>
              <a:t>Program</a:t>
            </a:r>
            <a:r>
              <a:rPr lang="es-MX" sz="2000">
                <a:solidFill>
                  <a:srgbClr val="4F062A"/>
                </a:solidFill>
              </a:rPr>
              <a:t> Management Office (PMO) PMO Avanzada</a:t>
            </a:r>
            <a:endParaRPr lang="es-ES" sz="2000">
              <a:solidFill>
                <a:srgbClr val="4F062A"/>
              </a:solidFill>
            </a:endParaRPr>
          </a:p>
        </p:txBody>
      </p:sp>
      <p:sp>
        <p:nvSpPr>
          <p:cNvPr id="35" name="CuadroTexto 51">
            <a:extLst>
              <a:ext uri="{FF2B5EF4-FFF2-40B4-BE49-F238E27FC236}">
                <a16:creationId xmlns:a16="http://schemas.microsoft.com/office/drawing/2014/main" id="{20B5F88B-878A-4F9E-733C-1DA282DD02E3}"/>
              </a:ext>
            </a:extLst>
          </p:cNvPr>
          <p:cNvSpPr txBox="1"/>
          <p:nvPr/>
        </p:nvSpPr>
        <p:spPr>
          <a:xfrm>
            <a:off x="216317" y="3809907"/>
            <a:ext cx="2276575" cy="447468"/>
          </a:xfrm>
          <a:prstGeom prst="rect">
            <a:avLst/>
          </a:prstGeom>
          <a:ln>
            <a:noFill/>
          </a:ln>
        </p:spPr>
        <p:txBody>
          <a:bodyPr vert="horz" wrap="square" lIns="103900" tIns="51951" rIns="103900" bIns="51951" rtlCol="0" anchor="t">
            <a:noAutofit/>
          </a:bodyPr>
          <a:lstStyle/>
          <a:p>
            <a:pPr>
              <a:defRPr/>
            </a:pPr>
            <a:r>
              <a:rPr lang="es-ES" sz="1200">
                <a:solidFill>
                  <a:schemeClr val="bg1"/>
                </a:solidFill>
                <a:cs typeface="Arial" panose="020B0604020202020204" pitchFamily="34" charset="0"/>
              </a:rPr>
              <a:t>Usuarios</a:t>
            </a:r>
          </a:p>
        </p:txBody>
      </p:sp>
      <p:sp>
        <p:nvSpPr>
          <p:cNvPr id="36" name="CuadroTexto 64">
            <a:extLst>
              <a:ext uri="{FF2B5EF4-FFF2-40B4-BE49-F238E27FC236}">
                <a16:creationId xmlns:a16="http://schemas.microsoft.com/office/drawing/2014/main" id="{4284BFDC-5EB7-00EF-8E34-F8BEAA52D0F7}"/>
              </a:ext>
            </a:extLst>
          </p:cNvPr>
          <p:cNvSpPr txBox="1"/>
          <p:nvPr/>
        </p:nvSpPr>
        <p:spPr>
          <a:xfrm>
            <a:off x="208186" y="4637107"/>
            <a:ext cx="2044778" cy="400639"/>
          </a:xfrm>
          <a:prstGeom prst="rect">
            <a:avLst/>
          </a:prstGeom>
          <a:ln>
            <a:noFill/>
          </a:ln>
        </p:spPr>
        <p:txBody>
          <a:bodyPr vert="horz" wrap="square" lIns="103900" tIns="51951" rIns="103900" bIns="51951" rtlCol="0" anchor="t">
            <a:spAutoFit/>
          </a:bodyPr>
          <a:lstStyle/>
          <a:p>
            <a:pPr defTabSz="1038833">
              <a:lnSpc>
                <a:spcPct val="80000"/>
              </a:lnSpc>
              <a:defRPr/>
            </a:pPr>
            <a:r>
              <a:rPr lang="es-ES" sz="1200">
                <a:solidFill>
                  <a:schemeClr val="bg1"/>
                </a:solidFill>
                <a:cs typeface="Arial" panose="020B0604020202020204" pitchFamily="34" charset="0"/>
              </a:rPr>
              <a:t>Sociedades: MINSUR S.A., MARCOBRE S.A.C. </a:t>
            </a:r>
          </a:p>
        </p:txBody>
      </p:sp>
      <p:sp>
        <p:nvSpPr>
          <p:cNvPr id="38" name="CuadroTexto 33">
            <a:extLst>
              <a:ext uri="{FF2B5EF4-FFF2-40B4-BE49-F238E27FC236}">
                <a16:creationId xmlns:a16="http://schemas.microsoft.com/office/drawing/2014/main" id="{F4248BE9-E96C-354D-D576-8E57DBC3AC25}"/>
              </a:ext>
            </a:extLst>
          </p:cNvPr>
          <p:cNvSpPr txBox="1"/>
          <p:nvPr/>
        </p:nvSpPr>
        <p:spPr>
          <a:xfrm>
            <a:off x="217910" y="3371293"/>
            <a:ext cx="2275200" cy="412693"/>
          </a:xfrm>
          <a:prstGeom prst="rect">
            <a:avLst/>
          </a:prstGeom>
          <a:ln>
            <a:noFill/>
          </a:ln>
        </p:spPr>
        <p:txBody>
          <a:bodyPr vert="horz" wrap="square" lIns="103900" tIns="51951" rIns="103900" bIns="51951" rtlCol="0" anchor="t">
            <a:spAutoFit/>
          </a:bodyPr>
          <a:lstStyle/>
          <a:p>
            <a:pPr>
              <a:defRPr/>
            </a:pPr>
            <a:r>
              <a:rPr lang="es-ES" sz="2000">
                <a:solidFill>
                  <a:schemeClr val="bg1"/>
                </a:solidFill>
                <a:cs typeface="Arial" panose="020B0604020202020204" pitchFamily="34" charset="0"/>
              </a:rPr>
              <a:t>800</a:t>
            </a:r>
            <a:endParaRPr lang="es-ES" sz="1200" b="1">
              <a:solidFill>
                <a:schemeClr val="bg1"/>
              </a:solidFill>
              <a:cs typeface="Arial" panose="020B0604020202020204" pitchFamily="34" charset="0"/>
            </a:endParaRPr>
          </a:p>
        </p:txBody>
      </p:sp>
      <p:sp>
        <p:nvSpPr>
          <p:cNvPr id="39" name="CuadroTexto 33">
            <a:extLst>
              <a:ext uri="{FF2B5EF4-FFF2-40B4-BE49-F238E27FC236}">
                <a16:creationId xmlns:a16="http://schemas.microsoft.com/office/drawing/2014/main" id="{D1CF0138-D73D-90CC-C136-3921642EA334}"/>
              </a:ext>
            </a:extLst>
          </p:cNvPr>
          <p:cNvSpPr txBox="1"/>
          <p:nvPr/>
        </p:nvSpPr>
        <p:spPr>
          <a:xfrm>
            <a:off x="220400" y="4194633"/>
            <a:ext cx="2275200" cy="412693"/>
          </a:xfrm>
          <a:prstGeom prst="rect">
            <a:avLst/>
          </a:prstGeom>
          <a:ln>
            <a:noFill/>
          </a:ln>
        </p:spPr>
        <p:txBody>
          <a:bodyPr vert="horz" wrap="square" lIns="103900" tIns="51951" rIns="103900" bIns="51951" rtlCol="0" anchor="t">
            <a:spAutoFit/>
          </a:bodyPr>
          <a:lstStyle/>
          <a:p>
            <a:pPr>
              <a:defRPr/>
            </a:pPr>
            <a:r>
              <a:rPr lang="es-ES" sz="2000">
                <a:solidFill>
                  <a:schemeClr val="bg1"/>
                </a:solidFill>
                <a:cs typeface="Arial" panose="020B0604020202020204" pitchFamily="34" charset="0"/>
              </a:rPr>
              <a:t>2</a:t>
            </a:r>
            <a:endParaRPr lang="es-ES" sz="1200" b="1">
              <a:solidFill>
                <a:schemeClr val="bg1"/>
              </a:solidFill>
              <a:cs typeface="Arial" panose="020B0604020202020204" pitchFamily="34" charset="0"/>
            </a:endParaRPr>
          </a:p>
        </p:txBody>
      </p:sp>
      <p:sp>
        <p:nvSpPr>
          <p:cNvPr id="47" name="CuadroTexto 64">
            <a:extLst>
              <a:ext uri="{FF2B5EF4-FFF2-40B4-BE49-F238E27FC236}">
                <a16:creationId xmlns:a16="http://schemas.microsoft.com/office/drawing/2014/main" id="{FFED3085-7490-E092-6EDE-DB4F338C7A6F}"/>
              </a:ext>
            </a:extLst>
          </p:cNvPr>
          <p:cNvSpPr txBox="1"/>
          <p:nvPr/>
        </p:nvSpPr>
        <p:spPr>
          <a:xfrm>
            <a:off x="216317" y="5608395"/>
            <a:ext cx="2044778" cy="697387"/>
          </a:xfrm>
          <a:prstGeom prst="rect">
            <a:avLst/>
          </a:prstGeom>
          <a:ln>
            <a:noFill/>
          </a:ln>
        </p:spPr>
        <p:txBody>
          <a:bodyPr vert="horz" wrap="square" lIns="103900" tIns="51951" rIns="103900" bIns="51951" rtlCol="0" anchor="t">
            <a:spAutoFit/>
          </a:bodyPr>
          <a:lstStyle/>
          <a:p>
            <a:pPr defTabSz="1038833">
              <a:lnSpc>
                <a:spcPct val="80000"/>
              </a:lnSpc>
              <a:defRPr/>
            </a:pPr>
            <a:r>
              <a:rPr lang="es-MX" sz="1200">
                <a:solidFill>
                  <a:schemeClr val="bg1"/>
                </a:solidFill>
                <a:cs typeface="Arial" panose="020B0604020202020204" pitchFamily="34" charset="0"/>
              </a:rPr>
              <a:t>Framework metodológico y herramientas propias PPM.</a:t>
            </a:r>
          </a:p>
        </p:txBody>
      </p:sp>
      <p:sp>
        <p:nvSpPr>
          <p:cNvPr id="48" name="CuadroTexto 33">
            <a:extLst>
              <a:ext uri="{FF2B5EF4-FFF2-40B4-BE49-F238E27FC236}">
                <a16:creationId xmlns:a16="http://schemas.microsoft.com/office/drawing/2014/main" id="{283784AB-8AC4-A1DC-C205-B0805826D445}"/>
              </a:ext>
            </a:extLst>
          </p:cNvPr>
          <p:cNvSpPr txBox="1"/>
          <p:nvPr/>
        </p:nvSpPr>
        <p:spPr>
          <a:xfrm>
            <a:off x="220400" y="5167912"/>
            <a:ext cx="2275200" cy="412693"/>
          </a:xfrm>
          <a:prstGeom prst="rect">
            <a:avLst/>
          </a:prstGeom>
          <a:ln>
            <a:noFill/>
          </a:ln>
        </p:spPr>
        <p:txBody>
          <a:bodyPr vert="horz" wrap="square" lIns="103900" tIns="51951" rIns="103900" bIns="51951" rtlCol="0" anchor="t">
            <a:spAutoFit/>
          </a:bodyPr>
          <a:lstStyle/>
          <a:p>
            <a:pPr>
              <a:defRPr/>
            </a:pPr>
            <a:r>
              <a:rPr lang="es-ES" sz="2000">
                <a:solidFill>
                  <a:schemeClr val="bg1"/>
                </a:solidFill>
                <a:cs typeface="Arial" panose="020B0604020202020204" pitchFamily="34" charset="0"/>
              </a:rPr>
              <a:t>Metodología</a:t>
            </a:r>
            <a:endParaRPr lang="es-ES" sz="1200" b="1">
              <a:solidFill>
                <a:schemeClr val="bg1"/>
              </a:solidFill>
              <a:cs typeface="Arial" panose="020B0604020202020204" pitchFamily="34" charset="0"/>
            </a:endParaRPr>
          </a:p>
        </p:txBody>
      </p:sp>
      <p:pic>
        <p:nvPicPr>
          <p:cNvPr id="6" name="Picture 2">
            <a:extLst>
              <a:ext uri="{FF2B5EF4-FFF2-40B4-BE49-F238E27FC236}">
                <a16:creationId xmlns:a16="http://schemas.microsoft.com/office/drawing/2014/main" id="{DF7B41F3-7E22-E03B-B297-FE18CE05DA4C}"/>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067544" y="323548"/>
            <a:ext cx="1789096" cy="459662"/>
          </a:xfrm>
          <a:prstGeom prst="rect">
            <a:avLst/>
          </a:prstGeom>
          <a:noFill/>
          <a:extLst>
            <a:ext uri="{909E8E84-426E-40DD-AFC4-6F175D3DCCD1}">
              <a14:hiddenFill xmlns:a14="http://schemas.microsoft.com/office/drawing/2010/main">
                <a:solidFill>
                  <a:srgbClr val="FFFFFF"/>
                </a:solidFill>
              </a14:hiddenFill>
            </a:ext>
          </a:extLst>
        </p:spPr>
      </p:pic>
      <p:sp>
        <p:nvSpPr>
          <p:cNvPr id="19" name="Marcador de texto 2">
            <a:extLst>
              <a:ext uri="{FF2B5EF4-FFF2-40B4-BE49-F238E27FC236}">
                <a16:creationId xmlns:a16="http://schemas.microsoft.com/office/drawing/2014/main" id="{8AE94C8D-F6EB-4C68-6C7F-F0CFAEC3E1C8}"/>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
        <p:nvSpPr>
          <p:cNvPr id="4" name="CuadroTexto 3">
            <a:extLst>
              <a:ext uri="{FF2B5EF4-FFF2-40B4-BE49-F238E27FC236}">
                <a16:creationId xmlns:a16="http://schemas.microsoft.com/office/drawing/2014/main" id="{6395AFF8-8DE8-BDCC-B653-BB8C33A3A015}"/>
              </a:ext>
            </a:extLst>
          </p:cNvPr>
          <p:cNvSpPr txBox="1"/>
          <p:nvPr/>
        </p:nvSpPr>
        <p:spPr>
          <a:xfrm>
            <a:off x="6397043" y="1385455"/>
            <a:ext cx="5403374" cy="1200727"/>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El reto</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p>
          <a:p>
            <a:pPr marL="0" marR="0" lvl="0" indent="0" algn="l" defTabSz="913790" rtl="0" eaLnBrk="1" fontAlgn="auto" latinLnBrk="0" hangingPunct="1">
              <a:lnSpc>
                <a:spcPct val="100000"/>
              </a:lnSpc>
              <a:spcBef>
                <a:spcPts val="0"/>
              </a:spcBef>
              <a:spcAft>
                <a:spcPts val="0"/>
              </a:spcAft>
              <a:buClrTx/>
              <a:buSzTx/>
              <a:buFontTx/>
              <a:buNone/>
              <a:tabLst/>
              <a:defRPr/>
            </a:pPr>
            <a:endParaRPr kumimoji="0" lang="es-MX" sz="933" b="0" i="0" u="none" strike="noStrike" kern="1200" cap="none" spc="0" normalizeH="0" baseline="0" noProof="0">
              <a:ln>
                <a:noFill/>
              </a:ln>
              <a:solidFill>
                <a:srgbClr val="4F062A"/>
              </a:solidFill>
              <a:effectLst/>
              <a:uLnTx/>
              <a:uFillTx/>
              <a:ea typeface="+mn-ea"/>
              <a:cs typeface="+mn-cs"/>
            </a:endParaRP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Minsur, como parte del programa PMO Avanzada requiere contar con un servicio PMO para el control, gestión y gobierno del portafolio de actividades que este proyecto genere.</a:t>
            </a:r>
          </a:p>
        </p:txBody>
      </p:sp>
      <p:sp>
        <p:nvSpPr>
          <p:cNvPr id="5" name="CuadroTexto 4">
            <a:extLst>
              <a:ext uri="{FF2B5EF4-FFF2-40B4-BE49-F238E27FC236}">
                <a16:creationId xmlns:a16="http://schemas.microsoft.com/office/drawing/2014/main" id="{96E3D08C-C663-B670-A26D-EC862BAE1DC3}"/>
              </a:ext>
            </a:extLst>
          </p:cNvPr>
          <p:cNvSpPr txBox="1"/>
          <p:nvPr/>
        </p:nvSpPr>
        <p:spPr>
          <a:xfrm>
            <a:off x="6423889" y="2784477"/>
            <a:ext cx="5349683" cy="1316928"/>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La solución</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endParaRPr kumimoji="0" lang="en-US" sz="1799"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933"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4F062A"/>
                </a:solidFill>
                <a:effectLst/>
                <a:uLnTx/>
                <a:uFillTx/>
                <a:ea typeface="+mn-ea"/>
                <a:cs typeface="+mn-cs"/>
              </a:rPr>
              <a:t>Disponemos de un marco de metodología, herramientas, organización, gobierno, que recopila buenas prácticas provenientes de los principales estándares (PMI, Scrum, Lean, </a:t>
            </a:r>
            <a:r>
              <a:rPr kumimoji="0" lang="es-MX" sz="1000" b="0" i="0" u="none" strike="noStrike" kern="1200" cap="none" spc="0" normalizeH="0" baseline="0" noProof="0" err="1">
                <a:ln>
                  <a:noFill/>
                </a:ln>
                <a:solidFill>
                  <a:srgbClr val="4F062A"/>
                </a:solidFill>
                <a:effectLst/>
                <a:uLnTx/>
                <a:uFillTx/>
                <a:ea typeface="+mn-ea"/>
                <a:cs typeface="+mn-cs"/>
              </a:rPr>
              <a:t>Itil</a:t>
            </a:r>
            <a:r>
              <a:rPr kumimoji="0" lang="es-MX" sz="1000" b="0" i="0" u="none" strike="noStrike" kern="1200" cap="none" spc="0" normalizeH="0" baseline="0" noProof="0">
                <a:ln>
                  <a:noFill/>
                </a:ln>
                <a:solidFill>
                  <a:srgbClr val="4F062A"/>
                </a:solidFill>
                <a:effectLst/>
                <a:uLnTx/>
                <a:uFillTx/>
                <a:ea typeface="+mn-ea"/>
                <a:cs typeface="+mn-cs"/>
              </a:rPr>
              <a:t>,…) y de nuestra experiencia acumulada.</a:t>
            </a: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p:txBody>
      </p:sp>
      <p:sp>
        <p:nvSpPr>
          <p:cNvPr id="8" name="CuadroTexto 7">
            <a:extLst>
              <a:ext uri="{FF2B5EF4-FFF2-40B4-BE49-F238E27FC236}">
                <a16:creationId xmlns:a16="http://schemas.microsoft.com/office/drawing/2014/main" id="{C93EA27A-551A-9F2C-99FC-D40228E94C89}"/>
              </a:ext>
            </a:extLst>
          </p:cNvPr>
          <p:cNvSpPr txBox="1"/>
          <p:nvPr/>
        </p:nvSpPr>
        <p:spPr>
          <a:xfrm>
            <a:off x="6423889" y="4484426"/>
            <a:ext cx="5349683" cy="1316928"/>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Valor aportado al cliente</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endParaRPr kumimoji="0" lang="en-US" sz="1799"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933"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4F062A"/>
                </a:solidFill>
                <a:effectLst/>
                <a:uLnTx/>
                <a:uFillTx/>
                <a:ea typeface="+mn-ea"/>
                <a:cs typeface="+mn-cs"/>
              </a:rPr>
              <a:t>Metodología estándar de gestión de proyectos, proporcionando guías, plantillas y herramientas. Implementar paneles de control para monitorear </a:t>
            </a:r>
            <a:r>
              <a:rPr kumimoji="0" lang="es-MX" sz="1000" b="0" i="0" u="none" strike="noStrike" kern="1200" cap="none" spc="0" normalizeH="0" baseline="0" noProof="0" err="1">
                <a:ln>
                  <a:noFill/>
                </a:ln>
                <a:solidFill>
                  <a:srgbClr val="4F062A"/>
                </a:solidFill>
                <a:effectLst/>
                <a:uLnTx/>
                <a:uFillTx/>
                <a:ea typeface="+mn-ea"/>
                <a:cs typeface="+mn-cs"/>
              </a:rPr>
              <a:t>KPIs</a:t>
            </a:r>
            <a:r>
              <a:rPr kumimoji="0" lang="es-MX" sz="1000" b="0" i="0" u="none" strike="noStrike" kern="1200" cap="none" spc="0" normalizeH="0" baseline="0" noProof="0">
                <a:ln>
                  <a:noFill/>
                </a:ln>
                <a:solidFill>
                  <a:srgbClr val="4F062A"/>
                </a:solidFill>
                <a:effectLst/>
                <a:uLnTx/>
                <a:uFillTx/>
                <a:ea typeface="+mn-ea"/>
                <a:cs typeface="+mn-cs"/>
              </a:rPr>
              <a:t>, definir un marco de gobernanza claro, gestionar riesgos y realizar reuniones de seguimiento regulares.</a:t>
            </a: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p:txBody>
      </p:sp>
    </p:spTree>
    <p:extLst>
      <p:ext uri="{BB962C8B-B14F-4D97-AF65-F5344CB8AC3E}">
        <p14:creationId xmlns:p14="http://schemas.microsoft.com/office/powerpoint/2010/main" val="24951874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4">
            <a:extLst>
              <a:ext uri="{FF2B5EF4-FFF2-40B4-BE49-F238E27FC236}">
                <a16:creationId xmlns:a16="http://schemas.microsoft.com/office/drawing/2014/main" id="{A4B6090C-825F-7B23-FB20-DE779F58294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12" t="89" r="41379" b="18024"/>
          <a:stretch/>
        </p:blipFill>
        <p:spPr bwMode="auto">
          <a:xfrm>
            <a:off x="244117" y="733540"/>
            <a:ext cx="6095725" cy="6157827"/>
          </a:xfrm>
          <a:prstGeom prst="rect">
            <a:avLst/>
          </a:prstGeom>
          <a:noFill/>
          <a:extLst>
            <a:ext uri="{909E8E84-426E-40DD-AFC4-6F175D3DCCD1}">
              <a14:hiddenFill xmlns:a14="http://schemas.microsoft.com/office/drawing/2010/main">
                <a:solidFill>
                  <a:srgbClr val="FFFFFF"/>
                </a:solidFill>
              </a14:hiddenFill>
            </a:ext>
          </a:extLst>
        </p:spPr>
      </p:pic>
      <p:sp>
        <p:nvSpPr>
          <p:cNvPr id="2" name="Forma libre 37">
            <a:extLst>
              <a:ext uri="{FF2B5EF4-FFF2-40B4-BE49-F238E27FC236}">
                <a16:creationId xmlns:a16="http://schemas.microsoft.com/office/drawing/2014/main" id="{F2F82CCF-3071-A600-DE7F-9E26F53295B8}"/>
              </a:ext>
            </a:extLst>
          </p:cNvPr>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rgbClr val="7874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9" name="Forma libre 39">
            <a:extLst>
              <a:ext uri="{FF2B5EF4-FFF2-40B4-BE49-F238E27FC236}">
                <a16:creationId xmlns:a16="http://schemas.microsoft.com/office/drawing/2014/main" id="{A17D83A9-47C6-A276-C77F-0A2F6E54DFF1}"/>
              </a:ext>
            </a:extLst>
          </p:cNvPr>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3" name="Forma libre 34">
            <a:extLst>
              <a:ext uri="{FF2B5EF4-FFF2-40B4-BE49-F238E27FC236}">
                <a16:creationId xmlns:a16="http://schemas.microsoft.com/office/drawing/2014/main" id="{362A0555-5552-CBC1-5D42-0E2A4FACE8C1}"/>
              </a:ext>
            </a:extLst>
          </p:cNvPr>
          <p:cNvSpPr/>
          <p:nvPr/>
        </p:nvSpPr>
        <p:spPr>
          <a:xfrm rot="16200000" flipH="1">
            <a:off x="-674156" y="3399185"/>
            <a:ext cx="4137208" cy="2780425"/>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12" name="CuadroTexto 11"/>
          <p:cNvSpPr txBox="1"/>
          <p:nvPr/>
        </p:nvSpPr>
        <p:spPr>
          <a:xfrm>
            <a:off x="6397043" y="679451"/>
            <a:ext cx="5403374" cy="2159000"/>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El reto</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p>
          <a:p>
            <a:pPr marL="0" marR="0" lvl="0" indent="0" algn="l" defTabSz="913790" rtl="0" eaLnBrk="1" fontAlgn="auto" latinLnBrk="0" hangingPunct="1">
              <a:lnSpc>
                <a:spcPct val="100000"/>
              </a:lnSpc>
              <a:spcBef>
                <a:spcPts val="0"/>
              </a:spcBef>
              <a:spcAft>
                <a:spcPts val="0"/>
              </a:spcAft>
              <a:buClrTx/>
              <a:buSzTx/>
              <a:buFontTx/>
              <a:buNone/>
              <a:tabLst/>
              <a:defRPr/>
            </a:pPr>
            <a:endParaRPr kumimoji="0" lang="es-MX" sz="933" b="0" i="0" u="none" strike="noStrike" kern="1200" cap="none" spc="0" normalizeH="0" baseline="0" noProof="0">
              <a:ln>
                <a:noFill/>
              </a:ln>
              <a:solidFill>
                <a:srgbClr val="4F062A"/>
              </a:solidFill>
              <a:effectLst/>
              <a:uLnTx/>
              <a:uFillTx/>
              <a:ea typeface="+mn-ea"/>
              <a:cs typeface="+mn-cs"/>
            </a:endParaRP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La Gerencia STC se enfrente a una cartera de más de 80 proyectos que requieren capacidad de gestión, además por ser un área de servicio clave en la operación minera tienen más de 150 iniciativas por atender hasta 2027</a:t>
            </a: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No cuentan con la capacidad para gestionar el volumen de proyectos que poseen</a:t>
            </a: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Falta de lineamientos para gestionar la demanda de proyectos</a:t>
            </a: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Carencia de estandarización y metodologías de gestión (</a:t>
            </a:r>
            <a:r>
              <a:rPr kumimoji="0" lang="es-MX" sz="933" b="0" i="0" u="none" strike="noStrike" kern="1200" cap="none" spc="0" normalizeH="0" baseline="0" noProof="0" err="1">
                <a:ln>
                  <a:noFill/>
                </a:ln>
                <a:solidFill>
                  <a:srgbClr val="4F062A"/>
                </a:solidFill>
                <a:effectLst/>
                <a:uLnTx/>
                <a:uFillTx/>
                <a:ea typeface="+mn-ea"/>
                <a:cs typeface="+mn-cs"/>
              </a:rPr>
              <a:t>waterfall</a:t>
            </a:r>
            <a:r>
              <a:rPr kumimoji="0" lang="es-MX" sz="933" b="0" i="0" u="none" strike="noStrike" kern="1200" cap="none" spc="0" normalizeH="0" baseline="0" noProof="0">
                <a:ln>
                  <a:noFill/>
                </a:ln>
                <a:solidFill>
                  <a:srgbClr val="4F062A"/>
                </a:solidFill>
                <a:effectLst/>
                <a:uLnTx/>
                <a:uFillTx/>
                <a:ea typeface="+mn-ea"/>
                <a:cs typeface="+mn-cs"/>
              </a:rPr>
              <a:t> y agile)</a:t>
            </a: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Bajo nivel de </a:t>
            </a:r>
            <a:r>
              <a:rPr kumimoji="0" lang="es-MX" sz="933" b="0" i="0" u="none" strike="noStrike" kern="1200" cap="none" spc="0" normalizeH="0" baseline="0" noProof="0" err="1">
                <a:ln>
                  <a:noFill/>
                </a:ln>
                <a:solidFill>
                  <a:srgbClr val="4F062A"/>
                </a:solidFill>
                <a:effectLst/>
                <a:uLnTx/>
                <a:uFillTx/>
                <a:ea typeface="+mn-ea"/>
                <a:cs typeface="+mn-cs"/>
              </a:rPr>
              <a:t>reportabilidad</a:t>
            </a:r>
            <a:r>
              <a:rPr kumimoji="0" lang="es-MX" sz="933" b="0" i="0" u="none" strike="noStrike" kern="1200" cap="none" spc="0" normalizeH="0" baseline="0" noProof="0">
                <a:ln>
                  <a:noFill/>
                </a:ln>
                <a:solidFill>
                  <a:srgbClr val="4F062A"/>
                </a:solidFill>
                <a:effectLst/>
                <a:uLnTx/>
                <a:uFillTx/>
                <a:ea typeface="+mn-ea"/>
                <a:cs typeface="+mn-cs"/>
              </a:rPr>
              <a:t> y visibilidad de la cartera para la toma de decisión estratégica</a:t>
            </a: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La gerencia maneja una amplia cartera de proyectos; sin embargo, no se cuenta con las capacidades (metodología, conocimiento) y herramientas (artefactos) de gestión necesarias para hacer frente a la demanda de iniciativas y la gestión de los proyectos en curso, situación reflejada en los </a:t>
            </a:r>
            <a:r>
              <a:rPr kumimoji="0" lang="es-MX" sz="933" b="0" i="0" u="none" strike="noStrike" kern="1200" cap="none" spc="0" normalizeH="0" baseline="0" noProof="0" err="1">
                <a:ln>
                  <a:noFill/>
                </a:ln>
                <a:solidFill>
                  <a:srgbClr val="4F062A"/>
                </a:solidFill>
                <a:effectLst/>
                <a:uLnTx/>
                <a:uFillTx/>
                <a:ea typeface="+mn-ea"/>
                <a:cs typeface="+mn-cs"/>
              </a:rPr>
              <a:t>KPIs</a:t>
            </a:r>
            <a:r>
              <a:rPr kumimoji="0" lang="es-MX" sz="933" b="0" i="0" u="none" strike="noStrike" kern="1200" cap="none" spc="0" normalizeH="0" baseline="0" noProof="0">
                <a:ln>
                  <a:noFill/>
                </a:ln>
                <a:solidFill>
                  <a:srgbClr val="4F062A"/>
                </a:solidFill>
                <a:effectLst/>
                <a:uLnTx/>
                <a:uFillTx/>
                <a:ea typeface="+mn-ea"/>
                <a:cs typeface="+mn-cs"/>
              </a:rPr>
              <a:t> del portafolio</a:t>
            </a:r>
          </a:p>
        </p:txBody>
      </p:sp>
      <p:sp>
        <p:nvSpPr>
          <p:cNvPr id="55308" name="CuadroTexto 17"/>
          <p:cNvSpPr txBox="1">
            <a:spLocks noChangeArrowheads="1"/>
          </p:cNvSpPr>
          <p:nvPr/>
        </p:nvSpPr>
        <p:spPr bwMode="auto">
          <a:xfrm>
            <a:off x="204304" y="840984"/>
            <a:ext cx="5888567" cy="1559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nchor="t"/>
          <a:lstStyle>
            <a:lvl1pPr defTabSz="777875">
              <a:tabLst>
                <a:tab pos="1458913" algn="l"/>
              </a:tabLst>
              <a:defRPr sz="1300">
                <a:solidFill>
                  <a:schemeClr val="tx1"/>
                </a:solidFill>
                <a:latin typeface="Arial" panose="020B0604020202020204" pitchFamily="34" charset="0"/>
              </a:defRPr>
            </a:lvl1pPr>
            <a:lvl2pPr defTabSz="777875">
              <a:tabLst>
                <a:tab pos="1458913" algn="l"/>
              </a:tabLst>
              <a:defRPr sz="1300">
                <a:solidFill>
                  <a:schemeClr val="tx1"/>
                </a:solidFill>
                <a:latin typeface="Arial" panose="020B0604020202020204" pitchFamily="34" charset="0"/>
              </a:defRPr>
            </a:lvl2pPr>
            <a:lvl3pPr defTabSz="777875">
              <a:tabLst>
                <a:tab pos="1458913" algn="l"/>
              </a:tabLst>
              <a:defRPr sz="1300">
                <a:solidFill>
                  <a:schemeClr val="tx1"/>
                </a:solidFill>
                <a:latin typeface="Arial" panose="020B0604020202020204" pitchFamily="34" charset="0"/>
              </a:defRPr>
            </a:lvl3pPr>
            <a:lvl4pPr defTabSz="777875">
              <a:tabLst>
                <a:tab pos="1458913" algn="l"/>
              </a:tabLst>
              <a:defRPr sz="1300">
                <a:solidFill>
                  <a:schemeClr val="tx1"/>
                </a:solidFill>
                <a:latin typeface="Arial" panose="020B0604020202020204" pitchFamily="34" charset="0"/>
              </a:defRPr>
            </a:lvl4pPr>
            <a:lvl5pPr defTabSz="777875">
              <a:tabLst>
                <a:tab pos="1458913" algn="l"/>
              </a:tabLst>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9pPr>
          </a:lstStyle>
          <a:p>
            <a:pPr marL="0" marR="0" lvl="0" indent="0" algn="l" defTabSz="777875" rtl="0" eaLnBrk="1" fontAlgn="auto" latinLnBrk="0" hangingPunct="1">
              <a:lnSpc>
                <a:spcPct val="100000"/>
              </a:lnSpc>
              <a:spcBef>
                <a:spcPts val="0"/>
              </a:spcBef>
              <a:spcAft>
                <a:spcPts val="0"/>
              </a:spcAft>
              <a:buClrTx/>
              <a:buSzTx/>
              <a:buFontTx/>
              <a:buNone/>
              <a:tabLst>
                <a:tab pos="1458913" algn="l"/>
              </a:tabLst>
              <a:defRPr/>
            </a:pPr>
            <a:r>
              <a:rPr kumimoji="0" lang="es-MX" altLang="es-CL" sz="2000" b="0" i="0" u="none" strike="noStrike" kern="1200" cap="none" spc="0" normalizeH="0" baseline="0" noProof="0">
                <a:ln>
                  <a:noFill/>
                </a:ln>
                <a:solidFill>
                  <a:srgbClr val="4F062A"/>
                </a:solidFill>
                <a:effectLst/>
                <a:uLnTx/>
                <a:uFillTx/>
                <a:latin typeface="+mj-lt"/>
              </a:rPr>
              <a:t>Implementación y operación de la Oficina de trasformación Avanzada</a:t>
            </a:r>
            <a:endParaRPr kumimoji="0" lang="es-ES" altLang="es-CL" sz="2000" b="0" i="0" u="none" strike="noStrike" kern="1200" cap="none" spc="0" normalizeH="0" baseline="0" noProof="0">
              <a:ln>
                <a:noFill/>
              </a:ln>
              <a:solidFill>
                <a:srgbClr val="4F062A"/>
              </a:solidFill>
              <a:effectLst/>
              <a:uLnTx/>
              <a:uFillTx/>
              <a:latin typeface="+mj-lt"/>
            </a:endParaRPr>
          </a:p>
        </p:txBody>
      </p:sp>
      <p:sp>
        <p:nvSpPr>
          <p:cNvPr id="51" name="Rectángulo 50"/>
          <p:cNvSpPr/>
          <p:nvPr/>
        </p:nvSpPr>
        <p:spPr bwMode="auto">
          <a:xfrm>
            <a:off x="353485" y="4509559"/>
            <a:ext cx="2574164" cy="1392689"/>
          </a:xfrm>
          <a:prstGeom prst="rect">
            <a:avLst/>
          </a:prstGeom>
        </p:spPr>
        <p:txBody>
          <a:bodyPr wrap="square">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200" b="1" i="0" u="none" strike="noStrike" kern="1200" cap="none" spc="0" normalizeH="0" baseline="0" noProof="0">
                <a:ln>
                  <a:noFill/>
                </a:ln>
                <a:solidFill>
                  <a:srgbClr val="FFFFFF"/>
                </a:solidFill>
                <a:effectLst/>
                <a:uLnTx/>
                <a:uFillTx/>
                <a:cs typeface="Arial" panose="020B0604020202020204" pitchFamily="34" charset="0"/>
              </a:rPr>
              <a:t>___</a:t>
            </a:r>
          </a:p>
          <a:p>
            <a:pPr defTabSz="913790">
              <a:spcBef>
                <a:spcPts val="267"/>
              </a:spcBef>
              <a:spcAft>
                <a:spcPts val="267"/>
              </a:spcAft>
              <a:defRPr/>
            </a:pPr>
            <a:r>
              <a:rPr kumimoji="0" lang="es-ES" sz="1000" b="0" i="0" u="none" strike="noStrike" kern="1200" cap="none" spc="0" normalizeH="0" baseline="0" noProof="0">
                <a:ln>
                  <a:noFill/>
                </a:ln>
                <a:solidFill>
                  <a:srgbClr val="FFFFFF"/>
                </a:solidFill>
                <a:effectLst/>
                <a:uLnTx/>
                <a:uFillTx/>
                <a:cs typeface="Arial" panose="020B0604020202020204" pitchFamily="34" charset="0"/>
              </a:rPr>
              <a:t>Proyectos </a:t>
            </a:r>
            <a:r>
              <a:rPr kumimoji="0" lang="es-MX" sz="1000" b="0" i="0" u="none" strike="noStrike" kern="1200" cap="none" spc="0" normalizeH="0" baseline="0" noProof="0">
                <a:ln>
                  <a:noFill/>
                </a:ln>
                <a:solidFill>
                  <a:srgbClr val="FFFFFF"/>
                </a:solidFill>
                <a:effectLst/>
                <a:uLnTx/>
                <a:uFillTx/>
                <a:cs typeface="Arial" panose="020B0604020202020204" pitchFamily="34" charset="0"/>
              </a:rPr>
              <a:t>del portafolio </a:t>
            </a:r>
          </a:p>
          <a:p>
            <a:pPr defTabSz="913790">
              <a:spcBef>
                <a:spcPts val="267"/>
              </a:spcBef>
              <a:spcAft>
                <a:spcPts val="267"/>
              </a:spcAft>
              <a:defRPr/>
            </a:pPr>
            <a:r>
              <a:rPr kumimoji="0" lang="es-MX" sz="1000" b="0" i="0" u="none" strike="noStrike" kern="1200" cap="none" spc="0" normalizeH="0" baseline="0" noProof="0" err="1">
                <a:ln>
                  <a:noFill/>
                </a:ln>
                <a:solidFill>
                  <a:srgbClr val="FFFFFF"/>
                </a:solidFill>
                <a:effectLst/>
                <a:uLnTx/>
                <a:uFillTx/>
                <a:cs typeface="Arial" panose="020B0604020202020204" pitchFamily="34" charset="0"/>
              </a:rPr>
              <a:t>gstionados</a:t>
            </a:r>
            <a:r>
              <a:rPr kumimoji="0" lang="es-MX" sz="1000" b="0" i="0" u="none" strike="noStrike" kern="1200" cap="none" spc="0" normalizeH="0" baseline="0" noProof="0">
                <a:ln>
                  <a:noFill/>
                </a:ln>
                <a:solidFill>
                  <a:srgbClr val="FFFFFF"/>
                </a:solidFill>
                <a:effectLst/>
                <a:uLnTx/>
                <a:uFillTx/>
                <a:cs typeface="Arial" panose="020B0604020202020204" pitchFamily="34" charset="0"/>
              </a:rPr>
              <a:t> OTA</a:t>
            </a:r>
          </a:p>
          <a:p>
            <a:pPr defTabSz="913790">
              <a:spcBef>
                <a:spcPts val="267"/>
              </a:spcBef>
              <a:spcAft>
                <a:spcPts val="267"/>
              </a:spcAft>
              <a:defRPr/>
            </a:pPr>
            <a:r>
              <a:rPr lang="es-MX" sz="1000"/>
              <a:t>la OTA</a:t>
            </a:r>
          </a:p>
          <a:p>
            <a:pPr defTabSz="913790">
              <a:spcBef>
                <a:spcPts val="267"/>
              </a:spcBef>
              <a:spcAft>
                <a:spcPts val="267"/>
              </a:spcAft>
              <a:defRPr/>
            </a:pPr>
            <a:r>
              <a:rPr lang="es-MX" sz="1000"/>
              <a:t>el portafolio gestionados por la OTA</a:t>
            </a:r>
            <a:endParaRPr lang="es-PE" sz="1000"/>
          </a:p>
          <a:p>
            <a:pPr marL="0" marR="0" lvl="0" indent="0" algn="l" defTabSz="913790" rtl="0" eaLnBrk="1" fontAlgn="auto" latinLnBrk="0" hangingPunct="1">
              <a:lnSpc>
                <a:spcPct val="100000"/>
              </a:lnSpc>
              <a:spcBef>
                <a:spcPts val="267"/>
              </a:spcBef>
              <a:spcAft>
                <a:spcPts val="267"/>
              </a:spcAft>
              <a:buClrTx/>
              <a:buSzTx/>
              <a:buFontTx/>
              <a:buNone/>
              <a:tabLst/>
              <a:defRPr/>
            </a:pPr>
            <a:endParaRPr kumimoji="0" lang="es-ES" sz="1000" b="0" i="0" u="none" strike="noStrike" kern="1200" cap="none" spc="0" normalizeH="0" baseline="0" noProof="0">
              <a:ln>
                <a:noFill/>
              </a:ln>
              <a:solidFill>
                <a:srgbClr val="FFFFFF"/>
              </a:solidFill>
              <a:effectLst/>
              <a:uLnTx/>
              <a:uFillTx/>
              <a:cs typeface="Arial" panose="020B0604020202020204" pitchFamily="34" charset="0"/>
            </a:endParaRPr>
          </a:p>
        </p:txBody>
      </p:sp>
      <p:sp>
        <p:nvSpPr>
          <p:cNvPr id="55322" name="CuadroTexto 42"/>
          <p:cNvSpPr txBox="1">
            <a:spLocks noChangeArrowheads="1"/>
          </p:cNvSpPr>
          <p:nvPr/>
        </p:nvSpPr>
        <p:spPr bwMode="auto">
          <a:xfrm>
            <a:off x="353485" y="4156324"/>
            <a:ext cx="845972" cy="49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lstStyle>
            <a:lvl1pPr defTabSz="777875">
              <a:defRPr sz="1300">
                <a:solidFill>
                  <a:schemeClr val="tx1"/>
                </a:solidFill>
                <a:latin typeface="Arial" panose="020B0604020202020204" pitchFamily="34" charset="0"/>
              </a:defRPr>
            </a:lvl1pPr>
            <a:lvl2pPr defTabSz="777875">
              <a:defRPr sz="1300">
                <a:solidFill>
                  <a:schemeClr val="tx1"/>
                </a:solidFill>
                <a:latin typeface="Arial" panose="020B0604020202020204" pitchFamily="34" charset="0"/>
              </a:defRPr>
            </a:lvl2pPr>
            <a:lvl3pPr defTabSz="777875">
              <a:defRPr sz="1300">
                <a:solidFill>
                  <a:schemeClr val="tx1"/>
                </a:solidFill>
                <a:latin typeface="Arial" panose="020B0604020202020204" pitchFamily="34" charset="0"/>
              </a:defRPr>
            </a:lvl3pPr>
            <a:lvl4pPr defTabSz="777875">
              <a:defRPr sz="1300">
                <a:solidFill>
                  <a:schemeClr val="tx1"/>
                </a:solidFill>
                <a:latin typeface="Arial" panose="020B0604020202020204" pitchFamily="34" charset="0"/>
              </a:defRPr>
            </a:lvl4pPr>
            <a:lvl5pPr defTabSz="777875">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defRPr sz="1300">
                <a:solidFill>
                  <a:schemeClr val="tx1"/>
                </a:solidFill>
                <a:latin typeface="Arial" panose="020B0604020202020204" pitchFamily="34" charset="0"/>
              </a:defRPr>
            </a:lvl9pPr>
          </a:lstStyle>
          <a:p>
            <a:pPr marL="0" marR="0" lvl="0" indent="0" algn="l" defTabSz="777875" rtl="0" eaLnBrk="1" fontAlgn="auto" latinLnBrk="0" hangingPunct="1">
              <a:lnSpc>
                <a:spcPct val="100000"/>
              </a:lnSpc>
              <a:spcBef>
                <a:spcPts val="0"/>
              </a:spcBef>
              <a:spcAft>
                <a:spcPts val="0"/>
              </a:spcAft>
              <a:buClrTx/>
              <a:buSzTx/>
              <a:buFontTx/>
              <a:buNone/>
              <a:tabLst/>
              <a:defRPr/>
            </a:pPr>
            <a:r>
              <a:rPr kumimoji="0" lang="es-ES" altLang="es-CL" sz="2400" b="0" i="0" u="none" strike="noStrike" kern="1200" cap="none" spc="0" normalizeH="0" baseline="0" noProof="0">
                <a:ln>
                  <a:noFill/>
                </a:ln>
                <a:solidFill>
                  <a:srgbClr val="FFFFFF"/>
                </a:solidFill>
                <a:effectLst/>
                <a:uLnTx/>
                <a:uFillTx/>
                <a:latin typeface="+mn-lt"/>
                <a:ea typeface="+mn-ea"/>
                <a:cs typeface="Arial" panose="020B0604020202020204" pitchFamily="34" charset="0"/>
              </a:rPr>
              <a:t>80</a:t>
            </a:r>
            <a:endParaRPr kumimoji="0" lang="es-ES" altLang="es-CL" sz="1600" b="0" i="0" u="none" strike="noStrike" kern="1200" cap="none" spc="0" normalizeH="0" baseline="0" noProof="0">
              <a:ln>
                <a:noFill/>
              </a:ln>
              <a:solidFill>
                <a:srgbClr val="FFFFFF"/>
              </a:solidFill>
              <a:effectLst/>
              <a:uLnTx/>
              <a:uFillTx/>
              <a:latin typeface="+mn-lt"/>
              <a:ea typeface="+mn-ea"/>
              <a:cs typeface="Arial" panose="020B0604020202020204" pitchFamily="34" charset="0"/>
            </a:endParaRPr>
          </a:p>
        </p:txBody>
      </p:sp>
      <p:sp>
        <p:nvSpPr>
          <p:cNvPr id="27" name="CuadroTexto 26"/>
          <p:cNvSpPr txBox="1"/>
          <p:nvPr/>
        </p:nvSpPr>
        <p:spPr>
          <a:xfrm>
            <a:off x="6450732" y="3320179"/>
            <a:ext cx="5349683" cy="2975838"/>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La solución</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endParaRPr kumimoji="0" lang="en-US" sz="1799"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933"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4F062A"/>
                </a:solidFill>
                <a:effectLst/>
                <a:uLnTx/>
                <a:uFillTx/>
                <a:ea typeface="+mn-ea"/>
                <a:cs typeface="+mn-cs"/>
              </a:rPr>
              <a:t>Minsait viene trabajando de la mano con la Gerencia STC de Antamina estableciendo metodologías para la gestión de su portafolio de proyectos. La copropiedad acelera la aceptación y adopción del modelo de gestión</a:t>
            </a:r>
          </a:p>
          <a:p>
            <a:pPr marL="0" marR="0" lvl="0" indent="0" algn="just" defTabSz="91379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4F062A"/>
                </a:solidFill>
                <a:effectLst/>
                <a:uLnTx/>
                <a:uFillTx/>
                <a:ea typeface="+mn-ea"/>
                <a:cs typeface="+mn-cs"/>
              </a:rPr>
              <a:t>Uno de los aportes clave ha sido definir el modelo de gestión de demanda bajo una visión de producto y programa, esto impulsa la colaboración entre superintendencias, permitiendo gestionar más allá de proyectos aislados</a:t>
            </a: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p:txBody>
      </p:sp>
      <p:sp>
        <p:nvSpPr>
          <p:cNvPr id="55" name="Rectángulo 54"/>
          <p:cNvSpPr/>
          <p:nvPr/>
        </p:nvSpPr>
        <p:spPr bwMode="auto">
          <a:xfrm>
            <a:off x="353485" y="3668823"/>
            <a:ext cx="2382143" cy="469359"/>
          </a:xfrm>
          <a:prstGeom prst="rect">
            <a:avLst/>
          </a:prstGeom>
        </p:spPr>
        <p:txBody>
          <a:bodyPr wrap="square">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200" b="1" i="0" u="none" strike="noStrike" kern="1200" cap="none" spc="0" normalizeH="0" baseline="0" noProof="0">
                <a:ln>
                  <a:noFill/>
                </a:ln>
                <a:solidFill>
                  <a:srgbClr val="FFFFFF"/>
                </a:solidFill>
                <a:effectLst/>
                <a:uLnTx/>
                <a:uFillTx/>
                <a:latin typeface="Soho Gothic Pro Light"/>
                <a:ea typeface="+mn-ea"/>
                <a:cs typeface="Arial" panose="020B0604020202020204" pitchFamily="34" charset="0"/>
              </a:rPr>
              <a:t>___</a:t>
            </a:r>
          </a:p>
          <a:p>
            <a:pPr marL="0" marR="0" lvl="0" indent="0" algn="l" defTabSz="913790" rtl="0" eaLnBrk="1" fontAlgn="auto" latinLnBrk="0" hangingPunct="1">
              <a:lnSpc>
                <a:spcPct val="100000"/>
              </a:lnSpc>
              <a:spcBef>
                <a:spcPts val="267"/>
              </a:spcBef>
              <a:spcAft>
                <a:spcPts val="267"/>
              </a:spcAft>
              <a:buClrTx/>
              <a:buSzTx/>
              <a:buFontTx/>
              <a:buNone/>
              <a:tabLst/>
              <a:defRPr/>
            </a:pPr>
            <a:r>
              <a:rPr kumimoji="0" lang="es-ES" sz="1000" b="0" i="0" u="none" strike="noStrike" kern="1200" cap="none" spc="0" normalizeH="0" baseline="0" noProof="0">
                <a:ln>
                  <a:noFill/>
                </a:ln>
                <a:solidFill>
                  <a:srgbClr val="FFFFFF"/>
                </a:solidFill>
                <a:effectLst/>
                <a:uLnTx/>
                <a:uFillTx/>
                <a:latin typeface="Soho Gothic Pro Light"/>
                <a:ea typeface="+mn-ea"/>
                <a:cs typeface="Arial" panose="020B0604020202020204" pitchFamily="34" charset="0"/>
              </a:rPr>
              <a:t>incremento &gt;20%</a:t>
            </a:r>
          </a:p>
        </p:txBody>
      </p:sp>
      <p:sp>
        <p:nvSpPr>
          <p:cNvPr id="35" name="CuadroTexto 42"/>
          <p:cNvSpPr txBox="1">
            <a:spLocks noChangeArrowheads="1"/>
          </p:cNvSpPr>
          <p:nvPr/>
        </p:nvSpPr>
        <p:spPr bwMode="auto">
          <a:xfrm>
            <a:off x="353485" y="3435824"/>
            <a:ext cx="1754448" cy="49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lstStyle>
            <a:lvl1pPr defTabSz="777875">
              <a:defRPr sz="1300">
                <a:solidFill>
                  <a:schemeClr val="tx1"/>
                </a:solidFill>
                <a:latin typeface="Arial" panose="020B0604020202020204" pitchFamily="34" charset="0"/>
              </a:defRPr>
            </a:lvl1pPr>
            <a:lvl2pPr defTabSz="777875">
              <a:defRPr sz="1300">
                <a:solidFill>
                  <a:schemeClr val="tx1"/>
                </a:solidFill>
                <a:latin typeface="Arial" panose="020B0604020202020204" pitchFamily="34" charset="0"/>
              </a:defRPr>
            </a:lvl2pPr>
            <a:lvl3pPr defTabSz="777875">
              <a:defRPr sz="1300">
                <a:solidFill>
                  <a:schemeClr val="tx1"/>
                </a:solidFill>
                <a:latin typeface="Arial" panose="020B0604020202020204" pitchFamily="34" charset="0"/>
              </a:defRPr>
            </a:lvl3pPr>
            <a:lvl4pPr defTabSz="777875">
              <a:defRPr sz="1300">
                <a:solidFill>
                  <a:schemeClr val="tx1"/>
                </a:solidFill>
                <a:latin typeface="Arial" panose="020B0604020202020204" pitchFamily="34" charset="0"/>
              </a:defRPr>
            </a:lvl4pPr>
            <a:lvl5pPr defTabSz="777875">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defRPr sz="1300">
                <a:solidFill>
                  <a:schemeClr val="tx1"/>
                </a:solidFill>
                <a:latin typeface="Arial" panose="020B0604020202020204" pitchFamily="34" charset="0"/>
              </a:defRPr>
            </a:lvl9pPr>
          </a:lstStyle>
          <a:p>
            <a:pPr marL="0" marR="0" lvl="0" indent="0" algn="l" defTabSz="777875" rtl="0" eaLnBrk="1" fontAlgn="auto" latinLnBrk="0" hangingPunct="1">
              <a:lnSpc>
                <a:spcPct val="100000"/>
              </a:lnSpc>
              <a:spcBef>
                <a:spcPts val="0"/>
              </a:spcBef>
              <a:spcAft>
                <a:spcPts val="0"/>
              </a:spcAft>
              <a:buClrTx/>
              <a:buSzTx/>
              <a:buFontTx/>
              <a:buNone/>
              <a:tabLst/>
              <a:defRPr/>
            </a:pPr>
            <a:r>
              <a:rPr kumimoji="0" lang="es-ES" altLang="es-CL" sz="2400" b="0" i="0" u="none" strike="noStrike" kern="1200" cap="none" spc="0" normalizeH="0" baseline="0" noProof="0">
                <a:ln>
                  <a:noFill/>
                </a:ln>
                <a:solidFill>
                  <a:srgbClr val="FFFFFF"/>
                </a:solidFill>
                <a:effectLst/>
                <a:uLnTx/>
                <a:uFillTx/>
                <a:latin typeface="+mn-lt"/>
                <a:ea typeface="+mn-ea"/>
                <a:cs typeface="Arial" panose="020B0604020202020204" pitchFamily="34" charset="0"/>
              </a:rPr>
              <a:t>0.98 SPI</a:t>
            </a:r>
            <a:endParaRPr kumimoji="0" lang="es-ES" altLang="es-CL" sz="1600" b="0" i="0" u="none" strike="noStrike" kern="1200" cap="none" spc="0" normalizeH="0" baseline="0" noProof="0">
              <a:ln>
                <a:noFill/>
              </a:ln>
              <a:solidFill>
                <a:srgbClr val="FFFFFF"/>
              </a:solidFill>
              <a:effectLst/>
              <a:uLnTx/>
              <a:uFillTx/>
              <a:latin typeface="+mn-lt"/>
              <a:ea typeface="+mn-ea"/>
              <a:cs typeface="Arial" panose="020B0604020202020204" pitchFamily="34" charset="0"/>
            </a:endParaRPr>
          </a:p>
        </p:txBody>
      </p:sp>
      <p:pic>
        <p:nvPicPr>
          <p:cNvPr id="8" name="Picture 2" descr="Portal de Cursos de Seguridad">
            <a:extLst>
              <a:ext uri="{FF2B5EF4-FFF2-40B4-BE49-F238E27FC236}">
                <a16:creationId xmlns:a16="http://schemas.microsoft.com/office/drawing/2014/main" id="{292EF02D-8E70-2E51-9AF1-5244DA0308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96298" y="128502"/>
            <a:ext cx="1231327" cy="909399"/>
          </a:xfrm>
          <a:prstGeom prst="rect">
            <a:avLst/>
          </a:prstGeom>
          <a:noFill/>
          <a:extLst>
            <a:ext uri="{909E8E84-426E-40DD-AFC4-6F175D3DCCD1}">
              <a14:hiddenFill xmlns:a14="http://schemas.microsoft.com/office/drawing/2010/main">
                <a:solidFill>
                  <a:srgbClr val="FFFFFF"/>
                </a:solidFill>
              </a14:hiddenFill>
            </a:ext>
          </a:extLst>
        </p:spPr>
      </p:pic>
      <p:sp>
        <p:nvSpPr>
          <p:cNvPr id="7" name="Marcador de texto 2">
            <a:extLst>
              <a:ext uri="{FF2B5EF4-FFF2-40B4-BE49-F238E27FC236}">
                <a16:creationId xmlns:a16="http://schemas.microsoft.com/office/drawing/2014/main" id="{26A3F9E2-867C-94A1-9FB8-36E4368CA5A1}"/>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1176259577"/>
      </p:ext>
    </p:extLst>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8E314-DE68-3C72-235E-DAE117EE102F}"/>
            </a:ext>
          </a:extLst>
        </p:cNvPr>
        <p:cNvGrpSpPr/>
        <p:nvPr/>
      </p:nvGrpSpPr>
      <p:grpSpPr>
        <a:xfrm>
          <a:off x="0" y="0"/>
          <a:ext cx="0" cy="0"/>
          <a:chOff x="0" y="0"/>
          <a:chExt cx="0" cy="0"/>
        </a:xfrm>
      </p:grpSpPr>
      <p:pic>
        <p:nvPicPr>
          <p:cNvPr id="46" name="Picture 2" descr="Kültéri lámpák – Szempontok, javaslatok és ötletek - Fészek ...">
            <a:extLst>
              <a:ext uri="{FF2B5EF4-FFF2-40B4-BE49-F238E27FC236}">
                <a16:creationId xmlns:a16="http://schemas.microsoft.com/office/drawing/2014/main" id="{D36BA24B-64CB-1F63-0BA6-5B3C878D38CB}"/>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30970" r="-40826" b="596"/>
          <a:stretch/>
        </p:blipFill>
        <p:spPr bwMode="auto">
          <a:xfrm>
            <a:off x="926276" y="9864"/>
            <a:ext cx="8610319" cy="6848136"/>
          </a:xfrm>
          <a:prstGeom prst="parallelogram">
            <a:avLst>
              <a:gd name="adj" fmla="val 28503"/>
            </a:avLst>
          </a:prstGeom>
          <a:noFill/>
          <a:extLst>
            <a:ext uri="{909E8E84-426E-40DD-AFC4-6F175D3DCCD1}">
              <a14:hiddenFill xmlns:a14="http://schemas.microsoft.com/office/drawing/2010/main">
                <a:solidFill>
                  <a:srgbClr val="FFFFFF"/>
                </a:solidFill>
              </a14:hiddenFill>
            </a:ext>
          </a:extLst>
        </p:spPr>
      </p:pic>
      <p:sp>
        <p:nvSpPr>
          <p:cNvPr id="2" name="Forma libre 37">
            <a:extLst>
              <a:ext uri="{FF2B5EF4-FFF2-40B4-BE49-F238E27FC236}">
                <a16:creationId xmlns:a16="http://schemas.microsoft.com/office/drawing/2014/main" id="{A83EA9D4-D270-E6BF-5B3D-F8B8087B1851}"/>
              </a:ext>
            </a:extLst>
          </p:cNvPr>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chemeClr val="tx1"/>
          </a:solidFill>
          <a:ln>
            <a:solidFill>
              <a:srgbClr val="770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7" name="Forma libre 34">
            <a:extLst>
              <a:ext uri="{FF2B5EF4-FFF2-40B4-BE49-F238E27FC236}">
                <a16:creationId xmlns:a16="http://schemas.microsoft.com/office/drawing/2014/main" id="{8B016B3A-E437-258B-A3D0-6613C2302457}"/>
              </a:ext>
            </a:extLst>
          </p:cNvPr>
          <p:cNvSpPr/>
          <p:nvPr/>
        </p:nvSpPr>
        <p:spPr>
          <a:xfrm rot="16200000" flipH="1">
            <a:off x="-674156" y="3399185"/>
            <a:ext cx="4137208" cy="2780425"/>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3" name="Forma libre 39">
            <a:extLst>
              <a:ext uri="{FF2B5EF4-FFF2-40B4-BE49-F238E27FC236}">
                <a16:creationId xmlns:a16="http://schemas.microsoft.com/office/drawing/2014/main" id="{BCE9A99A-A561-C0FB-7DC3-02C40AD79EC9}"/>
              </a:ext>
            </a:extLst>
          </p:cNvPr>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16" name="Título 1">
            <a:extLst>
              <a:ext uri="{FF2B5EF4-FFF2-40B4-BE49-F238E27FC236}">
                <a16:creationId xmlns:a16="http://schemas.microsoft.com/office/drawing/2014/main" id="{2FEED736-85E3-D0B3-FA7B-B8B985A78380}"/>
              </a:ext>
            </a:extLst>
          </p:cNvPr>
          <p:cNvSpPr>
            <a:spLocks noGrp="1"/>
          </p:cNvSpPr>
          <p:nvPr>
            <p:ph type="title"/>
          </p:nvPr>
        </p:nvSpPr>
        <p:spPr>
          <a:xfrm>
            <a:off x="276341" y="779315"/>
            <a:ext cx="5471968" cy="919343"/>
          </a:xfrm>
        </p:spPr>
        <p:txBody>
          <a:bodyPr/>
          <a:lstStyle/>
          <a:p>
            <a:r>
              <a:rPr lang="es-MX" sz="2000">
                <a:solidFill>
                  <a:srgbClr val="4F062A"/>
                </a:solidFill>
              </a:rPr>
              <a:t>Levantamiento, diseño, documentación, comunicación y optimización de procesos de back office y operativos a partir de la implementación de PMO Avanzada</a:t>
            </a:r>
            <a:endParaRPr lang="es-ES" sz="2000">
              <a:solidFill>
                <a:srgbClr val="4F062A"/>
              </a:solidFill>
            </a:endParaRPr>
          </a:p>
        </p:txBody>
      </p:sp>
      <p:sp>
        <p:nvSpPr>
          <p:cNvPr id="26" name="CuadroTexto 13">
            <a:extLst>
              <a:ext uri="{FF2B5EF4-FFF2-40B4-BE49-F238E27FC236}">
                <a16:creationId xmlns:a16="http://schemas.microsoft.com/office/drawing/2014/main" id="{BBEE6116-EF13-0A72-CA91-6FC7203B7BF6}"/>
              </a:ext>
            </a:extLst>
          </p:cNvPr>
          <p:cNvSpPr txBox="1"/>
          <p:nvPr/>
        </p:nvSpPr>
        <p:spPr>
          <a:xfrm>
            <a:off x="10324426" y="5998939"/>
            <a:ext cx="1346078" cy="435128"/>
          </a:xfrm>
          <a:prstGeom prst="rect">
            <a:avLst/>
          </a:prstGeom>
          <a:ln>
            <a:noFill/>
          </a:ln>
        </p:spPr>
        <p:txBody>
          <a:bodyPr vert="horz" wrap="square" lIns="121920" tIns="60960" rIns="121920" bIns="60960" rtlCol="0" anchor="t">
            <a:noAutofit/>
          </a:bodyPr>
          <a:lstStyle/>
          <a:p>
            <a:pPr algn="ctr"/>
            <a:r>
              <a:rPr lang="es-ES_tradnl" sz="1000" b="1">
                <a:solidFill>
                  <a:srgbClr val="4F062A"/>
                </a:solidFill>
                <a:cs typeface="Arial"/>
              </a:rPr>
              <a:t>Prácticas Digitales</a:t>
            </a:r>
          </a:p>
          <a:p>
            <a:pPr algn="ctr"/>
            <a:r>
              <a:rPr lang="es-ES_tradnl" sz="1000" i="1">
                <a:solidFill>
                  <a:srgbClr val="4F062A"/>
                </a:solidFill>
              </a:rPr>
              <a:t>Digital </a:t>
            </a:r>
            <a:r>
              <a:rPr lang="es-ES_tradnl" sz="1000" i="1" err="1">
                <a:solidFill>
                  <a:srgbClr val="4F062A"/>
                </a:solidFill>
              </a:rPr>
              <a:t>Operations</a:t>
            </a:r>
            <a:endParaRPr lang="es-ES_tradnl" sz="1000" i="1">
              <a:solidFill>
                <a:srgbClr val="4F062A"/>
              </a:solidFill>
            </a:endParaRPr>
          </a:p>
        </p:txBody>
      </p:sp>
      <p:pic>
        <p:nvPicPr>
          <p:cNvPr id="29" name="Imagen 53">
            <a:extLst>
              <a:ext uri="{FF2B5EF4-FFF2-40B4-BE49-F238E27FC236}">
                <a16:creationId xmlns:a16="http://schemas.microsoft.com/office/drawing/2014/main" id="{CD5B5113-3565-9D71-613F-B6519C62F49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862976" y="5687328"/>
            <a:ext cx="275310" cy="266432"/>
          </a:xfrm>
          <a:prstGeom prst="rect">
            <a:avLst/>
          </a:prstGeom>
        </p:spPr>
      </p:pic>
      <p:sp>
        <p:nvSpPr>
          <p:cNvPr id="35" name="CuadroTexto 51">
            <a:extLst>
              <a:ext uri="{FF2B5EF4-FFF2-40B4-BE49-F238E27FC236}">
                <a16:creationId xmlns:a16="http://schemas.microsoft.com/office/drawing/2014/main" id="{580094C1-3188-4E74-C0C7-CA97B0C4BDAD}"/>
              </a:ext>
            </a:extLst>
          </p:cNvPr>
          <p:cNvSpPr txBox="1"/>
          <p:nvPr/>
        </p:nvSpPr>
        <p:spPr>
          <a:xfrm>
            <a:off x="217912" y="4170691"/>
            <a:ext cx="2276575" cy="447468"/>
          </a:xfrm>
          <a:prstGeom prst="rect">
            <a:avLst/>
          </a:prstGeom>
          <a:ln>
            <a:noFill/>
          </a:ln>
        </p:spPr>
        <p:txBody>
          <a:bodyPr vert="horz" wrap="square" lIns="103900" tIns="51951" rIns="103900" bIns="51951" rtlCol="0" anchor="t">
            <a:noAutofit/>
          </a:bodyPr>
          <a:lstStyle/>
          <a:p>
            <a:pPr>
              <a:defRPr/>
            </a:pPr>
            <a:r>
              <a:rPr lang="es-ES" sz="1200">
                <a:solidFill>
                  <a:schemeClr val="bg1"/>
                </a:solidFill>
                <a:cs typeface="Arial" panose="020B0604020202020204" pitchFamily="34" charset="0"/>
              </a:rPr>
              <a:t>Reuniones con Key </a:t>
            </a:r>
            <a:r>
              <a:rPr lang="es-ES" sz="1200" err="1">
                <a:solidFill>
                  <a:schemeClr val="bg1"/>
                </a:solidFill>
                <a:cs typeface="Arial" panose="020B0604020202020204" pitchFamily="34" charset="0"/>
              </a:rPr>
              <a:t>Users</a:t>
            </a:r>
            <a:endParaRPr lang="es-ES" sz="1200">
              <a:solidFill>
                <a:schemeClr val="bg1"/>
              </a:solidFill>
              <a:cs typeface="Arial" panose="020B0604020202020204" pitchFamily="34" charset="0"/>
            </a:endParaRPr>
          </a:p>
        </p:txBody>
      </p:sp>
      <p:sp>
        <p:nvSpPr>
          <p:cNvPr id="36" name="CuadroTexto 64">
            <a:extLst>
              <a:ext uri="{FF2B5EF4-FFF2-40B4-BE49-F238E27FC236}">
                <a16:creationId xmlns:a16="http://schemas.microsoft.com/office/drawing/2014/main" id="{E65A44CE-6498-1726-5B7F-333C867214FA}"/>
              </a:ext>
            </a:extLst>
          </p:cNvPr>
          <p:cNvSpPr txBox="1"/>
          <p:nvPr/>
        </p:nvSpPr>
        <p:spPr>
          <a:xfrm>
            <a:off x="217913" y="5225524"/>
            <a:ext cx="2044778" cy="400639"/>
          </a:xfrm>
          <a:prstGeom prst="rect">
            <a:avLst/>
          </a:prstGeom>
          <a:ln>
            <a:noFill/>
          </a:ln>
        </p:spPr>
        <p:txBody>
          <a:bodyPr vert="horz" wrap="square" lIns="103900" tIns="51951" rIns="103900" bIns="51951" rtlCol="0" anchor="t">
            <a:spAutoFit/>
          </a:bodyPr>
          <a:lstStyle/>
          <a:p>
            <a:pPr defTabSz="1038833">
              <a:lnSpc>
                <a:spcPct val="80000"/>
              </a:lnSpc>
              <a:defRPr/>
            </a:pPr>
            <a:r>
              <a:rPr lang="es-ES" sz="1200">
                <a:solidFill>
                  <a:schemeClr val="bg1"/>
                </a:solidFill>
                <a:cs typeface="Arial" panose="020B0604020202020204" pitchFamily="34" charset="0"/>
              </a:rPr>
              <a:t>sesiones de </a:t>
            </a:r>
            <a:r>
              <a:rPr lang="es-ES" sz="1200" err="1">
                <a:solidFill>
                  <a:schemeClr val="bg1"/>
                </a:solidFill>
                <a:cs typeface="Arial" panose="020B0604020202020204" pitchFamily="34" charset="0"/>
              </a:rPr>
              <a:t>walkthrough</a:t>
            </a:r>
            <a:r>
              <a:rPr lang="es-ES" sz="1200">
                <a:solidFill>
                  <a:schemeClr val="bg1"/>
                </a:solidFill>
                <a:cs typeface="Arial" panose="020B0604020202020204" pitchFamily="34" charset="0"/>
              </a:rPr>
              <a:t> de procesos</a:t>
            </a:r>
            <a:endParaRPr lang="es-ES" sz="1200" b="1" i="1">
              <a:solidFill>
                <a:schemeClr val="bg1"/>
              </a:solidFill>
              <a:cs typeface="Arial" panose="020B0604020202020204" pitchFamily="34" charset="0"/>
            </a:endParaRPr>
          </a:p>
        </p:txBody>
      </p:sp>
      <p:sp>
        <p:nvSpPr>
          <p:cNvPr id="38" name="CuadroTexto 33">
            <a:extLst>
              <a:ext uri="{FF2B5EF4-FFF2-40B4-BE49-F238E27FC236}">
                <a16:creationId xmlns:a16="http://schemas.microsoft.com/office/drawing/2014/main" id="{074A0EB2-6AE1-E61A-8BD2-36CB984D33DE}"/>
              </a:ext>
            </a:extLst>
          </p:cNvPr>
          <p:cNvSpPr txBox="1"/>
          <p:nvPr/>
        </p:nvSpPr>
        <p:spPr>
          <a:xfrm>
            <a:off x="217910" y="3660662"/>
            <a:ext cx="2275200" cy="412693"/>
          </a:xfrm>
          <a:prstGeom prst="rect">
            <a:avLst/>
          </a:prstGeom>
          <a:ln>
            <a:noFill/>
          </a:ln>
        </p:spPr>
        <p:txBody>
          <a:bodyPr vert="horz" wrap="square" lIns="103900" tIns="51951" rIns="103900" bIns="51951" rtlCol="0" anchor="t">
            <a:spAutoFit/>
          </a:bodyPr>
          <a:lstStyle/>
          <a:p>
            <a:pPr>
              <a:defRPr/>
            </a:pPr>
            <a:r>
              <a:rPr lang="es-ES" sz="2000">
                <a:solidFill>
                  <a:schemeClr val="bg1"/>
                </a:solidFill>
                <a:cs typeface="Arial" panose="020B0604020202020204" pitchFamily="34" charset="0"/>
              </a:rPr>
              <a:t>+150</a:t>
            </a:r>
            <a:endParaRPr lang="es-ES" sz="1200" b="1">
              <a:solidFill>
                <a:schemeClr val="bg1"/>
              </a:solidFill>
              <a:cs typeface="Arial" panose="020B0604020202020204" pitchFamily="34" charset="0"/>
            </a:endParaRPr>
          </a:p>
        </p:txBody>
      </p:sp>
      <p:sp>
        <p:nvSpPr>
          <p:cNvPr id="39" name="CuadroTexto 33">
            <a:extLst>
              <a:ext uri="{FF2B5EF4-FFF2-40B4-BE49-F238E27FC236}">
                <a16:creationId xmlns:a16="http://schemas.microsoft.com/office/drawing/2014/main" id="{3B56CD5E-63F2-CC9E-BC89-AEC10369D8AE}"/>
              </a:ext>
            </a:extLst>
          </p:cNvPr>
          <p:cNvSpPr txBox="1"/>
          <p:nvPr/>
        </p:nvSpPr>
        <p:spPr>
          <a:xfrm>
            <a:off x="220400" y="4715495"/>
            <a:ext cx="2275200" cy="412693"/>
          </a:xfrm>
          <a:prstGeom prst="rect">
            <a:avLst/>
          </a:prstGeom>
          <a:ln>
            <a:noFill/>
          </a:ln>
        </p:spPr>
        <p:txBody>
          <a:bodyPr vert="horz" wrap="square" lIns="103900" tIns="51951" rIns="103900" bIns="51951" rtlCol="0" anchor="t">
            <a:spAutoFit/>
          </a:bodyPr>
          <a:lstStyle/>
          <a:p>
            <a:pPr>
              <a:defRPr/>
            </a:pPr>
            <a:r>
              <a:rPr lang="es-ES" sz="2000">
                <a:solidFill>
                  <a:schemeClr val="bg1"/>
                </a:solidFill>
                <a:cs typeface="Arial" panose="020B0604020202020204" pitchFamily="34" charset="0"/>
              </a:rPr>
              <a:t>+50</a:t>
            </a:r>
            <a:endParaRPr lang="es-ES" sz="1200" b="1">
              <a:solidFill>
                <a:schemeClr val="bg1"/>
              </a:solidFill>
              <a:cs typeface="Arial" panose="020B0604020202020204" pitchFamily="34" charset="0"/>
            </a:endParaRPr>
          </a:p>
        </p:txBody>
      </p:sp>
      <p:sp>
        <p:nvSpPr>
          <p:cNvPr id="47" name="CuadroTexto 64">
            <a:extLst>
              <a:ext uri="{FF2B5EF4-FFF2-40B4-BE49-F238E27FC236}">
                <a16:creationId xmlns:a16="http://schemas.microsoft.com/office/drawing/2014/main" id="{71C67970-EFCB-0518-37E7-613265B4F01D}"/>
              </a:ext>
            </a:extLst>
          </p:cNvPr>
          <p:cNvSpPr txBox="1"/>
          <p:nvPr/>
        </p:nvSpPr>
        <p:spPr>
          <a:xfrm>
            <a:off x="217913" y="6233529"/>
            <a:ext cx="2044778" cy="252906"/>
          </a:xfrm>
          <a:prstGeom prst="rect">
            <a:avLst/>
          </a:prstGeom>
          <a:ln>
            <a:noFill/>
          </a:ln>
        </p:spPr>
        <p:txBody>
          <a:bodyPr vert="horz" wrap="square" lIns="103900" tIns="51951" rIns="103900" bIns="51951" rtlCol="0" anchor="t">
            <a:spAutoFit/>
          </a:bodyPr>
          <a:lstStyle/>
          <a:p>
            <a:pPr defTabSz="1038833">
              <a:lnSpc>
                <a:spcPct val="80000"/>
              </a:lnSpc>
              <a:defRPr/>
            </a:pPr>
            <a:r>
              <a:rPr lang="es-ES" sz="1200">
                <a:solidFill>
                  <a:schemeClr val="bg1"/>
                </a:solidFill>
                <a:cs typeface="Arial" panose="020B0604020202020204" pitchFamily="34" charset="0"/>
              </a:rPr>
              <a:t>procesos levantados</a:t>
            </a:r>
            <a:endParaRPr lang="es-ES" sz="1200" b="1" i="1">
              <a:solidFill>
                <a:schemeClr val="bg1"/>
              </a:solidFill>
              <a:cs typeface="Arial" panose="020B0604020202020204" pitchFamily="34" charset="0"/>
            </a:endParaRPr>
          </a:p>
        </p:txBody>
      </p:sp>
      <p:sp>
        <p:nvSpPr>
          <p:cNvPr id="48" name="CuadroTexto 33">
            <a:extLst>
              <a:ext uri="{FF2B5EF4-FFF2-40B4-BE49-F238E27FC236}">
                <a16:creationId xmlns:a16="http://schemas.microsoft.com/office/drawing/2014/main" id="{66E6B52A-E6E0-BEA1-F0C4-04FB52C9C224}"/>
              </a:ext>
            </a:extLst>
          </p:cNvPr>
          <p:cNvSpPr txBox="1"/>
          <p:nvPr/>
        </p:nvSpPr>
        <p:spPr>
          <a:xfrm>
            <a:off x="220400" y="5723499"/>
            <a:ext cx="2275200" cy="412693"/>
          </a:xfrm>
          <a:prstGeom prst="rect">
            <a:avLst/>
          </a:prstGeom>
          <a:ln>
            <a:noFill/>
          </a:ln>
        </p:spPr>
        <p:txBody>
          <a:bodyPr vert="horz" wrap="square" lIns="103900" tIns="51951" rIns="103900" bIns="51951" rtlCol="0" anchor="t">
            <a:spAutoFit/>
          </a:bodyPr>
          <a:lstStyle/>
          <a:p>
            <a:pPr>
              <a:defRPr/>
            </a:pPr>
            <a:r>
              <a:rPr lang="es-ES" sz="2000">
                <a:solidFill>
                  <a:schemeClr val="bg1"/>
                </a:solidFill>
                <a:cs typeface="Arial" panose="020B0604020202020204" pitchFamily="34" charset="0"/>
              </a:rPr>
              <a:t>+110</a:t>
            </a:r>
            <a:endParaRPr lang="es-ES" sz="1200" b="1">
              <a:solidFill>
                <a:schemeClr val="bg1"/>
              </a:solidFill>
              <a:cs typeface="Arial" panose="020B0604020202020204" pitchFamily="34" charset="0"/>
            </a:endParaRPr>
          </a:p>
        </p:txBody>
      </p:sp>
      <p:sp>
        <p:nvSpPr>
          <p:cNvPr id="33" name="CuadroTexto 42">
            <a:extLst>
              <a:ext uri="{FF2B5EF4-FFF2-40B4-BE49-F238E27FC236}">
                <a16:creationId xmlns:a16="http://schemas.microsoft.com/office/drawing/2014/main" id="{F2F5C8C9-48BF-F568-D045-1DE02B3923E5}"/>
              </a:ext>
            </a:extLst>
          </p:cNvPr>
          <p:cNvSpPr txBox="1"/>
          <p:nvPr/>
        </p:nvSpPr>
        <p:spPr>
          <a:xfrm>
            <a:off x="6950945" y="6010748"/>
            <a:ext cx="1390287" cy="457722"/>
          </a:xfrm>
          <a:prstGeom prst="rect">
            <a:avLst/>
          </a:prstGeom>
          <a:ln>
            <a:noFill/>
          </a:ln>
        </p:spPr>
        <p:txBody>
          <a:bodyPr vert="horz" wrap="square" lIns="91440" tIns="45720" rIns="91440" bIns="45720" rtlCol="0" anchor="t">
            <a:noAutofit/>
          </a:bodyPr>
          <a:lstStyle/>
          <a:p>
            <a:pPr algn="ctr"/>
            <a:r>
              <a:rPr lang="es-ES_tradnl" sz="1050" b="1">
                <a:solidFill>
                  <a:srgbClr val="4F062A"/>
                </a:solidFill>
                <a:cs typeface="Arial"/>
              </a:rPr>
              <a:t>Business </a:t>
            </a:r>
            <a:r>
              <a:rPr lang="es-ES_tradnl" sz="1050" b="1" err="1">
                <a:solidFill>
                  <a:srgbClr val="4F062A"/>
                </a:solidFill>
                <a:cs typeface="Arial"/>
              </a:rPr>
              <a:t>Consulting</a:t>
            </a:r>
            <a:r>
              <a:rPr lang="es-ES_tradnl" sz="1050" b="1">
                <a:solidFill>
                  <a:srgbClr val="4F062A"/>
                </a:solidFill>
                <a:cs typeface="Arial"/>
              </a:rPr>
              <a:t> </a:t>
            </a:r>
            <a:endParaRPr lang="es-ES_tradnl" sz="1070" b="1">
              <a:solidFill>
                <a:srgbClr val="4F062A"/>
              </a:solidFill>
              <a:cs typeface="Arial"/>
            </a:endParaRPr>
          </a:p>
          <a:p>
            <a:pPr algn="ctr"/>
            <a:r>
              <a:rPr lang="es-ES_tradnl" sz="1000">
                <a:solidFill>
                  <a:srgbClr val="4F062A"/>
                </a:solidFill>
              </a:rPr>
              <a:t>Consultoría Procesos</a:t>
            </a:r>
          </a:p>
        </p:txBody>
      </p:sp>
      <p:pic>
        <p:nvPicPr>
          <p:cNvPr id="34" name="Imagen 45">
            <a:extLst>
              <a:ext uri="{FF2B5EF4-FFF2-40B4-BE49-F238E27FC236}">
                <a16:creationId xmlns:a16="http://schemas.microsoft.com/office/drawing/2014/main" id="{B17E5A12-4661-8098-B31A-D59BCF72C668}"/>
              </a:ext>
            </a:extLst>
          </p:cNvPr>
          <p:cNvPicPr>
            <a:picLocks noChangeAspect="1"/>
          </p:cNvPicPr>
          <p:nvPr/>
        </p:nvPicPr>
        <p:blipFill>
          <a:blip r:embed="rId4"/>
          <a:stretch>
            <a:fillRect/>
          </a:stretch>
        </p:blipFill>
        <p:spPr>
          <a:xfrm>
            <a:off x="7439494" y="5605704"/>
            <a:ext cx="409028" cy="457722"/>
          </a:xfrm>
          <a:prstGeom prst="rect">
            <a:avLst/>
          </a:prstGeom>
        </p:spPr>
      </p:pic>
      <p:pic>
        <p:nvPicPr>
          <p:cNvPr id="37" name="Imagen 47">
            <a:extLst>
              <a:ext uri="{FF2B5EF4-FFF2-40B4-BE49-F238E27FC236}">
                <a16:creationId xmlns:a16="http://schemas.microsoft.com/office/drawing/2014/main" id="{8C6F71FE-AB2E-0EEC-C32A-DF29DE8A9CEB}"/>
              </a:ext>
            </a:extLst>
          </p:cNvPr>
          <p:cNvPicPr>
            <a:picLocks noChangeAspect="1"/>
          </p:cNvPicPr>
          <p:nvPr/>
        </p:nvPicPr>
        <p:blipFill>
          <a:blip r:embed="rId5"/>
          <a:stretch>
            <a:fillRect/>
          </a:stretch>
        </p:blipFill>
        <p:spPr>
          <a:xfrm>
            <a:off x="9084988" y="5659287"/>
            <a:ext cx="541521" cy="322515"/>
          </a:xfrm>
          <a:prstGeom prst="rect">
            <a:avLst/>
          </a:prstGeom>
        </p:spPr>
      </p:pic>
      <p:sp>
        <p:nvSpPr>
          <p:cNvPr id="44" name="CuadroTexto 60">
            <a:extLst>
              <a:ext uri="{FF2B5EF4-FFF2-40B4-BE49-F238E27FC236}">
                <a16:creationId xmlns:a16="http://schemas.microsoft.com/office/drawing/2014/main" id="{16253DF8-7256-2D74-ADCB-A6B22D727C48}"/>
              </a:ext>
            </a:extLst>
          </p:cNvPr>
          <p:cNvSpPr txBox="1"/>
          <p:nvPr/>
        </p:nvSpPr>
        <p:spPr>
          <a:xfrm>
            <a:off x="8250705" y="6045151"/>
            <a:ext cx="2164248" cy="842864"/>
          </a:xfrm>
          <a:prstGeom prst="rect">
            <a:avLst/>
          </a:prstGeom>
          <a:ln>
            <a:noFill/>
          </a:ln>
        </p:spPr>
        <p:txBody>
          <a:bodyPr vert="horz" wrap="square" lIns="121920" tIns="60960" rIns="121920" bIns="60960" rtlCol="0" anchor="t">
            <a:noAutofit/>
          </a:bodyPr>
          <a:lstStyle/>
          <a:p>
            <a:pPr algn="ctr"/>
            <a:r>
              <a:rPr lang="es-ES" sz="1050" b="1">
                <a:latin typeface="Soho Gothic Pro Light" panose="020B0303030504020204" pitchFamily="34" charset="0"/>
              </a:rPr>
              <a:t>Valor Aportado</a:t>
            </a:r>
            <a:endParaRPr lang="es-ES" sz="1000" b="1">
              <a:latin typeface="Soho Gothic Pro Light" panose="020B0303030504020204" pitchFamily="34" charset="0"/>
            </a:endParaRPr>
          </a:p>
          <a:p>
            <a:pPr algn="ctr"/>
            <a:r>
              <a:rPr lang="es-ES" sz="1000">
                <a:latin typeface="Soho Gothic Pro Light" panose="020B0303030504020204" pitchFamily="34" charset="0"/>
              </a:rPr>
              <a:t>Mejoras sistémicas, de procesos, operativas, organizacionales</a:t>
            </a:r>
          </a:p>
        </p:txBody>
      </p:sp>
      <p:pic>
        <p:nvPicPr>
          <p:cNvPr id="45" name="Picture 2" descr="Colbún - Mejor Energía">
            <a:extLst>
              <a:ext uri="{FF2B5EF4-FFF2-40B4-BE49-F238E27FC236}">
                <a16:creationId xmlns:a16="http://schemas.microsoft.com/office/drawing/2014/main" id="{988467AA-33CA-6B09-51C6-C63CA0EE0832}"/>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161852" y="-33661"/>
            <a:ext cx="1889931" cy="1114246"/>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D04FA43F-9623-A9D7-0852-85FB95DB5269}"/>
              </a:ext>
            </a:extLst>
          </p:cNvPr>
          <p:cNvSpPr txBox="1"/>
          <p:nvPr/>
        </p:nvSpPr>
        <p:spPr>
          <a:xfrm>
            <a:off x="6397043" y="679451"/>
            <a:ext cx="5403374" cy="2159000"/>
          </a:xfrm>
          <a:prstGeom prst="rect">
            <a:avLst/>
          </a:prstGeom>
          <a:ln>
            <a:noFill/>
          </a:ln>
        </p:spPr>
        <p:txBody>
          <a:bodyPr lIns="103900" tIns="51951" rIns="0" bIns="51951" anchor="t"/>
          <a:lstStyle/>
          <a:p>
            <a:pPr defTabSz="914354">
              <a:defRPr/>
            </a:pPr>
            <a:r>
              <a:rPr lang="es-ES" sz="1867">
                <a:solidFill>
                  <a:srgbClr val="4F062A"/>
                </a:solidFill>
              </a:rPr>
              <a:t>El reto</a:t>
            </a:r>
            <a:br>
              <a:rPr lang="es-ES" sz="1867">
                <a:solidFill>
                  <a:srgbClr val="4F062A"/>
                </a:solidFill>
              </a:rPr>
            </a:br>
            <a:r>
              <a:rPr lang="es-ES" sz="1200" b="1">
                <a:solidFill>
                  <a:srgbClr val="4F062A"/>
                </a:solidFill>
                <a:cs typeface="Arial" panose="020B0604020202020204" pitchFamily="34" charset="0"/>
              </a:rPr>
              <a:t>____</a:t>
            </a:r>
          </a:p>
          <a:p>
            <a:pPr>
              <a:defRPr/>
            </a:pPr>
            <a:endParaRPr lang="es-ES" sz="933">
              <a:solidFill>
                <a:srgbClr val="4F062A"/>
              </a:solidFill>
            </a:endParaRPr>
          </a:p>
          <a:p>
            <a:pPr algn="just"/>
            <a:r>
              <a:rPr lang="es-ES" sz="1000" err="1">
                <a:solidFill>
                  <a:srgbClr val="4F062A"/>
                </a:solidFill>
              </a:rPr>
              <a:t>Colbun</a:t>
            </a:r>
            <a:r>
              <a:rPr lang="es-ES" sz="1000">
                <a:solidFill>
                  <a:srgbClr val="4F062A"/>
                </a:solidFill>
              </a:rPr>
              <a:t> culminó la implementación de PMO Avanzada y requirió realizar una completa gestión de procesos operacionales y de back office que utilizan los distintos módulos implementados.</a:t>
            </a:r>
          </a:p>
          <a:p>
            <a:pPr marL="171450" indent="-171450" algn="just">
              <a:buFont typeface="Arial" panose="020B0604020202020204" pitchFamily="34" charset="0"/>
              <a:buChar char="•"/>
            </a:pPr>
            <a:r>
              <a:rPr lang="es-ES" sz="1000">
                <a:solidFill>
                  <a:srgbClr val="4F062A"/>
                </a:solidFill>
              </a:rPr>
              <a:t>Se identificaron los procesos a ser relevados y analizados para luego ser levantados con una metodología colaborativa completamente remota con impacto luego en el evolutivo de SAP</a:t>
            </a:r>
          </a:p>
          <a:p>
            <a:pPr marL="171450" indent="-171450" algn="just">
              <a:buFont typeface="Arial" panose="020B0604020202020204" pitchFamily="34" charset="0"/>
              <a:buChar char="•"/>
            </a:pPr>
            <a:r>
              <a:rPr lang="es-ES" sz="1000">
                <a:solidFill>
                  <a:srgbClr val="4F062A"/>
                </a:solidFill>
              </a:rPr>
              <a:t>Realizando una identificación de mejoras en los ámbitos operacionales, de personas y de organización para buscar nuevas sinergias en las tareas y ajustando los procesos actuales sin necesidad de requerir nuevas iniciativas.</a:t>
            </a:r>
          </a:p>
          <a:p>
            <a:pPr marL="171450" indent="-171450" algn="just">
              <a:buFont typeface="Arial" panose="020B0604020202020204" pitchFamily="34" charset="0"/>
              <a:buChar char="•"/>
            </a:pPr>
            <a:r>
              <a:rPr lang="es-ES" sz="1000">
                <a:solidFill>
                  <a:srgbClr val="4F062A"/>
                </a:solidFill>
              </a:rPr>
              <a:t>Revisando potenciales mejoras cuantitativas que puedas ser traspasadas a ahorros en la organización y ejecución de tareas diarias. </a:t>
            </a:r>
          </a:p>
          <a:p>
            <a:pPr marL="171450" indent="-171450" algn="just">
              <a:buFont typeface="Arial" panose="020B0604020202020204" pitchFamily="34" charset="0"/>
              <a:buChar char="•"/>
            </a:pPr>
            <a:r>
              <a:rPr lang="es-ES" sz="1000">
                <a:solidFill>
                  <a:srgbClr val="4F062A"/>
                </a:solidFill>
              </a:rPr>
              <a:t>Potenciar la utilización de manera ágil toda la nueva documentación de procesos.</a:t>
            </a:r>
          </a:p>
          <a:p>
            <a:pPr marL="171450" indent="-171450" algn="just">
              <a:buFont typeface="Arial" panose="020B0604020202020204" pitchFamily="34" charset="0"/>
              <a:buChar char="•"/>
            </a:pPr>
            <a:r>
              <a:rPr lang="es-ES" sz="1000">
                <a:solidFill>
                  <a:srgbClr val="4F062A"/>
                </a:solidFill>
              </a:rPr>
              <a:t>Comunicar efectivamente a la organización los cambios, ajustes y nuevos procedimientos.</a:t>
            </a:r>
          </a:p>
        </p:txBody>
      </p:sp>
      <p:sp>
        <p:nvSpPr>
          <p:cNvPr id="8" name="CuadroTexto 7">
            <a:extLst>
              <a:ext uri="{FF2B5EF4-FFF2-40B4-BE49-F238E27FC236}">
                <a16:creationId xmlns:a16="http://schemas.microsoft.com/office/drawing/2014/main" id="{031C0C5C-F1F2-4A2E-EA57-EE29631A98F4}"/>
              </a:ext>
            </a:extLst>
          </p:cNvPr>
          <p:cNvSpPr txBox="1"/>
          <p:nvPr/>
        </p:nvSpPr>
        <p:spPr>
          <a:xfrm>
            <a:off x="6450732" y="3429000"/>
            <a:ext cx="5349683" cy="2073478"/>
          </a:xfrm>
          <a:prstGeom prst="rect">
            <a:avLst/>
          </a:prstGeom>
          <a:ln>
            <a:noFill/>
          </a:ln>
        </p:spPr>
        <p:txBody>
          <a:bodyPr lIns="103900" tIns="51951" rIns="0" bIns="51951" anchor="t"/>
          <a:lstStyle/>
          <a:p>
            <a:pPr defTabSz="914354">
              <a:defRPr/>
            </a:pPr>
            <a:r>
              <a:rPr lang="es-ES" sz="1867">
                <a:solidFill>
                  <a:srgbClr val="4F062A"/>
                </a:solidFill>
              </a:rPr>
              <a:t>La solución</a:t>
            </a:r>
            <a:br>
              <a:rPr lang="es-ES" sz="1867">
                <a:solidFill>
                  <a:srgbClr val="4F062A"/>
                </a:solidFill>
              </a:rPr>
            </a:br>
            <a:r>
              <a:rPr lang="es-ES" sz="1200" b="1">
                <a:solidFill>
                  <a:srgbClr val="4F062A"/>
                </a:solidFill>
                <a:cs typeface="Arial" panose="020B0604020202020204" pitchFamily="34" charset="0"/>
              </a:rPr>
              <a:t>____</a:t>
            </a:r>
            <a:endParaRPr lang="en-US">
              <a:solidFill>
                <a:srgbClr val="4F062A"/>
              </a:solidFill>
            </a:endParaRPr>
          </a:p>
          <a:p>
            <a:pPr algn="just">
              <a:defRPr/>
            </a:pPr>
            <a:endParaRPr lang="es-ES" sz="933">
              <a:solidFill>
                <a:srgbClr val="4F062A"/>
              </a:solidFill>
            </a:endParaRPr>
          </a:p>
          <a:p>
            <a:pPr marL="177800" indent="-177800">
              <a:spcBef>
                <a:spcPts val="300"/>
              </a:spcBef>
              <a:buFont typeface="Wingdings" panose="05000000000000000000" pitchFamily="2" charset="2"/>
              <a:buChar char="§"/>
            </a:pPr>
            <a:r>
              <a:rPr lang="es-ES" altLang="pt-BR" sz="1000">
                <a:solidFill>
                  <a:srgbClr val="4F062A"/>
                </a:solidFill>
              </a:rPr>
              <a:t>Levantamiento, bajo metodología BMPN 2.0, de procesos operativos identificando oportunidades de mejora.</a:t>
            </a:r>
          </a:p>
          <a:p>
            <a:pPr marL="177800" indent="-177800">
              <a:spcBef>
                <a:spcPts val="300"/>
              </a:spcBef>
              <a:buFont typeface="Wingdings" panose="05000000000000000000" pitchFamily="2" charset="2"/>
              <a:buChar char="§"/>
            </a:pPr>
            <a:r>
              <a:rPr lang="es-ES" altLang="pt-BR" sz="1000">
                <a:solidFill>
                  <a:srgbClr val="4F062A"/>
                </a:solidFill>
              </a:rPr>
              <a:t>Análisis de oportunidades de mejora para la elaboración de un plan de mejoras y </a:t>
            </a:r>
            <a:r>
              <a:rPr lang="es-ES" altLang="pt-BR" sz="1000" err="1">
                <a:solidFill>
                  <a:srgbClr val="4F062A"/>
                </a:solidFill>
              </a:rPr>
              <a:t>roadmap</a:t>
            </a:r>
            <a:r>
              <a:rPr lang="es-ES" altLang="pt-BR" sz="1000">
                <a:solidFill>
                  <a:srgbClr val="4F062A"/>
                </a:solidFill>
              </a:rPr>
              <a:t> focalizado en optimizar recursos y uso de PMO Avanzada.</a:t>
            </a:r>
          </a:p>
          <a:p>
            <a:pPr marL="177800" indent="-177800">
              <a:spcBef>
                <a:spcPts val="300"/>
              </a:spcBef>
              <a:buFont typeface="Wingdings" panose="05000000000000000000" pitchFamily="2" charset="2"/>
              <a:buChar char="§"/>
            </a:pPr>
            <a:r>
              <a:rPr lang="es-ES" altLang="pt-BR" sz="1000">
                <a:solidFill>
                  <a:srgbClr val="4F062A"/>
                </a:solidFill>
              </a:rPr>
              <a:t>Publicación de los procesos revisados en un formato de alta usabilidad para los colaboradores, utilizando herramientas de fácil acceso apoyando el proceso de transformación digital actual.</a:t>
            </a:r>
          </a:p>
          <a:p>
            <a:pPr marL="177800" indent="-177800">
              <a:spcBef>
                <a:spcPts val="300"/>
              </a:spcBef>
              <a:buFont typeface="Wingdings" panose="05000000000000000000" pitchFamily="2" charset="2"/>
              <a:buChar char="§"/>
            </a:pPr>
            <a:r>
              <a:rPr lang="es-ES" altLang="pt-BR" sz="1000">
                <a:solidFill>
                  <a:srgbClr val="4F062A"/>
                </a:solidFill>
              </a:rPr>
              <a:t>Acciones de comunicación segmentada a los usuarios y áreas impactadas promoviendo mayor efectividad</a:t>
            </a:r>
          </a:p>
          <a:p>
            <a:pPr algn="just">
              <a:defRPr/>
            </a:pPr>
            <a:endParaRPr lang="es-ES" sz="1000">
              <a:solidFill>
                <a:srgbClr val="4F062A"/>
              </a:solidFill>
            </a:endParaRPr>
          </a:p>
          <a:p>
            <a:pPr algn="just">
              <a:defRPr/>
            </a:pPr>
            <a:endParaRPr lang="es-ES" sz="1000">
              <a:solidFill>
                <a:srgbClr val="4F062A"/>
              </a:solidFill>
            </a:endParaRPr>
          </a:p>
          <a:p>
            <a:pPr algn="just">
              <a:defRPr/>
            </a:pPr>
            <a:endParaRPr lang="es-ES" sz="1000">
              <a:solidFill>
                <a:srgbClr val="4F062A"/>
              </a:solidFill>
            </a:endParaRPr>
          </a:p>
        </p:txBody>
      </p:sp>
      <p:sp>
        <p:nvSpPr>
          <p:cNvPr id="10" name="Marcador de texto 2">
            <a:extLst>
              <a:ext uri="{FF2B5EF4-FFF2-40B4-BE49-F238E27FC236}">
                <a16:creationId xmlns:a16="http://schemas.microsoft.com/office/drawing/2014/main" id="{C1367ADE-2050-9F5F-9D03-65D8D29B2DB0}"/>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8318076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n 36">
            <a:extLst>
              <a:ext uri="{FF2B5EF4-FFF2-40B4-BE49-F238E27FC236}">
                <a16:creationId xmlns:a16="http://schemas.microsoft.com/office/drawing/2014/main" id="{DD1AF79C-7DDB-4C2A-9BAF-8FE707C88571}"/>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3166" t="2228" r="23905" b="7069"/>
          <a:stretch/>
        </p:blipFill>
        <p:spPr>
          <a:xfrm>
            <a:off x="1602681" y="1571412"/>
            <a:ext cx="4726867" cy="5305060"/>
          </a:xfrm>
          <a:prstGeom prst="rect">
            <a:avLst/>
          </a:prstGeom>
        </p:spPr>
      </p:pic>
      <p:sp>
        <p:nvSpPr>
          <p:cNvPr id="2" name="Forma libre 37">
            <a:extLst>
              <a:ext uri="{FF2B5EF4-FFF2-40B4-BE49-F238E27FC236}">
                <a16:creationId xmlns:a16="http://schemas.microsoft.com/office/drawing/2014/main" id="{F2F82CCF-3071-A600-DE7F-9E26F53295B8}"/>
              </a:ext>
            </a:extLst>
          </p:cNvPr>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9" name="Forma libre 39">
            <a:extLst>
              <a:ext uri="{FF2B5EF4-FFF2-40B4-BE49-F238E27FC236}">
                <a16:creationId xmlns:a16="http://schemas.microsoft.com/office/drawing/2014/main" id="{A17D83A9-47C6-A276-C77F-0A2F6E54DFF1}"/>
              </a:ext>
            </a:extLst>
          </p:cNvPr>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3" name="Forma libre 34">
            <a:extLst>
              <a:ext uri="{FF2B5EF4-FFF2-40B4-BE49-F238E27FC236}">
                <a16:creationId xmlns:a16="http://schemas.microsoft.com/office/drawing/2014/main" id="{362A0555-5552-CBC1-5D42-0E2A4FACE8C1}"/>
              </a:ext>
            </a:extLst>
          </p:cNvPr>
          <p:cNvSpPr/>
          <p:nvPr/>
        </p:nvSpPr>
        <p:spPr>
          <a:xfrm rot="16200000" flipH="1">
            <a:off x="-674156" y="3399185"/>
            <a:ext cx="4137208" cy="2780425"/>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12" name="CuadroTexto 11"/>
          <p:cNvSpPr txBox="1"/>
          <p:nvPr/>
        </p:nvSpPr>
        <p:spPr>
          <a:xfrm>
            <a:off x="6397043" y="679451"/>
            <a:ext cx="5403374" cy="2159000"/>
          </a:xfrm>
          <a:prstGeom prst="rect">
            <a:avLst/>
          </a:prstGeom>
          <a:ln>
            <a:noFill/>
          </a:ln>
        </p:spPr>
        <p:txBody>
          <a:bodyPr lIns="103900" tIns="51951" rIns="0" bIns="51951" anchor="t"/>
          <a:lstStyle/>
          <a:p>
            <a:pPr defTabSz="914354">
              <a:defRPr/>
            </a:pPr>
            <a:r>
              <a:rPr lang="es-ES" sz="1867">
                <a:solidFill>
                  <a:srgbClr val="4F062A"/>
                </a:solidFill>
              </a:rPr>
              <a:t>El reto</a:t>
            </a:r>
            <a:br>
              <a:rPr lang="es-ES" sz="1867">
                <a:solidFill>
                  <a:srgbClr val="4F062A"/>
                </a:solidFill>
              </a:rPr>
            </a:br>
            <a:r>
              <a:rPr lang="es-ES" sz="1200" b="1">
                <a:solidFill>
                  <a:srgbClr val="4F062A"/>
                </a:solidFill>
                <a:cs typeface="Arial" panose="020B0604020202020204" pitchFamily="34" charset="0"/>
              </a:rPr>
              <a:t>____</a:t>
            </a:r>
          </a:p>
          <a:p>
            <a:pPr>
              <a:defRPr/>
            </a:pPr>
            <a:endParaRPr lang="es-ES" sz="933">
              <a:solidFill>
                <a:srgbClr val="4F062A"/>
              </a:solidFill>
            </a:endParaRPr>
          </a:p>
          <a:p>
            <a:pPr algn="just">
              <a:defRPr/>
            </a:pPr>
            <a:r>
              <a:rPr lang="es-ES" sz="1000">
                <a:solidFill>
                  <a:srgbClr val="4F062A"/>
                </a:solidFill>
              </a:rPr>
              <a:t>Tras la implementación de PMO Avanzada, los procesos </a:t>
            </a:r>
            <a:r>
              <a:rPr lang="es-ES" sz="1000" err="1">
                <a:solidFill>
                  <a:srgbClr val="4F062A"/>
                </a:solidFill>
              </a:rPr>
              <a:t>backoffice</a:t>
            </a:r>
            <a:r>
              <a:rPr lang="es-ES" sz="1000">
                <a:solidFill>
                  <a:srgbClr val="4F062A"/>
                </a:solidFill>
              </a:rPr>
              <a:t> de la compañía cambiaron de manera transversal, impactando a todas las áreas de la compañía y modificando las tareas diarias de los usuarios.</a:t>
            </a:r>
            <a:endParaRPr lang="es-ES">
              <a:solidFill>
                <a:srgbClr val="4F062A"/>
              </a:solidFill>
            </a:endParaRPr>
          </a:p>
          <a:p>
            <a:pPr algn="just">
              <a:defRPr/>
            </a:pPr>
            <a:endParaRPr lang="es-ES" sz="1000">
              <a:solidFill>
                <a:srgbClr val="4F062A"/>
              </a:solidFill>
            </a:endParaRPr>
          </a:p>
          <a:p>
            <a:pPr algn="just">
              <a:defRPr/>
            </a:pPr>
            <a:r>
              <a:rPr lang="es-ES" sz="1000">
                <a:solidFill>
                  <a:srgbClr val="4F062A"/>
                </a:solidFill>
              </a:rPr>
              <a:t>La compañía tiene un modelo de procesos descentralizado producto de sus operaciones y el desafío impuesto consideró levantar los procesos, generar análisis e identificar las oportunidades de mejora de manera no presencial, desarrollando procesos que permiten ejecutarse en un entorno de trabajo no presencial e hibrido según sea requerido.</a:t>
            </a:r>
          </a:p>
        </p:txBody>
      </p:sp>
      <p:sp>
        <p:nvSpPr>
          <p:cNvPr id="55308" name="CuadroTexto 17"/>
          <p:cNvSpPr txBox="1">
            <a:spLocks noChangeArrowheads="1"/>
          </p:cNvSpPr>
          <p:nvPr/>
        </p:nvSpPr>
        <p:spPr bwMode="auto">
          <a:xfrm>
            <a:off x="140217" y="772948"/>
            <a:ext cx="5888567" cy="1559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nchor="t"/>
          <a:lstStyle>
            <a:lvl1pPr defTabSz="777875">
              <a:tabLst>
                <a:tab pos="1458913" algn="l"/>
              </a:tabLst>
              <a:defRPr sz="1300">
                <a:solidFill>
                  <a:schemeClr val="tx1"/>
                </a:solidFill>
                <a:latin typeface="Arial" panose="020B0604020202020204" pitchFamily="34" charset="0"/>
              </a:defRPr>
            </a:lvl1pPr>
            <a:lvl2pPr defTabSz="777875">
              <a:tabLst>
                <a:tab pos="1458913" algn="l"/>
              </a:tabLst>
              <a:defRPr sz="1300">
                <a:solidFill>
                  <a:schemeClr val="tx1"/>
                </a:solidFill>
                <a:latin typeface="Arial" panose="020B0604020202020204" pitchFamily="34" charset="0"/>
              </a:defRPr>
            </a:lvl2pPr>
            <a:lvl3pPr defTabSz="777875">
              <a:tabLst>
                <a:tab pos="1458913" algn="l"/>
              </a:tabLst>
              <a:defRPr sz="1300">
                <a:solidFill>
                  <a:schemeClr val="tx1"/>
                </a:solidFill>
                <a:latin typeface="Arial" panose="020B0604020202020204" pitchFamily="34" charset="0"/>
              </a:defRPr>
            </a:lvl3pPr>
            <a:lvl4pPr defTabSz="777875">
              <a:tabLst>
                <a:tab pos="1458913" algn="l"/>
              </a:tabLst>
              <a:defRPr sz="1300">
                <a:solidFill>
                  <a:schemeClr val="tx1"/>
                </a:solidFill>
                <a:latin typeface="Arial" panose="020B0604020202020204" pitchFamily="34" charset="0"/>
              </a:defRPr>
            </a:lvl4pPr>
            <a:lvl5pPr defTabSz="777875">
              <a:tabLst>
                <a:tab pos="1458913" algn="l"/>
              </a:tabLst>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9pPr>
          </a:lstStyle>
          <a:p>
            <a:r>
              <a:rPr lang="es-ES" altLang="es-CL" sz="2000">
                <a:solidFill>
                  <a:srgbClr val="4F062A"/>
                </a:solidFill>
                <a:latin typeface="+mj-lt"/>
              </a:rPr>
              <a:t>Proyecto Análisis de Eficiencia de procesos </a:t>
            </a:r>
            <a:r>
              <a:rPr lang="es-ES" altLang="es-CL" sz="2000" err="1">
                <a:solidFill>
                  <a:srgbClr val="4F062A"/>
                </a:solidFill>
                <a:latin typeface="+mj-lt"/>
              </a:rPr>
              <a:t>Backoffice</a:t>
            </a:r>
            <a:endParaRPr lang="es-ES" altLang="es-CL" sz="2000">
              <a:solidFill>
                <a:srgbClr val="4F062A"/>
              </a:solidFill>
              <a:latin typeface="+mj-lt"/>
            </a:endParaRPr>
          </a:p>
        </p:txBody>
      </p:sp>
      <p:sp>
        <p:nvSpPr>
          <p:cNvPr id="51" name="Rectángulo 50"/>
          <p:cNvSpPr/>
          <p:nvPr/>
        </p:nvSpPr>
        <p:spPr bwMode="auto">
          <a:xfrm>
            <a:off x="353485" y="4509559"/>
            <a:ext cx="2574164" cy="469359"/>
          </a:xfrm>
          <a:prstGeom prst="rect">
            <a:avLst/>
          </a:prstGeom>
        </p:spPr>
        <p:txBody>
          <a:bodyPr wrap="square">
            <a:spAutoFit/>
          </a:bodyPr>
          <a:lstStyle/>
          <a:p>
            <a:pPr defTabSz="914354">
              <a:defRPr/>
            </a:pPr>
            <a:r>
              <a:rPr lang="es-ES" sz="1200" b="1">
                <a:solidFill>
                  <a:schemeClr val="bg1"/>
                </a:solidFill>
                <a:cs typeface="Arial" panose="020B0604020202020204" pitchFamily="34" charset="0"/>
              </a:rPr>
              <a:t>___</a:t>
            </a:r>
          </a:p>
          <a:p>
            <a:pPr>
              <a:spcBef>
                <a:spcPts val="267"/>
              </a:spcBef>
              <a:spcAft>
                <a:spcPts val="267"/>
              </a:spcAft>
              <a:defRPr/>
            </a:pPr>
            <a:r>
              <a:rPr lang="es-ES" sz="1000">
                <a:solidFill>
                  <a:schemeClr val="bg1"/>
                </a:solidFill>
                <a:cs typeface="Arial" panose="020B0604020202020204" pitchFamily="34" charset="0"/>
              </a:rPr>
              <a:t>Diagramas de proceso construidos</a:t>
            </a:r>
            <a:endParaRPr lang="es-ES" sz="1000" b="1">
              <a:solidFill>
                <a:schemeClr val="bg1"/>
              </a:solidFill>
              <a:cs typeface="Arial" panose="020B0604020202020204" pitchFamily="34" charset="0"/>
            </a:endParaRPr>
          </a:p>
        </p:txBody>
      </p:sp>
      <p:sp>
        <p:nvSpPr>
          <p:cNvPr id="55322" name="CuadroTexto 42"/>
          <p:cNvSpPr txBox="1">
            <a:spLocks noChangeArrowheads="1"/>
          </p:cNvSpPr>
          <p:nvPr/>
        </p:nvSpPr>
        <p:spPr bwMode="auto">
          <a:xfrm>
            <a:off x="353485" y="4156324"/>
            <a:ext cx="845972" cy="49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lstStyle>
            <a:lvl1pPr defTabSz="777875">
              <a:defRPr sz="1300">
                <a:solidFill>
                  <a:schemeClr val="tx1"/>
                </a:solidFill>
                <a:latin typeface="Arial" panose="020B0604020202020204" pitchFamily="34" charset="0"/>
              </a:defRPr>
            </a:lvl1pPr>
            <a:lvl2pPr defTabSz="777875">
              <a:defRPr sz="1300">
                <a:solidFill>
                  <a:schemeClr val="tx1"/>
                </a:solidFill>
                <a:latin typeface="Arial" panose="020B0604020202020204" pitchFamily="34" charset="0"/>
              </a:defRPr>
            </a:lvl2pPr>
            <a:lvl3pPr defTabSz="777875">
              <a:defRPr sz="1300">
                <a:solidFill>
                  <a:schemeClr val="tx1"/>
                </a:solidFill>
                <a:latin typeface="Arial" panose="020B0604020202020204" pitchFamily="34" charset="0"/>
              </a:defRPr>
            </a:lvl3pPr>
            <a:lvl4pPr defTabSz="777875">
              <a:defRPr sz="1300">
                <a:solidFill>
                  <a:schemeClr val="tx1"/>
                </a:solidFill>
                <a:latin typeface="Arial" panose="020B0604020202020204" pitchFamily="34" charset="0"/>
              </a:defRPr>
            </a:lvl4pPr>
            <a:lvl5pPr defTabSz="777875">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r>
              <a:rPr lang="es-ES" altLang="es-CL" sz="2400">
                <a:solidFill>
                  <a:srgbClr val="FFFFFF"/>
                </a:solidFill>
                <a:latin typeface="+mn-lt"/>
                <a:cs typeface="Arial" panose="020B0604020202020204" pitchFamily="34" charset="0"/>
              </a:rPr>
              <a:t>84</a:t>
            </a:r>
            <a:endParaRPr lang="es-ES" altLang="es-CL" sz="1600">
              <a:solidFill>
                <a:srgbClr val="FFFFFF"/>
              </a:solidFill>
              <a:latin typeface="+mn-lt"/>
              <a:cs typeface="Arial" panose="020B0604020202020204" pitchFamily="34" charset="0"/>
            </a:endParaRPr>
          </a:p>
        </p:txBody>
      </p:sp>
      <p:sp>
        <p:nvSpPr>
          <p:cNvPr id="27" name="CuadroTexto 26"/>
          <p:cNvSpPr txBox="1"/>
          <p:nvPr/>
        </p:nvSpPr>
        <p:spPr>
          <a:xfrm>
            <a:off x="6450732" y="3320179"/>
            <a:ext cx="5349683" cy="2975838"/>
          </a:xfrm>
          <a:prstGeom prst="rect">
            <a:avLst/>
          </a:prstGeom>
          <a:ln>
            <a:noFill/>
          </a:ln>
        </p:spPr>
        <p:txBody>
          <a:bodyPr lIns="103900" tIns="51951" rIns="0" bIns="51951" anchor="t"/>
          <a:lstStyle/>
          <a:p>
            <a:pPr defTabSz="914354">
              <a:defRPr/>
            </a:pPr>
            <a:r>
              <a:rPr lang="es-ES" sz="1867">
                <a:solidFill>
                  <a:srgbClr val="4F062A"/>
                </a:solidFill>
              </a:rPr>
              <a:t>La solución</a:t>
            </a:r>
            <a:br>
              <a:rPr lang="es-ES" sz="1867">
                <a:solidFill>
                  <a:srgbClr val="4F062A"/>
                </a:solidFill>
              </a:rPr>
            </a:br>
            <a:r>
              <a:rPr lang="es-ES" sz="1200" b="1">
                <a:solidFill>
                  <a:srgbClr val="4F062A"/>
                </a:solidFill>
                <a:cs typeface="Arial" panose="020B0604020202020204" pitchFamily="34" charset="0"/>
              </a:rPr>
              <a:t>____</a:t>
            </a:r>
            <a:endParaRPr lang="en-US">
              <a:solidFill>
                <a:srgbClr val="4F062A"/>
              </a:solidFill>
            </a:endParaRPr>
          </a:p>
          <a:p>
            <a:pPr algn="just">
              <a:defRPr/>
            </a:pPr>
            <a:endParaRPr lang="es-ES" sz="933">
              <a:solidFill>
                <a:srgbClr val="4F062A"/>
              </a:solidFill>
            </a:endParaRPr>
          </a:p>
          <a:p>
            <a:pPr algn="just">
              <a:defRPr/>
            </a:pPr>
            <a:r>
              <a:rPr lang="es-ES" sz="1000">
                <a:solidFill>
                  <a:srgbClr val="4F062A"/>
                </a:solidFill>
              </a:rPr>
              <a:t>Se utilizó una metodología de proyecto de levantamiento de Minsait, basada en conocer la situación actual de Colbún e identificar y proponer oportunidades de mejora para procesos no optimizados.</a:t>
            </a:r>
          </a:p>
          <a:p>
            <a:pPr algn="just">
              <a:defRPr/>
            </a:pPr>
            <a:endParaRPr lang="es-ES" sz="1000">
              <a:solidFill>
                <a:srgbClr val="4F062A"/>
              </a:solidFill>
            </a:endParaRPr>
          </a:p>
          <a:p>
            <a:pPr algn="just">
              <a:defRPr/>
            </a:pPr>
            <a:r>
              <a:rPr lang="es-ES" sz="1000">
                <a:solidFill>
                  <a:srgbClr val="4F062A"/>
                </a:solidFill>
              </a:rPr>
              <a:t>Dentro del proyecto, se realizaron las siguientes actividades:</a:t>
            </a:r>
          </a:p>
          <a:p>
            <a:pPr algn="just">
              <a:defRPr/>
            </a:pPr>
            <a:endParaRPr lang="es-ES" sz="1000">
              <a:solidFill>
                <a:srgbClr val="4F062A"/>
              </a:solidFill>
            </a:endParaRPr>
          </a:p>
          <a:p>
            <a:pPr marL="227965" indent="-227965" algn="just">
              <a:buFont typeface="Arial" panose="020B0604020202020204" pitchFamily="34" charset="0"/>
              <a:buChar char="•"/>
              <a:defRPr/>
            </a:pPr>
            <a:r>
              <a:rPr lang="es-ES" sz="1000">
                <a:solidFill>
                  <a:srgbClr val="4F062A"/>
                </a:solidFill>
              </a:rPr>
              <a:t>Análisis de  información y documentación actual/existente</a:t>
            </a:r>
          </a:p>
          <a:p>
            <a:pPr marL="227965" indent="-227965" algn="just">
              <a:buFont typeface="Arial" panose="020B0604020202020204" pitchFamily="34" charset="0"/>
              <a:buChar char="•"/>
              <a:defRPr/>
            </a:pPr>
            <a:r>
              <a:rPr lang="es-ES" sz="1000">
                <a:solidFill>
                  <a:srgbClr val="4F062A"/>
                </a:solidFill>
              </a:rPr>
              <a:t>Levantamiento situación  “As </a:t>
            </a:r>
            <a:r>
              <a:rPr lang="es-ES" sz="1000" err="1">
                <a:solidFill>
                  <a:srgbClr val="4F062A"/>
                </a:solidFill>
              </a:rPr>
              <a:t>Is</a:t>
            </a:r>
            <a:r>
              <a:rPr lang="es-ES" sz="1000">
                <a:solidFill>
                  <a:srgbClr val="4F062A"/>
                </a:solidFill>
              </a:rPr>
              <a:t>”:  Levantamiento de los procesos actuales de la compañía </a:t>
            </a:r>
          </a:p>
          <a:p>
            <a:pPr marL="227965" indent="-227965" algn="just">
              <a:buFont typeface="Arial" panose="020B0604020202020204" pitchFamily="34" charset="0"/>
              <a:buChar char="•"/>
              <a:defRPr/>
            </a:pPr>
            <a:r>
              <a:rPr lang="es-ES" sz="1000">
                <a:solidFill>
                  <a:srgbClr val="4F062A"/>
                </a:solidFill>
              </a:rPr>
              <a:t>Construcción de documentación de los procesos enfocada en el perfil de usuario que los consultará</a:t>
            </a:r>
          </a:p>
          <a:p>
            <a:pPr marL="227965" indent="-227965" algn="just">
              <a:buFont typeface="Arial" panose="020B0604020202020204" pitchFamily="34" charset="0"/>
              <a:buChar char="•"/>
              <a:defRPr/>
            </a:pPr>
            <a:r>
              <a:rPr lang="es-ES" sz="1000">
                <a:solidFill>
                  <a:srgbClr val="4F062A"/>
                </a:solidFill>
              </a:rPr>
              <a:t>Análisis y clasificación de tareas del proceso: Agrega Valor, Obligatoria, No Agrega Valor</a:t>
            </a:r>
          </a:p>
          <a:p>
            <a:pPr marL="227965" indent="-227965" algn="just">
              <a:buFont typeface="Arial" panose="020B0604020202020204" pitchFamily="34" charset="0"/>
              <a:buChar char="•"/>
              <a:defRPr/>
            </a:pPr>
            <a:r>
              <a:rPr lang="es-ES" sz="1000">
                <a:solidFill>
                  <a:srgbClr val="4F062A"/>
                </a:solidFill>
              </a:rPr>
              <a:t>Identificación de oportunidades de mejora y propuesta de procesos “</a:t>
            </a:r>
            <a:r>
              <a:rPr lang="es-ES" sz="1000" err="1">
                <a:solidFill>
                  <a:srgbClr val="4F062A"/>
                </a:solidFill>
              </a:rPr>
              <a:t>To</a:t>
            </a:r>
            <a:r>
              <a:rPr lang="es-ES" sz="1000">
                <a:solidFill>
                  <a:srgbClr val="4F062A"/>
                </a:solidFill>
              </a:rPr>
              <a:t> Be”</a:t>
            </a:r>
          </a:p>
          <a:p>
            <a:pPr algn="just">
              <a:defRPr/>
            </a:pPr>
            <a:endParaRPr lang="es-ES" sz="1000">
              <a:solidFill>
                <a:srgbClr val="4F062A"/>
              </a:solidFill>
            </a:endParaRPr>
          </a:p>
          <a:p>
            <a:pPr algn="just">
              <a:defRPr/>
            </a:pPr>
            <a:endParaRPr lang="es-ES" sz="1000">
              <a:solidFill>
                <a:srgbClr val="4F062A"/>
              </a:solidFill>
            </a:endParaRPr>
          </a:p>
          <a:p>
            <a:pPr algn="just">
              <a:defRPr/>
            </a:pPr>
            <a:endParaRPr lang="es-ES" sz="1000">
              <a:solidFill>
                <a:srgbClr val="4F062A"/>
              </a:solidFill>
            </a:endParaRPr>
          </a:p>
        </p:txBody>
      </p:sp>
      <p:sp>
        <p:nvSpPr>
          <p:cNvPr id="45" name="Rectángulo 44"/>
          <p:cNvSpPr/>
          <p:nvPr/>
        </p:nvSpPr>
        <p:spPr bwMode="auto">
          <a:xfrm>
            <a:off x="353485" y="5906027"/>
            <a:ext cx="2275913" cy="623248"/>
          </a:xfrm>
          <a:prstGeom prst="rect">
            <a:avLst/>
          </a:prstGeom>
        </p:spPr>
        <p:txBody>
          <a:bodyPr wrap="square">
            <a:spAutoFit/>
          </a:bodyPr>
          <a:lstStyle/>
          <a:p>
            <a:pPr defTabSz="914354">
              <a:defRPr/>
            </a:pPr>
            <a:r>
              <a:rPr lang="es-ES" sz="1200" b="1">
                <a:solidFill>
                  <a:schemeClr val="bg1"/>
                </a:solidFill>
                <a:cs typeface="Arial" panose="020B0604020202020204" pitchFamily="34" charset="0"/>
              </a:rPr>
              <a:t>___</a:t>
            </a:r>
          </a:p>
          <a:p>
            <a:pPr>
              <a:spcBef>
                <a:spcPts val="267"/>
              </a:spcBef>
              <a:spcAft>
                <a:spcPts val="267"/>
              </a:spcAft>
              <a:defRPr/>
            </a:pPr>
            <a:r>
              <a:rPr lang="es-ES" sz="1000">
                <a:solidFill>
                  <a:schemeClr val="bg1"/>
                </a:solidFill>
                <a:cs typeface="Arial" panose="020B0604020202020204" pitchFamily="34" charset="0"/>
              </a:rPr>
              <a:t>Oportunidades de mejora identificadas</a:t>
            </a:r>
            <a:endParaRPr lang="es-ES" sz="1000" b="1">
              <a:solidFill>
                <a:schemeClr val="bg1"/>
              </a:solidFill>
              <a:cs typeface="Arial" panose="020B0604020202020204" pitchFamily="34" charset="0"/>
            </a:endParaRPr>
          </a:p>
        </p:txBody>
      </p:sp>
      <p:sp>
        <p:nvSpPr>
          <p:cNvPr id="46" name="CuadroTexto 42"/>
          <p:cNvSpPr txBox="1">
            <a:spLocks noChangeArrowheads="1"/>
          </p:cNvSpPr>
          <p:nvPr/>
        </p:nvSpPr>
        <p:spPr bwMode="auto">
          <a:xfrm>
            <a:off x="353485" y="5647794"/>
            <a:ext cx="845972" cy="49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lstStyle>
            <a:lvl1pPr defTabSz="777875">
              <a:defRPr sz="1300">
                <a:solidFill>
                  <a:schemeClr val="tx1"/>
                </a:solidFill>
                <a:latin typeface="Arial" panose="020B0604020202020204" pitchFamily="34" charset="0"/>
              </a:defRPr>
            </a:lvl1pPr>
            <a:lvl2pPr defTabSz="777875">
              <a:defRPr sz="1300">
                <a:solidFill>
                  <a:schemeClr val="tx1"/>
                </a:solidFill>
                <a:latin typeface="Arial" panose="020B0604020202020204" pitchFamily="34" charset="0"/>
              </a:defRPr>
            </a:lvl2pPr>
            <a:lvl3pPr defTabSz="777875">
              <a:defRPr sz="1300">
                <a:solidFill>
                  <a:schemeClr val="tx1"/>
                </a:solidFill>
                <a:latin typeface="Arial" panose="020B0604020202020204" pitchFamily="34" charset="0"/>
              </a:defRPr>
            </a:lvl3pPr>
            <a:lvl4pPr defTabSz="777875">
              <a:defRPr sz="1300">
                <a:solidFill>
                  <a:schemeClr val="tx1"/>
                </a:solidFill>
                <a:latin typeface="Arial" panose="020B0604020202020204" pitchFamily="34" charset="0"/>
              </a:defRPr>
            </a:lvl4pPr>
            <a:lvl5pPr defTabSz="777875">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r>
              <a:rPr lang="es-ES" altLang="es-CL" sz="2400">
                <a:solidFill>
                  <a:srgbClr val="FFFFFF"/>
                </a:solidFill>
                <a:latin typeface="+mn-lt"/>
                <a:cs typeface="Arial" panose="020B0604020202020204" pitchFamily="34" charset="0"/>
              </a:rPr>
              <a:t>22</a:t>
            </a:r>
            <a:endParaRPr lang="es-ES" altLang="es-CL" sz="1600" b="1">
              <a:solidFill>
                <a:srgbClr val="FFFFFF"/>
              </a:solidFill>
              <a:latin typeface="+mn-lt"/>
              <a:cs typeface="Arial" panose="020B0604020202020204" pitchFamily="34" charset="0"/>
            </a:endParaRPr>
          </a:p>
        </p:txBody>
      </p:sp>
      <p:sp>
        <p:nvSpPr>
          <p:cNvPr id="47" name="Rectángulo 46"/>
          <p:cNvSpPr/>
          <p:nvPr/>
        </p:nvSpPr>
        <p:spPr bwMode="auto">
          <a:xfrm>
            <a:off x="353485" y="5160292"/>
            <a:ext cx="2103967" cy="469359"/>
          </a:xfrm>
          <a:prstGeom prst="rect">
            <a:avLst/>
          </a:prstGeom>
        </p:spPr>
        <p:txBody>
          <a:bodyPr>
            <a:spAutoFit/>
          </a:bodyPr>
          <a:lstStyle/>
          <a:p>
            <a:pPr defTabSz="914354">
              <a:defRPr/>
            </a:pPr>
            <a:r>
              <a:rPr lang="es-ES" sz="1200" b="1">
                <a:solidFill>
                  <a:schemeClr val="bg1"/>
                </a:solidFill>
                <a:cs typeface="Arial" panose="020B0604020202020204" pitchFamily="34" charset="0"/>
              </a:rPr>
              <a:t>___</a:t>
            </a:r>
          </a:p>
          <a:p>
            <a:pPr>
              <a:spcBef>
                <a:spcPts val="267"/>
              </a:spcBef>
              <a:spcAft>
                <a:spcPts val="267"/>
              </a:spcAft>
              <a:defRPr/>
            </a:pPr>
            <a:r>
              <a:rPr lang="es-ES" sz="1000">
                <a:solidFill>
                  <a:schemeClr val="bg1"/>
                </a:solidFill>
                <a:cs typeface="Arial" panose="020B0604020202020204" pitchFamily="34" charset="0"/>
              </a:rPr>
              <a:t>Usuarios participantes</a:t>
            </a:r>
            <a:endParaRPr lang="es-ES" sz="1000" b="1">
              <a:solidFill>
                <a:schemeClr val="bg1"/>
              </a:solidFill>
              <a:cs typeface="Arial" panose="020B0604020202020204" pitchFamily="34" charset="0"/>
            </a:endParaRPr>
          </a:p>
        </p:txBody>
      </p:sp>
      <p:sp>
        <p:nvSpPr>
          <p:cNvPr id="49" name="CuadroTexto 42"/>
          <p:cNvSpPr txBox="1">
            <a:spLocks noChangeArrowheads="1"/>
          </p:cNvSpPr>
          <p:nvPr/>
        </p:nvSpPr>
        <p:spPr bwMode="auto">
          <a:xfrm>
            <a:off x="353484" y="4902059"/>
            <a:ext cx="1272595" cy="49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lstStyle>
            <a:lvl1pPr defTabSz="777875">
              <a:defRPr sz="1300">
                <a:solidFill>
                  <a:schemeClr val="tx1"/>
                </a:solidFill>
                <a:latin typeface="Arial" panose="020B0604020202020204" pitchFamily="34" charset="0"/>
              </a:defRPr>
            </a:lvl1pPr>
            <a:lvl2pPr defTabSz="777875">
              <a:defRPr sz="1300">
                <a:solidFill>
                  <a:schemeClr val="tx1"/>
                </a:solidFill>
                <a:latin typeface="Arial" panose="020B0604020202020204" pitchFamily="34" charset="0"/>
              </a:defRPr>
            </a:lvl2pPr>
            <a:lvl3pPr defTabSz="777875">
              <a:defRPr sz="1300">
                <a:solidFill>
                  <a:schemeClr val="tx1"/>
                </a:solidFill>
                <a:latin typeface="Arial" panose="020B0604020202020204" pitchFamily="34" charset="0"/>
              </a:defRPr>
            </a:lvl3pPr>
            <a:lvl4pPr defTabSz="777875">
              <a:defRPr sz="1300">
                <a:solidFill>
                  <a:schemeClr val="tx1"/>
                </a:solidFill>
                <a:latin typeface="Arial" panose="020B0604020202020204" pitchFamily="34" charset="0"/>
              </a:defRPr>
            </a:lvl4pPr>
            <a:lvl5pPr defTabSz="777875">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r>
              <a:rPr lang="es-ES" altLang="es-CL" sz="2400">
                <a:solidFill>
                  <a:srgbClr val="FFFFFF"/>
                </a:solidFill>
                <a:latin typeface="+mn-lt"/>
                <a:cs typeface="Arial" panose="020B0604020202020204" pitchFamily="34" charset="0"/>
              </a:rPr>
              <a:t>60</a:t>
            </a:r>
            <a:endParaRPr lang="es-ES" altLang="es-CL" sz="1600" b="1">
              <a:solidFill>
                <a:srgbClr val="FFFFFF"/>
              </a:solidFill>
              <a:latin typeface="+mn-lt"/>
              <a:cs typeface="Arial" panose="020B0604020202020204" pitchFamily="34" charset="0"/>
            </a:endParaRPr>
          </a:p>
        </p:txBody>
      </p:sp>
      <p:sp>
        <p:nvSpPr>
          <p:cNvPr id="55" name="Rectángulo 54"/>
          <p:cNvSpPr/>
          <p:nvPr/>
        </p:nvSpPr>
        <p:spPr bwMode="auto">
          <a:xfrm>
            <a:off x="353485" y="3668823"/>
            <a:ext cx="2382143" cy="469359"/>
          </a:xfrm>
          <a:prstGeom prst="rect">
            <a:avLst/>
          </a:prstGeom>
        </p:spPr>
        <p:txBody>
          <a:bodyPr wrap="square">
            <a:spAutoFit/>
          </a:bodyPr>
          <a:lstStyle/>
          <a:p>
            <a:pPr defTabSz="914354">
              <a:defRPr/>
            </a:pPr>
            <a:r>
              <a:rPr lang="es-ES" sz="1200" b="1">
                <a:solidFill>
                  <a:schemeClr val="bg1"/>
                </a:solidFill>
                <a:cs typeface="Arial" panose="020B0604020202020204" pitchFamily="34" charset="0"/>
              </a:rPr>
              <a:t>___</a:t>
            </a:r>
          </a:p>
          <a:p>
            <a:pPr>
              <a:spcBef>
                <a:spcPts val="267"/>
              </a:spcBef>
              <a:spcAft>
                <a:spcPts val="267"/>
              </a:spcAft>
              <a:defRPr/>
            </a:pPr>
            <a:r>
              <a:rPr lang="es-ES" sz="1000">
                <a:solidFill>
                  <a:schemeClr val="bg1"/>
                </a:solidFill>
                <a:cs typeface="Arial" panose="020B0604020202020204" pitchFamily="34" charset="0"/>
              </a:rPr>
              <a:t>Procesos levantados</a:t>
            </a:r>
            <a:endParaRPr lang="es-ES" sz="1000" b="1">
              <a:solidFill>
                <a:schemeClr val="bg1"/>
              </a:solidFill>
              <a:cs typeface="Arial" panose="020B0604020202020204" pitchFamily="34" charset="0"/>
            </a:endParaRPr>
          </a:p>
        </p:txBody>
      </p:sp>
      <p:sp>
        <p:nvSpPr>
          <p:cNvPr id="35" name="CuadroTexto 42"/>
          <p:cNvSpPr txBox="1">
            <a:spLocks noChangeArrowheads="1"/>
          </p:cNvSpPr>
          <p:nvPr/>
        </p:nvSpPr>
        <p:spPr bwMode="auto">
          <a:xfrm>
            <a:off x="353485" y="3435824"/>
            <a:ext cx="845972" cy="49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lstStyle>
            <a:lvl1pPr defTabSz="777875">
              <a:defRPr sz="1300">
                <a:solidFill>
                  <a:schemeClr val="tx1"/>
                </a:solidFill>
                <a:latin typeface="Arial" panose="020B0604020202020204" pitchFamily="34" charset="0"/>
              </a:defRPr>
            </a:lvl1pPr>
            <a:lvl2pPr defTabSz="777875">
              <a:defRPr sz="1300">
                <a:solidFill>
                  <a:schemeClr val="tx1"/>
                </a:solidFill>
                <a:latin typeface="Arial" panose="020B0604020202020204" pitchFamily="34" charset="0"/>
              </a:defRPr>
            </a:lvl2pPr>
            <a:lvl3pPr defTabSz="777875">
              <a:defRPr sz="1300">
                <a:solidFill>
                  <a:schemeClr val="tx1"/>
                </a:solidFill>
                <a:latin typeface="Arial" panose="020B0604020202020204" pitchFamily="34" charset="0"/>
              </a:defRPr>
            </a:lvl3pPr>
            <a:lvl4pPr defTabSz="777875">
              <a:defRPr sz="1300">
                <a:solidFill>
                  <a:schemeClr val="tx1"/>
                </a:solidFill>
                <a:latin typeface="Arial" panose="020B0604020202020204" pitchFamily="34" charset="0"/>
              </a:defRPr>
            </a:lvl4pPr>
            <a:lvl5pPr defTabSz="777875">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r>
              <a:rPr lang="es-ES" altLang="es-CL" sz="2400">
                <a:solidFill>
                  <a:srgbClr val="FFFFFF"/>
                </a:solidFill>
                <a:latin typeface="+mn-lt"/>
                <a:cs typeface="Arial" panose="020B0604020202020204" pitchFamily="34" charset="0"/>
              </a:rPr>
              <a:t>48</a:t>
            </a:r>
            <a:endParaRPr lang="es-ES" altLang="es-CL" sz="1600">
              <a:solidFill>
                <a:srgbClr val="FFFFFF"/>
              </a:solidFill>
              <a:latin typeface="+mn-lt"/>
              <a:cs typeface="Arial" panose="020B0604020202020204" pitchFamily="34" charset="0"/>
            </a:endParaRPr>
          </a:p>
        </p:txBody>
      </p:sp>
      <p:pic>
        <p:nvPicPr>
          <p:cNvPr id="7" name="Picture 2" descr="Colbún - Mejor Energía">
            <a:extLst>
              <a:ext uri="{FF2B5EF4-FFF2-40B4-BE49-F238E27FC236}">
                <a16:creationId xmlns:a16="http://schemas.microsoft.com/office/drawing/2014/main" id="{E653E0E3-F64D-B3F2-F79E-8C92F9E506A4}"/>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161852" y="-33661"/>
            <a:ext cx="1889931" cy="1114246"/>
          </a:xfrm>
          <a:prstGeom prst="rect">
            <a:avLst/>
          </a:prstGeom>
          <a:noFill/>
          <a:extLst>
            <a:ext uri="{909E8E84-426E-40DD-AFC4-6F175D3DCCD1}">
              <a14:hiddenFill xmlns:a14="http://schemas.microsoft.com/office/drawing/2010/main">
                <a:solidFill>
                  <a:srgbClr val="FFFFFF"/>
                </a:solidFill>
              </a14:hiddenFill>
            </a:ext>
          </a:extLst>
        </p:spPr>
      </p:pic>
      <p:sp>
        <p:nvSpPr>
          <p:cNvPr id="11" name="Marcador de texto 2">
            <a:extLst>
              <a:ext uri="{FF2B5EF4-FFF2-40B4-BE49-F238E27FC236}">
                <a16:creationId xmlns:a16="http://schemas.microsoft.com/office/drawing/2014/main" id="{8B407A5F-DF0C-E90B-476D-677C6B2643F6}"/>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1149851439"/>
      </p:ext>
    </p:extLst>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n 36">
            <a:extLst>
              <a:ext uri="{FF2B5EF4-FFF2-40B4-BE49-F238E27FC236}">
                <a16:creationId xmlns:a16="http://schemas.microsoft.com/office/drawing/2014/main" id="{DD1AF79C-7DDB-4C2A-9BAF-8FE707C88571}"/>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3166" t="2228" r="23905" b="7069"/>
          <a:stretch/>
        </p:blipFill>
        <p:spPr>
          <a:xfrm>
            <a:off x="1602681" y="1552940"/>
            <a:ext cx="4726867" cy="5342504"/>
          </a:xfrm>
          <a:prstGeom prst="rect">
            <a:avLst/>
          </a:prstGeom>
        </p:spPr>
      </p:pic>
      <p:sp>
        <p:nvSpPr>
          <p:cNvPr id="2" name="Forma libre 37">
            <a:extLst>
              <a:ext uri="{FF2B5EF4-FFF2-40B4-BE49-F238E27FC236}">
                <a16:creationId xmlns:a16="http://schemas.microsoft.com/office/drawing/2014/main" id="{F2F82CCF-3071-A600-DE7F-9E26F53295B8}"/>
              </a:ext>
            </a:extLst>
          </p:cNvPr>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rgbClr val="7874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20" name="Forma libre 39">
            <a:extLst>
              <a:ext uri="{FF2B5EF4-FFF2-40B4-BE49-F238E27FC236}">
                <a16:creationId xmlns:a16="http://schemas.microsoft.com/office/drawing/2014/main" id="{6D72F220-6C38-43C1-3AF1-9EBFDCBCEBD8}"/>
              </a:ext>
            </a:extLst>
          </p:cNvPr>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3" name="Forma libre 34">
            <a:extLst>
              <a:ext uri="{FF2B5EF4-FFF2-40B4-BE49-F238E27FC236}">
                <a16:creationId xmlns:a16="http://schemas.microsoft.com/office/drawing/2014/main" id="{362A0555-5552-CBC1-5D42-0E2A4FACE8C1}"/>
              </a:ext>
            </a:extLst>
          </p:cNvPr>
          <p:cNvSpPr/>
          <p:nvPr/>
        </p:nvSpPr>
        <p:spPr>
          <a:xfrm rot="16200000" flipH="1">
            <a:off x="-674156" y="3399185"/>
            <a:ext cx="4137208" cy="2780425"/>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CL" sz="2399" b="0" i="0" u="none" strike="noStrike" kern="1200" cap="none" spc="0" normalizeH="0" baseline="0" noProof="0">
              <a:ln>
                <a:noFill/>
              </a:ln>
              <a:solidFill>
                <a:srgbClr val="FFFFFF"/>
              </a:solidFill>
              <a:effectLst/>
              <a:uLnTx/>
              <a:uFillTx/>
              <a:latin typeface="Arial"/>
              <a:ea typeface="+mn-ea"/>
              <a:cs typeface="+mn-cs"/>
            </a:endParaRPr>
          </a:p>
        </p:txBody>
      </p:sp>
      <p:sp>
        <p:nvSpPr>
          <p:cNvPr id="55308" name="CuadroTexto 17"/>
          <p:cNvSpPr txBox="1">
            <a:spLocks noChangeArrowheads="1"/>
          </p:cNvSpPr>
          <p:nvPr/>
        </p:nvSpPr>
        <p:spPr bwMode="auto">
          <a:xfrm>
            <a:off x="204304" y="840984"/>
            <a:ext cx="4367471" cy="1559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nchor="t"/>
          <a:lstStyle>
            <a:lvl1pPr defTabSz="777875">
              <a:tabLst>
                <a:tab pos="1458913" algn="l"/>
              </a:tabLst>
              <a:defRPr sz="1300">
                <a:solidFill>
                  <a:schemeClr val="tx1"/>
                </a:solidFill>
                <a:latin typeface="Arial" panose="020B0604020202020204" pitchFamily="34" charset="0"/>
              </a:defRPr>
            </a:lvl1pPr>
            <a:lvl2pPr defTabSz="777875">
              <a:tabLst>
                <a:tab pos="1458913" algn="l"/>
              </a:tabLst>
              <a:defRPr sz="1300">
                <a:solidFill>
                  <a:schemeClr val="tx1"/>
                </a:solidFill>
                <a:latin typeface="Arial" panose="020B0604020202020204" pitchFamily="34" charset="0"/>
              </a:defRPr>
            </a:lvl2pPr>
            <a:lvl3pPr defTabSz="777875">
              <a:tabLst>
                <a:tab pos="1458913" algn="l"/>
              </a:tabLst>
              <a:defRPr sz="1300">
                <a:solidFill>
                  <a:schemeClr val="tx1"/>
                </a:solidFill>
                <a:latin typeface="Arial" panose="020B0604020202020204" pitchFamily="34" charset="0"/>
              </a:defRPr>
            </a:lvl3pPr>
            <a:lvl4pPr defTabSz="777875">
              <a:tabLst>
                <a:tab pos="1458913" algn="l"/>
              </a:tabLst>
              <a:defRPr sz="1300">
                <a:solidFill>
                  <a:schemeClr val="tx1"/>
                </a:solidFill>
                <a:latin typeface="Arial" panose="020B0604020202020204" pitchFamily="34" charset="0"/>
              </a:defRPr>
            </a:lvl4pPr>
            <a:lvl5pPr defTabSz="777875">
              <a:tabLst>
                <a:tab pos="1458913" algn="l"/>
              </a:tabLst>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9pPr>
          </a:lstStyle>
          <a:p>
            <a:r>
              <a:rPr lang="es-CL" altLang="es-CL" sz="2000">
                <a:solidFill>
                  <a:srgbClr val="4F062A"/>
                </a:solidFill>
                <a:latin typeface="+mj-lt"/>
              </a:rPr>
              <a:t>Implementación y Gestión de oficina de procesos</a:t>
            </a:r>
          </a:p>
        </p:txBody>
      </p:sp>
      <p:sp>
        <p:nvSpPr>
          <p:cNvPr id="51" name="Rectángulo 50"/>
          <p:cNvSpPr/>
          <p:nvPr/>
        </p:nvSpPr>
        <p:spPr bwMode="auto">
          <a:xfrm>
            <a:off x="237342" y="5760760"/>
            <a:ext cx="2574164" cy="469359"/>
          </a:xfrm>
          <a:prstGeom prst="rect">
            <a:avLst/>
          </a:prstGeom>
        </p:spPr>
        <p:txBody>
          <a:bodyPr wrap="square">
            <a:spAutoFit/>
          </a:bodyPr>
          <a:lstStyle/>
          <a:p>
            <a:pPr defTabSz="914354">
              <a:defRPr/>
            </a:pPr>
            <a:r>
              <a:rPr lang="es-CL" sz="1200" b="1">
                <a:solidFill>
                  <a:schemeClr val="bg1"/>
                </a:solidFill>
                <a:cs typeface="Arial" panose="020B0604020202020204" pitchFamily="34" charset="0"/>
              </a:rPr>
              <a:t>___</a:t>
            </a:r>
          </a:p>
          <a:p>
            <a:pPr>
              <a:spcBef>
                <a:spcPts val="267"/>
              </a:spcBef>
              <a:spcAft>
                <a:spcPts val="267"/>
              </a:spcAft>
              <a:defRPr/>
            </a:pPr>
            <a:r>
              <a:rPr lang="es-CL" sz="1000">
                <a:solidFill>
                  <a:schemeClr val="bg1"/>
                </a:solidFill>
                <a:cs typeface="Arial" panose="020B0604020202020204" pitchFamily="34" charset="0"/>
              </a:rPr>
              <a:t>Diagramas de proceso construidos</a:t>
            </a:r>
            <a:endParaRPr lang="es-CL" sz="1000" b="1">
              <a:solidFill>
                <a:schemeClr val="bg1"/>
              </a:solidFill>
              <a:cs typeface="Arial" panose="020B0604020202020204" pitchFamily="34" charset="0"/>
            </a:endParaRPr>
          </a:p>
        </p:txBody>
      </p:sp>
      <p:sp>
        <p:nvSpPr>
          <p:cNvPr id="55322" name="CuadroTexto 42"/>
          <p:cNvSpPr txBox="1">
            <a:spLocks noChangeArrowheads="1"/>
          </p:cNvSpPr>
          <p:nvPr/>
        </p:nvSpPr>
        <p:spPr bwMode="auto">
          <a:xfrm>
            <a:off x="237341" y="5407525"/>
            <a:ext cx="1027259" cy="49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lstStyle>
            <a:defPPr>
              <a:defRPr lang="es-ES"/>
            </a:defPPr>
            <a:lvl1pPr defTabSz="777875" eaLnBrk="1" hangingPunct="1">
              <a:defRPr sz="2400">
                <a:solidFill>
                  <a:srgbClr val="FFFFFF"/>
                </a:solidFill>
                <a:cs typeface="Arial" panose="020B0604020202020204" pitchFamily="34" charset="0"/>
              </a:defRPr>
            </a:lvl1pPr>
            <a:lvl2pPr defTabSz="777875">
              <a:defRPr sz="1300">
                <a:latin typeface="Arial" panose="020B0604020202020204" pitchFamily="34" charset="0"/>
              </a:defRPr>
            </a:lvl2pPr>
            <a:lvl3pPr defTabSz="777875">
              <a:defRPr sz="1300">
                <a:latin typeface="Arial" panose="020B0604020202020204" pitchFamily="34" charset="0"/>
              </a:defRPr>
            </a:lvl3pPr>
            <a:lvl4pPr defTabSz="777875">
              <a:defRPr sz="1300">
                <a:latin typeface="Arial" panose="020B0604020202020204" pitchFamily="34" charset="0"/>
              </a:defRPr>
            </a:lvl4pPr>
            <a:lvl5pPr defTabSz="777875">
              <a:defRPr sz="1300">
                <a:latin typeface="Arial" panose="020B0604020202020204" pitchFamily="34" charset="0"/>
              </a:defRPr>
            </a:lvl5pPr>
            <a:lvl6pPr marL="1828800" indent="457200" defTabSz="777875" eaLnBrk="0" fontAlgn="base" hangingPunct="0">
              <a:spcBef>
                <a:spcPct val="0"/>
              </a:spcBef>
              <a:spcAft>
                <a:spcPct val="0"/>
              </a:spcAft>
              <a:defRPr sz="1300">
                <a:latin typeface="Arial" panose="020B0604020202020204" pitchFamily="34" charset="0"/>
              </a:defRPr>
            </a:lvl6pPr>
            <a:lvl7pPr marL="2286000" indent="457200" defTabSz="777875" eaLnBrk="0" fontAlgn="base" hangingPunct="0">
              <a:spcBef>
                <a:spcPct val="0"/>
              </a:spcBef>
              <a:spcAft>
                <a:spcPct val="0"/>
              </a:spcAft>
              <a:defRPr sz="1300">
                <a:latin typeface="Arial" panose="020B0604020202020204" pitchFamily="34" charset="0"/>
              </a:defRPr>
            </a:lvl7pPr>
            <a:lvl8pPr marL="2743200" indent="457200" defTabSz="777875" eaLnBrk="0" fontAlgn="base" hangingPunct="0">
              <a:spcBef>
                <a:spcPct val="0"/>
              </a:spcBef>
              <a:spcAft>
                <a:spcPct val="0"/>
              </a:spcAft>
              <a:defRPr sz="1300">
                <a:latin typeface="Arial" panose="020B0604020202020204" pitchFamily="34" charset="0"/>
              </a:defRPr>
            </a:lvl8pPr>
            <a:lvl9pPr marL="3200400" indent="457200" defTabSz="777875" eaLnBrk="0" fontAlgn="base" hangingPunct="0">
              <a:spcBef>
                <a:spcPct val="0"/>
              </a:spcBef>
              <a:spcAft>
                <a:spcPct val="0"/>
              </a:spcAft>
              <a:defRPr sz="1300">
                <a:latin typeface="Arial" panose="020B0604020202020204" pitchFamily="34" charset="0"/>
              </a:defRPr>
            </a:lvl9pPr>
          </a:lstStyle>
          <a:p>
            <a:r>
              <a:rPr lang="es-CL" altLang="es-CL"/>
              <a:t>+180</a:t>
            </a:r>
          </a:p>
        </p:txBody>
      </p:sp>
      <p:sp>
        <p:nvSpPr>
          <p:cNvPr id="55" name="Rectángulo 54"/>
          <p:cNvSpPr/>
          <p:nvPr/>
        </p:nvSpPr>
        <p:spPr bwMode="auto">
          <a:xfrm>
            <a:off x="237342" y="4920024"/>
            <a:ext cx="2382143" cy="469359"/>
          </a:xfrm>
          <a:prstGeom prst="rect">
            <a:avLst/>
          </a:prstGeom>
        </p:spPr>
        <p:txBody>
          <a:bodyPr wrap="square">
            <a:spAutoFit/>
          </a:bodyPr>
          <a:lstStyle/>
          <a:p>
            <a:pPr defTabSz="914354">
              <a:defRPr/>
            </a:pPr>
            <a:r>
              <a:rPr lang="es-CL" sz="1200" b="1">
                <a:solidFill>
                  <a:schemeClr val="bg1"/>
                </a:solidFill>
                <a:cs typeface="Arial" panose="020B0604020202020204" pitchFamily="34" charset="0"/>
              </a:rPr>
              <a:t>___</a:t>
            </a:r>
          </a:p>
          <a:p>
            <a:pPr>
              <a:spcBef>
                <a:spcPts val="267"/>
              </a:spcBef>
              <a:spcAft>
                <a:spcPts val="267"/>
              </a:spcAft>
              <a:defRPr/>
            </a:pPr>
            <a:r>
              <a:rPr lang="es-CL" sz="1000">
                <a:solidFill>
                  <a:schemeClr val="bg1"/>
                </a:solidFill>
                <a:cs typeface="Arial" panose="020B0604020202020204" pitchFamily="34" charset="0"/>
              </a:rPr>
              <a:t>Procesos levantados</a:t>
            </a:r>
            <a:endParaRPr lang="es-CL" sz="1000" b="1">
              <a:solidFill>
                <a:schemeClr val="bg1"/>
              </a:solidFill>
              <a:cs typeface="Arial" panose="020B0604020202020204" pitchFamily="34" charset="0"/>
            </a:endParaRPr>
          </a:p>
        </p:txBody>
      </p:sp>
      <p:sp>
        <p:nvSpPr>
          <p:cNvPr id="35" name="CuadroTexto 42"/>
          <p:cNvSpPr txBox="1">
            <a:spLocks noChangeArrowheads="1"/>
          </p:cNvSpPr>
          <p:nvPr/>
        </p:nvSpPr>
        <p:spPr bwMode="auto">
          <a:xfrm>
            <a:off x="237342" y="4687025"/>
            <a:ext cx="845972" cy="49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lstStyle>
            <a:lvl1pPr defTabSz="777875">
              <a:defRPr sz="1300">
                <a:solidFill>
                  <a:schemeClr val="tx1"/>
                </a:solidFill>
                <a:latin typeface="Arial" panose="020B0604020202020204" pitchFamily="34" charset="0"/>
              </a:defRPr>
            </a:lvl1pPr>
            <a:lvl2pPr defTabSz="777875">
              <a:defRPr sz="1300">
                <a:solidFill>
                  <a:schemeClr val="tx1"/>
                </a:solidFill>
                <a:latin typeface="Arial" panose="020B0604020202020204" pitchFamily="34" charset="0"/>
              </a:defRPr>
            </a:lvl2pPr>
            <a:lvl3pPr defTabSz="777875">
              <a:defRPr sz="1300">
                <a:solidFill>
                  <a:schemeClr val="tx1"/>
                </a:solidFill>
                <a:latin typeface="Arial" panose="020B0604020202020204" pitchFamily="34" charset="0"/>
              </a:defRPr>
            </a:lvl3pPr>
            <a:lvl4pPr defTabSz="777875">
              <a:defRPr sz="1300">
                <a:solidFill>
                  <a:schemeClr val="tx1"/>
                </a:solidFill>
                <a:latin typeface="Arial" panose="020B0604020202020204" pitchFamily="34" charset="0"/>
              </a:defRPr>
            </a:lvl4pPr>
            <a:lvl5pPr defTabSz="777875">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r>
              <a:rPr lang="es-CL" altLang="es-CL" sz="2400">
                <a:solidFill>
                  <a:srgbClr val="FFFFFF"/>
                </a:solidFill>
                <a:latin typeface="+mn-lt"/>
                <a:cs typeface="Arial" panose="020B0604020202020204" pitchFamily="34" charset="0"/>
              </a:rPr>
              <a:t>+90</a:t>
            </a:r>
            <a:endParaRPr lang="es-CL" altLang="es-CL" sz="1600">
              <a:solidFill>
                <a:srgbClr val="FFFFFF"/>
              </a:solidFill>
              <a:latin typeface="+mn-lt"/>
              <a:cs typeface="Arial" panose="020B0604020202020204" pitchFamily="34" charset="0"/>
            </a:endParaRPr>
          </a:p>
        </p:txBody>
      </p:sp>
      <p:sp>
        <p:nvSpPr>
          <p:cNvPr id="7" name="CuadroTexto 6">
            <a:extLst>
              <a:ext uri="{FF2B5EF4-FFF2-40B4-BE49-F238E27FC236}">
                <a16:creationId xmlns:a16="http://schemas.microsoft.com/office/drawing/2014/main" id="{91891693-9068-996E-E608-E0E9E36EE8AC}"/>
              </a:ext>
            </a:extLst>
          </p:cNvPr>
          <p:cNvSpPr txBox="1"/>
          <p:nvPr/>
        </p:nvSpPr>
        <p:spPr>
          <a:xfrm>
            <a:off x="6423888" y="3919606"/>
            <a:ext cx="5349683" cy="2975838"/>
          </a:xfrm>
          <a:prstGeom prst="rect">
            <a:avLst/>
          </a:prstGeom>
          <a:ln>
            <a:noFill/>
          </a:ln>
        </p:spPr>
        <p:txBody>
          <a:bodyPr lIns="103900" tIns="51951" rIns="0" bIns="51951" anchor="t"/>
          <a:lstStyle/>
          <a:p>
            <a:pPr defTabSz="914354">
              <a:defRPr/>
            </a:pPr>
            <a:endParaRPr lang="es-CL" sz="1000">
              <a:solidFill>
                <a:srgbClr val="4F062A"/>
              </a:solidFill>
            </a:endParaRPr>
          </a:p>
        </p:txBody>
      </p:sp>
      <p:sp>
        <p:nvSpPr>
          <p:cNvPr id="8" name="Rectángulo 7">
            <a:extLst>
              <a:ext uri="{FF2B5EF4-FFF2-40B4-BE49-F238E27FC236}">
                <a16:creationId xmlns:a16="http://schemas.microsoft.com/office/drawing/2014/main" id="{F5FDEDA6-908E-EB9E-8556-12F778DB9974}"/>
              </a:ext>
            </a:extLst>
          </p:cNvPr>
          <p:cNvSpPr/>
          <p:nvPr/>
        </p:nvSpPr>
        <p:spPr bwMode="auto">
          <a:xfrm>
            <a:off x="237342" y="4166465"/>
            <a:ext cx="2382143" cy="469359"/>
          </a:xfrm>
          <a:prstGeom prst="rect">
            <a:avLst/>
          </a:prstGeom>
        </p:spPr>
        <p:txBody>
          <a:bodyPr wrap="square">
            <a:spAutoFit/>
          </a:bodyPr>
          <a:lstStyle/>
          <a:p>
            <a:pPr defTabSz="914354">
              <a:defRPr/>
            </a:pPr>
            <a:r>
              <a:rPr lang="es-CL" sz="1200" b="1">
                <a:solidFill>
                  <a:schemeClr val="bg1"/>
                </a:solidFill>
                <a:cs typeface="Arial" panose="020B0604020202020204" pitchFamily="34" charset="0"/>
              </a:rPr>
              <a:t>___</a:t>
            </a:r>
          </a:p>
          <a:p>
            <a:pPr>
              <a:spcBef>
                <a:spcPts val="267"/>
              </a:spcBef>
              <a:spcAft>
                <a:spcPts val="267"/>
              </a:spcAft>
              <a:defRPr/>
            </a:pPr>
            <a:r>
              <a:rPr lang="es-CL" sz="1000">
                <a:solidFill>
                  <a:schemeClr val="bg1"/>
                </a:solidFill>
                <a:cs typeface="Arial" panose="020B0604020202020204" pitchFamily="34" charset="0"/>
              </a:rPr>
              <a:t>Periodo de colaboración</a:t>
            </a:r>
            <a:endParaRPr lang="es-CL" sz="1000" b="1">
              <a:solidFill>
                <a:schemeClr val="bg1"/>
              </a:solidFill>
              <a:cs typeface="Arial" panose="020B0604020202020204" pitchFamily="34" charset="0"/>
            </a:endParaRPr>
          </a:p>
        </p:txBody>
      </p:sp>
      <p:sp>
        <p:nvSpPr>
          <p:cNvPr id="9" name="CuadroTexto 42">
            <a:extLst>
              <a:ext uri="{FF2B5EF4-FFF2-40B4-BE49-F238E27FC236}">
                <a16:creationId xmlns:a16="http://schemas.microsoft.com/office/drawing/2014/main" id="{F6335F2E-0A6A-421B-5CCF-ABCDD8D84348}"/>
              </a:ext>
            </a:extLst>
          </p:cNvPr>
          <p:cNvSpPr txBox="1">
            <a:spLocks noChangeArrowheads="1"/>
          </p:cNvSpPr>
          <p:nvPr/>
        </p:nvSpPr>
        <p:spPr bwMode="auto">
          <a:xfrm>
            <a:off x="237342" y="3933466"/>
            <a:ext cx="2140098" cy="49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lstStyle>
            <a:lvl1pPr defTabSz="777875">
              <a:defRPr sz="1300">
                <a:solidFill>
                  <a:schemeClr val="tx1"/>
                </a:solidFill>
                <a:latin typeface="Arial" panose="020B0604020202020204" pitchFamily="34" charset="0"/>
              </a:defRPr>
            </a:lvl1pPr>
            <a:lvl2pPr defTabSz="777875">
              <a:defRPr sz="1300">
                <a:solidFill>
                  <a:schemeClr val="tx1"/>
                </a:solidFill>
                <a:latin typeface="Arial" panose="020B0604020202020204" pitchFamily="34" charset="0"/>
              </a:defRPr>
            </a:lvl2pPr>
            <a:lvl3pPr defTabSz="777875">
              <a:defRPr sz="1300">
                <a:solidFill>
                  <a:schemeClr val="tx1"/>
                </a:solidFill>
                <a:latin typeface="Arial" panose="020B0604020202020204" pitchFamily="34" charset="0"/>
              </a:defRPr>
            </a:lvl3pPr>
            <a:lvl4pPr defTabSz="777875">
              <a:defRPr sz="1300">
                <a:solidFill>
                  <a:schemeClr val="tx1"/>
                </a:solidFill>
                <a:latin typeface="Arial" panose="020B0604020202020204" pitchFamily="34" charset="0"/>
              </a:defRPr>
            </a:lvl4pPr>
            <a:lvl5pPr defTabSz="777875">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r>
              <a:rPr lang="es-CL" altLang="es-CL" sz="2400">
                <a:solidFill>
                  <a:srgbClr val="FFFFFF"/>
                </a:solidFill>
                <a:latin typeface="+mn-lt"/>
                <a:cs typeface="Arial" panose="020B0604020202020204" pitchFamily="34" charset="0"/>
              </a:rPr>
              <a:t>2021-2024</a:t>
            </a:r>
            <a:endParaRPr lang="es-CL" altLang="es-CL" sz="1600">
              <a:solidFill>
                <a:srgbClr val="FFFFFF"/>
              </a:solidFill>
              <a:latin typeface="+mn-lt"/>
              <a:cs typeface="Arial" panose="020B0604020202020204" pitchFamily="34" charset="0"/>
            </a:endParaRPr>
          </a:p>
        </p:txBody>
      </p:sp>
      <p:sp>
        <p:nvSpPr>
          <p:cNvPr id="21" name="CuadroTexto 20">
            <a:extLst>
              <a:ext uri="{FF2B5EF4-FFF2-40B4-BE49-F238E27FC236}">
                <a16:creationId xmlns:a16="http://schemas.microsoft.com/office/drawing/2014/main" id="{0EFBE8E3-A03F-C786-02AB-A066B46F3714}"/>
              </a:ext>
            </a:extLst>
          </p:cNvPr>
          <p:cNvSpPr txBox="1"/>
          <p:nvPr/>
        </p:nvSpPr>
        <p:spPr>
          <a:xfrm>
            <a:off x="6397043" y="505271"/>
            <a:ext cx="5403374" cy="2159000"/>
          </a:xfrm>
          <a:prstGeom prst="rect">
            <a:avLst/>
          </a:prstGeom>
          <a:ln>
            <a:noFill/>
          </a:ln>
        </p:spPr>
        <p:txBody>
          <a:bodyPr lIns="103900" tIns="51951" rIns="0" bIns="51951" anchor="t"/>
          <a:lstStyle/>
          <a:p>
            <a:pPr defTabSz="914354">
              <a:defRPr/>
            </a:pPr>
            <a:r>
              <a:rPr lang="es-ES" sz="1867">
                <a:solidFill>
                  <a:srgbClr val="4F062A"/>
                </a:solidFill>
              </a:rPr>
              <a:t>El reto</a:t>
            </a:r>
            <a:br>
              <a:rPr lang="es-ES" sz="1867">
                <a:solidFill>
                  <a:srgbClr val="4F062A"/>
                </a:solidFill>
              </a:rPr>
            </a:br>
            <a:r>
              <a:rPr lang="es-ES" sz="1200" b="1">
                <a:solidFill>
                  <a:srgbClr val="4F062A"/>
                </a:solidFill>
                <a:cs typeface="Arial" panose="020B0604020202020204" pitchFamily="34" charset="0"/>
              </a:rPr>
              <a:t>____</a:t>
            </a:r>
          </a:p>
          <a:p>
            <a:pPr>
              <a:defRPr/>
            </a:pPr>
            <a:endParaRPr lang="es-CL" sz="1000">
              <a:solidFill>
                <a:srgbClr val="4F062A"/>
              </a:solidFill>
            </a:endParaRPr>
          </a:p>
          <a:p>
            <a:pPr algn="just">
              <a:defRPr/>
            </a:pPr>
            <a:r>
              <a:rPr lang="es-CL" sz="1000" err="1">
                <a:solidFill>
                  <a:srgbClr val="4F062A"/>
                </a:solidFill>
              </a:rPr>
              <a:t>Colbun</a:t>
            </a:r>
            <a:r>
              <a:rPr lang="es-CL" sz="1000">
                <a:solidFill>
                  <a:srgbClr val="4F062A"/>
                </a:solidFill>
              </a:rPr>
              <a:t> es una compañía de generación eléctrica, con una matriz hidroeléctrica, carbón, gas y un fuerte componente en ERNC con operaciones eólicas y solar.</a:t>
            </a:r>
          </a:p>
          <a:p>
            <a:pPr algn="just">
              <a:defRPr/>
            </a:pPr>
            <a:r>
              <a:rPr lang="es-CL" sz="1000">
                <a:solidFill>
                  <a:srgbClr val="4F062A"/>
                </a:solidFill>
              </a:rPr>
              <a:t>La compañía tiene un modelo de procesos descentralizado producto de sus operaciones y el desafío impuesto consideró levantar los procesos, generar análisis e identificar las oportunidades de mejora de manera.</a:t>
            </a:r>
          </a:p>
        </p:txBody>
      </p:sp>
      <p:sp>
        <p:nvSpPr>
          <p:cNvPr id="22" name="CuadroTexto 21">
            <a:extLst>
              <a:ext uri="{FF2B5EF4-FFF2-40B4-BE49-F238E27FC236}">
                <a16:creationId xmlns:a16="http://schemas.microsoft.com/office/drawing/2014/main" id="{43B42A83-5AE2-05FB-062E-B184AFAF592F}"/>
              </a:ext>
            </a:extLst>
          </p:cNvPr>
          <p:cNvSpPr txBox="1"/>
          <p:nvPr/>
        </p:nvSpPr>
        <p:spPr>
          <a:xfrm>
            <a:off x="6415280" y="1912202"/>
            <a:ext cx="5349683" cy="2272204"/>
          </a:xfrm>
          <a:prstGeom prst="rect">
            <a:avLst/>
          </a:prstGeom>
          <a:ln>
            <a:noFill/>
          </a:ln>
        </p:spPr>
        <p:txBody>
          <a:bodyPr lIns="103900" tIns="51951" rIns="0" bIns="51951" anchor="t"/>
          <a:lstStyle/>
          <a:p>
            <a:pPr defTabSz="914354">
              <a:defRPr/>
            </a:pPr>
            <a:r>
              <a:rPr lang="es-ES" sz="1867">
                <a:solidFill>
                  <a:srgbClr val="4F062A"/>
                </a:solidFill>
              </a:rPr>
              <a:t>La solución</a:t>
            </a:r>
            <a:br>
              <a:rPr lang="es-ES" sz="1867">
                <a:solidFill>
                  <a:srgbClr val="4F062A"/>
                </a:solidFill>
              </a:rPr>
            </a:br>
            <a:r>
              <a:rPr lang="es-ES" sz="1200" b="1">
                <a:solidFill>
                  <a:srgbClr val="4F062A"/>
                </a:solidFill>
                <a:cs typeface="Arial" panose="020B0604020202020204" pitchFamily="34" charset="0"/>
              </a:rPr>
              <a:t>____</a:t>
            </a:r>
            <a:endParaRPr lang="en-US">
              <a:solidFill>
                <a:srgbClr val="4F062A"/>
              </a:solidFill>
            </a:endParaRPr>
          </a:p>
          <a:p>
            <a:pPr algn="just">
              <a:defRPr/>
            </a:pPr>
            <a:endParaRPr lang="es-ES" sz="933">
              <a:solidFill>
                <a:srgbClr val="4F062A"/>
              </a:solidFill>
            </a:endParaRPr>
          </a:p>
          <a:p>
            <a:pPr algn="just">
              <a:defRPr/>
            </a:pPr>
            <a:r>
              <a:rPr lang="es-CL" sz="1000">
                <a:solidFill>
                  <a:srgbClr val="4F062A"/>
                </a:solidFill>
              </a:rPr>
              <a:t>Se utilizó una metodología de proyecto de levantamiento de Minsait, basada en el levantamiento de la situación  “As Is”, para según un análisis de valor de las tareas del proceso, llegar al modelo “To Be” Identificando oportunidades de mejora.</a:t>
            </a:r>
          </a:p>
          <a:p>
            <a:pPr algn="just">
              <a:defRPr/>
            </a:pPr>
            <a:r>
              <a:rPr lang="es-CL" sz="1000">
                <a:solidFill>
                  <a:srgbClr val="4F062A"/>
                </a:solidFill>
              </a:rPr>
              <a:t>A lo largo del proyecto, la  oficina de procesos ha crecido y tomando relevancia en la compañía, por lo que el proceso de documentación ha madurado, integrando:</a:t>
            </a:r>
          </a:p>
          <a:p>
            <a:pPr marL="227965" indent="-227965" algn="just">
              <a:buFont typeface="Arial" panose="020B0604020202020204" pitchFamily="34" charset="0"/>
              <a:buChar char="•"/>
              <a:defRPr/>
            </a:pPr>
            <a:r>
              <a:rPr lang="es-CL" sz="1000">
                <a:solidFill>
                  <a:srgbClr val="4F062A"/>
                </a:solidFill>
              </a:rPr>
              <a:t>Identificación de los riesgos del proceso.</a:t>
            </a:r>
          </a:p>
          <a:p>
            <a:pPr marL="227965" indent="-227965" algn="just">
              <a:buFont typeface="Arial" panose="020B0604020202020204" pitchFamily="34" charset="0"/>
              <a:buChar char="•"/>
              <a:defRPr/>
            </a:pPr>
            <a:r>
              <a:rPr lang="es-CL" sz="1000">
                <a:solidFill>
                  <a:srgbClr val="4F062A"/>
                </a:solidFill>
              </a:rPr>
              <a:t>Análisis de roles</a:t>
            </a:r>
          </a:p>
          <a:p>
            <a:pPr marL="227965" indent="-227965" algn="just">
              <a:buFont typeface="Arial" panose="020B0604020202020204" pitchFamily="34" charset="0"/>
              <a:buChar char="•"/>
              <a:defRPr/>
            </a:pPr>
            <a:r>
              <a:rPr lang="es-CL" sz="1000">
                <a:solidFill>
                  <a:srgbClr val="4F062A"/>
                </a:solidFill>
              </a:rPr>
              <a:t>Identificación de </a:t>
            </a:r>
            <a:r>
              <a:rPr lang="es-CL" sz="1000" err="1">
                <a:solidFill>
                  <a:srgbClr val="4F062A"/>
                </a:solidFill>
              </a:rPr>
              <a:t>SLA’s</a:t>
            </a:r>
            <a:endParaRPr lang="es-CL" sz="1000">
              <a:solidFill>
                <a:srgbClr val="4F062A"/>
              </a:solidFill>
            </a:endParaRPr>
          </a:p>
          <a:p>
            <a:pPr marL="227965" indent="-227965" algn="just">
              <a:buFont typeface="Arial" panose="020B0604020202020204" pitchFamily="34" charset="0"/>
              <a:buChar char="•"/>
              <a:defRPr/>
            </a:pPr>
            <a:r>
              <a:rPr lang="es-CL" sz="1000">
                <a:solidFill>
                  <a:srgbClr val="4F062A"/>
                </a:solidFill>
              </a:rPr>
              <a:t>Identificación de Indicadores</a:t>
            </a:r>
          </a:p>
          <a:p>
            <a:pPr marL="227965" indent="-227965" algn="just">
              <a:buFont typeface="Arial" panose="020B0604020202020204" pitchFamily="34" charset="0"/>
              <a:buChar char="•"/>
              <a:defRPr/>
            </a:pPr>
            <a:r>
              <a:rPr lang="es-CL" sz="1000">
                <a:solidFill>
                  <a:srgbClr val="4F062A"/>
                </a:solidFill>
              </a:rPr>
              <a:t>Entre otros</a:t>
            </a:r>
          </a:p>
          <a:p>
            <a:pPr algn="just">
              <a:defRPr/>
            </a:pPr>
            <a:endParaRPr lang="es-ES" sz="1000">
              <a:solidFill>
                <a:srgbClr val="4F062A"/>
              </a:solidFill>
            </a:endParaRPr>
          </a:p>
          <a:p>
            <a:pPr algn="just">
              <a:defRPr/>
            </a:pPr>
            <a:endParaRPr lang="es-ES" sz="1000">
              <a:solidFill>
                <a:srgbClr val="4F062A"/>
              </a:solidFill>
            </a:endParaRPr>
          </a:p>
          <a:p>
            <a:pPr algn="just">
              <a:defRPr/>
            </a:pPr>
            <a:endParaRPr lang="es-ES" sz="1000">
              <a:solidFill>
                <a:srgbClr val="4F062A"/>
              </a:solidFill>
            </a:endParaRPr>
          </a:p>
        </p:txBody>
      </p:sp>
      <p:pic>
        <p:nvPicPr>
          <p:cNvPr id="23" name="Picture 2" descr="Colbún - Mejor Energía">
            <a:extLst>
              <a:ext uri="{FF2B5EF4-FFF2-40B4-BE49-F238E27FC236}">
                <a16:creationId xmlns:a16="http://schemas.microsoft.com/office/drawing/2014/main" id="{02A72C7C-F881-BFDE-2E36-6EF352FE7272}"/>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161852" y="-33661"/>
            <a:ext cx="1889931" cy="1114246"/>
          </a:xfrm>
          <a:prstGeom prst="rect">
            <a:avLst/>
          </a:prstGeom>
          <a:noFill/>
          <a:extLst>
            <a:ext uri="{909E8E84-426E-40DD-AFC4-6F175D3DCCD1}">
              <a14:hiddenFill xmlns:a14="http://schemas.microsoft.com/office/drawing/2010/main">
                <a:solidFill>
                  <a:srgbClr val="FFFFFF"/>
                </a:solidFill>
              </a14:hiddenFill>
            </a:ext>
          </a:extLst>
        </p:spPr>
      </p:pic>
      <p:sp>
        <p:nvSpPr>
          <p:cNvPr id="24" name="CuadroTexto 23">
            <a:extLst>
              <a:ext uri="{FF2B5EF4-FFF2-40B4-BE49-F238E27FC236}">
                <a16:creationId xmlns:a16="http://schemas.microsoft.com/office/drawing/2014/main" id="{39823A34-EB13-7373-3CA1-8CC0600916B6}"/>
              </a:ext>
            </a:extLst>
          </p:cNvPr>
          <p:cNvSpPr txBox="1"/>
          <p:nvPr/>
        </p:nvSpPr>
        <p:spPr>
          <a:xfrm>
            <a:off x="6415280" y="4109037"/>
            <a:ext cx="5349683" cy="2272204"/>
          </a:xfrm>
          <a:prstGeom prst="rect">
            <a:avLst/>
          </a:prstGeom>
          <a:ln>
            <a:noFill/>
          </a:ln>
        </p:spPr>
        <p:txBody>
          <a:bodyPr lIns="103900" tIns="51951" rIns="0" bIns="51951" anchor="t"/>
          <a:lstStyle/>
          <a:p>
            <a:pPr defTabSz="914354">
              <a:defRPr/>
            </a:pPr>
            <a:r>
              <a:rPr lang="es-CL" sz="2000">
                <a:solidFill>
                  <a:srgbClr val="4F062A"/>
                </a:solidFill>
              </a:rPr>
              <a:t>Nuevos desafíos </a:t>
            </a:r>
            <a:br>
              <a:rPr lang="es-CL" sz="2000">
                <a:solidFill>
                  <a:srgbClr val="4F062A"/>
                </a:solidFill>
              </a:rPr>
            </a:br>
            <a:r>
              <a:rPr lang="es-CL" sz="1200" b="1">
                <a:solidFill>
                  <a:srgbClr val="4F062A"/>
                </a:solidFill>
                <a:cs typeface="Arial" panose="020B0604020202020204" pitchFamily="34" charset="0"/>
              </a:rPr>
              <a:t>____</a:t>
            </a:r>
            <a:endParaRPr lang="es-CL" sz="1000">
              <a:solidFill>
                <a:srgbClr val="4F062A"/>
              </a:solidFill>
            </a:endParaRPr>
          </a:p>
          <a:p>
            <a:pPr algn="just">
              <a:defRPr/>
            </a:pPr>
            <a:endParaRPr lang="es-ES" sz="933">
              <a:solidFill>
                <a:srgbClr val="4F062A"/>
              </a:solidFill>
            </a:endParaRPr>
          </a:p>
          <a:p>
            <a:pPr algn="just">
              <a:defRPr/>
            </a:pPr>
            <a:r>
              <a:rPr lang="es-CL" sz="1000">
                <a:solidFill>
                  <a:srgbClr val="4F062A"/>
                </a:solidFill>
              </a:rPr>
              <a:t>Minsait ha trabajado junto a la Oficina en la madurez del área para posicionarse como un área referente en la compañía. Actualmente se busca trabajar en base al modelo de madurez de procesos CMMI, dirigiendo a la oficina desde un nivel de madurez 3 a un nivel de madurez 5. En este nivel </a:t>
            </a:r>
            <a:r>
              <a:rPr lang="es-MX" sz="1000">
                <a:solidFill>
                  <a:srgbClr val="4F062A"/>
                </a:solidFill>
              </a:rPr>
              <a:t>los procesos de una organización son estables y flexibles. Además, se está en constante estado de mejora y respuesta a cambios u otras oportunidades, lo que permite más “agilidad e innovación” en la organización.</a:t>
            </a:r>
          </a:p>
          <a:p>
            <a:pPr algn="just">
              <a:defRPr/>
            </a:pPr>
            <a:r>
              <a:rPr lang="es-MX" sz="1000">
                <a:solidFill>
                  <a:srgbClr val="4F062A"/>
                </a:solidFill>
              </a:rPr>
              <a:t>Parte de este desafío es seguir diferentes ejes:</a:t>
            </a:r>
            <a:endParaRPr lang="es-CL" sz="1000">
              <a:solidFill>
                <a:srgbClr val="4F062A"/>
              </a:solidFill>
            </a:endParaRPr>
          </a:p>
          <a:p>
            <a:pPr algn="just">
              <a:defRPr/>
            </a:pPr>
            <a:endParaRPr lang="es-ES" sz="1000">
              <a:solidFill>
                <a:srgbClr val="4F062A"/>
              </a:solidFill>
            </a:endParaRPr>
          </a:p>
          <a:p>
            <a:pPr algn="just">
              <a:defRPr/>
            </a:pPr>
            <a:endParaRPr lang="es-ES" sz="1000">
              <a:solidFill>
                <a:srgbClr val="4F062A"/>
              </a:solidFill>
            </a:endParaRPr>
          </a:p>
          <a:p>
            <a:pPr algn="just">
              <a:defRPr/>
            </a:pPr>
            <a:endParaRPr lang="es-ES" sz="1000">
              <a:solidFill>
                <a:srgbClr val="4F062A"/>
              </a:solidFill>
            </a:endParaRPr>
          </a:p>
        </p:txBody>
      </p:sp>
      <p:grpSp>
        <p:nvGrpSpPr>
          <p:cNvPr id="26" name="Grupo 25">
            <a:extLst>
              <a:ext uri="{FF2B5EF4-FFF2-40B4-BE49-F238E27FC236}">
                <a16:creationId xmlns:a16="http://schemas.microsoft.com/office/drawing/2014/main" id="{B89793FE-562C-EC73-E5A3-D7608E2BE43B}"/>
              </a:ext>
            </a:extLst>
          </p:cNvPr>
          <p:cNvGrpSpPr/>
          <p:nvPr/>
        </p:nvGrpSpPr>
        <p:grpSpPr>
          <a:xfrm>
            <a:off x="6415277" y="5917369"/>
            <a:ext cx="5608995" cy="407806"/>
            <a:chOff x="6510043" y="5561197"/>
            <a:chExt cx="5620367" cy="755042"/>
          </a:xfrm>
        </p:grpSpPr>
        <p:sp>
          <p:nvSpPr>
            <p:cNvPr id="28" name="CuadroTexto 59">
              <a:extLst>
                <a:ext uri="{FF2B5EF4-FFF2-40B4-BE49-F238E27FC236}">
                  <a16:creationId xmlns:a16="http://schemas.microsoft.com/office/drawing/2014/main" id="{6B89881A-C9A9-D499-B761-29FAFCA74C8B}"/>
                </a:ext>
              </a:extLst>
            </p:cNvPr>
            <p:cNvSpPr txBox="1"/>
            <p:nvPr/>
          </p:nvSpPr>
          <p:spPr>
            <a:xfrm>
              <a:off x="6510043" y="5759823"/>
              <a:ext cx="829878" cy="357800"/>
            </a:xfrm>
            <a:prstGeom prst="rect">
              <a:avLst/>
            </a:prstGeom>
            <a:noFill/>
          </p:spPr>
          <p:txBody>
            <a:bodyPr wrap="square" lIns="0" rIns="0" rtlCol="0" anchor="ctr">
              <a:noAutofit/>
            </a:bodyPr>
            <a:lstStyle/>
            <a:p>
              <a:pPr algn="ctr" defTabSz="914012">
                <a:defRPr/>
              </a:pPr>
              <a:r>
                <a:rPr lang="es-CL" sz="700">
                  <a:solidFill>
                    <a:srgbClr val="4F062A"/>
                  </a:solidFill>
                </a:rPr>
                <a:t>Automatización de procesos</a:t>
              </a:r>
            </a:p>
          </p:txBody>
        </p:sp>
        <p:sp>
          <p:nvSpPr>
            <p:cNvPr id="29" name="CuadroTexto 59">
              <a:extLst>
                <a:ext uri="{FF2B5EF4-FFF2-40B4-BE49-F238E27FC236}">
                  <a16:creationId xmlns:a16="http://schemas.microsoft.com/office/drawing/2014/main" id="{4CF345D7-28A2-9094-BE45-55851639D7F0}"/>
                </a:ext>
              </a:extLst>
            </p:cNvPr>
            <p:cNvSpPr txBox="1"/>
            <p:nvPr/>
          </p:nvSpPr>
          <p:spPr>
            <a:xfrm>
              <a:off x="7382825" y="5739050"/>
              <a:ext cx="730103" cy="319037"/>
            </a:xfrm>
            <a:prstGeom prst="rect">
              <a:avLst/>
            </a:prstGeom>
            <a:noFill/>
          </p:spPr>
          <p:txBody>
            <a:bodyPr wrap="square" lIns="0" rIns="0" rtlCol="0" anchor="ctr">
              <a:noAutofit/>
            </a:bodyPr>
            <a:lstStyle/>
            <a:p>
              <a:pPr algn="ctr" defTabSz="914012">
                <a:defRPr/>
              </a:pPr>
              <a:r>
                <a:rPr lang="es-CL" sz="700">
                  <a:solidFill>
                    <a:srgbClr val="4F062A"/>
                  </a:solidFill>
                </a:rPr>
                <a:t>Cultura de Mejora Continua</a:t>
              </a:r>
            </a:p>
            <a:p>
              <a:pPr algn="ctr" defTabSz="914012">
                <a:defRPr/>
              </a:pPr>
              <a:r>
                <a:rPr lang="es-CL" sz="700">
                  <a:solidFill>
                    <a:srgbClr val="4F062A"/>
                  </a:solidFill>
                </a:rPr>
                <a:t>Y Metodologías Ágiles</a:t>
              </a:r>
            </a:p>
          </p:txBody>
        </p:sp>
        <p:sp>
          <p:nvSpPr>
            <p:cNvPr id="30" name="CuadroTexto 59">
              <a:extLst>
                <a:ext uri="{FF2B5EF4-FFF2-40B4-BE49-F238E27FC236}">
                  <a16:creationId xmlns:a16="http://schemas.microsoft.com/office/drawing/2014/main" id="{E5194C23-28DD-EAB7-7E51-F691BAF567CB}"/>
                </a:ext>
              </a:extLst>
            </p:cNvPr>
            <p:cNvSpPr txBox="1"/>
            <p:nvPr/>
          </p:nvSpPr>
          <p:spPr>
            <a:xfrm>
              <a:off x="8160550" y="5833446"/>
              <a:ext cx="739285" cy="210554"/>
            </a:xfrm>
            <a:prstGeom prst="rect">
              <a:avLst/>
            </a:prstGeom>
            <a:noFill/>
          </p:spPr>
          <p:txBody>
            <a:bodyPr wrap="square" lIns="0" rIns="0" rtlCol="0" anchor="ctr">
              <a:noAutofit/>
            </a:bodyPr>
            <a:lstStyle/>
            <a:p>
              <a:pPr algn="ctr" defTabSz="914012">
                <a:defRPr/>
              </a:pPr>
              <a:r>
                <a:rPr lang="es-CL" sz="700">
                  <a:solidFill>
                    <a:srgbClr val="4F062A"/>
                  </a:solidFill>
                </a:rPr>
                <a:t>Digitalización</a:t>
              </a:r>
            </a:p>
          </p:txBody>
        </p:sp>
        <p:sp>
          <p:nvSpPr>
            <p:cNvPr id="31" name="CuadroTexto 59">
              <a:extLst>
                <a:ext uri="{FF2B5EF4-FFF2-40B4-BE49-F238E27FC236}">
                  <a16:creationId xmlns:a16="http://schemas.microsoft.com/office/drawing/2014/main" id="{1F7EA5A1-AB9D-682D-EA9D-31FB16DD75CA}"/>
                </a:ext>
              </a:extLst>
            </p:cNvPr>
            <p:cNvSpPr txBox="1"/>
            <p:nvPr/>
          </p:nvSpPr>
          <p:spPr>
            <a:xfrm>
              <a:off x="10562604" y="5759823"/>
              <a:ext cx="736173" cy="357800"/>
            </a:xfrm>
            <a:prstGeom prst="rect">
              <a:avLst/>
            </a:prstGeom>
            <a:noFill/>
          </p:spPr>
          <p:txBody>
            <a:bodyPr wrap="square" lIns="0" rIns="0" rtlCol="0" anchor="ctr">
              <a:noAutofit/>
            </a:bodyPr>
            <a:lstStyle/>
            <a:p>
              <a:pPr algn="ctr" defTabSz="914012">
                <a:defRPr/>
              </a:pPr>
              <a:r>
                <a:rPr lang="es-CL" sz="700">
                  <a:solidFill>
                    <a:srgbClr val="4F062A"/>
                  </a:solidFill>
                </a:rPr>
                <a:t>Analítica de Datos y Business </a:t>
              </a:r>
              <a:r>
                <a:rPr lang="es-CL" sz="700" err="1">
                  <a:solidFill>
                    <a:srgbClr val="4F062A"/>
                  </a:solidFill>
                </a:rPr>
                <a:t>Intelligence</a:t>
              </a:r>
              <a:endParaRPr lang="es-CL" sz="700">
                <a:solidFill>
                  <a:srgbClr val="4F062A"/>
                </a:solidFill>
              </a:endParaRPr>
            </a:p>
          </p:txBody>
        </p:sp>
        <p:sp>
          <p:nvSpPr>
            <p:cNvPr id="38" name="CuadroTexto 59">
              <a:extLst>
                <a:ext uri="{FF2B5EF4-FFF2-40B4-BE49-F238E27FC236}">
                  <a16:creationId xmlns:a16="http://schemas.microsoft.com/office/drawing/2014/main" id="{0ABDBDC6-9AE5-D8B4-2535-98B9CD7482A7}"/>
                </a:ext>
              </a:extLst>
            </p:cNvPr>
            <p:cNvSpPr txBox="1"/>
            <p:nvPr/>
          </p:nvSpPr>
          <p:spPr>
            <a:xfrm>
              <a:off x="11374625" y="5833446"/>
              <a:ext cx="697208" cy="357800"/>
            </a:xfrm>
            <a:prstGeom prst="rect">
              <a:avLst/>
            </a:prstGeom>
            <a:noFill/>
          </p:spPr>
          <p:txBody>
            <a:bodyPr wrap="square" lIns="0" rIns="0" rtlCol="0" anchor="ctr">
              <a:noAutofit/>
            </a:bodyPr>
            <a:lstStyle/>
            <a:p>
              <a:pPr algn="ctr" defTabSz="914012">
                <a:defRPr/>
              </a:pPr>
              <a:r>
                <a:rPr lang="es-CL" sz="700">
                  <a:solidFill>
                    <a:srgbClr val="4F062A"/>
                  </a:solidFill>
                </a:rPr>
                <a:t>Inteligencia Artificial y Machine </a:t>
              </a:r>
              <a:r>
                <a:rPr lang="es-CL" sz="700" err="1">
                  <a:solidFill>
                    <a:srgbClr val="4F062A"/>
                  </a:solidFill>
                </a:rPr>
                <a:t>Learning</a:t>
              </a:r>
              <a:endParaRPr lang="es-CL" sz="700">
                <a:solidFill>
                  <a:srgbClr val="4F062A"/>
                </a:solidFill>
              </a:endParaRPr>
            </a:p>
          </p:txBody>
        </p:sp>
        <p:sp>
          <p:nvSpPr>
            <p:cNvPr id="40" name="CuadroTexto 59">
              <a:extLst>
                <a:ext uri="{FF2B5EF4-FFF2-40B4-BE49-F238E27FC236}">
                  <a16:creationId xmlns:a16="http://schemas.microsoft.com/office/drawing/2014/main" id="{0FA22802-3565-B488-0244-B5F09BDB92B1}"/>
                </a:ext>
              </a:extLst>
            </p:cNvPr>
            <p:cNvSpPr txBox="1"/>
            <p:nvPr/>
          </p:nvSpPr>
          <p:spPr>
            <a:xfrm>
              <a:off x="8933138" y="5761770"/>
              <a:ext cx="787534" cy="354436"/>
            </a:xfrm>
            <a:prstGeom prst="rect">
              <a:avLst/>
            </a:prstGeom>
            <a:noFill/>
          </p:spPr>
          <p:txBody>
            <a:bodyPr wrap="square" lIns="0" rIns="0" rtlCol="0" anchor="ctr">
              <a:noAutofit/>
            </a:bodyPr>
            <a:lstStyle/>
            <a:p>
              <a:pPr algn="ctr" defTabSz="914012">
                <a:defRPr/>
              </a:pPr>
              <a:r>
                <a:rPr lang="es-CL" sz="700">
                  <a:solidFill>
                    <a:srgbClr val="4F062A"/>
                  </a:solidFill>
                </a:rPr>
                <a:t>Gestión del Cambio Organizacional</a:t>
              </a:r>
            </a:p>
          </p:txBody>
        </p:sp>
        <p:sp>
          <p:nvSpPr>
            <p:cNvPr id="41" name="CuadroTexto 50">
              <a:extLst>
                <a:ext uri="{FF2B5EF4-FFF2-40B4-BE49-F238E27FC236}">
                  <a16:creationId xmlns:a16="http://schemas.microsoft.com/office/drawing/2014/main" id="{DD964796-6129-FE68-0CEC-FF5A4353EEFC}"/>
                </a:ext>
              </a:extLst>
            </p:cNvPr>
            <p:cNvSpPr txBox="1"/>
            <p:nvPr/>
          </p:nvSpPr>
          <p:spPr>
            <a:xfrm>
              <a:off x="9818939" y="5707891"/>
              <a:ext cx="688141" cy="461665"/>
            </a:xfrm>
            <a:prstGeom prst="rect">
              <a:avLst/>
            </a:prstGeom>
            <a:noFill/>
          </p:spPr>
          <p:txBody>
            <a:bodyPr wrap="square" lIns="0" rIns="0" rtlCol="0" anchor="ctr">
              <a:noAutofit/>
            </a:bodyPr>
            <a:lstStyle/>
            <a:p>
              <a:pPr algn="ctr" defTabSz="914012">
                <a:defRPr/>
              </a:pPr>
              <a:r>
                <a:rPr lang="es-CL" sz="700">
                  <a:solidFill>
                    <a:srgbClr val="4F062A"/>
                  </a:solidFill>
                </a:rPr>
                <a:t>Gestión de Riesgos y </a:t>
              </a:r>
              <a:r>
                <a:rPr lang="es-CL" sz="700" err="1">
                  <a:solidFill>
                    <a:srgbClr val="4F062A"/>
                  </a:solidFill>
                </a:rPr>
                <a:t>Compliance</a:t>
              </a:r>
              <a:endParaRPr lang="es-CL" sz="700">
                <a:solidFill>
                  <a:srgbClr val="4F062A"/>
                </a:solidFill>
              </a:endParaRPr>
            </a:p>
          </p:txBody>
        </p:sp>
        <p:grpSp>
          <p:nvGrpSpPr>
            <p:cNvPr id="45" name="Grupo 44">
              <a:extLst>
                <a:ext uri="{FF2B5EF4-FFF2-40B4-BE49-F238E27FC236}">
                  <a16:creationId xmlns:a16="http://schemas.microsoft.com/office/drawing/2014/main" id="{E9635A6B-90D1-7D11-DE40-64A5F9779B64}"/>
                </a:ext>
              </a:extLst>
            </p:cNvPr>
            <p:cNvGrpSpPr/>
            <p:nvPr/>
          </p:nvGrpSpPr>
          <p:grpSpPr>
            <a:xfrm>
              <a:off x="6551284" y="5561197"/>
              <a:ext cx="5579126" cy="755042"/>
              <a:chOff x="4480638" y="5561202"/>
              <a:chExt cx="7649772" cy="1094189"/>
            </a:xfrm>
          </p:grpSpPr>
          <p:grpSp>
            <p:nvGrpSpPr>
              <p:cNvPr id="46" name="Grupo 45">
                <a:extLst>
                  <a:ext uri="{FF2B5EF4-FFF2-40B4-BE49-F238E27FC236}">
                    <a16:creationId xmlns:a16="http://schemas.microsoft.com/office/drawing/2014/main" id="{21BECFBD-EC15-BD67-FA1C-D2A3B1E7B8D1}"/>
                  </a:ext>
                </a:extLst>
              </p:cNvPr>
              <p:cNvGrpSpPr/>
              <p:nvPr/>
            </p:nvGrpSpPr>
            <p:grpSpPr>
              <a:xfrm>
                <a:off x="6650874" y="5561202"/>
                <a:ext cx="5479536" cy="1091764"/>
                <a:chOff x="352681" y="1058578"/>
                <a:chExt cx="10775319" cy="3790481"/>
              </a:xfrm>
            </p:grpSpPr>
            <p:grpSp>
              <p:nvGrpSpPr>
                <p:cNvPr id="56" name="Grupo 55">
                  <a:extLst>
                    <a:ext uri="{FF2B5EF4-FFF2-40B4-BE49-F238E27FC236}">
                      <a16:creationId xmlns:a16="http://schemas.microsoft.com/office/drawing/2014/main" id="{B499D9B2-C1E1-E550-6E4D-BE6E1FFAFBA2}"/>
                    </a:ext>
                  </a:extLst>
                </p:cNvPr>
                <p:cNvGrpSpPr/>
                <p:nvPr/>
              </p:nvGrpSpPr>
              <p:grpSpPr>
                <a:xfrm>
                  <a:off x="352681" y="1277348"/>
                  <a:ext cx="8641345" cy="3571711"/>
                  <a:chOff x="1647701" y="2558349"/>
                  <a:chExt cx="8294481" cy="3571711"/>
                </a:xfrm>
              </p:grpSpPr>
              <p:cxnSp>
                <p:nvCxnSpPr>
                  <p:cNvPr id="60" name="Conector recto 59">
                    <a:extLst>
                      <a:ext uri="{FF2B5EF4-FFF2-40B4-BE49-F238E27FC236}">
                        <a16:creationId xmlns:a16="http://schemas.microsoft.com/office/drawing/2014/main" id="{9BF6930E-9688-47BD-B960-4DE6E88DA9F1}"/>
                      </a:ext>
                    </a:extLst>
                  </p:cNvPr>
                  <p:cNvCxnSpPr>
                    <a:cxnSpLocks/>
                  </p:cNvCxnSpPr>
                  <p:nvPr/>
                </p:nvCxnSpPr>
                <p:spPr>
                  <a:xfrm>
                    <a:off x="7860768" y="6114507"/>
                    <a:ext cx="2081414" cy="0"/>
                  </a:xfrm>
                  <a:prstGeom prst="line">
                    <a:avLst/>
                  </a:prstGeom>
                  <a:ln w="25400">
                    <a:solidFill>
                      <a:srgbClr val="FF0054"/>
                    </a:solidFill>
                  </a:ln>
                </p:spPr>
                <p:style>
                  <a:lnRef idx="1">
                    <a:schemeClr val="accent1"/>
                  </a:lnRef>
                  <a:fillRef idx="0">
                    <a:schemeClr val="accent1"/>
                  </a:fillRef>
                  <a:effectRef idx="0">
                    <a:schemeClr val="accent1"/>
                  </a:effectRef>
                  <a:fontRef idx="minor">
                    <a:schemeClr val="tx1"/>
                  </a:fontRef>
                </p:style>
              </p:cxnSp>
              <p:cxnSp>
                <p:nvCxnSpPr>
                  <p:cNvPr id="61" name="Conector recto 60">
                    <a:extLst>
                      <a:ext uri="{FF2B5EF4-FFF2-40B4-BE49-F238E27FC236}">
                        <a16:creationId xmlns:a16="http://schemas.microsoft.com/office/drawing/2014/main" id="{7B2D1346-2E65-6592-9145-7A97222CA5B4}"/>
                      </a:ext>
                    </a:extLst>
                  </p:cNvPr>
                  <p:cNvCxnSpPr>
                    <a:cxnSpLocks/>
                  </p:cNvCxnSpPr>
                  <p:nvPr/>
                </p:nvCxnSpPr>
                <p:spPr>
                  <a:xfrm>
                    <a:off x="5771961" y="2564904"/>
                    <a:ext cx="2088807" cy="0"/>
                  </a:xfrm>
                  <a:prstGeom prst="line">
                    <a:avLst/>
                  </a:prstGeom>
                  <a:ln w="25400">
                    <a:solidFill>
                      <a:srgbClr val="FF0054"/>
                    </a:solidFill>
                  </a:ln>
                </p:spPr>
                <p:style>
                  <a:lnRef idx="1">
                    <a:schemeClr val="accent1"/>
                  </a:lnRef>
                  <a:fillRef idx="0">
                    <a:schemeClr val="accent1"/>
                  </a:fillRef>
                  <a:effectRef idx="0">
                    <a:schemeClr val="accent1"/>
                  </a:effectRef>
                  <a:fontRef idx="minor">
                    <a:schemeClr val="tx1"/>
                  </a:fontRef>
                </p:style>
              </p:cxnSp>
              <p:cxnSp>
                <p:nvCxnSpPr>
                  <p:cNvPr id="62" name="Conector recto 61">
                    <a:extLst>
                      <a:ext uri="{FF2B5EF4-FFF2-40B4-BE49-F238E27FC236}">
                        <a16:creationId xmlns:a16="http://schemas.microsoft.com/office/drawing/2014/main" id="{81F5532A-8C96-6711-8DD4-1A19977D0B73}"/>
                      </a:ext>
                    </a:extLst>
                  </p:cNvPr>
                  <p:cNvCxnSpPr>
                    <a:cxnSpLocks/>
                  </p:cNvCxnSpPr>
                  <p:nvPr/>
                </p:nvCxnSpPr>
                <p:spPr>
                  <a:xfrm>
                    <a:off x="3718903" y="6121063"/>
                    <a:ext cx="2067387" cy="0"/>
                  </a:xfrm>
                  <a:prstGeom prst="line">
                    <a:avLst/>
                  </a:prstGeom>
                  <a:ln w="25400">
                    <a:solidFill>
                      <a:srgbClr val="FF0054"/>
                    </a:solidFill>
                  </a:ln>
                </p:spPr>
                <p:style>
                  <a:lnRef idx="1">
                    <a:schemeClr val="accent1"/>
                  </a:lnRef>
                  <a:fillRef idx="0">
                    <a:schemeClr val="accent1"/>
                  </a:fillRef>
                  <a:effectRef idx="0">
                    <a:schemeClr val="accent1"/>
                  </a:effectRef>
                  <a:fontRef idx="minor">
                    <a:schemeClr val="tx1"/>
                  </a:fontRef>
                </p:style>
              </p:cxnSp>
              <p:cxnSp>
                <p:nvCxnSpPr>
                  <p:cNvPr id="63" name="Conector recto 62">
                    <a:extLst>
                      <a:ext uri="{FF2B5EF4-FFF2-40B4-BE49-F238E27FC236}">
                        <a16:creationId xmlns:a16="http://schemas.microsoft.com/office/drawing/2014/main" id="{D70329E9-F34A-3761-19B3-22AAD8997C52}"/>
                      </a:ext>
                    </a:extLst>
                  </p:cNvPr>
                  <p:cNvCxnSpPr>
                    <a:cxnSpLocks/>
                  </p:cNvCxnSpPr>
                  <p:nvPr/>
                </p:nvCxnSpPr>
                <p:spPr>
                  <a:xfrm>
                    <a:off x="1647701" y="2564904"/>
                    <a:ext cx="2061476" cy="0"/>
                  </a:xfrm>
                  <a:prstGeom prst="line">
                    <a:avLst/>
                  </a:prstGeom>
                  <a:ln w="25400">
                    <a:solidFill>
                      <a:srgbClr val="FF0054"/>
                    </a:solidFill>
                  </a:ln>
                </p:spPr>
                <p:style>
                  <a:lnRef idx="1">
                    <a:schemeClr val="accent1"/>
                  </a:lnRef>
                  <a:fillRef idx="0">
                    <a:schemeClr val="accent1"/>
                  </a:fillRef>
                  <a:effectRef idx="0">
                    <a:schemeClr val="accent1"/>
                  </a:effectRef>
                  <a:fontRef idx="minor">
                    <a:schemeClr val="tx1"/>
                  </a:fontRef>
                </p:style>
              </p:cxnSp>
              <p:cxnSp>
                <p:nvCxnSpPr>
                  <p:cNvPr id="55296" name="Conector recto 55295">
                    <a:extLst>
                      <a:ext uri="{FF2B5EF4-FFF2-40B4-BE49-F238E27FC236}">
                        <a16:creationId xmlns:a16="http://schemas.microsoft.com/office/drawing/2014/main" id="{80024675-524E-1A7D-2CCF-276886286476}"/>
                      </a:ext>
                    </a:extLst>
                  </p:cNvPr>
                  <p:cNvCxnSpPr/>
                  <p:nvPr/>
                </p:nvCxnSpPr>
                <p:spPr>
                  <a:xfrm>
                    <a:off x="5786290" y="2564904"/>
                    <a:ext cx="0" cy="3565156"/>
                  </a:xfrm>
                  <a:prstGeom prst="line">
                    <a:avLst/>
                  </a:prstGeom>
                  <a:ln w="25400">
                    <a:solidFill>
                      <a:srgbClr val="FF0054"/>
                    </a:solidFill>
                  </a:ln>
                </p:spPr>
                <p:style>
                  <a:lnRef idx="1">
                    <a:schemeClr val="accent1"/>
                  </a:lnRef>
                  <a:fillRef idx="0">
                    <a:schemeClr val="accent1"/>
                  </a:fillRef>
                  <a:effectRef idx="0">
                    <a:schemeClr val="accent1"/>
                  </a:effectRef>
                  <a:fontRef idx="minor">
                    <a:schemeClr val="tx1"/>
                  </a:fontRef>
                </p:style>
              </p:cxnSp>
              <p:cxnSp>
                <p:nvCxnSpPr>
                  <p:cNvPr id="55303" name="Conector recto 55302">
                    <a:extLst>
                      <a:ext uri="{FF2B5EF4-FFF2-40B4-BE49-F238E27FC236}">
                        <a16:creationId xmlns:a16="http://schemas.microsoft.com/office/drawing/2014/main" id="{7D2AEC57-A901-9F6F-9B81-487B10A3196A}"/>
                      </a:ext>
                    </a:extLst>
                  </p:cNvPr>
                  <p:cNvCxnSpPr/>
                  <p:nvPr/>
                </p:nvCxnSpPr>
                <p:spPr>
                  <a:xfrm>
                    <a:off x="3707743" y="2558349"/>
                    <a:ext cx="11160" cy="3565156"/>
                  </a:xfrm>
                  <a:prstGeom prst="line">
                    <a:avLst/>
                  </a:prstGeom>
                  <a:ln w="25400">
                    <a:solidFill>
                      <a:srgbClr val="FF0054"/>
                    </a:solidFill>
                  </a:ln>
                </p:spPr>
                <p:style>
                  <a:lnRef idx="1">
                    <a:schemeClr val="accent1"/>
                  </a:lnRef>
                  <a:fillRef idx="0">
                    <a:schemeClr val="accent1"/>
                  </a:fillRef>
                  <a:effectRef idx="0">
                    <a:schemeClr val="accent1"/>
                  </a:effectRef>
                  <a:fontRef idx="minor">
                    <a:schemeClr val="tx1"/>
                  </a:fontRef>
                </p:style>
              </p:cxnSp>
              <p:cxnSp>
                <p:nvCxnSpPr>
                  <p:cNvPr id="55304" name="Conector recto 55303">
                    <a:extLst>
                      <a:ext uri="{FF2B5EF4-FFF2-40B4-BE49-F238E27FC236}">
                        <a16:creationId xmlns:a16="http://schemas.microsoft.com/office/drawing/2014/main" id="{5BFF34F0-6A29-8030-BEB4-EEC9DA6A8CB6}"/>
                      </a:ext>
                    </a:extLst>
                  </p:cNvPr>
                  <p:cNvCxnSpPr/>
                  <p:nvPr/>
                </p:nvCxnSpPr>
                <p:spPr>
                  <a:xfrm>
                    <a:off x="7860768" y="2564904"/>
                    <a:ext cx="2607" cy="3565156"/>
                  </a:xfrm>
                  <a:prstGeom prst="line">
                    <a:avLst/>
                  </a:prstGeom>
                  <a:ln w="25400">
                    <a:solidFill>
                      <a:srgbClr val="FF0054"/>
                    </a:solidFill>
                  </a:ln>
                </p:spPr>
                <p:style>
                  <a:lnRef idx="1">
                    <a:schemeClr val="accent1"/>
                  </a:lnRef>
                  <a:fillRef idx="0">
                    <a:schemeClr val="accent1"/>
                  </a:fillRef>
                  <a:effectRef idx="0">
                    <a:schemeClr val="accent1"/>
                  </a:effectRef>
                  <a:fontRef idx="minor">
                    <a:schemeClr val="tx1"/>
                  </a:fontRef>
                </p:style>
              </p:cxnSp>
            </p:grpSp>
            <p:sp>
              <p:nvSpPr>
                <p:cNvPr id="57" name="50 Forma libre">
                  <a:extLst>
                    <a:ext uri="{FF2B5EF4-FFF2-40B4-BE49-F238E27FC236}">
                      <a16:creationId xmlns:a16="http://schemas.microsoft.com/office/drawing/2014/main" id="{66753DE3-01DE-B692-FD07-B7CE66415C33}"/>
                    </a:ext>
                  </a:extLst>
                </p:cNvPr>
                <p:cNvSpPr/>
                <p:nvPr/>
              </p:nvSpPr>
              <p:spPr>
                <a:xfrm>
                  <a:off x="10926568" y="1058578"/>
                  <a:ext cx="201432" cy="447371"/>
                </a:xfrm>
                <a:custGeom>
                  <a:avLst/>
                  <a:gdLst>
                    <a:gd name="connsiteX0" fmla="*/ 0 w 161925"/>
                    <a:gd name="connsiteY0" fmla="*/ 0 h 319088"/>
                    <a:gd name="connsiteX1" fmla="*/ 161925 w 161925"/>
                    <a:gd name="connsiteY1" fmla="*/ 161925 h 319088"/>
                    <a:gd name="connsiteX2" fmla="*/ 4762 w 161925"/>
                    <a:gd name="connsiteY2" fmla="*/ 319088 h 319088"/>
                  </a:gdLst>
                  <a:ahLst/>
                  <a:cxnLst>
                    <a:cxn ang="0">
                      <a:pos x="connsiteX0" y="connsiteY0"/>
                    </a:cxn>
                    <a:cxn ang="0">
                      <a:pos x="connsiteX1" y="connsiteY1"/>
                    </a:cxn>
                    <a:cxn ang="0">
                      <a:pos x="connsiteX2" y="connsiteY2"/>
                    </a:cxn>
                  </a:cxnLst>
                  <a:rect l="l" t="t" r="r" b="b"/>
                  <a:pathLst>
                    <a:path w="161925" h="319088">
                      <a:moveTo>
                        <a:pt x="0" y="0"/>
                      </a:moveTo>
                      <a:lnTo>
                        <a:pt x="161925" y="161925"/>
                      </a:lnTo>
                      <a:lnTo>
                        <a:pt x="4762" y="319088"/>
                      </a:lnTo>
                    </a:path>
                  </a:pathLst>
                </a:custGeom>
                <a:ln w="254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3790" rtl="0" eaLnBrk="1" fontAlgn="auto" latinLnBrk="0" hangingPunct="1">
                    <a:lnSpc>
                      <a:spcPct val="100000"/>
                    </a:lnSpc>
                    <a:spcBef>
                      <a:spcPts val="0"/>
                    </a:spcBef>
                    <a:spcAft>
                      <a:spcPts val="0"/>
                    </a:spcAft>
                    <a:buClrTx/>
                    <a:buSzTx/>
                    <a:buFontTx/>
                    <a:buNone/>
                    <a:tabLst/>
                    <a:defRPr/>
                  </a:pPr>
                  <a:endParaRPr kumimoji="0" lang="es-CL" sz="700" i="0" u="none" strike="noStrike" kern="1200" cap="none" spc="0" normalizeH="0" baseline="0" noProof="0">
                    <a:ln>
                      <a:noFill/>
                    </a:ln>
                    <a:solidFill>
                      <a:srgbClr val="4F062A"/>
                    </a:solidFill>
                    <a:effectLst/>
                    <a:uLnTx/>
                    <a:uFillTx/>
                    <a:ea typeface="+mn-ea"/>
                    <a:cs typeface="+mn-cs"/>
                  </a:endParaRPr>
                </a:p>
              </p:txBody>
            </p:sp>
            <p:cxnSp>
              <p:nvCxnSpPr>
                <p:cNvPr id="58" name="Conector recto 57">
                  <a:extLst>
                    <a:ext uri="{FF2B5EF4-FFF2-40B4-BE49-F238E27FC236}">
                      <a16:creationId xmlns:a16="http://schemas.microsoft.com/office/drawing/2014/main" id="{859FD17E-969B-6783-1EF9-17A7C4695B5A}"/>
                    </a:ext>
                  </a:extLst>
                </p:cNvPr>
                <p:cNvCxnSpPr>
                  <a:cxnSpLocks/>
                </p:cNvCxnSpPr>
                <p:nvPr/>
              </p:nvCxnSpPr>
              <p:spPr>
                <a:xfrm>
                  <a:off x="8994024" y="1275478"/>
                  <a:ext cx="2129247" cy="13573"/>
                </a:xfrm>
                <a:prstGeom prst="line">
                  <a:avLst/>
                </a:prstGeom>
                <a:ln w="25400">
                  <a:solidFill>
                    <a:srgbClr val="FF0054"/>
                  </a:solidFill>
                </a:ln>
              </p:spPr>
              <p:style>
                <a:lnRef idx="1">
                  <a:schemeClr val="accent1"/>
                </a:lnRef>
                <a:fillRef idx="0">
                  <a:schemeClr val="accent1"/>
                </a:fillRef>
                <a:effectRef idx="0">
                  <a:schemeClr val="accent1"/>
                </a:effectRef>
                <a:fontRef idx="minor">
                  <a:schemeClr val="tx1"/>
                </a:fontRef>
              </p:style>
            </p:cxnSp>
            <p:cxnSp>
              <p:nvCxnSpPr>
                <p:cNvPr id="59" name="Conector recto 58">
                  <a:extLst>
                    <a:ext uri="{FF2B5EF4-FFF2-40B4-BE49-F238E27FC236}">
                      <a16:creationId xmlns:a16="http://schemas.microsoft.com/office/drawing/2014/main" id="{61524D8E-E255-C0D9-20B2-999DEA3FA962}"/>
                    </a:ext>
                  </a:extLst>
                </p:cNvPr>
                <p:cNvCxnSpPr>
                  <a:cxnSpLocks/>
                </p:cNvCxnSpPr>
                <p:nvPr/>
              </p:nvCxnSpPr>
              <p:spPr>
                <a:xfrm>
                  <a:off x="8994024" y="1275478"/>
                  <a:ext cx="0" cy="3558028"/>
                </a:xfrm>
                <a:prstGeom prst="line">
                  <a:avLst/>
                </a:prstGeom>
                <a:ln w="25400">
                  <a:solidFill>
                    <a:srgbClr val="FF0054"/>
                  </a:solidFill>
                </a:ln>
              </p:spPr>
              <p:style>
                <a:lnRef idx="1">
                  <a:schemeClr val="accent1"/>
                </a:lnRef>
                <a:fillRef idx="0">
                  <a:schemeClr val="accent1"/>
                </a:fillRef>
                <a:effectRef idx="0">
                  <a:schemeClr val="accent1"/>
                </a:effectRef>
                <a:fontRef idx="minor">
                  <a:schemeClr val="tx1"/>
                </a:fontRef>
              </p:style>
            </p:cxnSp>
          </p:grpSp>
          <p:cxnSp>
            <p:nvCxnSpPr>
              <p:cNvPr id="47" name="Conector recto 46">
                <a:extLst>
                  <a:ext uri="{FF2B5EF4-FFF2-40B4-BE49-F238E27FC236}">
                    <a16:creationId xmlns:a16="http://schemas.microsoft.com/office/drawing/2014/main" id="{F835B7E9-0475-1D95-6C5F-6B40FCA5189F}"/>
                  </a:ext>
                </a:extLst>
              </p:cNvPr>
              <p:cNvCxnSpPr>
                <a:cxnSpLocks/>
              </p:cNvCxnSpPr>
              <p:nvPr/>
            </p:nvCxnSpPr>
            <p:spPr>
              <a:xfrm>
                <a:off x="5567312" y="6638781"/>
                <a:ext cx="1095286" cy="0"/>
              </a:xfrm>
              <a:prstGeom prst="line">
                <a:avLst/>
              </a:prstGeom>
              <a:ln w="25400">
                <a:solidFill>
                  <a:srgbClr val="FF0054"/>
                </a:solidFill>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BC4F49CD-16CF-AA1A-A962-178A39735775}"/>
                  </a:ext>
                </a:extLst>
              </p:cNvPr>
              <p:cNvCxnSpPr>
                <a:cxnSpLocks/>
              </p:cNvCxnSpPr>
              <p:nvPr/>
            </p:nvCxnSpPr>
            <p:spPr>
              <a:xfrm>
                <a:off x="4480638" y="5614506"/>
                <a:ext cx="1092154" cy="0"/>
              </a:xfrm>
              <a:prstGeom prst="line">
                <a:avLst/>
              </a:prstGeom>
              <a:ln w="25400">
                <a:solidFill>
                  <a:srgbClr val="FF0054"/>
                </a:solidFill>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B990AA17-C177-51D2-BF98-D80269FA4510}"/>
                  </a:ext>
                </a:extLst>
              </p:cNvPr>
              <p:cNvCxnSpPr/>
              <p:nvPr/>
            </p:nvCxnSpPr>
            <p:spPr>
              <a:xfrm>
                <a:off x="5572033" y="5612618"/>
                <a:ext cx="5912" cy="1026866"/>
              </a:xfrm>
              <a:prstGeom prst="line">
                <a:avLst/>
              </a:prstGeom>
              <a:ln w="25400">
                <a:solidFill>
                  <a:srgbClr val="FF0054"/>
                </a:solidFill>
              </a:ln>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id="{B4389024-A521-D551-7678-4F64BBA7AC42}"/>
                  </a:ext>
                </a:extLst>
              </p:cNvPr>
              <p:cNvCxnSpPr/>
              <p:nvPr/>
            </p:nvCxnSpPr>
            <p:spPr>
              <a:xfrm>
                <a:off x="6663307" y="5628525"/>
                <a:ext cx="5912" cy="1026866"/>
              </a:xfrm>
              <a:prstGeom prst="line">
                <a:avLst/>
              </a:prstGeom>
              <a:ln w="25400">
                <a:solidFill>
                  <a:srgbClr val="FF0054"/>
                </a:solidFill>
              </a:ln>
            </p:spPr>
            <p:style>
              <a:lnRef idx="1">
                <a:schemeClr val="accent1"/>
              </a:lnRef>
              <a:fillRef idx="0">
                <a:schemeClr val="accent1"/>
              </a:fillRef>
              <a:effectRef idx="0">
                <a:schemeClr val="accent1"/>
              </a:effectRef>
              <a:fontRef idx="minor">
                <a:schemeClr val="tx1"/>
              </a:fontRef>
            </p:style>
          </p:cxnSp>
        </p:grpSp>
      </p:grpSp>
      <p:sp>
        <p:nvSpPr>
          <p:cNvPr id="10" name="Marcador de texto 2">
            <a:extLst>
              <a:ext uri="{FF2B5EF4-FFF2-40B4-BE49-F238E27FC236}">
                <a16:creationId xmlns:a16="http://schemas.microsoft.com/office/drawing/2014/main" id="{E202A78B-454B-D949-7821-3027D4A87506}"/>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174904682"/>
      </p:ext>
    </p:extLst>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04A7A-66E0-601E-5C81-E049E65A1A24}"/>
            </a:ext>
          </a:extLst>
        </p:cNvPr>
        <p:cNvGrpSpPr/>
        <p:nvPr/>
      </p:nvGrpSpPr>
      <p:grpSpPr>
        <a:xfrm>
          <a:off x="0" y="0"/>
          <a:ext cx="0" cy="0"/>
          <a:chOff x="0" y="0"/>
          <a:chExt cx="0" cy="0"/>
        </a:xfrm>
      </p:grpSpPr>
      <p:pic>
        <p:nvPicPr>
          <p:cNvPr id="46" name="Picture 2" descr="Kültéri lámpák – Szempontok, javaslatok és ötletek - Fészek ...">
            <a:extLst>
              <a:ext uri="{FF2B5EF4-FFF2-40B4-BE49-F238E27FC236}">
                <a16:creationId xmlns:a16="http://schemas.microsoft.com/office/drawing/2014/main" id="{B4777C79-BE1C-EF41-AF46-3D0109635986}"/>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l="30970" r="-40826" b="596"/>
          <a:stretch/>
        </p:blipFill>
        <p:spPr bwMode="auto">
          <a:xfrm>
            <a:off x="926276" y="9864"/>
            <a:ext cx="8610319" cy="6848136"/>
          </a:xfrm>
          <a:prstGeom prst="parallelogram">
            <a:avLst>
              <a:gd name="adj" fmla="val 28503"/>
            </a:avLst>
          </a:prstGeom>
          <a:noFill/>
          <a:extLst>
            <a:ext uri="{909E8E84-426E-40DD-AFC4-6F175D3DCCD1}">
              <a14:hiddenFill xmlns:a14="http://schemas.microsoft.com/office/drawing/2010/main">
                <a:solidFill>
                  <a:srgbClr val="FFFFFF"/>
                </a:solidFill>
              </a14:hiddenFill>
            </a:ext>
          </a:extLst>
        </p:spPr>
      </p:pic>
      <p:sp>
        <p:nvSpPr>
          <p:cNvPr id="2" name="Forma libre 37">
            <a:extLst>
              <a:ext uri="{FF2B5EF4-FFF2-40B4-BE49-F238E27FC236}">
                <a16:creationId xmlns:a16="http://schemas.microsoft.com/office/drawing/2014/main" id="{B2347E43-DB31-4C61-50E7-885906135C8B}"/>
              </a:ext>
            </a:extLst>
          </p:cNvPr>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rgbClr val="367A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7" name="Forma libre 34">
            <a:extLst>
              <a:ext uri="{FF2B5EF4-FFF2-40B4-BE49-F238E27FC236}">
                <a16:creationId xmlns:a16="http://schemas.microsoft.com/office/drawing/2014/main" id="{C3BC2374-9049-8E87-5E92-F2BA78F8F3AF}"/>
              </a:ext>
            </a:extLst>
          </p:cNvPr>
          <p:cNvSpPr/>
          <p:nvPr/>
        </p:nvSpPr>
        <p:spPr>
          <a:xfrm rot="16200000" flipH="1">
            <a:off x="-674156" y="3399185"/>
            <a:ext cx="4137208" cy="2780425"/>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3" name="Forma libre 39">
            <a:extLst>
              <a:ext uri="{FF2B5EF4-FFF2-40B4-BE49-F238E27FC236}">
                <a16:creationId xmlns:a16="http://schemas.microsoft.com/office/drawing/2014/main" id="{3ABCECA1-9092-B33A-630F-389FC2BD20A6}"/>
              </a:ext>
            </a:extLst>
          </p:cNvPr>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pic>
        <p:nvPicPr>
          <p:cNvPr id="45" name="Picture 2" descr="Colbún - Mejor Energía">
            <a:extLst>
              <a:ext uri="{FF2B5EF4-FFF2-40B4-BE49-F238E27FC236}">
                <a16:creationId xmlns:a16="http://schemas.microsoft.com/office/drawing/2014/main" id="{7BBFD39A-83BD-9752-E89C-C1FFD9EB567B}"/>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161852" y="-33661"/>
            <a:ext cx="1889931" cy="1114246"/>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0B94C8DA-8CF7-F566-DDBC-1192DA950DF6}"/>
              </a:ext>
            </a:extLst>
          </p:cNvPr>
          <p:cNvSpPr txBox="1"/>
          <p:nvPr/>
        </p:nvSpPr>
        <p:spPr>
          <a:xfrm>
            <a:off x="6397043" y="679451"/>
            <a:ext cx="5403374" cy="2159000"/>
          </a:xfrm>
          <a:prstGeom prst="rect">
            <a:avLst/>
          </a:prstGeom>
          <a:ln>
            <a:noFill/>
          </a:ln>
        </p:spPr>
        <p:txBody>
          <a:bodyPr lIns="103900" tIns="51951" rIns="0" bIns="51951" anchor="t"/>
          <a:lstStyle/>
          <a:p>
            <a:pPr defTabSz="914354">
              <a:defRPr/>
            </a:pPr>
            <a:r>
              <a:rPr lang="es-ES" sz="1867">
                <a:solidFill>
                  <a:srgbClr val="4F062A"/>
                </a:solidFill>
              </a:rPr>
              <a:t>El reto</a:t>
            </a:r>
            <a:br>
              <a:rPr lang="es-ES" sz="1867">
                <a:solidFill>
                  <a:srgbClr val="4F062A"/>
                </a:solidFill>
              </a:rPr>
            </a:br>
            <a:r>
              <a:rPr lang="es-ES" sz="1200" b="1">
                <a:solidFill>
                  <a:srgbClr val="4F062A"/>
                </a:solidFill>
                <a:cs typeface="Arial" panose="020B0604020202020204" pitchFamily="34" charset="0"/>
              </a:rPr>
              <a:t>____</a:t>
            </a:r>
          </a:p>
          <a:p>
            <a:pPr>
              <a:defRPr/>
            </a:pPr>
            <a:endParaRPr lang="es-ES" sz="933">
              <a:solidFill>
                <a:srgbClr val="4F062A"/>
              </a:solidFill>
            </a:endParaRPr>
          </a:p>
          <a:p>
            <a:pPr algn="just"/>
            <a:r>
              <a:rPr lang="es-MX" sz="1000">
                <a:solidFill>
                  <a:srgbClr val="4F062A"/>
                </a:solidFill>
              </a:rPr>
              <a:t>Implementar la Oficina de Control de Iniciativas y Proyectos definiendo la metodología de gestión de proyectos y ejecución del servicio de PMO.</a:t>
            </a:r>
          </a:p>
          <a:p>
            <a:pPr algn="just"/>
            <a:r>
              <a:rPr lang="es-MX" sz="1000">
                <a:solidFill>
                  <a:srgbClr val="4F062A"/>
                </a:solidFill>
              </a:rPr>
              <a:t>Diseñar la metodología para la gestión de proyectos para cubrir el ciclo completo de los mismos estableciendo procesos, </a:t>
            </a:r>
            <a:r>
              <a:rPr lang="es-MX" sz="1000" err="1">
                <a:solidFill>
                  <a:srgbClr val="4F062A"/>
                </a:solidFill>
              </a:rPr>
              <a:t>templates</a:t>
            </a:r>
            <a:r>
              <a:rPr lang="es-MX" sz="1000">
                <a:solidFill>
                  <a:srgbClr val="4F062A"/>
                </a:solidFill>
              </a:rPr>
              <a:t>, herramientas y un plan para su puesta en marcha.</a:t>
            </a:r>
          </a:p>
          <a:p>
            <a:pPr algn="just"/>
            <a:r>
              <a:rPr lang="es-MX" sz="1000">
                <a:solidFill>
                  <a:srgbClr val="4F062A"/>
                </a:solidFill>
              </a:rPr>
              <a:t>Realizar la gestión económica de la cartera y la supervisión y control de los proyectos.</a:t>
            </a:r>
          </a:p>
          <a:p>
            <a:pPr algn="just"/>
            <a:r>
              <a:rPr lang="es-MX" sz="1000">
                <a:solidFill>
                  <a:srgbClr val="4F062A"/>
                </a:solidFill>
              </a:rPr>
              <a:t>Realizar la gestión del cambio para la implantación del nuevo modelo a todo los stakeholders afectados internos y externos</a:t>
            </a:r>
            <a:endParaRPr lang="es-ES" sz="1000">
              <a:solidFill>
                <a:srgbClr val="4F062A"/>
              </a:solidFill>
            </a:endParaRPr>
          </a:p>
        </p:txBody>
      </p:sp>
      <p:sp>
        <p:nvSpPr>
          <p:cNvPr id="8" name="CuadroTexto 7">
            <a:extLst>
              <a:ext uri="{FF2B5EF4-FFF2-40B4-BE49-F238E27FC236}">
                <a16:creationId xmlns:a16="http://schemas.microsoft.com/office/drawing/2014/main" id="{E293D10C-4182-4FDF-6B41-74022DA8BEC9}"/>
              </a:ext>
            </a:extLst>
          </p:cNvPr>
          <p:cNvSpPr txBox="1"/>
          <p:nvPr/>
        </p:nvSpPr>
        <p:spPr>
          <a:xfrm>
            <a:off x="6450732" y="3320179"/>
            <a:ext cx="5349683" cy="2975838"/>
          </a:xfrm>
          <a:prstGeom prst="rect">
            <a:avLst/>
          </a:prstGeom>
          <a:ln>
            <a:noFill/>
          </a:ln>
        </p:spPr>
        <p:txBody>
          <a:bodyPr lIns="103900" tIns="51951" rIns="0" bIns="51951" anchor="t"/>
          <a:lstStyle/>
          <a:p>
            <a:pPr defTabSz="914354">
              <a:defRPr/>
            </a:pPr>
            <a:r>
              <a:rPr lang="es-ES" sz="1867">
                <a:solidFill>
                  <a:srgbClr val="4F062A"/>
                </a:solidFill>
              </a:rPr>
              <a:t>La solución</a:t>
            </a:r>
            <a:br>
              <a:rPr lang="es-ES" sz="1867">
                <a:solidFill>
                  <a:srgbClr val="4F062A"/>
                </a:solidFill>
              </a:rPr>
            </a:br>
            <a:r>
              <a:rPr lang="es-ES" sz="1200" b="1">
                <a:solidFill>
                  <a:srgbClr val="4F062A"/>
                </a:solidFill>
                <a:cs typeface="Arial" panose="020B0604020202020204" pitchFamily="34" charset="0"/>
              </a:rPr>
              <a:t>____</a:t>
            </a:r>
            <a:endParaRPr lang="en-US">
              <a:solidFill>
                <a:srgbClr val="4F062A"/>
              </a:solidFill>
            </a:endParaRPr>
          </a:p>
          <a:p>
            <a:pPr algn="just">
              <a:defRPr/>
            </a:pPr>
            <a:endParaRPr lang="es-ES" sz="933">
              <a:solidFill>
                <a:srgbClr val="4F062A"/>
              </a:solidFill>
            </a:endParaRPr>
          </a:p>
          <a:p>
            <a:pPr defTabSz="914354">
              <a:spcBef>
                <a:spcPts val="600"/>
              </a:spcBef>
              <a:defRPr/>
            </a:pPr>
            <a:r>
              <a:rPr lang="es-ES" sz="1000">
                <a:solidFill>
                  <a:srgbClr val="4F062A"/>
                </a:solidFill>
              </a:rPr>
              <a:t>Para alcanzar el reto propuesto, se llevo acabo una evaluación del Modelo As </a:t>
            </a:r>
            <a:r>
              <a:rPr lang="es-ES" sz="1000" err="1">
                <a:solidFill>
                  <a:srgbClr val="4F062A"/>
                </a:solidFill>
              </a:rPr>
              <a:t>Is</a:t>
            </a:r>
            <a:r>
              <a:rPr lang="es-ES" sz="1000">
                <a:solidFill>
                  <a:srgbClr val="4F062A"/>
                </a:solidFill>
              </a:rPr>
              <a:t> en la gerencia de tecnología para identificar la metodología utilizada, cartera de proyectos con su categorización y plantear un Modelo </a:t>
            </a:r>
            <a:r>
              <a:rPr lang="es-ES" sz="1000" err="1">
                <a:solidFill>
                  <a:srgbClr val="4F062A"/>
                </a:solidFill>
              </a:rPr>
              <a:t>To</a:t>
            </a:r>
            <a:r>
              <a:rPr lang="es-ES" sz="1000">
                <a:solidFill>
                  <a:srgbClr val="4F062A"/>
                </a:solidFill>
              </a:rPr>
              <a:t> Be.  </a:t>
            </a:r>
          </a:p>
          <a:p>
            <a:pPr defTabSz="914354">
              <a:spcBef>
                <a:spcPts val="600"/>
              </a:spcBef>
              <a:defRPr/>
            </a:pPr>
            <a:r>
              <a:rPr lang="es-ES" sz="1000">
                <a:solidFill>
                  <a:srgbClr val="4F062A"/>
                </a:solidFill>
              </a:rPr>
              <a:t>El nuevo Modelo se soporta en 3 pilares clave: </a:t>
            </a:r>
          </a:p>
          <a:p>
            <a:pPr marL="180000" indent="-180000" defTabSz="914354">
              <a:spcBef>
                <a:spcPts val="600"/>
              </a:spcBef>
              <a:buClr>
                <a:srgbClr val="1A3B47"/>
              </a:buClr>
              <a:buFont typeface="Wingdings" panose="05000000000000000000" pitchFamily="2" charset="2"/>
              <a:buChar char="§"/>
              <a:defRPr/>
            </a:pPr>
            <a:r>
              <a:rPr lang="es-ES" sz="1000">
                <a:solidFill>
                  <a:srgbClr val="4F062A"/>
                </a:solidFill>
              </a:rPr>
              <a:t>Gestión de la Demanda e Iniciativas en 3 etapas: Ideación, Conceptualización y Aprobación</a:t>
            </a:r>
          </a:p>
          <a:p>
            <a:pPr marL="180000" indent="-180000" defTabSz="914354">
              <a:spcBef>
                <a:spcPts val="600"/>
              </a:spcBef>
              <a:buClr>
                <a:srgbClr val="1A3B47"/>
              </a:buClr>
              <a:buFont typeface="Wingdings" panose="05000000000000000000" pitchFamily="2" charset="2"/>
              <a:buChar char="§"/>
              <a:defRPr/>
            </a:pPr>
            <a:r>
              <a:rPr lang="es-ES" sz="1000">
                <a:solidFill>
                  <a:srgbClr val="4F062A"/>
                </a:solidFill>
              </a:rPr>
              <a:t>Gestión de Proyectos en 4 etapas: Lanzamiento, Ejecución, Despliegue y Cierre</a:t>
            </a:r>
          </a:p>
          <a:p>
            <a:pPr marL="180000" indent="-180000" defTabSz="914354">
              <a:spcBef>
                <a:spcPts val="600"/>
              </a:spcBef>
              <a:buClr>
                <a:srgbClr val="1A3B47"/>
              </a:buClr>
              <a:buFont typeface="Wingdings" panose="05000000000000000000" pitchFamily="2" charset="2"/>
              <a:buChar char="§"/>
              <a:defRPr/>
            </a:pPr>
            <a:r>
              <a:rPr lang="es-ES" sz="1000">
                <a:solidFill>
                  <a:srgbClr val="4F062A"/>
                </a:solidFill>
              </a:rPr>
              <a:t>Oficina de soporte a Comités que controla y estandariza los comités de Front-Office, Back-Office, Operaciones, BAU, Integración y Ciberseguridad dando soporte al Comité de Tecnología</a:t>
            </a:r>
          </a:p>
          <a:p>
            <a:pPr algn="just">
              <a:defRPr/>
            </a:pPr>
            <a:endParaRPr lang="es-ES" sz="1000">
              <a:solidFill>
                <a:srgbClr val="4F062A"/>
              </a:solidFill>
            </a:endParaRPr>
          </a:p>
          <a:p>
            <a:pPr algn="just">
              <a:defRPr/>
            </a:pPr>
            <a:endParaRPr lang="es-ES" sz="1000">
              <a:solidFill>
                <a:srgbClr val="4F062A"/>
              </a:solidFill>
            </a:endParaRPr>
          </a:p>
          <a:p>
            <a:pPr algn="just">
              <a:defRPr/>
            </a:pPr>
            <a:endParaRPr lang="es-ES" sz="1000">
              <a:solidFill>
                <a:srgbClr val="4F062A"/>
              </a:solidFill>
            </a:endParaRPr>
          </a:p>
        </p:txBody>
      </p:sp>
      <p:sp>
        <p:nvSpPr>
          <p:cNvPr id="12" name="CuadroTexto 51">
            <a:extLst>
              <a:ext uri="{FF2B5EF4-FFF2-40B4-BE49-F238E27FC236}">
                <a16:creationId xmlns:a16="http://schemas.microsoft.com/office/drawing/2014/main" id="{5D0566AF-1EA6-9808-7874-C82254216480}"/>
              </a:ext>
            </a:extLst>
          </p:cNvPr>
          <p:cNvSpPr txBox="1"/>
          <p:nvPr/>
        </p:nvSpPr>
        <p:spPr>
          <a:xfrm>
            <a:off x="217914" y="3788057"/>
            <a:ext cx="2276575" cy="447468"/>
          </a:xfrm>
          <a:prstGeom prst="rect">
            <a:avLst/>
          </a:prstGeom>
          <a:ln>
            <a:noFill/>
          </a:ln>
        </p:spPr>
        <p:txBody>
          <a:bodyPr vert="horz" wrap="square" lIns="103900" tIns="51951" rIns="103900" bIns="51951" rtlCol="0" anchor="t">
            <a:noAutofit/>
          </a:bodyPr>
          <a:lstStyle/>
          <a:p>
            <a:pPr defTabSz="913768">
              <a:defRPr/>
            </a:pPr>
            <a:r>
              <a:rPr lang="es-MX" sz="1200">
                <a:solidFill>
                  <a:srgbClr val="FFFFFF"/>
                </a:solidFill>
                <a:cs typeface="Arial" panose="020B0604020202020204" pitchFamily="34" charset="0"/>
              </a:rPr>
              <a:t>Definición de Metodología hibrida para seguimiento de proyectos</a:t>
            </a:r>
          </a:p>
        </p:txBody>
      </p:sp>
      <p:sp>
        <p:nvSpPr>
          <p:cNvPr id="13" name="CuadroTexto 64">
            <a:extLst>
              <a:ext uri="{FF2B5EF4-FFF2-40B4-BE49-F238E27FC236}">
                <a16:creationId xmlns:a16="http://schemas.microsoft.com/office/drawing/2014/main" id="{ECBA8C88-B448-0995-E065-C5EF89C12C3F}"/>
              </a:ext>
            </a:extLst>
          </p:cNvPr>
          <p:cNvSpPr txBox="1"/>
          <p:nvPr/>
        </p:nvSpPr>
        <p:spPr>
          <a:xfrm>
            <a:off x="217913" y="4730447"/>
            <a:ext cx="2044779" cy="400639"/>
          </a:xfrm>
          <a:prstGeom prst="rect">
            <a:avLst/>
          </a:prstGeom>
          <a:ln>
            <a:noFill/>
          </a:ln>
        </p:spPr>
        <p:txBody>
          <a:bodyPr vert="horz" wrap="square" lIns="103900" tIns="51951" rIns="103900" bIns="51951" rtlCol="0" anchor="t">
            <a:spAutoFit/>
          </a:bodyPr>
          <a:lstStyle/>
          <a:p>
            <a:pPr defTabSz="1038807">
              <a:lnSpc>
                <a:spcPct val="80000"/>
              </a:lnSpc>
              <a:defRPr/>
            </a:pPr>
            <a:r>
              <a:rPr lang="es-MX" sz="1200">
                <a:solidFill>
                  <a:srgbClr val="FFFFFF"/>
                </a:solidFill>
                <a:cs typeface="Arial"/>
              </a:rPr>
              <a:t>Cuadro de mando de control del proyecto</a:t>
            </a:r>
          </a:p>
        </p:txBody>
      </p:sp>
      <p:sp>
        <p:nvSpPr>
          <p:cNvPr id="14" name="CuadroTexto 64">
            <a:extLst>
              <a:ext uri="{FF2B5EF4-FFF2-40B4-BE49-F238E27FC236}">
                <a16:creationId xmlns:a16="http://schemas.microsoft.com/office/drawing/2014/main" id="{739B342A-6675-DB93-4368-6A43FE30E0B5}"/>
              </a:ext>
            </a:extLst>
          </p:cNvPr>
          <p:cNvSpPr txBox="1"/>
          <p:nvPr/>
        </p:nvSpPr>
        <p:spPr>
          <a:xfrm>
            <a:off x="217913" y="5713083"/>
            <a:ext cx="2044779" cy="400639"/>
          </a:xfrm>
          <a:prstGeom prst="rect">
            <a:avLst/>
          </a:prstGeom>
          <a:ln>
            <a:noFill/>
          </a:ln>
        </p:spPr>
        <p:txBody>
          <a:bodyPr vert="horz" wrap="square" lIns="103900" tIns="51951" rIns="103900" bIns="51951" rtlCol="0" anchor="t">
            <a:spAutoFit/>
          </a:bodyPr>
          <a:lstStyle/>
          <a:p>
            <a:pPr defTabSz="1038807">
              <a:lnSpc>
                <a:spcPct val="80000"/>
              </a:lnSpc>
              <a:defRPr/>
            </a:pPr>
            <a:r>
              <a:rPr lang="es-MX" sz="1200">
                <a:solidFill>
                  <a:srgbClr val="FFFFFF"/>
                </a:solidFill>
                <a:cs typeface="Arial" panose="020B0604020202020204" pitchFamily="34" charset="0"/>
              </a:rPr>
              <a:t>Estandarización de Comités de proyectos</a:t>
            </a:r>
          </a:p>
        </p:txBody>
      </p:sp>
      <p:sp>
        <p:nvSpPr>
          <p:cNvPr id="6" name="CuadroTexto 17">
            <a:extLst>
              <a:ext uri="{FF2B5EF4-FFF2-40B4-BE49-F238E27FC236}">
                <a16:creationId xmlns:a16="http://schemas.microsoft.com/office/drawing/2014/main" id="{23C9B07A-D34D-13DD-EA3D-D66E95484489}"/>
              </a:ext>
            </a:extLst>
          </p:cNvPr>
          <p:cNvSpPr txBox="1">
            <a:spLocks noChangeArrowheads="1"/>
          </p:cNvSpPr>
          <p:nvPr/>
        </p:nvSpPr>
        <p:spPr bwMode="auto">
          <a:xfrm>
            <a:off x="204304" y="840984"/>
            <a:ext cx="5370996" cy="1559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nchor="t"/>
          <a:lstStyle>
            <a:lvl1pPr defTabSz="777875">
              <a:tabLst>
                <a:tab pos="1458913" algn="l"/>
              </a:tabLst>
              <a:defRPr sz="1300">
                <a:solidFill>
                  <a:schemeClr val="tx1"/>
                </a:solidFill>
                <a:latin typeface="Arial" panose="020B0604020202020204" pitchFamily="34" charset="0"/>
              </a:defRPr>
            </a:lvl1pPr>
            <a:lvl2pPr defTabSz="777875">
              <a:tabLst>
                <a:tab pos="1458913" algn="l"/>
              </a:tabLst>
              <a:defRPr sz="1300">
                <a:solidFill>
                  <a:schemeClr val="tx1"/>
                </a:solidFill>
                <a:latin typeface="Arial" panose="020B0604020202020204" pitchFamily="34" charset="0"/>
              </a:defRPr>
            </a:lvl2pPr>
            <a:lvl3pPr defTabSz="777875">
              <a:tabLst>
                <a:tab pos="1458913" algn="l"/>
              </a:tabLst>
              <a:defRPr sz="1300">
                <a:solidFill>
                  <a:schemeClr val="tx1"/>
                </a:solidFill>
                <a:latin typeface="Arial" panose="020B0604020202020204" pitchFamily="34" charset="0"/>
              </a:defRPr>
            </a:lvl3pPr>
            <a:lvl4pPr defTabSz="777875">
              <a:tabLst>
                <a:tab pos="1458913" algn="l"/>
              </a:tabLst>
              <a:defRPr sz="1300">
                <a:solidFill>
                  <a:schemeClr val="tx1"/>
                </a:solidFill>
                <a:latin typeface="Arial" panose="020B0604020202020204" pitchFamily="34" charset="0"/>
              </a:defRPr>
            </a:lvl4pPr>
            <a:lvl5pPr defTabSz="777875">
              <a:tabLst>
                <a:tab pos="1458913" algn="l"/>
              </a:tabLst>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9pPr>
          </a:lstStyle>
          <a:p>
            <a:r>
              <a:rPr lang="es-MX" altLang="es-CL" sz="2000">
                <a:solidFill>
                  <a:srgbClr val="4F062A"/>
                </a:solidFill>
                <a:latin typeface="+mn-lt"/>
              </a:rPr>
              <a:t>Servicio Gobierno PMO y Oficina </a:t>
            </a:r>
            <a:br>
              <a:rPr lang="es-MX" altLang="es-CL" sz="2000">
                <a:solidFill>
                  <a:srgbClr val="4F062A"/>
                </a:solidFill>
                <a:latin typeface="+mn-lt"/>
              </a:rPr>
            </a:br>
            <a:r>
              <a:rPr lang="es-MX" altLang="es-CL" sz="2000">
                <a:solidFill>
                  <a:srgbClr val="4F062A"/>
                </a:solidFill>
                <a:latin typeface="+mn-lt"/>
              </a:rPr>
              <a:t>de soporte a Comités</a:t>
            </a:r>
            <a:endParaRPr lang="es-CL" altLang="es-CL" sz="2000">
              <a:solidFill>
                <a:srgbClr val="4F062A"/>
              </a:solidFill>
              <a:latin typeface="+mn-lt"/>
            </a:endParaRPr>
          </a:p>
        </p:txBody>
      </p:sp>
      <p:sp>
        <p:nvSpPr>
          <p:cNvPr id="15" name="Marcador de texto 2">
            <a:extLst>
              <a:ext uri="{FF2B5EF4-FFF2-40B4-BE49-F238E27FC236}">
                <a16:creationId xmlns:a16="http://schemas.microsoft.com/office/drawing/2014/main" id="{F8784752-84E0-1605-73AA-226DA0213009}"/>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18515660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Vista de una ciudad&#10;&#10;Descripción generada automáticamente">
            <a:extLst>
              <a:ext uri="{FF2B5EF4-FFF2-40B4-BE49-F238E27FC236}">
                <a16:creationId xmlns:a16="http://schemas.microsoft.com/office/drawing/2014/main" id="{B14674AC-ED18-ECF1-370B-38FB906FF867}"/>
              </a:ext>
            </a:extLst>
          </p:cNvPr>
          <p:cNvPicPr>
            <a:picLocks noChangeAspect="1"/>
          </p:cNvPicPr>
          <p:nvPr/>
        </p:nvPicPr>
        <p:blipFill>
          <a:blip r:embed="rId3">
            <a:extLst>
              <a:ext uri="{28A0092B-C50C-407E-A947-70E740481C1C}">
                <a14:useLocalDpi xmlns:a14="http://schemas.microsoft.com/office/drawing/2010/main" val="0"/>
              </a:ext>
            </a:extLst>
          </a:blip>
          <a:srcRect r="50165"/>
          <a:stretch/>
        </p:blipFill>
        <p:spPr>
          <a:xfrm>
            <a:off x="263957" y="0"/>
            <a:ext cx="6075885" cy="6858000"/>
          </a:xfrm>
          <a:prstGeom prst="rect">
            <a:avLst/>
          </a:prstGeom>
        </p:spPr>
      </p:pic>
      <p:sp>
        <p:nvSpPr>
          <p:cNvPr id="2" name="Forma libre 37">
            <a:extLst>
              <a:ext uri="{FF2B5EF4-FFF2-40B4-BE49-F238E27FC236}">
                <a16:creationId xmlns:a16="http://schemas.microsoft.com/office/drawing/2014/main" id="{F2F82CCF-3071-A600-DE7F-9E26F53295B8}"/>
              </a:ext>
            </a:extLst>
          </p:cNvPr>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rgbClr val="7874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9" name="Forma libre 39">
            <a:extLst>
              <a:ext uri="{FF2B5EF4-FFF2-40B4-BE49-F238E27FC236}">
                <a16:creationId xmlns:a16="http://schemas.microsoft.com/office/drawing/2014/main" id="{A17D83A9-47C6-A276-C77F-0A2F6E54DFF1}"/>
              </a:ext>
            </a:extLst>
          </p:cNvPr>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3" name="Forma libre 34">
            <a:extLst>
              <a:ext uri="{FF2B5EF4-FFF2-40B4-BE49-F238E27FC236}">
                <a16:creationId xmlns:a16="http://schemas.microsoft.com/office/drawing/2014/main" id="{362A0555-5552-CBC1-5D42-0E2A4FACE8C1}"/>
              </a:ext>
            </a:extLst>
          </p:cNvPr>
          <p:cNvSpPr/>
          <p:nvPr/>
        </p:nvSpPr>
        <p:spPr>
          <a:xfrm rot="16200000" flipH="1">
            <a:off x="-674156" y="3399185"/>
            <a:ext cx="4137208" cy="2780425"/>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12" name="CuadroTexto 11"/>
          <p:cNvSpPr txBox="1"/>
          <p:nvPr/>
        </p:nvSpPr>
        <p:spPr>
          <a:xfrm>
            <a:off x="6397043" y="679451"/>
            <a:ext cx="5403374" cy="2159000"/>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El reto</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Siendo consciente del escenario actual de amenazas de ciberseguridad y de la creciente dependencia que su modelo de negocio presenta frente a sus activos tecnológicos, Buenaventura viene trabajando desde hace varios años con una metodología de gestión de riesgos tecnológicos, como base para la toma de decisiones en materia de ciberseguridad.</a:t>
            </a: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En la actualidad, dicho proceso contempla tres grandes riesgos tecnológicos:</a:t>
            </a: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933" b="0" i="0" u="none" strike="noStrike" kern="1200" cap="none" spc="0" normalizeH="0" baseline="0" noProof="0">
                <a:ln>
                  <a:noFill/>
                </a:ln>
                <a:solidFill>
                  <a:srgbClr val="4F062A"/>
                </a:solidFill>
                <a:effectLst/>
                <a:uLnTx/>
                <a:uFillTx/>
                <a:ea typeface="+mn-ea"/>
                <a:cs typeface="+mn-cs"/>
              </a:rPr>
              <a:t>IT Infraestructura</a:t>
            </a: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933" b="0" i="0" u="none" strike="noStrike" kern="1200" cap="none" spc="0" normalizeH="0" baseline="0" noProof="0">
                <a:ln>
                  <a:noFill/>
                </a:ln>
                <a:solidFill>
                  <a:srgbClr val="4F062A"/>
                </a:solidFill>
                <a:effectLst/>
                <a:uLnTx/>
                <a:uFillTx/>
                <a:ea typeface="+mn-ea"/>
                <a:cs typeface="+mn-cs"/>
              </a:rPr>
              <a:t>IT Aplicaciones</a:t>
            </a: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933" b="0" i="0" u="none" strike="noStrike" kern="1200" cap="none" spc="0" normalizeH="0" baseline="0" noProof="0">
                <a:ln>
                  <a:noFill/>
                </a:ln>
                <a:solidFill>
                  <a:srgbClr val="4F062A"/>
                </a:solidFill>
                <a:effectLst/>
                <a:uLnTx/>
                <a:uFillTx/>
                <a:ea typeface="+mn-ea"/>
                <a:cs typeface="+mn-cs"/>
              </a:rPr>
              <a:t>OT Infraestructura</a:t>
            </a: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Debido a la importancia de este proceso y de las tendencias que se están manifestando en el mercado respecto a cómo evolucionar este tipo de procesos, la Dirección de Buenaventura desea realizar un proyecto de </a:t>
            </a:r>
            <a:r>
              <a:rPr kumimoji="0" lang="es-MX" sz="933" b="0" i="0" u="none" strike="noStrike" kern="1200" cap="none" spc="0" normalizeH="0" baseline="0" noProof="0" err="1">
                <a:ln>
                  <a:noFill/>
                </a:ln>
                <a:solidFill>
                  <a:srgbClr val="4F062A"/>
                </a:solidFill>
                <a:effectLst/>
                <a:uLnTx/>
                <a:uFillTx/>
                <a:ea typeface="+mn-ea"/>
                <a:cs typeface="+mn-cs"/>
              </a:rPr>
              <a:t>re-evaluación</a:t>
            </a:r>
            <a:r>
              <a:rPr kumimoji="0" lang="es-MX" sz="933" b="0" i="0" u="none" strike="noStrike" kern="1200" cap="none" spc="0" normalizeH="0" baseline="0" noProof="0">
                <a:ln>
                  <a:noFill/>
                </a:ln>
                <a:solidFill>
                  <a:srgbClr val="4F062A"/>
                </a:solidFill>
                <a:effectLst/>
                <a:uLnTx/>
                <a:uFillTx/>
                <a:ea typeface="+mn-ea"/>
                <a:cs typeface="+mn-cs"/>
              </a:rPr>
              <a:t> de su proceso de gestión de riesgos tecnológicos y formalización de un nuevo proceso, que incluya además la gestión de riesgos en terceras partes. </a:t>
            </a:r>
          </a:p>
        </p:txBody>
      </p:sp>
      <p:sp>
        <p:nvSpPr>
          <p:cNvPr id="55308" name="CuadroTexto 17"/>
          <p:cNvSpPr txBox="1">
            <a:spLocks noChangeArrowheads="1"/>
          </p:cNvSpPr>
          <p:nvPr/>
        </p:nvSpPr>
        <p:spPr bwMode="auto">
          <a:xfrm>
            <a:off x="204304" y="840984"/>
            <a:ext cx="5888567" cy="1559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nchor="t"/>
          <a:lstStyle>
            <a:lvl1pPr defTabSz="777875">
              <a:tabLst>
                <a:tab pos="1458913" algn="l"/>
              </a:tabLst>
              <a:defRPr sz="1300">
                <a:solidFill>
                  <a:schemeClr val="tx1"/>
                </a:solidFill>
                <a:latin typeface="Arial" panose="020B0604020202020204" pitchFamily="34" charset="0"/>
              </a:defRPr>
            </a:lvl1pPr>
            <a:lvl2pPr defTabSz="777875">
              <a:tabLst>
                <a:tab pos="1458913" algn="l"/>
              </a:tabLst>
              <a:defRPr sz="1300">
                <a:solidFill>
                  <a:schemeClr val="tx1"/>
                </a:solidFill>
                <a:latin typeface="Arial" panose="020B0604020202020204" pitchFamily="34" charset="0"/>
              </a:defRPr>
            </a:lvl2pPr>
            <a:lvl3pPr defTabSz="777875">
              <a:tabLst>
                <a:tab pos="1458913" algn="l"/>
              </a:tabLst>
              <a:defRPr sz="1300">
                <a:solidFill>
                  <a:schemeClr val="tx1"/>
                </a:solidFill>
                <a:latin typeface="Arial" panose="020B0604020202020204" pitchFamily="34" charset="0"/>
              </a:defRPr>
            </a:lvl3pPr>
            <a:lvl4pPr defTabSz="777875">
              <a:tabLst>
                <a:tab pos="1458913" algn="l"/>
              </a:tabLst>
              <a:defRPr sz="1300">
                <a:solidFill>
                  <a:schemeClr val="tx1"/>
                </a:solidFill>
                <a:latin typeface="Arial" panose="020B0604020202020204" pitchFamily="34" charset="0"/>
              </a:defRPr>
            </a:lvl4pPr>
            <a:lvl5pPr defTabSz="777875">
              <a:tabLst>
                <a:tab pos="1458913" algn="l"/>
              </a:tabLst>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9pPr>
          </a:lstStyle>
          <a:p>
            <a:pPr marL="0" marR="0" lvl="0" indent="0" algn="l" defTabSz="777875" rtl="0" eaLnBrk="1" fontAlgn="auto" latinLnBrk="0" hangingPunct="1">
              <a:lnSpc>
                <a:spcPct val="100000"/>
              </a:lnSpc>
              <a:spcBef>
                <a:spcPts val="0"/>
              </a:spcBef>
              <a:spcAft>
                <a:spcPts val="0"/>
              </a:spcAft>
              <a:buClrTx/>
              <a:buSzTx/>
              <a:buFontTx/>
              <a:buNone/>
              <a:tabLst>
                <a:tab pos="1458913" algn="l"/>
              </a:tabLst>
              <a:defRPr/>
            </a:pPr>
            <a:r>
              <a:rPr kumimoji="0" lang="es-MX" altLang="es-CL" sz="2000" b="0" i="0" u="none" strike="noStrike" kern="1200" cap="none" spc="0" normalizeH="0" baseline="0" noProof="0">
                <a:ln>
                  <a:noFill/>
                </a:ln>
                <a:solidFill>
                  <a:srgbClr val="4F062A"/>
                </a:solidFill>
                <a:effectLst/>
                <a:uLnTx/>
                <a:uFillTx/>
                <a:latin typeface="+mj-lt"/>
                <a:ea typeface="+mn-ea"/>
                <a:cs typeface="+mn-cs"/>
              </a:rPr>
              <a:t>Ayudamos a transformar su capacidad de gestión de riesgos tecnológicos</a:t>
            </a:r>
            <a:endParaRPr kumimoji="0" lang="es-ES" altLang="es-CL" sz="2000" b="0" i="0" u="none" strike="noStrike" kern="1200" cap="none" spc="0" normalizeH="0" baseline="0" noProof="0">
              <a:ln>
                <a:noFill/>
              </a:ln>
              <a:solidFill>
                <a:srgbClr val="4F062A"/>
              </a:solidFill>
              <a:effectLst/>
              <a:uLnTx/>
              <a:uFillTx/>
              <a:latin typeface="+mj-lt"/>
              <a:ea typeface="+mn-ea"/>
              <a:cs typeface="+mn-cs"/>
            </a:endParaRPr>
          </a:p>
        </p:txBody>
      </p:sp>
      <p:sp>
        <p:nvSpPr>
          <p:cNvPr id="27" name="CuadroTexto 26"/>
          <p:cNvSpPr txBox="1"/>
          <p:nvPr/>
        </p:nvSpPr>
        <p:spPr>
          <a:xfrm>
            <a:off x="6450732" y="3320179"/>
            <a:ext cx="5349683" cy="2975838"/>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La solución</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endParaRPr kumimoji="0" lang="en-US" sz="1799"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933"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4F062A"/>
                </a:solidFill>
                <a:effectLst/>
                <a:uLnTx/>
                <a:uFillTx/>
                <a:ea typeface="+mn-ea"/>
                <a:cs typeface="+mn-cs"/>
              </a:rPr>
              <a:t>Desde Minsait ayudaremos a Buenaventura con lo siguiente:</a:t>
            </a:r>
          </a:p>
          <a:p>
            <a:pPr marL="0" marR="0" lvl="0" indent="0" algn="just" defTabSz="91379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4F062A"/>
                </a:solidFill>
                <a:effectLst/>
                <a:uLnTx/>
                <a:uFillTx/>
                <a:ea typeface="+mn-ea"/>
                <a:cs typeface="+mn-cs"/>
              </a:rPr>
              <a:t>Identificación de oportunidades de mejoras en el proceso de gestión de riesgos tecnológicos y en el proceso de contratación de proveedores.</a:t>
            </a:r>
          </a:p>
          <a:p>
            <a:pPr marL="0" marR="0" lvl="0" indent="0" algn="just" defTabSz="91379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4F062A"/>
                </a:solidFill>
                <a:effectLst/>
                <a:uLnTx/>
                <a:uFillTx/>
                <a:ea typeface="+mn-ea"/>
                <a:cs typeface="+mn-cs"/>
              </a:rPr>
              <a:t>Análisis de alternativas de evolución del proceso de gestión de riesgos tecnológicos.</a:t>
            </a:r>
          </a:p>
          <a:p>
            <a:pPr marL="0" marR="0" lvl="0" indent="0" algn="just" defTabSz="91379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4F062A"/>
                </a:solidFill>
                <a:effectLst/>
                <a:uLnTx/>
                <a:uFillTx/>
                <a:ea typeface="+mn-ea"/>
                <a:cs typeface="+mn-cs"/>
              </a:rPr>
              <a:t>Elaboración de propuesta del nuevo proceso de gestión de riesgos de seguridad en terceras partes. </a:t>
            </a:r>
          </a:p>
          <a:p>
            <a:pPr marL="0" marR="0" lvl="0" indent="0" algn="just" defTabSz="91379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4F062A"/>
                </a:solidFill>
                <a:effectLst/>
                <a:uLnTx/>
                <a:uFillTx/>
                <a:ea typeface="+mn-ea"/>
                <a:cs typeface="+mn-cs"/>
              </a:rPr>
              <a:t>Nuevo proceso </a:t>
            </a:r>
            <a:r>
              <a:rPr kumimoji="0" lang="es-MX" sz="1000" b="0" i="0" u="none" strike="noStrike" kern="1200" cap="none" spc="0" normalizeH="0" baseline="0" noProof="0" err="1">
                <a:ln>
                  <a:noFill/>
                </a:ln>
                <a:solidFill>
                  <a:srgbClr val="4F062A"/>
                </a:solidFill>
                <a:effectLst/>
                <a:uLnTx/>
                <a:uFillTx/>
                <a:ea typeface="+mn-ea"/>
                <a:cs typeface="+mn-cs"/>
              </a:rPr>
              <a:t>end-to-end</a:t>
            </a:r>
            <a:r>
              <a:rPr kumimoji="0" lang="es-MX" sz="1000" b="0" i="0" u="none" strike="noStrike" kern="1200" cap="none" spc="0" normalizeH="0" baseline="0" noProof="0">
                <a:ln>
                  <a:noFill/>
                </a:ln>
                <a:solidFill>
                  <a:srgbClr val="4F062A"/>
                </a:solidFill>
                <a:effectLst/>
                <a:uLnTx/>
                <a:uFillTx/>
                <a:ea typeface="+mn-ea"/>
                <a:cs typeface="+mn-cs"/>
              </a:rPr>
              <a:t> de gestión  de riesgos tecnológicos.</a:t>
            </a: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p:txBody>
      </p:sp>
      <p:pic>
        <p:nvPicPr>
          <p:cNvPr id="11" name="Picture 2">
            <a:extLst>
              <a:ext uri="{FF2B5EF4-FFF2-40B4-BE49-F238E27FC236}">
                <a16:creationId xmlns:a16="http://schemas.microsoft.com/office/drawing/2014/main" id="{D86717A0-0EF1-81A1-5463-9C13E2B4D9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85645" y="395256"/>
            <a:ext cx="2489993" cy="333454"/>
          </a:xfrm>
          <a:prstGeom prst="rect">
            <a:avLst/>
          </a:prstGeom>
          <a:noFill/>
          <a:extLst>
            <a:ext uri="{909E8E84-426E-40DD-AFC4-6F175D3DCCD1}">
              <a14:hiddenFill xmlns:a14="http://schemas.microsoft.com/office/drawing/2010/main">
                <a:solidFill>
                  <a:srgbClr val="FFFFFF"/>
                </a:solidFill>
              </a14:hiddenFill>
            </a:ext>
          </a:extLst>
        </p:spPr>
      </p:pic>
      <p:sp>
        <p:nvSpPr>
          <p:cNvPr id="5" name="Marcador de texto 2">
            <a:extLst>
              <a:ext uri="{FF2B5EF4-FFF2-40B4-BE49-F238E27FC236}">
                <a16:creationId xmlns:a16="http://schemas.microsoft.com/office/drawing/2014/main" id="{A3C1A09A-DB42-D2A5-FF00-F5369FE920DD}"/>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590752163"/>
      </p:ext>
    </p:extLst>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0DD46-9BEF-85E6-AD69-9641D02AED3C}"/>
            </a:ext>
          </a:extLst>
        </p:cNvPr>
        <p:cNvGrpSpPr/>
        <p:nvPr/>
      </p:nvGrpSpPr>
      <p:grpSpPr>
        <a:xfrm>
          <a:off x="0" y="0"/>
          <a:ext cx="0" cy="0"/>
          <a:chOff x="0" y="0"/>
          <a:chExt cx="0" cy="0"/>
        </a:xfrm>
      </p:grpSpPr>
      <p:pic>
        <p:nvPicPr>
          <p:cNvPr id="4" name="Imagen 3" descr="Vista de una ciudad&#10;&#10;Descripción generada automáticamente">
            <a:extLst>
              <a:ext uri="{FF2B5EF4-FFF2-40B4-BE49-F238E27FC236}">
                <a16:creationId xmlns:a16="http://schemas.microsoft.com/office/drawing/2014/main" id="{FAC526C8-A078-F119-46AD-36D1D895CF7D}"/>
              </a:ext>
            </a:extLst>
          </p:cNvPr>
          <p:cNvPicPr>
            <a:picLocks noChangeAspect="1"/>
          </p:cNvPicPr>
          <p:nvPr/>
        </p:nvPicPr>
        <p:blipFill>
          <a:blip r:embed="rId3">
            <a:extLst>
              <a:ext uri="{28A0092B-C50C-407E-A947-70E740481C1C}">
                <a14:useLocalDpi xmlns:a14="http://schemas.microsoft.com/office/drawing/2010/main" val="0"/>
              </a:ext>
            </a:extLst>
          </a:blip>
          <a:srcRect r="50165"/>
          <a:stretch/>
        </p:blipFill>
        <p:spPr>
          <a:xfrm>
            <a:off x="263957" y="0"/>
            <a:ext cx="6075885" cy="6858000"/>
          </a:xfrm>
          <a:prstGeom prst="rect">
            <a:avLst/>
          </a:prstGeom>
        </p:spPr>
      </p:pic>
      <p:sp>
        <p:nvSpPr>
          <p:cNvPr id="2" name="Forma libre 37">
            <a:extLst>
              <a:ext uri="{FF2B5EF4-FFF2-40B4-BE49-F238E27FC236}">
                <a16:creationId xmlns:a16="http://schemas.microsoft.com/office/drawing/2014/main" id="{367BF730-109F-FD7E-D5B4-9D8F712A58F3}"/>
              </a:ext>
            </a:extLst>
          </p:cNvPr>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rgbClr val="7874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9" name="Forma libre 39">
            <a:extLst>
              <a:ext uri="{FF2B5EF4-FFF2-40B4-BE49-F238E27FC236}">
                <a16:creationId xmlns:a16="http://schemas.microsoft.com/office/drawing/2014/main" id="{AA12CEE3-4C41-D224-8767-49B9D93D7CD7}"/>
              </a:ext>
            </a:extLst>
          </p:cNvPr>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3" name="Forma libre 34">
            <a:extLst>
              <a:ext uri="{FF2B5EF4-FFF2-40B4-BE49-F238E27FC236}">
                <a16:creationId xmlns:a16="http://schemas.microsoft.com/office/drawing/2014/main" id="{388A0D20-7466-BF32-F20B-5632148A60B7}"/>
              </a:ext>
            </a:extLst>
          </p:cNvPr>
          <p:cNvSpPr/>
          <p:nvPr/>
        </p:nvSpPr>
        <p:spPr>
          <a:xfrm rot="16200000" flipH="1">
            <a:off x="-674156" y="3399185"/>
            <a:ext cx="4137208" cy="2780425"/>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12" name="CuadroTexto 11">
            <a:extLst>
              <a:ext uri="{FF2B5EF4-FFF2-40B4-BE49-F238E27FC236}">
                <a16:creationId xmlns:a16="http://schemas.microsoft.com/office/drawing/2014/main" id="{AC8D3043-B60A-9340-6B98-5B3262749FFA}"/>
              </a:ext>
            </a:extLst>
          </p:cNvPr>
          <p:cNvSpPr txBox="1"/>
          <p:nvPr/>
        </p:nvSpPr>
        <p:spPr>
          <a:xfrm>
            <a:off x="6397043" y="679451"/>
            <a:ext cx="5403374" cy="2159000"/>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El reto</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Siendo conscientes del escenario actual de amenazas de ciberseguridad y de la creciente dependencia de su modelo de negocio presenta frente a sus activos tecnológicos, Buenaventura viene trabajando desde hace años en la mejora de su modelo de capacidades de ciberseguridad.</a:t>
            </a: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Para ello, en el 2022 realizó un ejercicio de evaluación de modelo de madurez de sus capacidades de ciberseguridad, tomando como referencia el </a:t>
            </a:r>
            <a:r>
              <a:rPr kumimoji="0" lang="es-MX" sz="933" b="0" i="0" u="none" strike="noStrike" kern="1200" cap="none" spc="0" normalizeH="0" baseline="0" noProof="0" err="1">
                <a:ln>
                  <a:noFill/>
                </a:ln>
                <a:solidFill>
                  <a:srgbClr val="4F062A"/>
                </a:solidFill>
                <a:effectLst/>
                <a:uLnTx/>
                <a:uFillTx/>
                <a:ea typeface="+mn-ea"/>
                <a:cs typeface="+mn-cs"/>
              </a:rPr>
              <a:t>framework</a:t>
            </a:r>
            <a:r>
              <a:rPr kumimoji="0" lang="es-MX" sz="933" b="0" i="0" u="none" strike="noStrike" kern="1200" cap="none" spc="0" normalizeH="0" baseline="0" noProof="0">
                <a:ln>
                  <a:noFill/>
                </a:ln>
                <a:solidFill>
                  <a:srgbClr val="4F062A"/>
                </a:solidFill>
                <a:effectLst/>
                <a:uLnTx/>
                <a:uFillTx/>
                <a:ea typeface="+mn-ea"/>
                <a:cs typeface="+mn-cs"/>
              </a:rPr>
              <a:t> NIST CSF v1.0; sin embargo, esta versión se encuentra desfasada por lo que requiere realizar un nuevo ejercicio con la nueva versión 2.0 del marco de trabajo. Ello con la finalidad de:</a:t>
            </a: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933" b="0" i="0" u="none" strike="noStrike" kern="1200" cap="none" spc="0" normalizeH="0" baseline="0" noProof="0">
                <a:ln>
                  <a:noFill/>
                </a:ln>
                <a:solidFill>
                  <a:srgbClr val="4F062A"/>
                </a:solidFill>
                <a:effectLst/>
                <a:uLnTx/>
                <a:uFillTx/>
                <a:ea typeface="+mn-ea"/>
                <a:cs typeface="+mn-cs"/>
              </a:rPr>
              <a:t>Obtener una visión independiente del grado de madurez de sus capacidades de ciberseguridad.</a:t>
            </a: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933" b="0" i="0" u="none" strike="noStrike" kern="1200" cap="none" spc="0" normalizeH="0" baseline="0" noProof="0">
                <a:ln>
                  <a:noFill/>
                </a:ln>
                <a:solidFill>
                  <a:srgbClr val="4F062A"/>
                </a:solidFill>
                <a:effectLst/>
                <a:uLnTx/>
                <a:uFillTx/>
                <a:ea typeface="+mn-ea"/>
                <a:cs typeface="+mn-cs"/>
              </a:rPr>
              <a:t>Disponer de un nuevo input para seguir construyendo la hoja de ruta de evolución de su modelo de ciberseguridad.</a:t>
            </a:r>
          </a:p>
        </p:txBody>
      </p:sp>
      <p:sp>
        <p:nvSpPr>
          <p:cNvPr id="55308" name="CuadroTexto 17">
            <a:extLst>
              <a:ext uri="{FF2B5EF4-FFF2-40B4-BE49-F238E27FC236}">
                <a16:creationId xmlns:a16="http://schemas.microsoft.com/office/drawing/2014/main" id="{B50F9C31-70CC-2F9A-8A39-66A30851F0C7}"/>
              </a:ext>
            </a:extLst>
          </p:cNvPr>
          <p:cNvSpPr txBox="1">
            <a:spLocks noChangeArrowheads="1"/>
          </p:cNvSpPr>
          <p:nvPr/>
        </p:nvSpPr>
        <p:spPr bwMode="auto">
          <a:xfrm>
            <a:off x="204304" y="840984"/>
            <a:ext cx="5888567" cy="1559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nchor="t"/>
          <a:lstStyle>
            <a:lvl1pPr defTabSz="777875">
              <a:tabLst>
                <a:tab pos="1458913" algn="l"/>
              </a:tabLst>
              <a:defRPr sz="1300">
                <a:solidFill>
                  <a:schemeClr val="tx1"/>
                </a:solidFill>
                <a:latin typeface="Arial" panose="020B0604020202020204" pitchFamily="34" charset="0"/>
              </a:defRPr>
            </a:lvl1pPr>
            <a:lvl2pPr defTabSz="777875">
              <a:tabLst>
                <a:tab pos="1458913" algn="l"/>
              </a:tabLst>
              <a:defRPr sz="1300">
                <a:solidFill>
                  <a:schemeClr val="tx1"/>
                </a:solidFill>
                <a:latin typeface="Arial" panose="020B0604020202020204" pitchFamily="34" charset="0"/>
              </a:defRPr>
            </a:lvl2pPr>
            <a:lvl3pPr defTabSz="777875">
              <a:tabLst>
                <a:tab pos="1458913" algn="l"/>
              </a:tabLst>
              <a:defRPr sz="1300">
                <a:solidFill>
                  <a:schemeClr val="tx1"/>
                </a:solidFill>
                <a:latin typeface="Arial" panose="020B0604020202020204" pitchFamily="34" charset="0"/>
              </a:defRPr>
            </a:lvl3pPr>
            <a:lvl4pPr defTabSz="777875">
              <a:tabLst>
                <a:tab pos="1458913" algn="l"/>
              </a:tabLst>
              <a:defRPr sz="1300">
                <a:solidFill>
                  <a:schemeClr val="tx1"/>
                </a:solidFill>
                <a:latin typeface="Arial" panose="020B0604020202020204" pitchFamily="34" charset="0"/>
              </a:defRPr>
            </a:lvl4pPr>
            <a:lvl5pPr defTabSz="777875">
              <a:tabLst>
                <a:tab pos="1458913" algn="l"/>
              </a:tabLst>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9pPr>
          </a:lstStyle>
          <a:p>
            <a:pPr marL="0" marR="0" lvl="0" indent="0" algn="l" defTabSz="777875" rtl="0" eaLnBrk="1" fontAlgn="auto" latinLnBrk="0" hangingPunct="1">
              <a:lnSpc>
                <a:spcPct val="100000"/>
              </a:lnSpc>
              <a:spcBef>
                <a:spcPts val="0"/>
              </a:spcBef>
              <a:spcAft>
                <a:spcPts val="0"/>
              </a:spcAft>
              <a:buClrTx/>
              <a:buSzTx/>
              <a:buFontTx/>
              <a:buNone/>
              <a:tabLst>
                <a:tab pos="1458913" algn="l"/>
              </a:tabLst>
              <a:defRPr/>
            </a:pPr>
            <a:r>
              <a:rPr kumimoji="0" lang="es-MX" altLang="es-CL" sz="2000" b="0" i="0" u="none" strike="noStrike" kern="1200" cap="none" spc="0" normalizeH="0" baseline="0" noProof="0">
                <a:ln>
                  <a:noFill/>
                </a:ln>
                <a:solidFill>
                  <a:srgbClr val="4F062A"/>
                </a:solidFill>
                <a:effectLst/>
                <a:uLnTx/>
                <a:uFillTx/>
                <a:latin typeface="+mj-lt"/>
                <a:ea typeface="+mn-ea"/>
                <a:cs typeface="+mn-cs"/>
              </a:rPr>
              <a:t>Ayudamos a realizar una evaluación de madurez de las capacidades de ciberseguridad basado en marco </a:t>
            </a:r>
          </a:p>
          <a:p>
            <a:pPr marL="0" marR="0" lvl="0" indent="0" algn="l" defTabSz="777875" rtl="0" eaLnBrk="1" fontAlgn="auto" latinLnBrk="0" hangingPunct="1">
              <a:lnSpc>
                <a:spcPct val="100000"/>
              </a:lnSpc>
              <a:spcBef>
                <a:spcPts val="0"/>
              </a:spcBef>
              <a:spcAft>
                <a:spcPts val="0"/>
              </a:spcAft>
              <a:buClrTx/>
              <a:buSzTx/>
              <a:buFontTx/>
              <a:buNone/>
              <a:tabLst>
                <a:tab pos="1458913" algn="l"/>
              </a:tabLst>
              <a:defRPr/>
            </a:pPr>
            <a:r>
              <a:rPr kumimoji="0" lang="es-MX" altLang="es-CL" sz="2000" b="0" i="0" u="none" strike="noStrike" kern="1200" cap="none" spc="0" normalizeH="0" baseline="0" noProof="0">
                <a:ln>
                  <a:noFill/>
                </a:ln>
                <a:solidFill>
                  <a:srgbClr val="4F062A"/>
                </a:solidFill>
                <a:effectLst/>
                <a:uLnTx/>
                <a:uFillTx/>
                <a:latin typeface="+mj-lt"/>
                <a:ea typeface="+mn-ea"/>
                <a:cs typeface="+mn-cs"/>
              </a:rPr>
              <a:t>de trabajo NIST CFSv2.0</a:t>
            </a:r>
            <a:endParaRPr kumimoji="0" lang="es-ES" altLang="es-CL" sz="2000" b="0" i="0" u="none" strike="noStrike" kern="1200" cap="none" spc="0" normalizeH="0" baseline="0" noProof="0">
              <a:ln>
                <a:noFill/>
              </a:ln>
              <a:solidFill>
                <a:srgbClr val="4F062A"/>
              </a:solidFill>
              <a:effectLst/>
              <a:uLnTx/>
              <a:uFillTx/>
              <a:latin typeface="+mj-lt"/>
              <a:ea typeface="+mn-ea"/>
              <a:cs typeface="+mn-cs"/>
            </a:endParaRPr>
          </a:p>
        </p:txBody>
      </p:sp>
      <p:sp>
        <p:nvSpPr>
          <p:cNvPr id="27" name="CuadroTexto 26">
            <a:extLst>
              <a:ext uri="{FF2B5EF4-FFF2-40B4-BE49-F238E27FC236}">
                <a16:creationId xmlns:a16="http://schemas.microsoft.com/office/drawing/2014/main" id="{51F99D90-E2CF-BC41-F482-9C1F9AF2E4C6}"/>
              </a:ext>
            </a:extLst>
          </p:cNvPr>
          <p:cNvSpPr txBox="1"/>
          <p:nvPr/>
        </p:nvSpPr>
        <p:spPr>
          <a:xfrm>
            <a:off x="6450732" y="3320179"/>
            <a:ext cx="5349683" cy="2975838"/>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La solución</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endParaRPr kumimoji="0" lang="en-US" sz="1799"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933"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4F062A"/>
                </a:solidFill>
                <a:effectLst/>
                <a:uLnTx/>
                <a:uFillTx/>
                <a:ea typeface="+mn-ea"/>
                <a:cs typeface="+mn-cs"/>
              </a:rPr>
              <a:t>Desde Minsait ayudaremos a Buenaventura con lo siguiente:</a:t>
            </a:r>
          </a:p>
          <a:p>
            <a:pPr marL="171450" marR="0" lvl="0" indent="-171450" algn="just"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000" b="0" i="0" u="none" strike="noStrike" kern="1200" cap="none" spc="0" normalizeH="0" baseline="0" noProof="0">
                <a:ln>
                  <a:noFill/>
                </a:ln>
                <a:solidFill>
                  <a:srgbClr val="4F062A"/>
                </a:solidFill>
                <a:effectLst/>
                <a:uLnTx/>
                <a:uFillTx/>
                <a:ea typeface="+mn-ea"/>
                <a:cs typeface="+mn-cs"/>
              </a:rPr>
              <a:t>Presentación de las novedades incluidas en la nueva versión del marco de trabajo NIST CSF v2.0.</a:t>
            </a:r>
          </a:p>
          <a:p>
            <a:pPr marL="171450" marR="0" lvl="0" indent="-171450" algn="just"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000" b="0" i="0" u="none" strike="noStrike" kern="1200" cap="none" spc="0" normalizeH="0" baseline="0" noProof="0">
                <a:ln>
                  <a:noFill/>
                </a:ln>
                <a:solidFill>
                  <a:srgbClr val="4F062A"/>
                </a:solidFill>
                <a:effectLst/>
                <a:uLnTx/>
                <a:uFillTx/>
                <a:ea typeface="+mn-ea"/>
                <a:cs typeface="+mn-cs"/>
              </a:rPr>
              <a:t>Evaluación de las capacidades de ciberseguridad para determinar el nivel de madurez.</a:t>
            </a:r>
          </a:p>
          <a:p>
            <a:pPr marL="171450" marR="0" lvl="0" indent="-171450" algn="just"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000" b="0" i="0" u="none" strike="noStrike" kern="1200" cap="none" spc="0" normalizeH="0" baseline="0" noProof="0">
                <a:ln>
                  <a:noFill/>
                </a:ln>
                <a:solidFill>
                  <a:srgbClr val="4F062A"/>
                </a:solidFill>
                <a:effectLst/>
                <a:uLnTx/>
                <a:uFillTx/>
                <a:ea typeface="+mn-ea"/>
                <a:cs typeface="+mn-cs"/>
              </a:rPr>
              <a:t>Definición de hoja de ruta de evolución de iniciativas de ciberseguridad a desarrollar para alcanzar el nivel de madurez objetivo acordado.</a:t>
            </a: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p:txBody>
      </p:sp>
      <p:pic>
        <p:nvPicPr>
          <p:cNvPr id="11" name="Picture 2">
            <a:extLst>
              <a:ext uri="{FF2B5EF4-FFF2-40B4-BE49-F238E27FC236}">
                <a16:creationId xmlns:a16="http://schemas.microsoft.com/office/drawing/2014/main" id="{94726E55-0067-27A8-A697-C8C1B45452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85645" y="395256"/>
            <a:ext cx="2489993" cy="333454"/>
          </a:xfrm>
          <a:prstGeom prst="rect">
            <a:avLst/>
          </a:prstGeom>
          <a:noFill/>
          <a:extLst>
            <a:ext uri="{909E8E84-426E-40DD-AFC4-6F175D3DCCD1}">
              <a14:hiddenFill xmlns:a14="http://schemas.microsoft.com/office/drawing/2010/main">
                <a:solidFill>
                  <a:srgbClr val="FFFFFF"/>
                </a:solidFill>
              </a14:hiddenFill>
            </a:ext>
          </a:extLst>
        </p:spPr>
      </p:pic>
      <p:sp>
        <p:nvSpPr>
          <p:cNvPr id="8" name="Marcador de texto 2">
            <a:extLst>
              <a:ext uri="{FF2B5EF4-FFF2-40B4-BE49-F238E27FC236}">
                <a16:creationId xmlns:a16="http://schemas.microsoft.com/office/drawing/2014/main" id="{FD1EFF6A-B7B2-26BA-47DF-F83DF223C360}"/>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295410350"/>
      </p:ext>
    </p:extLst>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
            <a:extLst>
              <a:ext uri="{FF2B5EF4-FFF2-40B4-BE49-F238E27FC236}">
                <a16:creationId xmlns:a16="http://schemas.microsoft.com/office/drawing/2014/main" id="{9C7453FC-37BC-7A40-DEEB-78F840E8A5F6}"/>
              </a:ext>
            </a:extLst>
          </p:cNvPr>
          <p:cNvPicPr>
            <a:picLocks noChangeAspect="1"/>
          </p:cNvPicPr>
          <p:nvPr/>
        </p:nvPicPr>
        <p:blipFill rotWithShape="1">
          <a:blip r:embed="rId3"/>
          <a:srcRect r="20553"/>
          <a:stretch/>
        </p:blipFill>
        <p:spPr>
          <a:xfrm>
            <a:off x="1506413" y="1720419"/>
            <a:ext cx="4880329" cy="5149014"/>
          </a:xfrm>
          <a:prstGeom prst="rect">
            <a:avLst/>
          </a:prstGeom>
        </p:spPr>
      </p:pic>
      <p:sp>
        <p:nvSpPr>
          <p:cNvPr id="2" name="Forma libre 37">
            <a:extLst>
              <a:ext uri="{FF2B5EF4-FFF2-40B4-BE49-F238E27FC236}">
                <a16:creationId xmlns:a16="http://schemas.microsoft.com/office/drawing/2014/main" id="{F2F82CCF-3071-A600-DE7F-9E26F53295B8}"/>
              </a:ext>
            </a:extLst>
          </p:cNvPr>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rgbClr val="7874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9" name="Forma libre 39">
            <a:extLst>
              <a:ext uri="{FF2B5EF4-FFF2-40B4-BE49-F238E27FC236}">
                <a16:creationId xmlns:a16="http://schemas.microsoft.com/office/drawing/2014/main" id="{A17D83A9-47C6-A276-C77F-0A2F6E54DFF1}"/>
              </a:ext>
            </a:extLst>
          </p:cNvPr>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3" name="Forma libre 34">
            <a:extLst>
              <a:ext uri="{FF2B5EF4-FFF2-40B4-BE49-F238E27FC236}">
                <a16:creationId xmlns:a16="http://schemas.microsoft.com/office/drawing/2014/main" id="{362A0555-5552-CBC1-5D42-0E2A4FACE8C1}"/>
              </a:ext>
            </a:extLst>
          </p:cNvPr>
          <p:cNvSpPr/>
          <p:nvPr/>
        </p:nvSpPr>
        <p:spPr>
          <a:xfrm rot="16200000" flipH="1">
            <a:off x="-674156" y="3399185"/>
            <a:ext cx="4137208" cy="2780425"/>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12" name="CuadroTexto 11"/>
          <p:cNvSpPr txBox="1"/>
          <p:nvPr/>
        </p:nvSpPr>
        <p:spPr>
          <a:xfrm>
            <a:off x="6397043" y="679451"/>
            <a:ext cx="5403374" cy="2159000"/>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El reto</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Proponer una solución integral a nivel corporativo para gestionar la información relacionada con el proceso comercial y de despacho de productos mineros en las diversas divisiones de Codelco, abarcando las categorías de cátodos, ánodos, molibdeno, concentrado de cobre, barro anódico y ácido sulfúrico. Esto fue posible mediante el análisis detallado y la comprensión de las características específicas de cada división, lo que permitió identificar los principales desafíos operativos y sistémicos a lo largo del proceso, desde la salida de los productos de la mina hasta su recepción en puerto.</a:t>
            </a:r>
          </a:p>
          <a:p>
            <a:pPr marL="0" marR="0" lvl="0" indent="0" algn="l" defTabSz="913790" rtl="0" eaLnBrk="1" fontAlgn="auto" latinLnBrk="0" hangingPunct="1">
              <a:lnSpc>
                <a:spcPct val="100000"/>
              </a:lnSpc>
              <a:spcBef>
                <a:spcPts val="0"/>
              </a:spcBef>
              <a:spcAft>
                <a:spcPts val="0"/>
              </a:spcAft>
              <a:buClrTx/>
              <a:buSzTx/>
              <a:buFontTx/>
              <a:buNone/>
              <a:tabLst/>
              <a:defRPr/>
            </a:pPr>
            <a:endParaRPr kumimoji="0" lang="es-MX" sz="933" b="0" i="0" u="none" strike="noStrike" kern="1200" cap="none" spc="0" normalizeH="0" baseline="0" noProof="0">
              <a:ln>
                <a:noFill/>
              </a:ln>
              <a:solidFill>
                <a:srgbClr val="4F062A"/>
              </a:solidFill>
              <a:effectLst/>
              <a:uLnTx/>
              <a:uFillTx/>
              <a:ea typeface="+mn-ea"/>
              <a:cs typeface="+mn-cs"/>
            </a:endParaRP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Principales objetivos:</a:t>
            </a:r>
          </a:p>
          <a:p>
            <a:pPr marL="0" marR="0" lvl="0" indent="0" algn="l" defTabSz="913790" rtl="0" eaLnBrk="1" fontAlgn="auto" latinLnBrk="0" hangingPunct="1">
              <a:lnSpc>
                <a:spcPct val="100000"/>
              </a:lnSpc>
              <a:spcBef>
                <a:spcPts val="0"/>
              </a:spcBef>
              <a:spcAft>
                <a:spcPts val="0"/>
              </a:spcAft>
              <a:buClrTx/>
              <a:buSzTx/>
              <a:buFontTx/>
              <a:buNone/>
              <a:tabLst/>
              <a:defRPr/>
            </a:pPr>
            <a:endParaRPr kumimoji="0" lang="es-MX" sz="933" b="0" i="0" u="none" strike="noStrike" kern="1200" cap="none" spc="0" normalizeH="0" baseline="0" noProof="0">
              <a:ln>
                <a:noFill/>
              </a:ln>
              <a:solidFill>
                <a:srgbClr val="4F062A"/>
              </a:solidFill>
              <a:effectLst/>
              <a:uLnTx/>
              <a:uFillTx/>
              <a:ea typeface="+mn-ea"/>
              <a:cs typeface="+mn-cs"/>
            </a:endParaRP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933" b="0" i="0" u="none" strike="noStrike" kern="1200" cap="none" spc="0" normalizeH="0" baseline="0" noProof="0">
                <a:ln>
                  <a:noFill/>
                </a:ln>
                <a:solidFill>
                  <a:srgbClr val="4F062A"/>
                </a:solidFill>
                <a:effectLst/>
                <a:uLnTx/>
                <a:uFillTx/>
                <a:ea typeface="+mn-ea"/>
                <a:cs typeface="+mn-cs"/>
              </a:rPr>
              <a:t>Entendimiento de las particularidades de cada división sobre los procesos existentes y los sistemas utilizados que eventualmente podrían ser reemplazados</a:t>
            </a: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933" b="0" i="0" u="none" strike="noStrike" kern="1200" cap="none" spc="0" normalizeH="0" baseline="0" noProof="0">
                <a:ln>
                  <a:noFill/>
                </a:ln>
                <a:solidFill>
                  <a:srgbClr val="4F062A"/>
                </a:solidFill>
                <a:effectLst/>
                <a:uLnTx/>
                <a:uFillTx/>
                <a:ea typeface="+mn-ea"/>
                <a:cs typeface="+mn-cs"/>
              </a:rPr>
              <a:t>Optimizar la gestión de datos, buscando información única, actualizada y en tiempo real para la toma de decisiones comerciales y operativas</a:t>
            </a: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933" b="0" i="0" u="none" strike="noStrike" kern="1200" cap="none" spc="0" normalizeH="0" baseline="0" noProof="0">
                <a:ln>
                  <a:noFill/>
                </a:ln>
                <a:solidFill>
                  <a:srgbClr val="4F062A"/>
                </a:solidFill>
                <a:effectLst/>
                <a:uLnTx/>
                <a:uFillTx/>
                <a:ea typeface="+mn-ea"/>
                <a:cs typeface="+mn-cs"/>
              </a:rPr>
              <a:t>Reducir el procesamiento manual de información crítica para la toma de decisiones del negocio</a:t>
            </a:r>
          </a:p>
        </p:txBody>
      </p:sp>
      <p:sp>
        <p:nvSpPr>
          <p:cNvPr id="55308" name="CuadroTexto 17"/>
          <p:cNvSpPr txBox="1">
            <a:spLocks noChangeArrowheads="1"/>
          </p:cNvSpPr>
          <p:nvPr/>
        </p:nvSpPr>
        <p:spPr bwMode="auto">
          <a:xfrm>
            <a:off x="204304" y="840984"/>
            <a:ext cx="5888567" cy="1559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nchor="t"/>
          <a:lstStyle>
            <a:lvl1pPr defTabSz="777875">
              <a:tabLst>
                <a:tab pos="1458913" algn="l"/>
              </a:tabLst>
              <a:defRPr sz="1300">
                <a:solidFill>
                  <a:schemeClr val="tx1"/>
                </a:solidFill>
                <a:latin typeface="Arial" panose="020B0604020202020204" pitchFamily="34" charset="0"/>
              </a:defRPr>
            </a:lvl1pPr>
            <a:lvl2pPr defTabSz="777875">
              <a:tabLst>
                <a:tab pos="1458913" algn="l"/>
              </a:tabLst>
              <a:defRPr sz="1300">
                <a:solidFill>
                  <a:schemeClr val="tx1"/>
                </a:solidFill>
                <a:latin typeface="Arial" panose="020B0604020202020204" pitchFamily="34" charset="0"/>
              </a:defRPr>
            </a:lvl2pPr>
            <a:lvl3pPr defTabSz="777875">
              <a:tabLst>
                <a:tab pos="1458913" algn="l"/>
              </a:tabLst>
              <a:defRPr sz="1300">
                <a:solidFill>
                  <a:schemeClr val="tx1"/>
                </a:solidFill>
                <a:latin typeface="Arial" panose="020B0604020202020204" pitchFamily="34" charset="0"/>
              </a:defRPr>
            </a:lvl3pPr>
            <a:lvl4pPr defTabSz="777875">
              <a:tabLst>
                <a:tab pos="1458913" algn="l"/>
              </a:tabLst>
              <a:defRPr sz="1300">
                <a:solidFill>
                  <a:schemeClr val="tx1"/>
                </a:solidFill>
                <a:latin typeface="Arial" panose="020B0604020202020204" pitchFamily="34" charset="0"/>
              </a:defRPr>
            </a:lvl4pPr>
            <a:lvl5pPr defTabSz="777875">
              <a:tabLst>
                <a:tab pos="1458913" algn="l"/>
              </a:tabLst>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9pPr>
          </a:lstStyle>
          <a:p>
            <a:pPr marL="0" marR="0" lvl="0" indent="0" algn="l" defTabSz="777875" rtl="0" eaLnBrk="1" fontAlgn="auto" latinLnBrk="0" hangingPunct="1">
              <a:lnSpc>
                <a:spcPct val="100000"/>
              </a:lnSpc>
              <a:spcBef>
                <a:spcPts val="0"/>
              </a:spcBef>
              <a:spcAft>
                <a:spcPts val="0"/>
              </a:spcAft>
              <a:buClrTx/>
              <a:buSzTx/>
              <a:buFontTx/>
              <a:buNone/>
              <a:tabLst>
                <a:tab pos="1458913" algn="l"/>
              </a:tabLst>
              <a:defRPr/>
            </a:pPr>
            <a:r>
              <a:rPr kumimoji="0" lang="es-MX" altLang="es-CL" sz="2000" b="0" i="0" u="none" strike="noStrike" kern="1200" cap="none" spc="0" normalizeH="0" baseline="0" noProof="0">
                <a:ln>
                  <a:noFill/>
                </a:ln>
                <a:solidFill>
                  <a:srgbClr val="4F062A"/>
                </a:solidFill>
                <a:effectLst/>
                <a:uLnTx/>
                <a:uFillTx/>
                <a:latin typeface="+mj-lt"/>
                <a:ea typeface="+mn-ea"/>
                <a:cs typeface="+mn-cs"/>
              </a:rPr>
              <a:t>Levantamiento de Procesos y Operaciones Logísticas para su Digitalización</a:t>
            </a:r>
          </a:p>
        </p:txBody>
      </p:sp>
      <p:sp>
        <p:nvSpPr>
          <p:cNvPr id="27" name="CuadroTexto 26"/>
          <p:cNvSpPr txBox="1"/>
          <p:nvPr/>
        </p:nvSpPr>
        <p:spPr>
          <a:xfrm>
            <a:off x="6450732" y="3586397"/>
            <a:ext cx="5349683" cy="2975838"/>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La solución</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endParaRPr kumimoji="0" lang="en-US" sz="1799"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933"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4F062A"/>
                </a:solidFill>
                <a:effectLst/>
                <a:uLnTx/>
                <a:uFillTx/>
                <a:ea typeface="+mn-ea"/>
                <a:cs typeface="+mn-cs"/>
              </a:rPr>
              <a:t>A partir del levantamiento y análisis de la información, se propuso reestructurar la arquitectura sistémica y de proceso operativo de cada división, pasando a una solución corporativa que entregue acceso global de la información a las distintas áreas interesadas, optimizando la obtención de datos, la visibilidad de la operación logística y facilitando la toma de decisiones comerciales</a:t>
            </a: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4F062A"/>
                </a:solidFill>
                <a:effectLst/>
                <a:uLnTx/>
                <a:uFillTx/>
                <a:ea typeface="+mn-ea"/>
                <a:cs typeface="+mn-cs"/>
              </a:rPr>
              <a:t>Las principales actividades realizadas:</a:t>
            </a: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srgbClr val="4F062A"/>
              </a:solidFill>
              <a:effectLst/>
              <a:uLnTx/>
              <a:uFillTx/>
              <a:ea typeface="+mn-ea"/>
              <a:cs typeface="+mn-cs"/>
            </a:endParaRPr>
          </a:p>
          <a:p>
            <a:pPr marL="171450" marR="0" lvl="0" indent="-171450" algn="just"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000" b="0" i="0" u="none" strike="noStrike" kern="1200" cap="none" spc="0" normalizeH="0" baseline="0" noProof="0">
                <a:ln>
                  <a:noFill/>
                </a:ln>
                <a:solidFill>
                  <a:srgbClr val="4F062A"/>
                </a:solidFill>
                <a:effectLst/>
                <a:uLnTx/>
                <a:uFillTx/>
                <a:ea typeface="+mn-ea"/>
                <a:cs typeface="+mn-cs"/>
              </a:rPr>
              <a:t>Levantamiento del modelo “As Is” del proceso de despacho de productos de Codelco</a:t>
            </a:r>
          </a:p>
          <a:p>
            <a:pPr marL="171450" marR="0" lvl="0" indent="-171450" algn="just"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000" b="0" i="0" u="none" strike="noStrike" kern="1200" cap="none" spc="0" normalizeH="0" baseline="0" noProof="0">
                <a:ln>
                  <a:noFill/>
                </a:ln>
                <a:solidFill>
                  <a:srgbClr val="4F062A"/>
                </a:solidFill>
                <a:effectLst/>
                <a:uLnTx/>
                <a:uFillTx/>
                <a:ea typeface="+mn-ea"/>
                <a:cs typeface="+mn-cs"/>
              </a:rPr>
              <a:t>Definición de modelo “To Be” de procesos operativos, sistemas involucrados y solución a las brechas identificadas</a:t>
            </a:r>
          </a:p>
          <a:p>
            <a:pPr marL="171450" marR="0" lvl="0" indent="-171450" algn="just"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000" b="0" i="0" u="none" strike="noStrike" kern="1200" cap="none" spc="0" normalizeH="0" baseline="0" noProof="0" err="1">
                <a:ln>
                  <a:noFill/>
                </a:ln>
                <a:solidFill>
                  <a:srgbClr val="4F062A"/>
                </a:solidFill>
                <a:effectLst/>
                <a:uLnTx/>
                <a:uFillTx/>
                <a:ea typeface="+mn-ea"/>
                <a:cs typeface="+mn-cs"/>
              </a:rPr>
              <a:t>Roadmap</a:t>
            </a:r>
            <a:r>
              <a:rPr kumimoji="0" lang="es-MX" sz="1000" b="0" i="0" u="none" strike="noStrike" kern="1200" cap="none" spc="0" normalizeH="0" baseline="0" noProof="0">
                <a:ln>
                  <a:noFill/>
                </a:ln>
                <a:solidFill>
                  <a:srgbClr val="4F062A"/>
                </a:solidFill>
                <a:effectLst/>
                <a:uLnTx/>
                <a:uFillTx/>
                <a:ea typeface="+mn-ea"/>
                <a:cs typeface="+mn-cs"/>
              </a:rPr>
              <a:t> de iniciativas recomendadas y hoja de ruta para la implementación del proceso sistémico propuesto</a:t>
            </a: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p:txBody>
      </p:sp>
      <p:pic>
        <p:nvPicPr>
          <p:cNvPr id="13" name="Picture 2" descr="Inicio | CODELCO - Corporación Nacional del Cobre, Chile">
            <a:extLst>
              <a:ext uri="{FF2B5EF4-FFF2-40B4-BE49-F238E27FC236}">
                <a16:creationId xmlns:a16="http://schemas.microsoft.com/office/drawing/2014/main" id="{4D5C6703-7BD2-C535-C45C-D8C234C6C8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23802" y="132445"/>
            <a:ext cx="1214064" cy="679876"/>
          </a:xfrm>
          <a:prstGeom prst="roundRect">
            <a:avLst/>
          </a:prstGeom>
          <a:noFill/>
          <a:extLst>
            <a:ext uri="{909E8E84-426E-40DD-AFC4-6F175D3DCCD1}">
              <a14:hiddenFill xmlns:a14="http://schemas.microsoft.com/office/drawing/2010/main">
                <a:solidFill>
                  <a:srgbClr val="FFFFFF"/>
                </a:solidFill>
              </a14:hiddenFill>
            </a:ext>
          </a:extLst>
        </p:spPr>
      </p:pic>
      <p:sp>
        <p:nvSpPr>
          <p:cNvPr id="14" name="CuadroTexto 51">
            <a:extLst>
              <a:ext uri="{FF2B5EF4-FFF2-40B4-BE49-F238E27FC236}">
                <a16:creationId xmlns:a16="http://schemas.microsoft.com/office/drawing/2014/main" id="{D9FE8400-BB50-4CEE-C08C-2E8CB214B3D2}"/>
              </a:ext>
            </a:extLst>
          </p:cNvPr>
          <p:cNvSpPr txBox="1"/>
          <p:nvPr/>
        </p:nvSpPr>
        <p:spPr>
          <a:xfrm>
            <a:off x="217913" y="3958095"/>
            <a:ext cx="2432880" cy="447468"/>
          </a:xfrm>
          <a:prstGeom prst="rect">
            <a:avLst/>
          </a:prstGeom>
          <a:ln>
            <a:noFill/>
          </a:ln>
        </p:spPr>
        <p:txBody>
          <a:bodyPr vert="horz" wrap="square" lIns="103900" tIns="51951" rIns="103900" bIns="51951" rtlCol="0" anchor="t">
            <a:noAutofit/>
          </a:bodyPr>
          <a:lstStyle/>
          <a:p>
            <a:pPr marL="0" marR="0" lvl="0" indent="0" algn="l" defTabSz="914377" rtl="0" eaLnBrk="0" fontAlgn="base" latinLnBrk="0" hangingPunct="0">
              <a:lnSpc>
                <a:spcPct val="100000"/>
              </a:lnSpc>
              <a:spcBef>
                <a:spcPct val="0"/>
              </a:spcBef>
              <a:spcAft>
                <a:spcPct val="0"/>
              </a:spcAft>
              <a:buClrTx/>
              <a:buSzTx/>
              <a:buFontTx/>
              <a:buNone/>
              <a:tabLst/>
              <a:defRPr/>
            </a:pPr>
            <a:r>
              <a:rPr kumimoji="0" lang="es-ES" sz="1051" i="0" u="none" strike="noStrike" kern="1200" cap="none" spc="0" normalizeH="0" baseline="0" noProof="0">
                <a:ln>
                  <a:noFill/>
                </a:ln>
                <a:solidFill>
                  <a:srgbClr val="FFFFFF"/>
                </a:solidFill>
                <a:effectLst/>
                <a:uLnTx/>
                <a:uFillTx/>
                <a:ea typeface="+mn-ea"/>
                <a:cs typeface="Arial" panose="020B0604020202020204" pitchFamily="34" charset="0"/>
              </a:rPr>
              <a:t>Procesos levantados para 5 productos</a:t>
            </a:r>
          </a:p>
        </p:txBody>
      </p:sp>
      <p:sp>
        <p:nvSpPr>
          <p:cNvPr id="15" name="CuadroTexto 64">
            <a:extLst>
              <a:ext uri="{FF2B5EF4-FFF2-40B4-BE49-F238E27FC236}">
                <a16:creationId xmlns:a16="http://schemas.microsoft.com/office/drawing/2014/main" id="{716A4502-F069-473F-E503-D75855BDD5F7}"/>
              </a:ext>
            </a:extLst>
          </p:cNvPr>
          <p:cNvSpPr txBox="1"/>
          <p:nvPr/>
        </p:nvSpPr>
        <p:spPr>
          <a:xfrm>
            <a:off x="217911" y="4863796"/>
            <a:ext cx="2441220" cy="493100"/>
          </a:xfrm>
          <a:prstGeom prst="rect">
            <a:avLst/>
          </a:prstGeom>
          <a:ln>
            <a:noFill/>
          </a:ln>
        </p:spPr>
        <p:txBody>
          <a:bodyPr vert="horz" wrap="square" lIns="103900" tIns="51951" rIns="103900" bIns="51951" rtlCol="0" anchor="t">
            <a:spAutoFit/>
          </a:bodyPr>
          <a:lstStyle/>
          <a:p>
            <a:pPr marL="0" marR="0" lvl="0" indent="0" algn="l" defTabSz="1038807" rtl="0" eaLnBrk="0" fontAlgn="base" latinLnBrk="0" hangingPunct="0">
              <a:lnSpc>
                <a:spcPct val="80000"/>
              </a:lnSpc>
              <a:spcBef>
                <a:spcPct val="0"/>
              </a:spcBef>
              <a:spcAft>
                <a:spcPct val="0"/>
              </a:spcAft>
              <a:buClrTx/>
              <a:buSzTx/>
              <a:buFontTx/>
              <a:buNone/>
              <a:tabLst/>
              <a:defRPr/>
            </a:pPr>
            <a:r>
              <a:rPr kumimoji="0" lang="es-ES" sz="1051" i="0" u="none" strike="noStrike" kern="1200" cap="none" spc="0" normalizeH="0" baseline="0" noProof="0">
                <a:ln>
                  <a:noFill/>
                </a:ln>
                <a:solidFill>
                  <a:srgbClr val="FFFFFF"/>
                </a:solidFill>
                <a:effectLst/>
                <a:uLnTx/>
                <a:uFillTx/>
                <a:ea typeface="+mn-ea"/>
                <a:cs typeface="Arial" panose="020B0604020202020204" pitchFamily="34" charset="0"/>
              </a:rPr>
              <a:t>Desafíos operacionales identificados con propuesta de solución de corto plazo</a:t>
            </a:r>
          </a:p>
        </p:txBody>
      </p:sp>
      <p:sp>
        <p:nvSpPr>
          <p:cNvPr id="16" name="CuadroTexto 33">
            <a:extLst>
              <a:ext uri="{FF2B5EF4-FFF2-40B4-BE49-F238E27FC236}">
                <a16:creationId xmlns:a16="http://schemas.microsoft.com/office/drawing/2014/main" id="{B2B6790D-A0D6-1859-F3C3-CBD654A0CEB6}"/>
              </a:ext>
            </a:extLst>
          </p:cNvPr>
          <p:cNvSpPr txBox="1"/>
          <p:nvPr/>
        </p:nvSpPr>
        <p:spPr>
          <a:xfrm>
            <a:off x="227092" y="3672450"/>
            <a:ext cx="2275200" cy="412693"/>
          </a:xfrm>
          <a:prstGeom prst="rect">
            <a:avLst/>
          </a:prstGeom>
          <a:ln>
            <a:noFill/>
          </a:ln>
        </p:spPr>
        <p:txBody>
          <a:bodyPr vert="horz" wrap="square" lIns="103900" tIns="51951" rIns="103900" bIns="51951" rtlCol="0" anchor="t">
            <a:spAutoFit/>
          </a:bodyPr>
          <a:lstStyle/>
          <a:p>
            <a:pPr marL="0" marR="0" lvl="0" indent="0" algn="l" defTabSz="914377" rtl="0" eaLnBrk="0" fontAlgn="base" latinLnBrk="0" hangingPunct="0">
              <a:lnSpc>
                <a:spcPct val="100000"/>
              </a:lnSpc>
              <a:spcBef>
                <a:spcPct val="0"/>
              </a:spcBef>
              <a:spcAft>
                <a:spcPct val="0"/>
              </a:spcAft>
              <a:buClrTx/>
              <a:buSzTx/>
              <a:buFontTx/>
              <a:buNone/>
              <a:tabLst/>
              <a:defRPr/>
            </a:pPr>
            <a:r>
              <a:rPr kumimoji="0" lang="es-ES" sz="2000" i="0" u="none" strike="noStrike" kern="1200" cap="none" spc="0" normalizeH="0" baseline="0" noProof="0">
                <a:ln>
                  <a:noFill/>
                </a:ln>
                <a:solidFill>
                  <a:srgbClr val="FFFFFF"/>
                </a:solidFill>
                <a:effectLst/>
                <a:uLnTx/>
                <a:uFillTx/>
                <a:ea typeface="+mn-ea"/>
                <a:cs typeface="Arial" panose="020B0604020202020204" pitchFamily="34" charset="0"/>
              </a:rPr>
              <a:t>+10</a:t>
            </a:r>
            <a:endParaRPr kumimoji="0" lang="es-ES" sz="1200" i="0" u="none" strike="noStrike" kern="1200" cap="none" spc="0" normalizeH="0" baseline="0" noProof="0">
              <a:ln>
                <a:noFill/>
              </a:ln>
              <a:solidFill>
                <a:srgbClr val="FFFFFF"/>
              </a:solidFill>
              <a:effectLst/>
              <a:uLnTx/>
              <a:uFillTx/>
              <a:ea typeface="+mn-ea"/>
              <a:cs typeface="Arial" panose="020B0604020202020204" pitchFamily="34" charset="0"/>
            </a:endParaRPr>
          </a:p>
        </p:txBody>
      </p:sp>
      <p:sp>
        <p:nvSpPr>
          <p:cNvPr id="17" name="CuadroTexto 33">
            <a:extLst>
              <a:ext uri="{FF2B5EF4-FFF2-40B4-BE49-F238E27FC236}">
                <a16:creationId xmlns:a16="http://schemas.microsoft.com/office/drawing/2014/main" id="{0FC4E5F5-2DDA-85EB-127F-1A1A1E12BF94}"/>
              </a:ext>
            </a:extLst>
          </p:cNvPr>
          <p:cNvSpPr txBox="1"/>
          <p:nvPr/>
        </p:nvSpPr>
        <p:spPr>
          <a:xfrm>
            <a:off x="220400" y="4552479"/>
            <a:ext cx="2275200" cy="412693"/>
          </a:xfrm>
          <a:prstGeom prst="rect">
            <a:avLst/>
          </a:prstGeom>
          <a:ln>
            <a:noFill/>
          </a:ln>
        </p:spPr>
        <p:txBody>
          <a:bodyPr vert="horz" wrap="square" lIns="103900" tIns="51951" rIns="103900" bIns="51951" rtlCol="0" anchor="t">
            <a:spAutoFit/>
          </a:bodyPr>
          <a:lstStyle/>
          <a:p>
            <a:pPr marL="0" marR="0" lvl="0" indent="0" algn="l" defTabSz="914377" rtl="0" eaLnBrk="0" fontAlgn="base" latinLnBrk="0" hangingPunct="0">
              <a:lnSpc>
                <a:spcPct val="100000"/>
              </a:lnSpc>
              <a:spcBef>
                <a:spcPct val="0"/>
              </a:spcBef>
              <a:spcAft>
                <a:spcPct val="0"/>
              </a:spcAft>
              <a:buClrTx/>
              <a:buSzTx/>
              <a:buFontTx/>
              <a:buNone/>
              <a:tabLst/>
              <a:defRPr/>
            </a:pPr>
            <a:r>
              <a:rPr kumimoji="0" lang="es-ES" sz="2000" i="0" u="none" strike="noStrike" kern="1200" cap="none" spc="0" normalizeH="0" baseline="0" noProof="0">
                <a:ln>
                  <a:noFill/>
                </a:ln>
                <a:solidFill>
                  <a:srgbClr val="FFFFFF"/>
                </a:solidFill>
                <a:effectLst/>
                <a:uLnTx/>
                <a:uFillTx/>
                <a:ea typeface="+mn-ea"/>
                <a:cs typeface="Arial" panose="020B0604020202020204" pitchFamily="34" charset="0"/>
              </a:rPr>
              <a:t>+70</a:t>
            </a:r>
            <a:endParaRPr kumimoji="0" lang="es-ES" sz="1200" i="0" u="none" strike="noStrike" kern="1200" cap="none" spc="0" normalizeH="0" baseline="0" noProof="0">
              <a:ln>
                <a:noFill/>
              </a:ln>
              <a:solidFill>
                <a:srgbClr val="FFFFFF"/>
              </a:solidFill>
              <a:effectLst/>
              <a:uLnTx/>
              <a:uFillTx/>
              <a:ea typeface="+mn-ea"/>
              <a:cs typeface="Arial" panose="020B0604020202020204" pitchFamily="34" charset="0"/>
            </a:endParaRPr>
          </a:p>
        </p:txBody>
      </p:sp>
      <p:sp>
        <p:nvSpPr>
          <p:cNvPr id="18" name="CuadroTexto 64">
            <a:extLst>
              <a:ext uri="{FF2B5EF4-FFF2-40B4-BE49-F238E27FC236}">
                <a16:creationId xmlns:a16="http://schemas.microsoft.com/office/drawing/2014/main" id="{1AC6EAA0-C426-2BA0-E74F-444E32A254F9}"/>
              </a:ext>
            </a:extLst>
          </p:cNvPr>
          <p:cNvSpPr txBox="1"/>
          <p:nvPr/>
        </p:nvSpPr>
        <p:spPr>
          <a:xfrm>
            <a:off x="217913" y="5849691"/>
            <a:ext cx="2441220" cy="363705"/>
          </a:xfrm>
          <a:prstGeom prst="rect">
            <a:avLst/>
          </a:prstGeom>
          <a:ln>
            <a:noFill/>
          </a:ln>
        </p:spPr>
        <p:txBody>
          <a:bodyPr vert="horz" wrap="square" lIns="103900" tIns="51951" rIns="103900" bIns="51951" rtlCol="0" anchor="t">
            <a:spAutoFit/>
          </a:bodyPr>
          <a:lstStyle/>
          <a:p>
            <a:pPr marL="0" marR="0" lvl="0" indent="0" algn="l" defTabSz="1038807" rtl="0" eaLnBrk="0" fontAlgn="base" latinLnBrk="0" hangingPunct="0">
              <a:lnSpc>
                <a:spcPct val="80000"/>
              </a:lnSpc>
              <a:spcBef>
                <a:spcPct val="0"/>
              </a:spcBef>
              <a:spcAft>
                <a:spcPct val="0"/>
              </a:spcAft>
              <a:buClrTx/>
              <a:buSzTx/>
              <a:buFontTx/>
              <a:buNone/>
              <a:tabLst/>
              <a:defRPr/>
            </a:pPr>
            <a:r>
              <a:rPr kumimoji="0" lang="es-ES" sz="1051" i="0" u="none" strike="noStrike" kern="1200" cap="none" spc="0" normalizeH="0" baseline="0" noProof="0">
                <a:ln>
                  <a:noFill/>
                </a:ln>
                <a:solidFill>
                  <a:srgbClr val="FFFFFF"/>
                </a:solidFill>
                <a:effectLst/>
                <a:uLnTx/>
                <a:uFillTx/>
                <a:ea typeface="+mn-ea"/>
                <a:cs typeface="Arial" panose="020B0604020202020204" pitchFamily="34" charset="0"/>
              </a:rPr>
              <a:t>Sistemas obsoletos identificados y con sugerencias de reemplazo</a:t>
            </a:r>
            <a:endParaRPr kumimoji="0" lang="es-ES" sz="1051" i="1" u="none" strike="noStrike" kern="1200" cap="none" spc="0" normalizeH="0" baseline="0" noProof="0">
              <a:ln>
                <a:noFill/>
              </a:ln>
              <a:solidFill>
                <a:srgbClr val="FFFFFF"/>
              </a:solidFill>
              <a:effectLst/>
              <a:uLnTx/>
              <a:uFillTx/>
              <a:ea typeface="+mn-ea"/>
              <a:cs typeface="Arial" panose="020B0604020202020204" pitchFamily="34" charset="0"/>
            </a:endParaRPr>
          </a:p>
        </p:txBody>
      </p:sp>
      <p:sp>
        <p:nvSpPr>
          <p:cNvPr id="19" name="CuadroTexto 33">
            <a:extLst>
              <a:ext uri="{FF2B5EF4-FFF2-40B4-BE49-F238E27FC236}">
                <a16:creationId xmlns:a16="http://schemas.microsoft.com/office/drawing/2014/main" id="{0118D919-BE97-E553-454A-A8768151D94A}"/>
              </a:ext>
            </a:extLst>
          </p:cNvPr>
          <p:cNvSpPr txBox="1"/>
          <p:nvPr/>
        </p:nvSpPr>
        <p:spPr>
          <a:xfrm>
            <a:off x="220400" y="5538372"/>
            <a:ext cx="2275200" cy="412693"/>
          </a:xfrm>
          <a:prstGeom prst="rect">
            <a:avLst/>
          </a:prstGeom>
          <a:ln>
            <a:noFill/>
          </a:ln>
        </p:spPr>
        <p:txBody>
          <a:bodyPr vert="horz" wrap="square" lIns="103900" tIns="51951" rIns="103900" bIns="51951" rtlCol="0" anchor="t">
            <a:spAutoFit/>
          </a:bodyPr>
          <a:lstStyle/>
          <a:p>
            <a:pPr marL="0" marR="0" lvl="0" indent="0" algn="l" defTabSz="914377" rtl="0" eaLnBrk="0" fontAlgn="base" latinLnBrk="0" hangingPunct="0">
              <a:lnSpc>
                <a:spcPct val="100000"/>
              </a:lnSpc>
              <a:spcBef>
                <a:spcPct val="0"/>
              </a:spcBef>
              <a:spcAft>
                <a:spcPct val="0"/>
              </a:spcAft>
              <a:buClrTx/>
              <a:buSzTx/>
              <a:buFontTx/>
              <a:buNone/>
              <a:tabLst/>
              <a:defRPr/>
            </a:pPr>
            <a:r>
              <a:rPr kumimoji="0" lang="es-ES" sz="2000" i="0" u="none" strike="noStrike" kern="1200" cap="none" spc="0" normalizeH="0" baseline="0" noProof="0">
                <a:ln>
                  <a:noFill/>
                </a:ln>
                <a:solidFill>
                  <a:srgbClr val="FFFFFF"/>
                </a:solidFill>
                <a:effectLst/>
                <a:uLnTx/>
                <a:uFillTx/>
                <a:ea typeface="+mn-ea"/>
                <a:cs typeface="Arial" panose="020B0604020202020204" pitchFamily="34" charset="0"/>
              </a:rPr>
              <a:t>+10</a:t>
            </a:r>
            <a:endParaRPr kumimoji="0" lang="es-ES" sz="1200" i="0" u="none" strike="noStrike" kern="1200" cap="none" spc="0" normalizeH="0" baseline="0" noProof="0">
              <a:ln>
                <a:noFill/>
              </a:ln>
              <a:solidFill>
                <a:srgbClr val="FFFFFF"/>
              </a:solidFill>
              <a:effectLst/>
              <a:uLnTx/>
              <a:uFillTx/>
              <a:ea typeface="+mn-ea"/>
              <a:cs typeface="Arial" panose="020B0604020202020204" pitchFamily="34" charset="0"/>
            </a:endParaRPr>
          </a:p>
        </p:txBody>
      </p:sp>
      <p:sp>
        <p:nvSpPr>
          <p:cNvPr id="7" name="Marcador de texto 2">
            <a:extLst>
              <a:ext uri="{FF2B5EF4-FFF2-40B4-BE49-F238E27FC236}">
                <a16:creationId xmlns:a16="http://schemas.microsoft.com/office/drawing/2014/main" id="{6F99318D-0E0C-201B-4923-BCBBDF08CAA7}"/>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4138297338"/>
      </p:ext>
    </p:extLst>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EA0BA-9490-AC7D-0DAA-46F263479DBD}"/>
            </a:ext>
          </a:extLst>
        </p:cNvPr>
        <p:cNvGrpSpPr/>
        <p:nvPr/>
      </p:nvGrpSpPr>
      <p:grpSpPr>
        <a:xfrm>
          <a:off x="0" y="0"/>
          <a:ext cx="0" cy="0"/>
          <a:chOff x="0" y="0"/>
          <a:chExt cx="0" cy="0"/>
        </a:xfrm>
      </p:grpSpPr>
      <p:pic>
        <p:nvPicPr>
          <p:cNvPr id="20" name="Picture 1">
            <a:extLst>
              <a:ext uri="{FF2B5EF4-FFF2-40B4-BE49-F238E27FC236}">
                <a16:creationId xmlns:a16="http://schemas.microsoft.com/office/drawing/2014/main" id="{DD7A6A70-61BF-5915-02B9-AB5D8A9A5BC8}"/>
              </a:ext>
            </a:extLst>
          </p:cNvPr>
          <p:cNvPicPr>
            <a:picLocks noChangeAspect="1"/>
          </p:cNvPicPr>
          <p:nvPr/>
        </p:nvPicPr>
        <p:blipFill rotWithShape="1">
          <a:blip r:embed="rId3"/>
          <a:srcRect r="20553"/>
          <a:stretch/>
        </p:blipFill>
        <p:spPr>
          <a:xfrm>
            <a:off x="1506413" y="1720419"/>
            <a:ext cx="4880329" cy="5149014"/>
          </a:xfrm>
          <a:prstGeom prst="rect">
            <a:avLst/>
          </a:prstGeom>
        </p:spPr>
      </p:pic>
      <p:sp>
        <p:nvSpPr>
          <p:cNvPr id="2" name="Forma libre 37">
            <a:extLst>
              <a:ext uri="{FF2B5EF4-FFF2-40B4-BE49-F238E27FC236}">
                <a16:creationId xmlns:a16="http://schemas.microsoft.com/office/drawing/2014/main" id="{F3CF1BFE-092D-3EFA-184F-D6D2D8BCB5B8}"/>
              </a:ext>
            </a:extLst>
          </p:cNvPr>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rgbClr val="7874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9" name="Forma libre 39">
            <a:extLst>
              <a:ext uri="{FF2B5EF4-FFF2-40B4-BE49-F238E27FC236}">
                <a16:creationId xmlns:a16="http://schemas.microsoft.com/office/drawing/2014/main" id="{098D932D-E443-A79E-1ABB-EA55FC814D7A}"/>
              </a:ext>
            </a:extLst>
          </p:cNvPr>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3" name="Forma libre 34">
            <a:extLst>
              <a:ext uri="{FF2B5EF4-FFF2-40B4-BE49-F238E27FC236}">
                <a16:creationId xmlns:a16="http://schemas.microsoft.com/office/drawing/2014/main" id="{970FFB28-B580-5625-86B3-D6D53C595C7D}"/>
              </a:ext>
            </a:extLst>
          </p:cNvPr>
          <p:cNvSpPr/>
          <p:nvPr/>
        </p:nvSpPr>
        <p:spPr>
          <a:xfrm rot="16200000" flipH="1">
            <a:off x="-674156" y="3399185"/>
            <a:ext cx="4137208" cy="2780425"/>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es-ES" sz="2399" b="0" i="0" u="none" strike="noStrike" kern="1200" cap="none" spc="0" normalizeH="0" baseline="0" noProof="0">
              <a:ln>
                <a:noFill/>
              </a:ln>
              <a:solidFill>
                <a:srgbClr val="FFFFFF"/>
              </a:solidFill>
              <a:effectLst/>
              <a:uLnTx/>
              <a:uFillTx/>
              <a:latin typeface="Arial"/>
              <a:ea typeface="+mn-ea"/>
              <a:cs typeface="+mn-cs"/>
            </a:endParaRPr>
          </a:p>
        </p:txBody>
      </p:sp>
      <p:sp>
        <p:nvSpPr>
          <p:cNvPr id="12" name="CuadroTexto 11">
            <a:extLst>
              <a:ext uri="{FF2B5EF4-FFF2-40B4-BE49-F238E27FC236}">
                <a16:creationId xmlns:a16="http://schemas.microsoft.com/office/drawing/2014/main" id="{DBB3A121-319C-8778-18B2-CA6D9534C7B5}"/>
              </a:ext>
            </a:extLst>
          </p:cNvPr>
          <p:cNvSpPr txBox="1"/>
          <p:nvPr/>
        </p:nvSpPr>
        <p:spPr>
          <a:xfrm>
            <a:off x="6397043" y="679451"/>
            <a:ext cx="5403374" cy="2159000"/>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El reto</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Codelco requirió de un análisis concluyente respecto a la situación actual de sus procesos de despacho de productos y subproductos de cobre en la zona norte de Chile, a fin de poder definir un futuro modelo con mejoras sistemáticas y funcionales que permita optimizar el proceso de venta y transporte.</a:t>
            </a: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El objetivo de la empresa es tener un sistema único y trazable que cumpliese con las siguientes capacidades:</a:t>
            </a: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933" b="0" i="0" u="none" strike="noStrike" kern="1200" cap="none" spc="0" normalizeH="0" baseline="0" noProof="0">
              <a:ln>
                <a:noFill/>
              </a:ln>
              <a:solidFill>
                <a:srgbClr val="4F062A"/>
              </a:solidFill>
              <a:effectLst/>
              <a:uLnTx/>
              <a:uFillTx/>
              <a:ea typeface="+mn-ea"/>
              <a:cs typeface="+mn-cs"/>
            </a:endParaRP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933" b="0" i="0" u="none" strike="noStrike" kern="1200" cap="none" spc="0" normalizeH="0" baseline="0" noProof="0">
                <a:ln>
                  <a:noFill/>
                </a:ln>
                <a:solidFill>
                  <a:srgbClr val="4F062A"/>
                </a:solidFill>
                <a:effectLst/>
                <a:uLnTx/>
                <a:uFillTx/>
                <a:ea typeface="+mn-ea"/>
                <a:cs typeface="+mn-cs"/>
              </a:rPr>
              <a:t>Gestión de un dato único a través de toda la empresa en todas sus operaciones</a:t>
            </a: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933" b="0" i="0" u="none" strike="noStrike" kern="1200" cap="none" spc="0" normalizeH="0" baseline="0" noProof="0">
                <a:ln>
                  <a:noFill/>
                </a:ln>
                <a:solidFill>
                  <a:srgbClr val="4F062A"/>
                </a:solidFill>
                <a:effectLst/>
                <a:uLnTx/>
                <a:uFillTx/>
                <a:ea typeface="+mn-ea"/>
                <a:cs typeface="+mn-cs"/>
              </a:rPr>
              <a:t>Minimización de la información procesada de forma manual</a:t>
            </a: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933" b="0" i="0" u="none" strike="noStrike" kern="1200" cap="none" spc="0" normalizeH="0" baseline="0" noProof="0">
                <a:ln>
                  <a:noFill/>
                </a:ln>
                <a:solidFill>
                  <a:srgbClr val="4F062A"/>
                </a:solidFill>
                <a:effectLst/>
                <a:uLnTx/>
                <a:uFillTx/>
                <a:ea typeface="+mn-ea"/>
                <a:cs typeface="+mn-cs"/>
              </a:rPr>
              <a:t>Correcta integración con su ERP SAP</a:t>
            </a: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933" b="0" i="0" u="none" strike="noStrike" kern="1200" cap="none" spc="0" normalizeH="0" baseline="0" noProof="0">
                <a:ln>
                  <a:noFill/>
                </a:ln>
                <a:solidFill>
                  <a:srgbClr val="4F062A"/>
                </a:solidFill>
                <a:effectLst/>
                <a:uLnTx/>
                <a:uFillTx/>
                <a:ea typeface="+mn-ea"/>
                <a:cs typeface="+mn-cs"/>
              </a:rPr>
              <a:t>Disponer de información actualizada al momento para la correcta toma de decisiones comerciales y operativas</a:t>
            </a:r>
          </a:p>
          <a:p>
            <a:pPr marL="0" marR="0" lvl="0" indent="0" algn="l" defTabSz="913790" rtl="0" eaLnBrk="1" fontAlgn="auto" latinLnBrk="0" hangingPunct="1">
              <a:lnSpc>
                <a:spcPct val="100000"/>
              </a:lnSpc>
              <a:spcBef>
                <a:spcPts val="0"/>
              </a:spcBef>
              <a:spcAft>
                <a:spcPts val="0"/>
              </a:spcAft>
              <a:buClrTx/>
              <a:buSzTx/>
              <a:buFontTx/>
              <a:buNone/>
              <a:tabLst/>
              <a:defRPr/>
            </a:pPr>
            <a:endParaRPr kumimoji="0" lang="es-MX" sz="933" b="0" i="0" u="none" strike="noStrike" kern="1200" cap="none" spc="0" normalizeH="0" baseline="0" noProof="0">
              <a:ln>
                <a:noFill/>
              </a:ln>
              <a:solidFill>
                <a:srgbClr val="4F062A"/>
              </a:solidFill>
              <a:effectLst/>
              <a:uLnTx/>
              <a:uFillTx/>
              <a:ea typeface="+mn-ea"/>
              <a:cs typeface="+mn-cs"/>
            </a:endParaRP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Se solicitó una definición sobre estas capacidades y una hoja de ruta para lograr cada uno de los objetivos.</a:t>
            </a:r>
          </a:p>
        </p:txBody>
      </p:sp>
      <p:sp>
        <p:nvSpPr>
          <p:cNvPr id="55308" name="CuadroTexto 17">
            <a:extLst>
              <a:ext uri="{FF2B5EF4-FFF2-40B4-BE49-F238E27FC236}">
                <a16:creationId xmlns:a16="http://schemas.microsoft.com/office/drawing/2014/main" id="{9F254B51-91BF-EEE7-53FD-090DBEC5A98B}"/>
              </a:ext>
            </a:extLst>
          </p:cNvPr>
          <p:cNvSpPr txBox="1">
            <a:spLocks noChangeArrowheads="1"/>
          </p:cNvSpPr>
          <p:nvPr/>
        </p:nvSpPr>
        <p:spPr bwMode="auto">
          <a:xfrm>
            <a:off x="204304" y="840984"/>
            <a:ext cx="5888567" cy="1559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nchor="t"/>
          <a:lstStyle>
            <a:lvl1pPr defTabSz="777875">
              <a:tabLst>
                <a:tab pos="1458913" algn="l"/>
              </a:tabLst>
              <a:defRPr sz="1300">
                <a:solidFill>
                  <a:schemeClr val="tx1"/>
                </a:solidFill>
                <a:latin typeface="Arial" panose="020B0604020202020204" pitchFamily="34" charset="0"/>
              </a:defRPr>
            </a:lvl1pPr>
            <a:lvl2pPr defTabSz="777875">
              <a:tabLst>
                <a:tab pos="1458913" algn="l"/>
              </a:tabLst>
              <a:defRPr sz="1300">
                <a:solidFill>
                  <a:schemeClr val="tx1"/>
                </a:solidFill>
                <a:latin typeface="Arial" panose="020B0604020202020204" pitchFamily="34" charset="0"/>
              </a:defRPr>
            </a:lvl2pPr>
            <a:lvl3pPr defTabSz="777875">
              <a:tabLst>
                <a:tab pos="1458913" algn="l"/>
              </a:tabLst>
              <a:defRPr sz="1300">
                <a:solidFill>
                  <a:schemeClr val="tx1"/>
                </a:solidFill>
                <a:latin typeface="Arial" panose="020B0604020202020204" pitchFamily="34" charset="0"/>
              </a:defRPr>
            </a:lvl3pPr>
            <a:lvl4pPr defTabSz="777875">
              <a:tabLst>
                <a:tab pos="1458913" algn="l"/>
              </a:tabLst>
              <a:defRPr sz="1300">
                <a:solidFill>
                  <a:schemeClr val="tx1"/>
                </a:solidFill>
                <a:latin typeface="Arial" panose="020B0604020202020204" pitchFamily="34" charset="0"/>
              </a:defRPr>
            </a:lvl4pPr>
            <a:lvl5pPr defTabSz="777875">
              <a:tabLst>
                <a:tab pos="1458913" algn="l"/>
              </a:tabLst>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tabLst>
                <a:tab pos="1458913" algn="l"/>
              </a:tabLst>
              <a:defRPr sz="1300">
                <a:solidFill>
                  <a:schemeClr val="tx1"/>
                </a:solidFill>
                <a:latin typeface="Arial" panose="020B0604020202020204" pitchFamily="34" charset="0"/>
              </a:defRPr>
            </a:lvl9pPr>
          </a:lstStyle>
          <a:p>
            <a:pPr defTabSz="1037115">
              <a:tabLst>
                <a:tab pos="1945121" algn="l"/>
              </a:tabLst>
            </a:pPr>
            <a:r>
              <a:rPr lang="es-ES" altLang="es-CL" sz="2000">
                <a:solidFill>
                  <a:srgbClr val="4F062A"/>
                </a:solidFill>
                <a:latin typeface="+mj-lt"/>
              </a:rPr>
              <a:t>Proyecto Levantamiento de Procesos Operaciones Logísticas Zona Norte para su Digitalización</a:t>
            </a:r>
          </a:p>
        </p:txBody>
      </p:sp>
      <p:sp>
        <p:nvSpPr>
          <p:cNvPr id="27" name="CuadroTexto 26">
            <a:extLst>
              <a:ext uri="{FF2B5EF4-FFF2-40B4-BE49-F238E27FC236}">
                <a16:creationId xmlns:a16="http://schemas.microsoft.com/office/drawing/2014/main" id="{ED30B34C-8853-0A24-A1FD-8F628EB774FB}"/>
              </a:ext>
            </a:extLst>
          </p:cNvPr>
          <p:cNvSpPr txBox="1"/>
          <p:nvPr/>
        </p:nvSpPr>
        <p:spPr>
          <a:xfrm>
            <a:off x="6450732" y="3320179"/>
            <a:ext cx="5349683" cy="2975838"/>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La solución</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endParaRPr kumimoji="0" lang="en-US" sz="1799"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933" b="0" i="0" u="none" strike="noStrike" kern="1200" cap="none" spc="0" normalizeH="0" baseline="0" noProof="0">
              <a:ln>
                <a:noFill/>
              </a:ln>
              <a:solidFill>
                <a:srgbClr val="4F062A"/>
              </a:solidFill>
              <a:effectLst/>
              <a:uLnTx/>
              <a:uFillTx/>
              <a:ea typeface="+mn-ea"/>
              <a:cs typeface="+mn-cs"/>
            </a:endParaRPr>
          </a:p>
          <a:p>
            <a:pPr algn="just" defTabSz="914354">
              <a:defRPr/>
            </a:pPr>
            <a:r>
              <a:rPr lang="es-ES" sz="1000">
                <a:solidFill>
                  <a:srgbClr val="4F062A"/>
                </a:solidFill>
              </a:rPr>
              <a:t>Se utilizó la metodología de levantamiento de procesos de </a:t>
            </a:r>
            <a:r>
              <a:rPr lang="es-ES" sz="1000" err="1">
                <a:solidFill>
                  <a:srgbClr val="4F062A"/>
                </a:solidFill>
              </a:rPr>
              <a:t>Minsait</a:t>
            </a:r>
            <a:r>
              <a:rPr lang="es-ES" sz="1000">
                <a:solidFill>
                  <a:srgbClr val="4F062A"/>
                </a:solidFill>
              </a:rPr>
              <a:t>, basada en conocer la situación actual de Codelco e identificar y proponer las mejores soluciones para abordar los objetivos planteados.</a:t>
            </a:r>
          </a:p>
          <a:p>
            <a:pPr algn="just" defTabSz="914354">
              <a:defRPr/>
            </a:pPr>
            <a:endParaRPr lang="es-ES" sz="1000">
              <a:solidFill>
                <a:srgbClr val="4F062A"/>
              </a:solidFill>
            </a:endParaRPr>
          </a:p>
          <a:p>
            <a:pPr algn="just" defTabSz="914354">
              <a:defRPr/>
            </a:pPr>
            <a:r>
              <a:rPr lang="es-ES" sz="1000">
                <a:solidFill>
                  <a:srgbClr val="4F062A"/>
                </a:solidFill>
              </a:rPr>
              <a:t>Las principales actividades fueron:</a:t>
            </a:r>
          </a:p>
          <a:p>
            <a:pPr algn="just" defTabSz="914354">
              <a:defRPr/>
            </a:pPr>
            <a:endParaRPr lang="es-ES" sz="1000">
              <a:solidFill>
                <a:srgbClr val="4F062A"/>
              </a:solidFill>
            </a:endParaRPr>
          </a:p>
          <a:p>
            <a:pPr marL="228589" indent="-228589" algn="just" defTabSz="914354">
              <a:buFont typeface="Arial" panose="020B0604020202020204" pitchFamily="34" charset="0"/>
              <a:buChar char="•"/>
              <a:defRPr/>
            </a:pPr>
            <a:r>
              <a:rPr lang="es-ES" sz="1000">
                <a:solidFill>
                  <a:srgbClr val="4F062A"/>
                </a:solidFill>
              </a:rPr>
              <a:t>Identificación “As </a:t>
            </a:r>
            <a:r>
              <a:rPr lang="es-ES" sz="1000" err="1">
                <a:solidFill>
                  <a:srgbClr val="4F062A"/>
                </a:solidFill>
              </a:rPr>
              <a:t>Is</a:t>
            </a:r>
            <a:r>
              <a:rPr lang="es-ES" sz="1000">
                <a:solidFill>
                  <a:srgbClr val="4F062A"/>
                </a:solidFill>
              </a:rPr>
              <a:t>”: Levantamiento del modelo actual de despacho de producto (nivel funcional y técnico) junto con desafíos operaciones, gaps sistémicos y de arquitectura.</a:t>
            </a:r>
          </a:p>
          <a:p>
            <a:pPr marL="228589" indent="-228589" algn="just" defTabSz="914354">
              <a:buFont typeface="Arial" panose="020B0604020202020204" pitchFamily="34" charset="0"/>
              <a:buChar char="•"/>
              <a:defRPr/>
            </a:pPr>
            <a:r>
              <a:rPr lang="es-ES" sz="1000">
                <a:solidFill>
                  <a:srgbClr val="4F062A"/>
                </a:solidFill>
              </a:rPr>
              <a:t>Definición de modelo “</a:t>
            </a:r>
            <a:r>
              <a:rPr lang="es-ES" sz="1000" err="1">
                <a:solidFill>
                  <a:srgbClr val="4F062A"/>
                </a:solidFill>
              </a:rPr>
              <a:t>To</a:t>
            </a:r>
            <a:r>
              <a:rPr lang="es-ES" sz="1000">
                <a:solidFill>
                  <a:srgbClr val="4F062A"/>
                </a:solidFill>
              </a:rPr>
              <a:t> Be”: Modelo operativo y de sistemas para optimización del proceso logístico que impacta las cuatro operaciones y el puerto.</a:t>
            </a:r>
          </a:p>
          <a:p>
            <a:pPr marL="228589" indent="-228589" algn="just" defTabSz="914354">
              <a:buFont typeface="Arial" panose="020B0604020202020204" pitchFamily="34" charset="0"/>
              <a:buChar char="•"/>
              <a:defRPr/>
            </a:pPr>
            <a:r>
              <a:rPr lang="es-ES" sz="1000">
                <a:solidFill>
                  <a:srgbClr val="4F062A"/>
                </a:solidFill>
              </a:rPr>
              <a:t>Análisis de Mercado y Hoja de Ruta: Recomendación del modelo de sistema y arquitectura para el modelo de las operaciones de despacho, se valoraron software </a:t>
            </a:r>
            <a:r>
              <a:rPr lang="es-ES" sz="1000" err="1">
                <a:solidFill>
                  <a:srgbClr val="4F062A"/>
                </a:solidFill>
              </a:rPr>
              <a:t>world</a:t>
            </a:r>
            <a:r>
              <a:rPr lang="es-ES" sz="1000">
                <a:solidFill>
                  <a:srgbClr val="4F062A"/>
                </a:solidFill>
              </a:rPr>
              <a:t> </a:t>
            </a:r>
            <a:r>
              <a:rPr lang="es-ES" sz="1000" err="1">
                <a:solidFill>
                  <a:srgbClr val="4F062A"/>
                </a:solidFill>
              </a:rPr>
              <a:t>class</a:t>
            </a:r>
            <a:r>
              <a:rPr lang="es-ES" sz="1000">
                <a:solidFill>
                  <a:srgbClr val="4F062A"/>
                </a:solidFill>
              </a:rPr>
              <a:t> y se diseñó una hoja de ruta para su implementación.</a:t>
            </a:r>
            <a:endParaRPr lang="es-ES" sz="1050">
              <a:solidFill>
                <a:srgbClr val="4F062A"/>
              </a:solidFill>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p:txBody>
      </p:sp>
      <p:pic>
        <p:nvPicPr>
          <p:cNvPr id="13" name="Picture 2" descr="Inicio | CODELCO - Corporación Nacional del Cobre, Chile">
            <a:extLst>
              <a:ext uri="{FF2B5EF4-FFF2-40B4-BE49-F238E27FC236}">
                <a16:creationId xmlns:a16="http://schemas.microsoft.com/office/drawing/2014/main" id="{40C75CA4-A334-9E5D-9224-460C1A4A7A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23802" y="132445"/>
            <a:ext cx="1214064" cy="679876"/>
          </a:xfrm>
          <a:prstGeom prst="round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5C375BFD-4A30-D834-EDFF-123D9309D7CB}"/>
              </a:ext>
            </a:extLst>
          </p:cNvPr>
          <p:cNvSpPr/>
          <p:nvPr/>
        </p:nvSpPr>
        <p:spPr bwMode="auto">
          <a:xfrm>
            <a:off x="210497" y="4543206"/>
            <a:ext cx="2574164" cy="469359"/>
          </a:xfrm>
          <a:prstGeom prst="rect">
            <a:avLst/>
          </a:prstGeom>
        </p:spPr>
        <p:txBody>
          <a:bodyPr wrap="square">
            <a:spAutoFit/>
          </a:bodyPr>
          <a:lstStyle/>
          <a:p>
            <a:pPr defTabSz="914332">
              <a:defRPr/>
            </a:pPr>
            <a:r>
              <a:rPr lang="es-ES" sz="1200" b="1">
                <a:solidFill>
                  <a:srgbClr val="FFFFFF"/>
                </a:solidFill>
                <a:cs typeface="Arial" panose="020B0604020202020204" pitchFamily="34" charset="0"/>
              </a:rPr>
              <a:t>___</a:t>
            </a:r>
          </a:p>
          <a:p>
            <a:pPr defTabSz="914354">
              <a:spcBef>
                <a:spcPts val="267"/>
              </a:spcBef>
              <a:spcAft>
                <a:spcPts val="267"/>
              </a:spcAft>
              <a:defRPr/>
            </a:pPr>
            <a:r>
              <a:rPr lang="es-ES" sz="1000">
                <a:solidFill>
                  <a:srgbClr val="FFFFFF"/>
                </a:solidFill>
                <a:cs typeface="Arial" panose="020B0604020202020204" pitchFamily="34" charset="0"/>
              </a:rPr>
              <a:t>Herramientas de mercado valoradas</a:t>
            </a:r>
            <a:endParaRPr lang="es-ES" sz="1000" b="1">
              <a:solidFill>
                <a:srgbClr val="FFFFFF"/>
              </a:solidFill>
              <a:cs typeface="Arial" panose="020B0604020202020204" pitchFamily="34" charset="0"/>
            </a:endParaRPr>
          </a:p>
        </p:txBody>
      </p:sp>
      <p:sp>
        <p:nvSpPr>
          <p:cNvPr id="26" name="CuadroTexto 42">
            <a:extLst>
              <a:ext uri="{FF2B5EF4-FFF2-40B4-BE49-F238E27FC236}">
                <a16:creationId xmlns:a16="http://schemas.microsoft.com/office/drawing/2014/main" id="{C3DB2118-EB32-4BE9-2BEC-78B2C75B4092}"/>
              </a:ext>
            </a:extLst>
          </p:cNvPr>
          <p:cNvSpPr txBox="1">
            <a:spLocks noChangeArrowheads="1"/>
          </p:cNvSpPr>
          <p:nvPr/>
        </p:nvSpPr>
        <p:spPr bwMode="auto">
          <a:xfrm>
            <a:off x="210497" y="4284975"/>
            <a:ext cx="845972" cy="49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lstStyle>
            <a:lvl1pPr defTabSz="777875">
              <a:defRPr sz="1300">
                <a:solidFill>
                  <a:schemeClr val="tx1"/>
                </a:solidFill>
                <a:latin typeface="Arial" panose="020B0604020202020204" pitchFamily="34" charset="0"/>
              </a:defRPr>
            </a:lvl1pPr>
            <a:lvl2pPr defTabSz="777875">
              <a:defRPr sz="1300">
                <a:solidFill>
                  <a:schemeClr val="tx1"/>
                </a:solidFill>
                <a:latin typeface="Arial" panose="020B0604020202020204" pitchFamily="34" charset="0"/>
              </a:defRPr>
            </a:lvl2pPr>
            <a:lvl3pPr defTabSz="777875">
              <a:defRPr sz="1300">
                <a:solidFill>
                  <a:schemeClr val="tx1"/>
                </a:solidFill>
                <a:latin typeface="Arial" panose="020B0604020202020204" pitchFamily="34" charset="0"/>
              </a:defRPr>
            </a:lvl3pPr>
            <a:lvl4pPr defTabSz="777875">
              <a:defRPr sz="1300">
                <a:solidFill>
                  <a:schemeClr val="tx1"/>
                </a:solidFill>
                <a:latin typeface="Arial" panose="020B0604020202020204" pitchFamily="34" charset="0"/>
              </a:defRPr>
            </a:lvl4pPr>
            <a:lvl5pPr defTabSz="777875">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defRPr sz="1300">
                <a:solidFill>
                  <a:schemeClr val="tx1"/>
                </a:solidFill>
                <a:latin typeface="Arial" panose="020B0604020202020204" pitchFamily="34" charset="0"/>
              </a:defRPr>
            </a:lvl9pPr>
          </a:lstStyle>
          <a:p>
            <a:pPr defTabSz="1037115"/>
            <a:r>
              <a:rPr lang="es-ES" altLang="es-CL" sz="2400">
                <a:solidFill>
                  <a:srgbClr val="FFFFFF"/>
                </a:solidFill>
                <a:latin typeface="+mn-lt"/>
                <a:cs typeface="Arial" panose="020B0604020202020204" pitchFamily="34" charset="0"/>
              </a:rPr>
              <a:t>+ 5</a:t>
            </a:r>
            <a:endParaRPr lang="es-ES" altLang="es-CL" sz="1600" b="1">
              <a:solidFill>
                <a:srgbClr val="FFFFFF"/>
              </a:solidFill>
              <a:latin typeface="+mn-lt"/>
              <a:cs typeface="Arial" panose="020B0604020202020204" pitchFamily="34" charset="0"/>
            </a:endParaRPr>
          </a:p>
        </p:txBody>
      </p:sp>
      <p:sp>
        <p:nvSpPr>
          <p:cNvPr id="28" name="Rectángulo 27">
            <a:extLst>
              <a:ext uri="{FF2B5EF4-FFF2-40B4-BE49-F238E27FC236}">
                <a16:creationId xmlns:a16="http://schemas.microsoft.com/office/drawing/2014/main" id="{B5CA8B86-C929-6AB4-DAF1-21F5FFB2056F}"/>
              </a:ext>
            </a:extLst>
          </p:cNvPr>
          <p:cNvSpPr/>
          <p:nvPr/>
        </p:nvSpPr>
        <p:spPr bwMode="auto">
          <a:xfrm>
            <a:off x="210497" y="6034677"/>
            <a:ext cx="2103967" cy="469359"/>
          </a:xfrm>
          <a:prstGeom prst="rect">
            <a:avLst/>
          </a:prstGeom>
        </p:spPr>
        <p:txBody>
          <a:bodyPr>
            <a:spAutoFit/>
          </a:bodyPr>
          <a:lstStyle/>
          <a:p>
            <a:pPr defTabSz="914332">
              <a:defRPr/>
            </a:pPr>
            <a:r>
              <a:rPr lang="es-ES" sz="1200" b="1">
                <a:solidFill>
                  <a:srgbClr val="FFFFFF"/>
                </a:solidFill>
                <a:cs typeface="Arial" panose="020B0604020202020204" pitchFamily="34" charset="0"/>
              </a:rPr>
              <a:t>___</a:t>
            </a:r>
          </a:p>
          <a:p>
            <a:pPr defTabSz="914354">
              <a:spcBef>
                <a:spcPts val="267"/>
              </a:spcBef>
              <a:spcAft>
                <a:spcPts val="267"/>
              </a:spcAft>
              <a:defRPr/>
            </a:pPr>
            <a:r>
              <a:rPr lang="es-ES" sz="1000" err="1">
                <a:solidFill>
                  <a:srgbClr val="FFFFFF"/>
                </a:solidFill>
                <a:cs typeface="Arial" panose="020B0604020202020204" pitchFamily="34" charset="0"/>
              </a:rPr>
              <a:t>Pain</a:t>
            </a:r>
            <a:r>
              <a:rPr lang="es-ES" sz="1000">
                <a:solidFill>
                  <a:srgbClr val="FFFFFF"/>
                </a:solidFill>
                <a:cs typeface="Arial" panose="020B0604020202020204" pitchFamily="34" charset="0"/>
              </a:rPr>
              <a:t> </a:t>
            </a:r>
            <a:r>
              <a:rPr lang="es-ES" sz="1000" err="1">
                <a:solidFill>
                  <a:srgbClr val="FFFFFF"/>
                </a:solidFill>
                <a:cs typeface="Arial" panose="020B0604020202020204" pitchFamily="34" charset="0"/>
              </a:rPr>
              <a:t>points</a:t>
            </a:r>
            <a:r>
              <a:rPr lang="es-ES" sz="1000">
                <a:solidFill>
                  <a:srgbClr val="FFFFFF"/>
                </a:solidFill>
                <a:cs typeface="Arial" panose="020B0604020202020204" pitchFamily="34" charset="0"/>
              </a:rPr>
              <a:t> encontrados</a:t>
            </a:r>
            <a:endParaRPr lang="es-ES" sz="1000" b="1">
              <a:solidFill>
                <a:srgbClr val="FFFFFF"/>
              </a:solidFill>
              <a:cs typeface="Arial" panose="020B0604020202020204" pitchFamily="34" charset="0"/>
            </a:endParaRPr>
          </a:p>
        </p:txBody>
      </p:sp>
      <p:sp>
        <p:nvSpPr>
          <p:cNvPr id="29" name="CuadroTexto 42">
            <a:extLst>
              <a:ext uri="{FF2B5EF4-FFF2-40B4-BE49-F238E27FC236}">
                <a16:creationId xmlns:a16="http://schemas.microsoft.com/office/drawing/2014/main" id="{60C42DAD-D30A-98E1-66F5-ABDB2AB7E0EA}"/>
              </a:ext>
            </a:extLst>
          </p:cNvPr>
          <p:cNvSpPr txBox="1">
            <a:spLocks noChangeArrowheads="1"/>
          </p:cNvSpPr>
          <p:nvPr/>
        </p:nvSpPr>
        <p:spPr bwMode="auto">
          <a:xfrm>
            <a:off x="210497" y="5776444"/>
            <a:ext cx="845972" cy="49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lstStyle>
            <a:lvl1pPr defTabSz="777875">
              <a:defRPr sz="1300">
                <a:solidFill>
                  <a:schemeClr val="tx1"/>
                </a:solidFill>
                <a:latin typeface="Arial" panose="020B0604020202020204" pitchFamily="34" charset="0"/>
              </a:defRPr>
            </a:lvl1pPr>
            <a:lvl2pPr defTabSz="777875">
              <a:defRPr sz="1300">
                <a:solidFill>
                  <a:schemeClr val="tx1"/>
                </a:solidFill>
                <a:latin typeface="Arial" panose="020B0604020202020204" pitchFamily="34" charset="0"/>
              </a:defRPr>
            </a:lvl2pPr>
            <a:lvl3pPr defTabSz="777875">
              <a:defRPr sz="1300">
                <a:solidFill>
                  <a:schemeClr val="tx1"/>
                </a:solidFill>
                <a:latin typeface="Arial" panose="020B0604020202020204" pitchFamily="34" charset="0"/>
              </a:defRPr>
            </a:lvl3pPr>
            <a:lvl4pPr defTabSz="777875">
              <a:defRPr sz="1300">
                <a:solidFill>
                  <a:schemeClr val="tx1"/>
                </a:solidFill>
                <a:latin typeface="Arial" panose="020B0604020202020204" pitchFamily="34" charset="0"/>
              </a:defRPr>
            </a:lvl4pPr>
            <a:lvl5pPr defTabSz="777875">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defRPr sz="1300">
                <a:solidFill>
                  <a:schemeClr val="tx1"/>
                </a:solidFill>
                <a:latin typeface="Arial" panose="020B0604020202020204" pitchFamily="34" charset="0"/>
              </a:defRPr>
            </a:lvl9pPr>
          </a:lstStyle>
          <a:p>
            <a:pPr defTabSz="1037115"/>
            <a:r>
              <a:rPr lang="es-ES" altLang="es-CL" sz="2400">
                <a:solidFill>
                  <a:srgbClr val="FFFFFF"/>
                </a:solidFill>
                <a:latin typeface="+mn-lt"/>
                <a:cs typeface="Arial" panose="020B0604020202020204" pitchFamily="34" charset="0"/>
              </a:rPr>
              <a:t>+ 18</a:t>
            </a:r>
            <a:endParaRPr lang="es-ES" altLang="es-CL" sz="1600" b="1">
              <a:solidFill>
                <a:srgbClr val="FFFFFF"/>
              </a:solidFill>
              <a:latin typeface="+mn-lt"/>
              <a:cs typeface="Arial" panose="020B0604020202020204" pitchFamily="34" charset="0"/>
            </a:endParaRPr>
          </a:p>
        </p:txBody>
      </p:sp>
      <p:sp>
        <p:nvSpPr>
          <p:cNvPr id="30" name="Rectángulo 29">
            <a:extLst>
              <a:ext uri="{FF2B5EF4-FFF2-40B4-BE49-F238E27FC236}">
                <a16:creationId xmlns:a16="http://schemas.microsoft.com/office/drawing/2014/main" id="{228A1C7C-52B6-2624-3083-E5EA131331ED}"/>
              </a:ext>
            </a:extLst>
          </p:cNvPr>
          <p:cNvSpPr/>
          <p:nvPr/>
        </p:nvSpPr>
        <p:spPr bwMode="auto">
          <a:xfrm>
            <a:off x="210497" y="5288943"/>
            <a:ext cx="2103967" cy="469359"/>
          </a:xfrm>
          <a:prstGeom prst="rect">
            <a:avLst/>
          </a:prstGeom>
        </p:spPr>
        <p:txBody>
          <a:bodyPr>
            <a:spAutoFit/>
          </a:bodyPr>
          <a:lstStyle/>
          <a:p>
            <a:pPr defTabSz="914332">
              <a:defRPr/>
            </a:pPr>
            <a:r>
              <a:rPr lang="es-ES" sz="1200" b="1">
                <a:solidFill>
                  <a:srgbClr val="FFFFFF"/>
                </a:solidFill>
                <a:cs typeface="Arial" panose="020B0604020202020204" pitchFamily="34" charset="0"/>
              </a:rPr>
              <a:t>___</a:t>
            </a:r>
          </a:p>
          <a:p>
            <a:pPr defTabSz="914354">
              <a:spcBef>
                <a:spcPts val="267"/>
              </a:spcBef>
              <a:spcAft>
                <a:spcPts val="267"/>
              </a:spcAft>
              <a:defRPr/>
            </a:pPr>
            <a:r>
              <a:rPr lang="es-ES" sz="1000">
                <a:solidFill>
                  <a:srgbClr val="FFFFFF"/>
                </a:solidFill>
                <a:cs typeface="Arial" panose="020B0604020202020204" pitchFamily="34" charset="0"/>
              </a:rPr>
              <a:t>Sistemas identificados</a:t>
            </a:r>
            <a:endParaRPr lang="es-ES" sz="1000" b="1">
              <a:solidFill>
                <a:srgbClr val="FFFFFF"/>
              </a:solidFill>
              <a:cs typeface="Arial" panose="020B0604020202020204" pitchFamily="34" charset="0"/>
            </a:endParaRPr>
          </a:p>
        </p:txBody>
      </p:sp>
      <p:sp>
        <p:nvSpPr>
          <p:cNvPr id="31" name="CuadroTexto 42">
            <a:extLst>
              <a:ext uri="{FF2B5EF4-FFF2-40B4-BE49-F238E27FC236}">
                <a16:creationId xmlns:a16="http://schemas.microsoft.com/office/drawing/2014/main" id="{7E9BF43F-554B-AA47-FE0A-17F1FCEF4BC0}"/>
              </a:ext>
            </a:extLst>
          </p:cNvPr>
          <p:cNvSpPr txBox="1">
            <a:spLocks noChangeArrowheads="1"/>
          </p:cNvSpPr>
          <p:nvPr/>
        </p:nvSpPr>
        <p:spPr bwMode="auto">
          <a:xfrm>
            <a:off x="210496" y="5030709"/>
            <a:ext cx="1272595" cy="49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lstStyle>
            <a:lvl1pPr defTabSz="777875">
              <a:defRPr sz="1300">
                <a:solidFill>
                  <a:schemeClr val="tx1"/>
                </a:solidFill>
                <a:latin typeface="Arial" panose="020B0604020202020204" pitchFamily="34" charset="0"/>
              </a:defRPr>
            </a:lvl1pPr>
            <a:lvl2pPr defTabSz="777875">
              <a:defRPr sz="1300">
                <a:solidFill>
                  <a:schemeClr val="tx1"/>
                </a:solidFill>
                <a:latin typeface="Arial" panose="020B0604020202020204" pitchFamily="34" charset="0"/>
              </a:defRPr>
            </a:lvl2pPr>
            <a:lvl3pPr defTabSz="777875">
              <a:defRPr sz="1300">
                <a:solidFill>
                  <a:schemeClr val="tx1"/>
                </a:solidFill>
                <a:latin typeface="Arial" panose="020B0604020202020204" pitchFamily="34" charset="0"/>
              </a:defRPr>
            </a:lvl3pPr>
            <a:lvl4pPr defTabSz="777875">
              <a:defRPr sz="1300">
                <a:solidFill>
                  <a:schemeClr val="tx1"/>
                </a:solidFill>
                <a:latin typeface="Arial" panose="020B0604020202020204" pitchFamily="34" charset="0"/>
              </a:defRPr>
            </a:lvl4pPr>
            <a:lvl5pPr defTabSz="777875">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defRPr sz="1300">
                <a:solidFill>
                  <a:schemeClr val="tx1"/>
                </a:solidFill>
                <a:latin typeface="Arial" panose="020B0604020202020204" pitchFamily="34" charset="0"/>
              </a:defRPr>
            </a:lvl9pPr>
          </a:lstStyle>
          <a:p>
            <a:pPr defTabSz="1037115"/>
            <a:r>
              <a:rPr lang="es-ES" altLang="es-CL" sz="2400">
                <a:solidFill>
                  <a:srgbClr val="FFFFFF"/>
                </a:solidFill>
                <a:latin typeface="+mn-lt"/>
                <a:cs typeface="Arial" panose="020B0604020202020204" pitchFamily="34" charset="0"/>
              </a:rPr>
              <a:t>+ 25</a:t>
            </a:r>
            <a:endParaRPr lang="es-ES" altLang="es-CL" sz="1600" b="1">
              <a:solidFill>
                <a:srgbClr val="FFFFFF"/>
              </a:solidFill>
              <a:latin typeface="+mn-lt"/>
              <a:cs typeface="Arial" panose="020B0604020202020204" pitchFamily="34" charset="0"/>
            </a:endParaRPr>
          </a:p>
        </p:txBody>
      </p:sp>
      <p:sp>
        <p:nvSpPr>
          <p:cNvPr id="32" name="Rectángulo 31">
            <a:extLst>
              <a:ext uri="{FF2B5EF4-FFF2-40B4-BE49-F238E27FC236}">
                <a16:creationId xmlns:a16="http://schemas.microsoft.com/office/drawing/2014/main" id="{4A9D083F-D6D9-1082-BD0D-E51FF484ED37}"/>
              </a:ext>
            </a:extLst>
          </p:cNvPr>
          <p:cNvSpPr/>
          <p:nvPr/>
        </p:nvSpPr>
        <p:spPr bwMode="auto">
          <a:xfrm>
            <a:off x="210497" y="3797473"/>
            <a:ext cx="2382143" cy="469359"/>
          </a:xfrm>
          <a:prstGeom prst="rect">
            <a:avLst/>
          </a:prstGeom>
        </p:spPr>
        <p:txBody>
          <a:bodyPr wrap="square">
            <a:spAutoFit/>
          </a:bodyPr>
          <a:lstStyle/>
          <a:p>
            <a:pPr defTabSz="914332">
              <a:defRPr/>
            </a:pPr>
            <a:r>
              <a:rPr lang="es-ES" sz="1200" b="1">
                <a:solidFill>
                  <a:srgbClr val="FFFFFF"/>
                </a:solidFill>
                <a:cs typeface="Arial" panose="020B0604020202020204" pitchFamily="34" charset="0"/>
              </a:rPr>
              <a:t>___</a:t>
            </a:r>
          </a:p>
          <a:p>
            <a:pPr defTabSz="914354">
              <a:spcBef>
                <a:spcPts val="267"/>
              </a:spcBef>
              <a:spcAft>
                <a:spcPts val="267"/>
              </a:spcAft>
              <a:defRPr/>
            </a:pPr>
            <a:r>
              <a:rPr lang="es-ES" sz="1000">
                <a:solidFill>
                  <a:srgbClr val="FFFFFF"/>
                </a:solidFill>
                <a:cs typeface="Arial" panose="020B0604020202020204" pitchFamily="34" charset="0"/>
              </a:rPr>
              <a:t>Procesos levantados</a:t>
            </a:r>
            <a:endParaRPr lang="es-ES" sz="1000" b="1">
              <a:solidFill>
                <a:srgbClr val="FFFFFF"/>
              </a:solidFill>
              <a:cs typeface="Arial" panose="020B0604020202020204" pitchFamily="34" charset="0"/>
            </a:endParaRPr>
          </a:p>
        </p:txBody>
      </p:sp>
      <p:sp>
        <p:nvSpPr>
          <p:cNvPr id="33" name="CuadroTexto 42">
            <a:extLst>
              <a:ext uri="{FF2B5EF4-FFF2-40B4-BE49-F238E27FC236}">
                <a16:creationId xmlns:a16="http://schemas.microsoft.com/office/drawing/2014/main" id="{D954D018-67BC-6F55-75CC-01376D91362F}"/>
              </a:ext>
            </a:extLst>
          </p:cNvPr>
          <p:cNvSpPr txBox="1">
            <a:spLocks noChangeArrowheads="1"/>
          </p:cNvSpPr>
          <p:nvPr/>
        </p:nvSpPr>
        <p:spPr bwMode="auto">
          <a:xfrm>
            <a:off x="210497" y="3564475"/>
            <a:ext cx="845972" cy="49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900" tIns="51951" rIns="103900" bIns="51951"/>
          <a:lstStyle>
            <a:lvl1pPr defTabSz="777875">
              <a:defRPr sz="1300">
                <a:solidFill>
                  <a:schemeClr val="tx1"/>
                </a:solidFill>
                <a:latin typeface="Arial" panose="020B0604020202020204" pitchFamily="34" charset="0"/>
              </a:defRPr>
            </a:lvl1pPr>
            <a:lvl2pPr defTabSz="777875">
              <a:defRPr sz="1300">
                <a:solidFill>
                  <a:schemeClr val="tx1"/>
                </a:solidFill>
                <a:latin typeface="Arial" panose="020B0604020202020204" pitchFamily="34" charset="0"/>
              </a:defRPr>
            </a:lvl2pPr>
            <a:lvl3pPr defTabSz="777875">
              <a:defRPr sz="1300">
                <a:solidFill>
                  <a:schemeClr val="tx1"/>
                </a:solidFill>
                <a:latin typeface="Arial" panose="020B0604020202020204" pitchFamily="34" charset="0"/>
              </a:defRPr>
            </a:lvl3pPr>
            <a:lvl4pPr defTabSz="777875">
              <a:defRPr sz="1300">
                <a:solidFill>
                  <a:schemeClr val="tx1"/>
                </a:solidFill>
                <a:latin typeface="Arial" panose="020B0604020202020204" pitchFamily="34" charset="0"/>
              </a:defRPr>
            </a:lvl4pPr>
            <a:lvl5pPr defTabSz="777875">
              <a:defRPr sz="1300">
                <a:solidFill>
                  <a:schemeClr val="tx1"/>
                </a:solidFill>
                <a:latin typeface="Arial" panose="020B0604020202020204" pitchFamily="34" charset="0"/>
              </a:defRPr>
            </a:lvl5pPr>
            <a:lvl6pPr marL="1828800" indent="457200" defTabSz="777875" eaLnBrk="0" fontAlgn="base" hangingPunct="0">
              <a:spcBef>
                <a:spcPct val="0"/>
              </a:spcBef>
              <a:spcAft>
                <a:spcPct val="0"/>
              </a:spcAft>
              <a:defRPr sz="1300">
                <a:solidFill>
                  <a:schemeClr val="tx1"/>
                </a:solidFill>
                <a:latin typeface="Arial" panose="020B0604020202020204" pitchFamily="34" charset="0"/>
              </a:defRPr>
            </a:lvl6pPr>
            <a:lvl7pPr marL="2286000" indent="457200" defTabSz="777875" eaLnBrk="0" fontAlgn="base" hangingPunct="0">
              <a:spcBef>
                <a:spcPct val="0"/>
              </a:spcBef>
              <a:spcAft>
                <a:spcPct val="0"/>
              </a:spcAft>
              <a:defRPr sz="1300">
                <a:solidFill>
                  <a:schemeClr val="tx1"/>
                </a:solidFill>
                <a:latin typeface="Arial" panose="020B0604020202020204" pitchFamily="34" charset="0"/>
              </a:defRPr>
            </a:lvl7pPr>
            <a:lvl8pPr marL="2743200" indent="457200" defTabSz="777875" eaLnBrk="0" fontAlgn="base" hangingPunct="0">
              <a:spcBef>
                <a:spcPct val="0"/>
              </a:spcBef>
              <a:spcAft>
                <a:spcPct val="0"/>
              </a:spcAft>
              <a:defRPr sz="1300">
                <a:solidFill>
                  <a:schemeClr val="tx1"/>
                </a:solidFill>
                <a:latin typeface="Arial" panose="020B0604020202020204" pitchFamily="34" charset="0"/>
              </a:defRPr>
            </a:lvl8pPr>
            <a:lvl9pPr marL="3200400" indent="457200" defTabSz="777875" eaLnBrk="0" fontAlgn="base" hangingPunct="0">
              <a:spcBef>
                <a:spcPct val="0"/>
              </a:spcBef>
              <a:spcAft>
                <a:spcPct val="0"/>
              </a:spcAft>
              <a:defRPr sz="1300">
                <a:solidFill>
                  <a:schemeClr val="tx1"/>
                </a:solidFill>
                <a:latin typeface="Arial" panose="020B0604020202020204" pitchFamily="34" charset="0"/>
              </a:defRPr>
            </a:lvl9pPr>
          </a:lstStyle>
          <a:p>
            <a:pPr defTabSz="1037115"/>
            <a:r>
              <a:rPr lang="es-ES" altLang="es-CL" sz="2400">
                <a:solidFill>
                  <a:srgbClr val="FFFFFF"/>
                </a:solidFill>
                <a:latin typeface="+mn-lt"/>
                <a:cs typeface="Arial" panose="020B0604020202020204" pitchFamily="34" charset="0"/>
              </a:rPr>
              <a:t>+ 5</a:t>
            </a:r>
            <a:endParaRPr lang="es-ES" altLang="es-CL" sz="1600" b="1">
              <a:solidFill>
                <a:srgbClr val="FFFFFF"/>
              </a:solidFill>
              <a:latin typeface="+mn-lt"/>
              <a:cs typeface="Arial" panose="020B0604020202020204" pitchFamily="34" charset="0"/>
            </a:endParaRPr>
          </a:p>
        </p:txBody>
      </p:sp>
      <p:sp>
        <p:nvSpPr>
          <p:cNvPr id="5" name="Marcador de texto 2">
            <a:extLst>
              <a:ext uri="{FF2B5EF4-FFF2-40B4-BE49-F238E27FC236}">
                <a16:creationId xmlns:a16="http://schemas.microsoft.com/office/drawing/2014/main" id="{3CE2A703-3132-BE29-1059-1430100A12F1}"/>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3077128371"/>
      </p:ext>
    </p:extLst>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6" name="Picture 6" descr="PERSONAL TÉCNICO DEL GRUPO DISTRILUZ SE PREPARA PARA ENFRENTAR EL FENÓMENO  ''EL NIÑO''">
            <a:extLst>
              <a:ext uri="{FF2B5EF4-FFF2-40B4-BE49-F238E27FC236}">
                <a16:creationId xmlns:a16="http://schemas.microsoft.com/office/drawing/2014/main" id="{685498F6-3E53-987B-E790-35F43B3616A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 r="31641"/>
          <a:stretch/>
        </p:blipFill>
        <p:spPr bwMode="auto">
          <a:xfrm>
            <a:off x="219563" y="1671221"/>
            <a:ext cx="6101552" cy="5186780"/>
          </a:xfrm>
          <a:prstGeom prst="rect">
            <a:avLst/>
          </a:prstGeom>
          <a:noFill/>
          <a:extLst>
            <a:ext uri="{909E8E84-426E-40DD-AFC4-6F175D3DCCD1}">
              <a14:hiddenFill xmlns:a14="http://schemas.microsoft.com/office/drawing/2010/main">
                <a:solidFill>
                  <a:srgbClr val="FFFFFF"/>
                </a:solidFill>
              </a14:hiddenFill>
            </a:ext>
          </a:extLst>
        </p:spPr>
      </p:pic>
      <p:sp>
        <p:nvSpPr>
          <p:cNvPr id="38" name="Forma libre 37"/>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sp>
        <p:nvSpPr>
          <p:cNvPr id="35" name="Forma libre 34"/>
          <p:cNvSpPr/>
          <p:nvPr/>
        </p:nvSpPr>
        <p:spPr>
          <a:xfrm rot="16200000" flipH="1">
            <a:off x="-772204" y="3459134"/>
            <a:ext cx="4137208" cy="2660527"/>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sp>
        <p:nvSpPr>
          <p:cNvPr id="40" name="Forma libre 39"/>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graphicFrame>
        <p:nvGraphicFramePr>
          <p:cNvPr id="2" name="Objeto 1" hidden="1"/>
          <p:cNvGraphicFramePr>
            <a:graphicFrameLocks noChangeAspect="1"/>
          </p:cNvGraphicFramePr>
          <p:nvPr>
            <p:custDataLst>
              <p:tags r:id="rId1"/>
            </p:custData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Slide do think-cell" r:id="rId5" imgW="360" imgH="360" progId="">
                  <p:embed/>
                </p:oleObj>
              </mc:Choice>
              <mc:Fallback>
                <p:oleObj name="Slide do think-cell" r:id="rId5" imgW="360" imgH="360" progId="">
                  <p:embed/>
                  <p:pic>
                    <p:nvPicPr>
                      <p:cNvPr id="2" name="Objeto 1"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9" y="2119"/>
                        <a:ext cx="2117" cy="21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 name="CuadroTexto 45"/>
          <p:cNvSpPr txBox="1"/>
          <p:nvPr/>
        </p:nvSpPr>
        <p:spPr>
          <a:xfrm>
            <a:off x="213426" y="729107"/>
            <a:ext cx="6026591" cy="720470"/>
          </a:xfrm>
          <a:prstGeom prst="rect">
            <a:avLst/>
          </a:prstGeom>
          <a:ln>
            <a:noFill/>
          </a:ln>
        </p:spPr>
        <p:txBody>
          <a:bodyPr vert="horz" wrap="square" lIns="103900" tIns="51951" rIns="103900" bIns="51951" rtlCol="0" anchor="t">
            <a:spAutoFit/>
          </a:bodyPr>
          <a:lstStyle/>
          <a:p>
            <a:pPr defTabSz="913768">
              <a:defRPr/>
            </a:pPr>
            <a:r>
              <a:rPr lang="es-MX" sz="2000">
                <a:solidFill>
                  <a:srgbClr val="4F062A"/>
                </a:solidFill>
                <a:latin typeface="+mj-lt"/>
              </a:rPr>
              <a:t>Digitalización y Automatización de la Gestión de la Demanda y Gestión de Proyectos TI</a:t>
            </a:r>
            <a:endParaRPr lang="es-ES" sz="1100">
              <a:solidFill>
                <a:srgbClr val="4F062A"/>
              </a:solidFill>
              <a:latin typeface="+mj-lt"/>
            </a:endParaRPr>
          </a:p>
        </p:txBody>
      </p:sp>
      <p:sp>
        <p:nvSpPr>
          <p:cNvPr id="22" name="CuadroTexto 51">
            <a:extLst>
              <a:ext uri="{FF2B5EF4-FFF2-40B4-BE49-F238E27FC236}">
                <a16:creationId xmlns:a16="http://schemas.microsoft.com/office/drawing/2014/main" id="{B19F7A82-29C3-4F09-940B-D047D5FE1E4E}"/>
              </a:ext>
            </a:extLst>
          </p:cNvPr>
          <p:cNvSpPr txBox="1"/>
          <p:nvPr/>
        </p:nvSpPr>
        <p:spPr>
          <a:xfrm>
            <a:off x="217914" y="3788057"/>
            <a:ext cx="2276575" cy="447468"/>
          </a:xfrm>
          <a:prstGeom prst="rect">
            <a:avLst/>
          </a:prstGeom>
          <a:ln>
            <a:noFill/>
          </a:ln>
        </p:spPr>
        <p:txBody>
          <a:bodyPr vert="horz" wrap="square" lIns="103900" tIns="51951" rIns="103900" bIns="51951" rtlCol="0" anchor="t">
            <a:noAutofit/>
          </a:bodyPr>
          <a:lstStyle/>
          <a:p>
            <a:pPr defTabSz="913768">
              <a:defRPr/>
            </a:pPr>
            <a:r>
              <a:rPr lang="es-ES" sz="1200">
                <a:solidFill>
                  <a:srgbClr val="FFFFFF"/>
                </a:solidFill>
                <a:cs typeface="Arial" panose="020B0604020202020204" pitchFamily="34" charset="0"/>
              </a:rPr>
              <a:t>R</a:t>
            </a:r>
            <a:r>
              <a:rPr lang="es-MX" sz="1200" err="1">
                <a:solidFill>
                  <a:srgbClr val="FFFFFF"/>
                </a:solidFill>
                <a:cs typeface="Arial" panose="020B0604020202020204" pitchFamily="34" charset="0"/>
              </a:rPr>
              <a:t>euniones</a:t>
            </a:r>
            <a:r>
              <a:rPr lang="es-MX" sz="1200">
                <a:solidFill>
                  <a:srgbClr val="FFFFFF"/>
                </a:solidFill>
                <a:cs typeface="Arial" panose="020B0604020202020204" pitchFamily="34" charset="0"/>
              </a:rPr>
              <a:t> en </a:t>
            </a:r>
            <a:r>
              <a:rPr lang="es-MX" sz="1200" err="1">
                <a:solidFill>
                  <a:srgbClr val="FFFFFF"/>
                </a:solidFill>
                <a:cs typeface="Arial" panose="020B0604020202020204" pitchFamily="34" charset="0"/>
              </a:rPr>
              <a:t>Teams</a:t>
            </a:r>
            <a:r>
              <a:rPr lang="es-MX" sz="1200">
                <a:solidFill>
                  <a:srgbClr val="FFFFFF"/>
                </a:solidFill>
                <a:cs typeface="Arial" panose="020B0604020202020204" pitchFamily="34" charset="0"/>
              </a:rPr>
              <a:t> con +15 usuarios</a:t>
            </a:r>
          </a:p>
        </p:txBody>
      </p:sp>
      <p:sp>
        <p:nvSpPr>
          <p:cNvPr id="23" name="CuadroTexto 64">
            <a:extLst>
              <a:ext uri="{FF2B5EF4-FFF2-40B4-BE49-F238E27FC236}">
                <a16:creationId xmlns:a16="http://schemas.microsoft.com/office/drawing/2014/main" id="{43D8887C-4C22-4211-ACB1-3B5FB9CB4CF2}"/>
              </a:ext>
            </a:extLst>
          </p:cNvPr>
          <p:cNvSpPr txBox="1"/>
          <p:nvPr/>
        </p:nvSpPr>
        <p:spPr>
          <a:xfrm>
            <a:off x="217913" y="4730447"/>
            <a:ext cx="2044779" cy="252906"/>
          </a:xfrm>
          <a:prstGeom prst="rect">
            <a:avLst/>
          </a:prstGeom>
          <a:ln>
            <a:noFill/>
          </a:ln>
        </p:spPr>
        <p:txBody>
          <a:bodyPr vert="horz" wrap="square" lIns="103900" tIns="51951" rIns="103900" bIns="51951" rtlCol="0" anchor="t">
            <a:spAutoFit/>
          </a:bodyPr>
          <a:lstStyle/>
          <a:p>
            <a:pPr defTabSz="1038807">
              <a:lnSpc>
                <a:spcPct val="80000"/>
              </a:lnSpc>
              <a:defRPr/>
            </a:pPr>
            <a:r>
              <a:rPr lang="es-MX" sz="1200">
                <a:solidFill>
                  <a:srgbClr val="FFFFFF"/>
                </a:solidFill>
                <a:cs typeface="Arial"/>
              </a:rPr>
              <a:t>Iniciativas evaluadas</a:t>
            </a:r>
          </a:p>
        </p:txBody>
      </p:sp>
      <p:sp>
        <p:nvSpPr>
          <p:cNvPr id="24" name="CuadroTexto 33">
            <a:extLst>
              <a:ext uri="{FF2B5EF4-FFF2-40B4-BE49-F238E27FC236}">
                <a16:creationId xmlns:a16="http://schemas.microsoft.com/office/drawing/2014/main" id="{D01110A4-5DA2-4BEF-BE77-D5E59BC51CF7}"/>
              </a:ext>
            </a:extLst>
          </p:cNvPr>
          <p:cNvSpPr txBox="1"/>
          <p:nvPr/>
        </p:nvSpPr>
        <p:spPr>
          <a:xfrm>
            <a:off x="217911" y="3443058"/>
            <a:ext cx="2275200" cy="412693"/>
          </a:xfrm>
          <a:prstGeom prst="rect">
            <a:avLst/>
          </a:prstGeom>
          <a:ln>
            <a:noFill/>
          </a:ln>
        </p:spPr>
        <p:txBody>
          <a:bodyPr vert="horz" wrap="square" lIns="103900" tIns="51951" rIns="103900" bIns="51951" rtlCol="0" anchor="t">
            <a:spAutoFit/>
          </a:bodyPr>
          <a:lstStyle/>
          <a:p>
            <a:pPr defTabSz="913768">
              <a:defRPr/>
            </a:pPr>
            <a:r>
              <a:rPr lang="es-ES" sz="2000">
                <a:solidFill>
                  <a:srgbClr val="FFFFFF"/>
                </a:solidFill>
                <a:cs typeface="Arial" panose="020B0604020202020204" pitchFamily="34" charset="0"/>
              </a:rPr>
              <a:t>+20</a:t>
            </a:r>
            <a:endParaRPr lang="es-ES" sz="1200" b="1">
              <a:solidFill>
                <a:srgbClr val="FFFFFF"/>
              </a:solidFill>
              <a:cs typeface="Arial" panose="020B0604020202020204" pitchFamily="34" charset="0"/>
            </a:endParaRPr>
          </a:p>
        </p:txBody>
      </p:sp>
      <p:sp>
        <p:nvSpPr>
          <p:cNvPr id="25" name="CuadroTexto 33">
            <a:extLst>
              <a:ext uri="{FF2B5EF4-FFF2-40B4-BE49-F238E27FC236}">
                <a16:creationId xmlns:a16="http://schemas.microsoft.com/office/drawing/2014/main" id="{7CAE2EC8-5288-4670-A16F-415CD10FADA2}"/>
              </a:ext>
            </a:extLst>
          </p:cNvPr>
          <p:cNvSpPr txBox="1"/>
          <p:nvPr/>
        </p:nvSpPr>
        <p:spPr>
          <a:xfrm>
            <a:off x="220400" y="4298399"/>
            <a:ext cx="2275200" cy="412693"/>
          </a:xfrm>
          <a:prstGeom prst="rect">
            <a:avLst/>
          </a:prstGeom>
          <a:ln>
            <a:noFill/>
          </a:ln>
        </p:spPr>
        <p:txBody>
          <a:bodyPr vert="horz" wrap="square" lIns="103900" tIns="51951" rIns="103900" bIns="51951" rtlCol="0" anchor="t">
            <a:spAutoFit/>
          </a:bodyPr>
          <a:lstStyle/>
          <a:p>
            <a:pPr defTabSz="913768">
              <a:defRPr/>
            </a:pPr>
            <a:r>
              <a:rPr lang="es-ES" sz="2000" b="1">
                <a:solidFill>
                  <a:srgbClr val="FFFFFF"/>
                </a:solidFill>
                <a:cs typeface="Arial" panose="020B0604020202020204" pitchFamily="34" charset="0"/>
              </a:rPr>
              <a:t>+70</a:t>
            </a:r>
            <a:endParaRPr lang="es-ES" sz="1200" b="1">
              <a:solidFill>
                <a:srgbClr val="FFFFFF"/>
              </a:solidFill>
              <a:cs typeface="Arial" panose="020B0604020202020204" pitchFamily="34" charset="0"/>
            </a:endParaRPr>
          </a:p>
        </p:txBody>
      </p:sp>
      <p:sp>
        <p:nvSpPr>
          <p:cNvPr id="26" name="CuadroTexto 64">
            <a:extLst>
              <a:ext uri="{FF2B5EF4-FFF2-40B4-BE49-F238E27FC236}">
                <a16:creationId xmlns:a16="http://schemas.microsoft.com/office/drawing/2014/main" id="{64E358A2-A2DC-4D8F-AF98-7ABAFFD76471}"/>
              </a:ext>
            </a:extLst>
          </p:cNvPr>
          <p:cNvSpPr txBox="1"/>
          <p:nvPr/>
        </p:nvSpPr>
        <p:spPr>
          <a:xfrm>
            <a:off x="217913" y="5713083"/>
            <a:ext cx="2044779" cy="400639"/>
          </a:xfrm>
          <a:prstGeom prst="rect">
            <a:avLst/>
          </a:prstGeom>
          <a:ln>
            <a:noFill/>
          </a:ln>
        </p:spPr>
        <p:txBody>
          <a:bodyPr vert="horz" wrap="square" lIns="103900" tIns="51951" rIns="103900" bIns="51951" rtlCol="0" anchor="t">
            <a:spAutoFit/>
          </a:bodyPr>
          <a:lstStyle/>
          <a:p>
            <a:pPr defTabSz="1038807">
              <a:lnSpc>
                <a:spcPct val="80000"/>
              </a:lnSpc>
              <a:defRPr/>
            </a:pPr>
            <a:r>
              <a:rPr lang="es-MX" sz="1200">
                <a:solidFill>
                  <a:srgbClr val="FFFFFF"/>
                </a:solidFill>
                <a:cs typeface="Arial" panose="020B0604020202020204" pitchFamily="34" charset="0"/>
              </a:rPr>
              <a:t>Proyectos/ evolutivos gestionados</a:t>
            </a:r>
          </a:p>
        </p:txBody>
      </p:sp>
      <p:sp>
        <p:nvSpPr>
          <p:cNvPr id="27" name="CuadroTexto 33">
            <a:extLst>
              <a:ext uri="{FF2B5EF4-FFF2-40B4-BE49-F238E27FC236}">
                <a16:creationId xmlns:a16="http://schemas.microsoft.com/office/drawing/2014/main" id="{84960588-D788-4EA6-90D4-C84FB31C8D83}"/>
              </a:ext>
            </a:extLst>
          </p:cNvPr>
          <p:cNvSpPr txBox="1"/>
          <p:nvPr/>
        </p:nvSpPr>
        <p:spPr>
          <a:xfrm>
            <a:off x="231135" y="5288471"/>
            <a:ext cx="2275200" cy="412693"/>
          </a:xfrm>
          <a:prstGeom prst="rect">
            <a:avLst/>
          </a:prstGeom>
          <a:ln>
            <a:noFill/>
          </a:ln>
        </p:spPr>
        <p:txBody>
          <a:bodyPr vert="horz" wrap="square" lIns="103900" tIns="51951" rIns="103900" bIns="51951" rtlCol="0" anchor="t">
            <a:spAutoFit/>
          </a:bodyPr>
          <a:lstStyle/>
          <a:p>
            <a:pPr defTabSz="913768">
              <a:defRPr/>
            </a:pPr>
            <a:r>
              <a:rPr lang="es-ES" sz="2000" b="1">
                <a:solidFill>
                  <a:srgbClr val="FFFFFF"/>
                </a:solidFill>
                <a:cs typeface="Arial" panose="020B0604020202020204" pitchFamily="34" charset="0"/>
              </a:rPr>
              <a:t>+50</a:t>
            </a:r>
            <a:endParaRPr lang="es-ES" sz="1200" b="1">
              <a:solidFill>
                <a:srgbClr val="FFFFFF"/>
              </a:solidFill>
              <a:cs typeface="Arial" panose="020B0604020202020204" pitchFamily="34" charset="0"/>
            </a:endParaRPr>
          </a:p>
        </p:txBody>
      </p:sp>
      <p:pic>
        <p:nvPicPr>
          <p:cNvPr id="3" name="Picture 6" descr="Nosotros">
            <a:extLst>
              <a:ext uri="{FF2B5EF4-FFF2-40B4-BE49-F238E27FC236}">
                <a16:creationId xmlns:a16="http://schemas.microsoft.com/office/drawing/2014/main" id="{661D7739-7EAE-4DB3-B86E-4DFE0530C31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69500" y="261341"/>
            <a:ext cx="1645641" cy="41811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F78C3077-D637-90DD-1912-940054D3CE5C}"/>
              </a:ext>
            </a:extLst>
          </p:cNvPr>
          <p:cNvSpPr txBox="1"/>
          <p:nvPr/>
        </p:nvSpPr>
        <p:spPr>
          <a:xfrm>
            <a:off x="6397043" y="679451"/>
            <a:ext cx="5403374" cy="2159000"/>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El reto</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Codelco requirió de un análisis concluyente respecto a la situación actual de sus procesos de despacho de productos y subproductos de cobre en la zona norte de Chile, a fin de poder definir un futuro modelo con mejoras sistemáticas y funcionales que permita optimizar el proceso de venta y transporte.</a:t>
            </a: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El objetivo de la empresa es tener un sistema único y trazable que cumpliese con las siguientes capacidades:</a:t>
            </a: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933" b="0" i="0" u="none" strike="noStrike" kern="1200" cap="none" spc="0" normalizeH="0" baseline="0" noProof="0">
              <a:ln>
                <a:noFill/>
              </a:ln>
              <a:solidFill>
                <a:srgbClr val="4F062A"/>
              </a:solidFill>
              <a:effectLst/>
              <a:uLnTx/>
              <a:uFillTx/>
              <a:ea typeface="+mn-ea"/>
              <a:cs typeface="+mn-cs"/>
            </a:endParaRP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933" b="0" i="0" u="none" strike="noStrike" kern="1200" cap="none" spc="0" normalizeH="0" baseline="0" noProof="0">
                <a:ln>
                  <a:noFill/>
                </a:ln>
                <a:solidFill>
                  <a:srgbClr val="4F062A"/>
                </a:solidFill>
                <a:effectLst/>
                <a:uLnTx/>
                <a:uFillTx/>
                <a:ea typeface="+mn-ea"/>
                <a:cs typeface="+mn-cs"/>
              </a:rPr>
              <a:t>Gestión de un dato único a través de toda la empresa en todas sus operaciones</a:t>
            </a: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933" b="0" i="0" u="none" strike="noStrike" kern="1200" cap="none" spc="0" normalizeH="0" baseline="0" noProof="0">
                <a:ln>
                  <a:noFill/>
                </a:ln>
                <a:solidFill>
                  <a:srgbClr val="4F062A"/>
                </a:solidFill>
                <a:effectLst/>
                <a:uLnTx/>
                <a:uFillTx/>
                <a:ea typeface="+mn-ea"/>
                <a:cs typeface="+mn-cs"/>
              </a:rPr>
              <a:t>Minimización de la información procesada de forma manual</a:t>
            </a: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933" b="0" i="0" u="none" strike="noStrike" kern="1200" cap="none" spc="0" normalizeH="0" baseline="0" noProof="0">
                <a:ln>
                  <a:noFill/>
                </a:ln>
                <a:solidFill>
                  <a:srgbClr val="4F062A"/>
                </a:solidFill>
                <a:effectLst/>
                <a:uLnTx/>
                <a:uFillTx/>
                <a:ea typeface="+mn-ea"/>
                <a:cs typeface="+mn-cs"/>
              </a:rPr>
              <a:t>Correcta integración con su ERP SAP</a:t>
            </a:r>
          </a:p>
          <a:p>
            <a:pPr marL="171450" marR="0" lvl="0" indent="-171450" algn="l" defTabSz="91379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933" b="0" i="0" u="none" strike="noStrike" kern="1200" cap="none" spc="0" normalizeH="0" baseline="0" noProof="0">
                <a:ln>
                  <a:noFill/>
                </a:ln>
                <a:solidFill>
                  <a:srgbClr val="4F062A"/>
                </a:solidFill>
                <a:effectLst/>
                <a:uLnTx/>
                <a:uFillTx/>
                <a:ea typeface="+mn-ea"/>
                <a:cs typeface="+mn-cs"/>
              </a:rPr>
              <a:t>Disponer de información actualizada al momento para la correcta toma de decisiones comerciales y operativas</a:t>
            </a:r>
          </a:p>
          <a:p>
            <a:pPr marL="0" marR="0" lvl="0" indent="0" algn="l" defTabSz="913790" rtl="0" eaLnBrk="1" fontAlgn="auto" latinLnBrk="0" hangingPunct="1">
              <a:lnSpc>
                <a:spcPct val="100000"/>
              </a:lnSpc>
              <a:spcBef>
                <a:spcPts val="0"/>
              </a:spcBef>
              <a:spcAft>
                <a:spcPts val="0"/>
              </a:spcAft>
              <a:buClrTx/>
              <a:buSzTx/>
              <a:buFontTx/>
              <a:buNone/>
              <a:tabLst/>
              <a:defRPr/>
            </a:pPr>
            <a:endParaRPr kumimoji="0" lang="es-MX" sz="933" b="0" i="0" u="none" strike="noStrike" kern="1200" cap="none" spc="0" normalizeH="0" baseline="0" noProof="0">
              <a:ln>
                <a:noFill/>
              </a:ln>
              <a:solidFill>
                <a:srgbClr val="4F062A"/>
              </a:solidFill>
              <a:effectLst/>
              <a:uLnTx/>
              <a:uFillTx/>
              <a:ea typeface="+mn-ea"/>
              <a:cs typeface="+mn-cs"/>
            </a:endParaRP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Se solicitó una definición sobre estas capacidades y una hoja de ruta para lograr cada uno de los objetivos.</a:t>
            </a:r>
          </a:p>
        </p:txBody>
      </p:sp>
      <p:sp>
        <p:nvSpPr>
          <p:cNvPr id="7" name="CuadroTexto 6">
            <a:extLst>
              <a:ext uri="{FF2B5EF4-FFF2-40B4-BE49-F238E27FC236}">
                <a16:creationId xmlns:a16="http://schemas.microsoft.com/office/drawing/2014/main" id="{6BBF6AF1-9B75-16B8-D1C1-C049E6FDC130}"/>
              </a:ext>
            </a:extLst>
          </p:cNvPr>
          <p:cNvSpPr txBox="1"/>
          <p:nvPr/>
        </p:nvSpPr>
        <p:spPr>
          <a:xfrm>
            <a:off x="6450732" y="3320179"/>
            <a:ext cx="5349683" cy="2975838"/>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La solución</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endParaRPr kumimoji="0" lang="en-US" sz="1799"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933" b="0" i="0" u="none" strike="noStrike" kern="1200" cap="none" spc="0" normalizeH="0" baseline="0" noProof="0">
              <a:ln>
                <a:noFill/>
              </a:ln>
              <a:solidFill>
                <a:srgbClr val="4F062A"/>
              </a:solidFill>
              <a:effectLst/>
              <a:uLnTx/>
              <a:uFillTx/>
              <a:ea typeface="+mn-ea"/>
              <a:cs typeface="+mn-cs"/>
            </a:endParaRPr>
          </a:p>
          <a:p>
            <a:pPr marL="177796" indent="-177796" defTabSz="913768">
              <a:spcBef>
                <a:spcPts val="300"/>
              </a:spcBef>
              <a:buFont typeface="Wingdings" panose="05000000000000000000" pitchFamily="2" charset="2"/>
              <a:buChar char="§"/>
              <a:defRPr/>
            </a:pPr>
            <a:r>
              <a:rPr lang="es-CL" sz="1000">
                <a:solidFill>
                  <a:srgbClr val="4F062A"/>
                </a:solidFill>
              </a:rPr>
              <a:t>Se realizó el levantamiento y definición de procesos </a:t>
            </a:r>
            <a:r>
              <a:rPr lang="es-CL" sz="1000" err="1">
                <a:solidFill>
                  <a:srgbClr val="4F062A"/>
                </a:solidFill>
              </a:rPr>
              <a:t>to</a:t>
            </a:r>
            <a:r>
              <a:rPr lang="es-CL" sz="1000">
                <a:solidFill>
                  <a:srgbClr val="4F062A"/>
                </a:solidFill>
              </a:rPr>
              <a:t>-be en detalle a través de la herramienta Bizagi, los cuales fueron validados con el equipo del proyecto</a:t>
            </a:r>
            <a:endParaRPr lang="es-MX" altLang="pt-BR" sz="1000">
              <a:solidFill>
                <a:srgbClr val="4F062A"/>
              </a:solidFill>
            </a:endParaRPr>
          </a:p>
          <a:p>
            <a:pPr marL="177796" indent="-177796" defTabSz="913768">
              <a:spcBef>
                <a:spcPts val="300"/>
              </a:spcBef>
              <a:buFont typeface="Wingdings" panose="05000000000000000000" pitchFamily="2" charset="2"/>
              <a:buChar char="§"/>
              <a:defRPr/>
            </a:pPr>
            <a:r>
              <a:rPr lang="es-MX" altLang="pt-BR" sz="1000">
                <a:solidFill>
                  <a:srgbClr val="4F062A"/>
                </a:solidFill>
              </a:rPr>
              <a:t>Se realizó la configuración de las herramientas digitales sobre las cuales se llevarán a cabo los procesos. Asimismo, se llevaron a cabo demostraciones / pilotos de cómo funcionaría en la práctica.</a:t>
            </a:r>
          </a:p>
          <a:p>
            <a:pPr marL="177796" indent="-177796" defTabSz="913768">
              <a:spcBef>
                <a:spcPts val="300"/>
              </a:spcBef>
              <a:buFont typeface="Wingdings" panose="05000000000000000000" pitchFamily="2" charset="2"/>
              <a:buChar char="§"/>
              <a:defRPr/>
            </a:pPr>
            <a:r>
              <a:rPr lang="es-CL" sz="1000">
                <a:solidFill>
                  <a:srgbClr val="4F062A"/>
                </a:solidFill>
              </a:rPr>
              <a:t>Se realizó el levantamiento y definición de procesos </a:t>
            </a:r>
            <a:r>
              <a:rPr lang="es-CL" sz="1000" err="1">
                <a:solidFill>
                  <a:srgbClr val="4F062A"/>
                </a:solidFill>
              </a:rPr>
              <a:t>to</a:t>
            </a:r>
            <a:r>
              <a:rPr lang="es-CL" sz="1000">
                <a:solidFill>
                  <a:srgbClr val="4F062A"/>
                </a:solidFill>
              </a:rPr>
              <a:t>-be en detalle a través de la herramienta Bizagi, los cuales fueron validados con el equipo del proyecto</a:t>
            </a:r>
            <a:endParaRPr lang="es-MX" altLang="pt-BR" sz="1000">
              <a:solidFill>
                <a:srgbClr val="4F062A"/>
              </a:solidFill>
            </a:endParaRPr>
          </a:p>
          <a:p>
            <a:pPr marL="177796" indent="-177796" defTabSz="913768">
              <a:spcBef>
                <a:spcPts val="300"/>
              </a:spcBef>
              <a:buFont typeface="Wingdings" panose="05000000000000000000" pitchFamily="2" charset="2"/>
              <a:buChar char="§"/>
              <a:defRPr/>
            </a:pPr>
            <a:r>
              <a:rPr lang="es-MX" altLang="pt-BR" sz="1000">
                <a:solidFill>
                  <a:srgbClr val="4F062A"/>
                </a:solidFill>
              </a:rPr>
              <a:t>Se realizó la configuración de las herramientas digitales sobre las cuales se llevarán a cabo los procesos. Asimismo, se llevaron a cabo demostraciones / pilotos de cómo funcionaría en la práctica.</a:t>
            </a: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p:txBody>
      </p:sp>
      <p:sp>
        <p:nvSpPr>
          <p:cNvPr id="9" name="Marcador de texto 2">
            <a:extLst>
              <a:ext uri="{FF2B5EF4-FFF2-40B4-BE49-F238E27FC236}">
                <a16:creationId xmlns:a16="http://schemas.microsoft.com/office/drawing/2014/main" id="{D13EF4CE-B761-FB9C-6BCE-2C303E0B025F}"/>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28222320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PMC Refinería de Talarapara Petroperú - IDOM">
            <a:extLst>
              <a:ext uri="{FF2B5EF4-FFF2-40B4-BE49-F238E27FC236}">
                <a16:creationId xmlns:a16="http://schemas.microsoft.com/office/drawing/2014/main" id="{66CAE91C-374B-49A9-EDEF-319FCC4E38C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50" r="46818"/>
          <a:stretch/>
        </p:blipFill>
        <p:spPr bwMode="auto">
          <a:xfrm>
            <a:off x="52584" y="638011"/>
            <a:ext cx="6282683" cy="6218237"/>
          </a:xfrm>
          <a:prstGeom prst="rect">
            <a:avLst/>
          </a:prstGeom>
          <a:noFill/>
          <a:extLst>
            <a:ext uri="{909E8E84-426E-40DD-AFC4-6F175D3DCCD1}">
              <a14:hiddenFill xmlns:a14="http://schemas.microsoft.com/office/drawing/2010/main">
                <a:solidFill>
                  <a:srgbClr val="FFFFFF"/>
                </a:solidFill>
              </a14:hiddenFill>
            </a:ext>
          </a:extLst>
        </p:spPr>
      </p:pic>
      <p:sp>
        <p:nvSpPr>
          <p:cNvPr id="38" name="Forma libre 37"/>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sp>
        <p:nvSpPr>
          <p:cNvPr id="35" name="Forma libre 34"/>
          <p:cNvSpPr/>
          <p:nvPr/>
        </p:nvSpPr>
        <p:spPr>
          <a:xfrm rot="16200000" flipH="1">
            <a:off x="-712256" y="3399185"/>
            <a:ext cx="4137208" cy="2780425"/>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sp>
        <p:nvSpPr>
          <p:cNvPr id="40" name="Forma libre 39"/>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graphicFrame>
        <p:nvGraphicFramePr>
          <p:cNvPr id="2" name="Objeto 1" hidden="1"/>
          <p:cNvGraphicFramePr>
            <a:graphicFrameLocks noChangeAspect="1"/>
          </p:cNvGraphicFramePr>
          <p:nvPr>
            <p:custDataLst>
              <p:tags r:id="rId1"/>
            </p:custData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Slide do think-cell" r:id="rId5" imgW="360" imgH="360" progId="">
                  <p:embed/>
                </p:oleObj>
              </mc:Choice>
              <mc:Fallback>
                <p:oleObj name="Slide do think-cell" r:id="rId5" imgW="360" imgH="360" progId="">
                  <p:embed/>
                  <p:pic>
                    <p:nvPicPr>
                      <p:cNvPr id="2" name="Objeto 1"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9" y="2119"/>
                        <a:ext cx="2117" cy="21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 name="CuadroTexto 45"/>
          <p:cNvSpPr txBox="1"/>
          <p:nvPr/>
        </p:nvSpPr>
        <p:spPr>
          <a:xfrm>
            <a:off x="213426" y="729107"/>
            <a:ext cx="6026591" cy="720470"/>
          </a:xfrm>
          <a:prstGeom prst="rect">
            <a:avLst/>
          </a:prstGeom>
          <a:ln>
            <a:noFill/>
          </a:ln>
        </p:spPr>
        <p:txBody>
          <a:bodyPr vert="horz" wrap="square" lIns="103900" tIns="51951" rIns="103900" bIns="51951" rtlCol="0" anchor="t">
            <a:spAutoFit/>
          </a:bodyPr>
          <a:lstStyle/>
          <a:p>
            <a:pPr defTabSz="913768">
              <a:defRPr/>
            </a:pPr>
            <a:r>
              <a:rPr lang="es-MX" sz="2000">
                <a:solidFill>
                  <a:srgbClr val="4F062A"/>
                </a:solidFill>
                <a:latin typeface="+mj-lt"/>
              </a:rPr>
              <a:t>Gestión e innovación de aplicaciones – Definición metodología y adopción agile</a:t>
            </a:r>
            <a:endParaRPr lang="es-ES" sz="2000">
              <a:solidFill>
                <a:srgbClr val="4F062A"/>
              </a:solidFill>
              <a:latin typeface="+mj-lt"/>
            </a:endParaRPr>
          </a:p>
        </p:txBody>
      </p:sp>
      <p:sp>
        <p:nvSpPr>
          <p:cNvPr id="22" name="CuadroTexto 51">
            <a:extLst>
              <a:ext uri="{FF2B5EF4-FFF2-40B4-BE49-F238E27FC236}">
                <a16:creationId xmlns:a16="http://schemas.microsoft.com/office/drawing/2014/main" id="{B19F7A82-29C3-4F09-940B-D047D5FE1E4E}"/>
              </a:ext>
            </a:extLst>
          </p:cNvPr>
          <p:cNvSpPr txBox="1"/>
          <p:nvPr/>
        </p:nvSpPr>
        <p:spPr>
          <a:xfrm>
            <a:off x="217914" y="3788057"/>
            <a:ext cx="2276575" cy="447468"/>
          </a:xfrm>
          <a:prstGeom prst="rect">
            <a:avLst/>
          </a:prstGeom>
          <a:ln>
            <a:noFill/>
          </a:ln>
        </p:spPr>
        <p:txBody>
          <a:bodyPr vert="horz" wrap="square" lIns="103900" tIns="51951" rIns="103900" bIns="51951" rtlCol="0" anchor="t">
            <a:noAutofit/>
          </a:bodyPr>
          <a:lstStyle/>
          <a:p>
            <a:pPr defTabSz="913768">
              <a:defRPr/>
            </a:pPr>
            <a:r>
              <a:rPr lang="es-ES" sz="1200">
                <a:solidFill>
                  <a:srgbClr val="FFFFFF"/>
                </a:solidFill>
                <a:cs typeface="Arial" panose="020B0604020202020204" pitchFamily="34" charset="0"/>
              </a:rPr>
              <a:t>R</a:t>
            </a:r>
            <a:r>
              <a:rPr lang="es-MX" sz="1200" err="1">
                <a:solidFill>
                  <a:srgbClr val="FFFFFF"/>
                </a:solidFill>
                <a:cs typeface="Arial" panose="020B0604020202020204" pitchFamily="34" charset="0"/>
              </a:rPr>
              <a:t>euniones</a:t>
            </a:r>
            <a:r>
              <a:rPr lang="es-MX" sz="1200">
                <a:solidFill>
                  <a:srgbClr val="FFFFFF"/>
                </a:solidFill>
                <a:cs typeface="Arial" panose="020B0604020202020204" pitchFamily="34" charset="0"/>
              </a:rPr>
              <a:t> en </a:t>
            </a:r>
            <a:r>
              <a:rPr lang="es-MX" sz="1200" err="1">
                <a:solidFill>
                  <a:srgbClr val="FFFFFF"/>
                </a:solidFill>
                <a:cs typeface="Arial" panose="020B0604020202020204" pitchFamily="34" charset="0"/>
              </a:rPr>
              <a:t>Teams</a:t>
            </a:r>
            <a:r>
              <a:rPr lang="es-MX" sz="1200">
                <a:solidFill>
                  <a:srgbClr val="FFFFFF"/>
                </a:solidFill>
                <a:cs typeface="Arial" panose="020B0604020202020204" pitchFamily="34" charset="0"/>
              </a:rPr>
              <a:t> con +15 usuarios</a:t>
            </a:r>
          </a:p>
        </p:txBody>
      </p:sp>
      <p:sp>
        <p:nvSpPr>
          <p:cNvPr id="23" name="CuadroTexto 64">
            <a:extLst>
              <a:ext uri="{FF2B5EF4-FFF2-40B4-BE49-F238E27FC236}">
                <a16:creationId xmlns:a16="http://schemas.microsoft.com/office/drawing/2014/main" id="{43D8887C-4C22-4211-ACB1-3B5FB9CB4CF2}"/>
              </a:ext>
            </a:extLst>
          </p:cNvPr>
          <p:cNvSpPr txBox="1"/>
          <p:nvPr/>
        </p:nvSpPr>
        <p:spPr>
          <a:xfrm>
            <a:off x="217913" y="4730447"/>
            <a:ext cx="2044779" cy="400639"/>
          </a:xfrm>
          <a:prstGeom prst="rect">
            <a:avLst/>
          </a:prstGeom>
          <a:ln>
            <a:noFill/>
          </a:ln>
        </p:spPr>
        <p:txBody>
          <a:bodyPr vert="horz" wrap="square" lIns="103900" tIns="51951" rIns="103900" bIns="51951" rtlCol="0" anchor="t">
            <a:spAutoFit/>
          </a:bodyPr>
          <a:lstStyle/>
          <a:p>
            <a:pPr defTabSz="1038807">
              <a:lnSpc>
                <a:spcPct val="80000"/>
              </a:lnSpc>
              <a:defRPr/>
            </a:pPr>
            <a:r>
              <a:rPr lang="es-MX" sz="1200">
                <a:solidFill>
                  <a:srgbClr val="FFFFFF"/>
                </a:solidFill>
                <a:cs typeface="Arial"/>
              </a:rPr>
              <a:t>Flujos de sub procesos levantados y analizados</a:t>
            </a:r>
          </a:p>
        </p:txBody>
      </p:sp>
      <p:sp>
        <p:nvSpPr>
          <p:cNvPr id="24" name="CuadroTexto 33">
            <a:extLst>
              <a:ext uri="{FF2B5EF4-FFF2-40B4-BE49-F238E27FC236}">
                <a16:creationId xmlns:a16="http://schemas.microsoft.com/office/drawing/2014/main" id="{D01110A4-5DA2-4BEF-BE77-D5E59BC51CF7}"/>
              </a:ext>
            </a:extLst>
          </p:cNvPr>
          <p:cNvSpPr txBox="1"/>
          <p:nvPr/>
        </p:nvSpPr>
        <p:spPr>
          <a:xfrm>
            <a:off x="217911" y="3443058"/>
            <a:ext cx="2275200" cy="412693"/>
          </a:xfrm>
          <a:prstGeom prst="rect">
            <a:avLst/>
          </a:prstGeom>
          <a:ln>
            <a:noFill/>
          </a:ln>
        </p:spPr>
        <p:txBody>
          <a:bodyPr vert="horz" wrap="square" lIns="103900" tIns="51951" rIns="103900" bIns="51951" rtlCol="0" anchor="t">
            <a:spAutoFit/>
          </a:bodyPr>
          <a:lstStyle/>
          <a:p>
            <a:pPr defTabSz="913768">
              <a:defRPr/>
            </a:pPr>
            <a:r>
              <a:rPr lang="es-ES" sz="2000">
                <a:solidFill>
                  <a:srgbClr val="FFFFFF"/>
                </a:solidFill>
                <a:cs typeface="Arial" panose="020B0604020202020204" pitchFamily="34" charset="0"/>
              </a:rPr>
              <a:t>+10</a:t>
            </a:r>
            <a:endParaRPr lang="es-ES" sz="1200" b="1">
              <a:solidFill>
                <a:srgbClr val="FFFFFF"/>
              </a:solidFill>
              <a:cs typeface="Arial" panose="020B0604020202020204" pitchFamily="34" charset="0"/>
            </a:endParaRPr>
          </a:p>
        </p:txBody>
      </p:sp>
      <p:sp>
        <p:nvSpPr>
          <p:cNvPr id="25" name="CuadroTexto 33">
            <a:extLst>
              <a:ext uri="{FF2B5EF4-FFF2-40B4-BE49-F238E27FC236}">
                <a16:creationId xmlns:a16="http://schemas.microsoft.com/office/drawing/2014/main" id="{7CAE2EC8-5288-4670-A16F-415CD10FADA2}"/>
              </a:ext>
            </a:extLst>
          </p:cNvPr>
          <p:cNvSpPr txBox="1"/>
          <p:nvPr/>
        </p:nvSpPr>
        <p:spPr>
          <a:xfrm>
            <a:off x="220400" y="4298399"/>
            <a:ext cx="2275200" cy="412693"/>
          </a:xfrm>
          <a:prstGeom prst="rect">
            <a:avLst/>
          </a:prstGeom>
          <a:ln>
            <a:noFill/>
          </a:ln>
        </p:spPr>
        <p:txBody>
          <a:bodyPr vert="horz" wrap="square" lIns="103900" tIns="51951" rIns="103900" bIns="51951" rtlCol="0" anchor="t">
            <a:spAutoFit/>
          </a:bodyPr>
          <a:lstStyle/>
          <a:p>
            <a:pPr defTabSz="913768">
              <a:defRPr/>
            </a:pPr>
            <a:r>
              <a:rPr lang="es-ES" sz="2000" b="1">
                <a:solidFill>
                  <a:srgbClr val="FFFFFF"/>
                </a:solidFill>
                <a:cs typeface="Arial" panose="020B0604020202020204" pitchFamily="34" charset="0"/>
              </a:rPr>
              <a:t>+12</a:t>
            </a:r>
            <a:endParaRPr lang="es-ES" sz="1200" b="1">
              <a:solidFill>
                <a:srgbClr val="FFFFFF"/>
              </a:solidFill>
              <a:cs typeface="Arial" panose="020B0604020202020204" pitchFamily="34" charset="0"/>
            </a:endParaRPr>
          </a:p>
        </p:txBody>
      </p:sp>
      <p:sp>
        <p:nvSpPr>
          <p:cNvPr id="26" name="CuadroTexto 64">
            <a:extLst>
              <a:ext uri="{FF2B5EF4-FFF2-40B4-BE49-F238E27FC236}">
                <a16:creationId xmlns:a16="http://schemas.microsoft.com/office/drawing/2014/main" id="{64E358A2-A2DC-4D8F-AF98-7ABAFFD76471}"/>
              </a:ext>
            </a:extLst>
          </p:cNvPr>
          <p:cNvSpPr txBox="1"/>
          <p:nvPr/>
        </p:nvSpPr>
        <p:spPr>
          <a:xfrm>
            <a:off x="217913" y="5713083"/>
            <a:ext cx="2044779" cy="401921"/>
          </a:xfrm>
          <a:prstGeom prst="rect">
            <a:avLst/>
          </a:prstGeom>
          <a:ln>
            <a:noFill/>
          </a:ln>
        </p:spPr>
        <p:txBody>
          <a:bodyPr vert="horz" wrap="square" lIns="103900" tIns="51951" rIns="103900" bIns="51951" rtlCol="0" anchor="t">
            <a:spAutoFit/>
          </a:bodyPr>
          <a:lstStyle/>
          <a:p>
            <a:pPr defTabSz="1038807">
              <a:lnSpc>
                <a:spcPct val="80000"/>
              </a:lnSpc>
              <a:defRPr/>
            </a:pPr>
            <a:r>
              <a:rPr lang="es-MX" sz="1200">
                <a:solidFill>
                  <a:srgbClr val="FFFFFF"/>
                </a:solidFill>
                <a:cs typeface="Arial" panose="020B0604020202020204" pitchFamily="34" charset="0"/>
              </a:rPr>
              <a:t>Oportunidades de mejora</a:t>
            </a:r>
          </a:p>
        </p:txBody>
      </p:sp>
      <p:sp>
        <p:nvSpPr>
          <p:cNvPr id="27" name="CuadroTexto 33">
            <a:extLst>
              <a:ext uri="{FF2B5EF4-FFF2-40B4-BE49-F238E27FC236}">
                <a16:creationId xmlns:a16="http://schemas.microsoft.com/office/drawing/2014/main" id="{84960588-D788-4EA6-90D4-C84FB31C8D83}"/>
              </a:ext>
            </a:extLst>
          </p:cNvPr>
          <p:cNvSpPr txBox="1"/>
          <p:nvPr/>
        </p:nvSpPr>
        <p:spPr>
          <a:xfrm>
            <a:off x="231135" y="5288471"/>
            <a:ext cx="2275200" cy="412693"/>
          </a:xfrm>
          <a:prstGeom prst="rect">
            <a:avLst/>
          </a:prstGeom>
          <a:ln>
            <a:noFill/>
          </a:ln>
        </p:spPr>
        <p:txBody>
          <a:bodyPr vert="horz" wrap="square" lIns="103900" tIns="51951" rIns="103900" bIns="51951" rtlCol="0" anchor="t">
            <a:spAutoFit/>
          </a:bodyPr>
          <a:lstStyle/>
          <a:p>
            <a:pPr defTabSz="913768">
              <a:defRPr/>
            </a:pPr>
            <a:r>
              <a:rPr lang="es-ES" sz="2000" b="1">
                <a:solidFill>
                  <a:srgbClr val="FFFFFF"/>
                </a:solidFill>
                <a:cs typeface="Arial" panose="020B0604020202020204" pitchFamily="34" charset="0"/>
              </a:rPr>
              <a:t>+15</a:t>
            </a:r>
            <a:endParaRPr lang="es-ES" sz="1200" b="1">
              <a:solidFill>
                <a:srgbClr val="FFFFFF"/>
              </a:solidFill>
              <a:cs typeface="Arial" panose="020B0604020202020204" pitchFamily="34" charset="0"/>
            </a:endParaRPr>
          </a:p>
        </p:txBody>
      </p:sp>
      <p:pic>
        <p:nvPicPr>
          <p:cNvPr id="1028" name="Picture 4">
            <a:extLst>
              <a:ext uri="{FF2B5EF4-FFF2-40B4-BE49-F238E27FC236}">
                <a16:creationId xmlns:a16="http://schemas.microsoft.com/office/drawing/2014/main" id="{62C1A729-5F03-465C-30F4-BCB7A1C47BF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22805" y="262609"/>
            <a:ext cx="2195469" cy="441838"/>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7992AE0A-8FAB-5D19-0FFD-15C630C5B683}"/>
              </a:ext>
            </a:extLst>
          </p:cNvPr>
          <p:cNvSpPr txBox="1"/>
          <p:nvPr/>
        </p:nvSpPr>
        <p:spPr>
          <a:xfrm>
            <a:off x="6397043" y="679451"/>
            <a:ext cx="5403374" cy="2159000"/>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El reto</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p>
          <a:p>
            <a:pPr marL="0" marR="0" lvl="0" indent="0" algn="l" defTabSz="913790" rtl="0" eaLnBrk="1" fontAlgn="auto" latinLnBrk="0" hangingPunct="1">
              <a:lnSpc>
                <a:spcPct val="100000"/>
              </a:lnSpc>
              <a:spcBef>
                <a:spcPts val="0"/>
              </a:spcBef>
              <a:spcAft>
                <a:spcPts val="0"/>
              </a:spcAft>
              <a:buClrTx/>
              <a:buSzTx/>
              <a:buFontTx/>
              <a:buNone/>
              <a:tabLst/>
              <a:defRPr/>
            </a:pPr>
            <a:r>
              <a:rPr kumimoji="0" lang="es-MX" sz="933" b="0" i="0" u="none" strike="noStrike" kern="1200" cap="none" spc="0" normalizeH="0" baseline="0" noProof="0">
                <a:ln>
                  <a:noFill/>
                </a:ln>
                <a:solidFill>
                  <a:srgbClr val="4F062A"/>
                </a:solidFill>
                <a:effectLst/>
                <a:uLnTx/>
                <a:uFillTx/>
                <a:ea typeface="+mn-ea"/>
                <a:cs typeface="+mn-cs"/>
              </a:rPr>
              <a:t>Análisis de la situación actual de gestión de aplicaciones en PETROPERÚ a fin de identificar puntos de dolor y oportunidades de mejora que redunden en una mayor eficiencia, soporte a calidad del servicio, u otros beneficios, tomando como referencia las nuevas tendencias en tecnología y metodologías de trabajo como agile/ scrum/ lean/ Kanban, etc.</a:t>
            </a:r>
          </a:p>
          <a:p>
            <a:pPr marL="0" marR="0" lvl="0" indent="0" algn="l" defTabSz="913790" rtl="0" eaLnBrk="1" fontAlgn="auto" latinLnBrk="0" hangingPunct="1">
              <a:lnSpc>
                <a:spcPct val="100000"/>
              </a:lnSpc>
              <a:spcBef>
                <a:spcPts val="0"/>
              </a:spcBef>
              <a:spcAft>
                <a:spcPts val="0"/>
              </a:spcAft>
              <a:buClrTx/>
              <a:buSzTx/>
              <a:buFontTx/>
              <a:buNone/>
              <a:tabLst/>
              <a:defRPr/>
            </a:pPr>
            <a:endParaRPr kumimoji="0" lang="es-MX" sz="933" b="0" i="0" u="none" strike="noStrike" kern="1200" cap="none" spc="0" normalizeH="0" baseline="0" noProof="0">
              <a:ln>
                <a:noFill/>
              </a:ln>
              <a:solidFill>
                <a:srgbClr val="4F062A"/>
              </a:solidFill>
              <a:effectLst/>
              <a:uLnTx/>
              <a:uFillTx/>
              <a:ea typeface="+mn-ea"/>
              <a:cs typeface="+mn-cs"/>
            </a:endParaRPr>
          </a:p>
        </p:txBody>
      </p:sp>
      <p:sp>
        <p:nvSpPr>
          <p:cNvPr id="6" name="CuadroTexto 5">
            <a:extLst>
              <a:ext uri="{FF2B5EF4-FFF2-40B4-BE49-F238E27FC236}">
                <a16:creationId xmlns:a16="http://schemas.microsoft.com/office/drawing/2014/main" id="{59569A84-2289-5F47-E454-2E9DA3FD7530}"/>
              </a:ext>
            </a:extLst>
          </p:cNvPr>
          <p:cNvSpPr txBox="1"/>
          <p:nvPr/>
        </p:nvSpPr>
        <p:spPr>
          <a:xfrm>
            <a:off x="6450732" y="2496080"/>
            <a:ext cx="5349683" cy="2975838"/>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La solución</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endParaRPr kumimoji="0" lang="en-US" sz="1799"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933" b="0" i="0" u="none" strike="noStrike" kern="1200" cap="none" spc="0" normalizeH="0" baseline="0" noProof="0">
              <a:ln>
                <a:noFill/>
              </a:ln>
              <a:solidFill>
                <a:srgbClr val="4F062A"/>
              </a:solidFill>
              <a:effectLst/>
              <a:uLnTx/>
              <a:uFillTx/>
              <a:ea typeface="+mn-ea"/>
              <a:cs typeface="+mn-cs"/>
            </a:endParaRPr>
          </a:p>
          <a:p>
            <a:pPr marL="177796" indent="-177796" defTabSz="913768">
              <a:spcBef>
                <a:spcPts val="300"/>
              </a:spcBef>
              <a:buFont typeface="Wingdings" panose="05000000000000000000" pitchFamily="2" charset="2"/>
              <a:buChar char="§"/>
              <a:defRPr/>
            </a:pPr>
            <a:r>
              <a:rPr lang="es-MX" sz="1000">
                <a:solidFill>
                  <a:srgbClr val="4F062A"/>
                </a:solidFill>
              </a:rPr>
              <a:t>Ajuste y/o actualización los procesos y procedimientos de Petroperú</a:t>
            </a:r>
          </a:p>
          <a:p>
            <a:pPr marL="177796" indent="-177796" defTabSz="913768">
              <a:spcBef>
                <a:spcPts val="300"/>
              </a:spcBef>
              <a:buFont typeface="Wingdings" panose="05000000000000000000" pitchFamily="2" charset="2"/>
              <a:buChar char="§"/>
              <a:defRPr/>
            </a:pPr>
            <a:r>
              <a:rPr lang="es-MX" sz="1000">
                <a:solidFill>
                  <a:srgbClr val="4F062A"/>
                </a:solidFill>
              </a:rPr>
              <a:t>Identificación de puntos de mejora y nuevas necesidades </a:t>
            </a:r>
          </a:p>
          <a:p>
            <a:pPr marL="177796" indent="-177796" defTabSz="913768">
              <a:spcBef>
                <a:spcPts val="300"/>
              </a:spcBef>
              <a:buFont typeface="Wingdings" panose="05000000000000000000" pitchFamily="2" charset="2"/>
              <a:buChar char="§"/>
              <a:defRPr/>
            </a:pPr>
            <a:r>
              <a:rPr lang="es-MX" sz="1000">
                <a:solidFill>
                  <a:srgbClr val="4F062A"/>
                </a:solidFill>
              </a:rPr>
              <a:t>Alineamiento con  metodologías de vanguardia y acorde a necesidad.</a:t>
            </a:r>
          </a:p>
          <a:p>
            <a:pPr marL="177796" indent="-177796" defTabSz="913768">
              <a:spcBef>
                <a:spcPts val="300"/>
              </a:spcBef>
              <a:buFont typeface="Wingdings" panose="05000000000000000000" pitchFamily="2" charset="2"/>
              <a:buChar char="§"/>
              <a:defRPr/>
            </a:pPr>
            <a:r>
              <a:rPr lang="es-MX" sz="1000">
                <a:solidFill>
                  <a:srgbClr val="4F062A"/>
                </a:solidFill>
              </a:rPr>
              <a:t>Alineamiento con empresas de  referencia internacional del sector</a:t>
            </a:r>
          </a:p>
          <a:p>
            <a:pPr marL="177796" indent="-177796" defTabSz="913768">
              <a:spcBef>
                <a:spcPts val="300"/>
              </a:spcBef>
              <a:buFont typeface="Wingdings" panose="05000000000000000000" pitchFamily="2" charset="2"/>
              <a:buChar char="§"/>
              <a:defRPr/>
            </a:pPr>
            <a:r>
              <a:rPr lang="es-MX" sz="1000">
                <a:solidFill>
                  <a:srgbClr val="4F062A"/>
                </a:solidFill>
              </a:rPr>
              <a:t>Definición y diseño de metodología agile e Hibrida de </a:t>
            </a:r>
            <a:r>
              <a:rPr lang="es-MX" sz="1000" err="1">
                <a:solidFill>
                  <a:srgbClr val="4F062A"/>
                </a:solidFill>
              </a:rPr>
              <a:t>Petroperu</a:t>
            </a:r>
            <a:endParaRPr lang="es-MX" sz="1000">
              <a:solidFill>
                <a:srgbClr val="4F062A"/>
              </a:solidFill>
            </a:endParaRPr>
          </a:p>
          <a:p>
            <a:pPr marL="177796" indent="-177796" defTabSz="913768">
              <a:spcBef>
                <a:spcPts val="300"/>
              </a:spcBef>
              <a:buFont typeface="Wingdings" panose="05000000000000000000" pitchFamily="2" charset="2"/>
              <a:buChar char="§"/>
              <a:defRPr/>
            </a:pPr>
            <a:r>
              <a:rPr lang="es-MX" sz="1000">
                <a:solidFill>
                  <a:srgbClr val="4F062A"/>
                </a:solidFill>
              </a:rPr>
              <a:t>Elaboración de un plan de adopción agile</a:t>
            </a: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p:txBody>
      </p:sp>
      <p:grpSp>
        <p:nvGrpSpPr>
          <p:cNvPr id="7" name="Grupo 6">
            <a:extLst>
              <a:ext uri="{FF2B5EF4-FFF2-40B4-BE49-F238E27FC236}">
                <a16:creationId xmlns:a16="http://schemas.microsoft.com/office/drawing/2014/main" id="{53A83A73-4C4E-3D98-B879-2167F283F9AA}"/>
              </a:ext>
            </a:extLst>
          </p:cNvPr>
          <p:cNvGrpSpPr/>
          <p:nvPr/>
        </p:nvGrpSpPr>
        <p:grpSpPr>
          <a:xfrm>
            <a:off x="7595909" y="4790492"/>
            <a:ext cx="3399764" cy="1181914"/>
            <a:chOff x="6865581" y="5366102"/>
            <a:chExt cx="3399764" cy="1181914"/>
          </a:xfrm>
        </p:grpSpPr>
        <p:pic>
          <p:nvPicPr>
            <p:cNvPr id="8" name="Imagen 7">
              <a:extLst>
                <a:ext uri="{FF2B5EF4-FFF2-40B4-BE49-F238E27FC236}">
                  <a16:creationId xmlns:a16="http://schemas.microsoft.com/office/drawing/2014/main" id="{0EDFD1AF-1BC4-481E-4186-1FD065B3497E}"/>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8321717" y="5366102"/>
              <a:ext cx="541521" cy="322515"/>
            </a:xfrm>
            <a:prstGeom prst="rect">
              <a:avLst/>
            </a:prstGeom>
          </p:spPr>
        </p:pic>
        <p:sp>
          <p:nvSpPr>
            <p:cNvPr id="9" name="CuadroTexto 60">
              <a:extLst>
                <a:ext uri="{FF2B5EF4-FFF2-40B4-BE49-F238E27FC236}">
                  <a16:creationId xmlns:a16="http://schemas.microsoft.com/office/drawing/2014/main" id="{981377D0-3F1C-9126-6BC5-8EC6FC94F9A1}"/>
                </a:ext>
              </a:extLst>
            </p:cNvPr>
            <p:cNvSpPr txBox="1"/>
            <p:nvPr/>
          </p:nvSpPr>
          <p:spPr>
            <a:xfrm>
              <a:off x="6865581" y="5705152"/>
              <a:ext cx="3399764" cy="842864"/>
            </a:xfrm>
            <a:prstGeom prst="rect">
              <a:avLst/>
            </a:prstGeom>
            <a:ln>
              <a:noFill/>
            </a:ln>
          </p:spPr>
          <p:txBody>
            <a:bodyPr vert="horz" wrap="square" lIns="121920" tIns="60960" rIns="121920" bIns="60960" rtlCol="0" anchor="t">
              <a:noAutofit/>
            </a:bodyPr>
            <a:lstStyle/>
            <a:p>
              <a:pPr algn="ctr" defTabSz="913768">
                <a:defRPr/>
              </a:pPr>
              <a:r>
                <a:rPr lang="es-ES" sz="1051" b="1">
                  <a:solidFill>
                    <a:srgbClr val="4F062A"/>
                  </a:solidFill>
                </a:rPr>
                <a:t>Valor Aportado</a:t>
              </a:r>
              <a:endParaRPr lang="es-ES" sz="1000" b="1">
                <a:solidFill>
                  <a:srgbClr val="4F062A"/>
                </a:solidFill>
              </a:endParaRPr>
            </a:p>
            <a:p>
              <a:pPr algn="ctr">
                <a:defRPr/>
              </a:pPr>
              <a:endParaRPr lang="es-ES" sz="1051" b="1">
                <a:solidFill>
                  <a:srgbClr val="4F062A"/>
                </a:solidFill>
              </a:endParaRPr>
            </a:p>
            <a:p>
              <a:pPr algn="ctr">
                <a:defRPr/>
              </a:pPr>
              <a:r>
                <a:rPr lang="es-ES" sz="1000">
                  <a:solidFill>
                    <a:srgbClr val="4F062A"/>
                  </a:solidFill>
                </a:rPr>
                <a:t>Implementación de nuevas metodologías en los procesos de la Gerencia de Gestión de Aplicaciones TI:</a:t>
              </a:r>
            </a:p>
            <a:p>
              <a:pPr marL="171446" indent="-171446" algn="ctr">
                <a:buFont typeface="Wingdings"/>
                <a:buChar char="§"/>
                <a:defRPr/>
              </a:pPr>
              <a:r>
                <a:rPr lang="es-ES" sz="1000">
                  <a:solidFill>
                    <a:srgbClr val="4F062A"/>
                  </a:solidFill>
                </a:rPr>
                <a:t>Metodología Agile</a:t>
              </a:r>
            </a:p>
            <a:p>
              <a:pPr marL="171446" indent="-171446" algn="ctr">
                <a:buFont typeface="Wingdings"/>
                <a:buChar char="§"/>
                <a:defRPr/>
              </a:pPr>
              <a:r>
                <a:rPr lang="es-ES" sz="1000">
                  <a:solidFill>
                    <a:srgbClr val="4F062A"/>
                  </a:solidFill>
                </a:rPr>
                <a:t>Metodología Híbrida</a:t>
              </a:r>
            </a:p>
          </p:txBody>
        </p:sp>
      </p:grpSp>
      <p:sp>
        <p:nvSpPr>
          <p:cNvPr id="10" name="Marcador de texto 2">
            <a:extLst>
              <a:ext uri="{FF2B5EF4-FFF2-40B4-BE49-F238E27FC236}">
                <a16:creationId xmlns:a16="http://schemas.microsoft.com/office/drawing/2014/main" id="{C7CD21C7-DBFC-A0FE-ECFE-ABECB0320435}"/>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39814348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6" name="Picture 6" descr="PERSONAL TÉCNICO DEL GRUPO DISTRILUZ SE PREPARA PARA ENFRENTAR EL FENÓMENO  ''EL NIÑO''">
            <a:extLst>
              <a:ext uri="{FF2B5EF4-FFF2-40B4-BE49-F238E27FC236}">
                <a16:creationId xmlns:a16="http://schemas.microsoft.com/office/drawing/2014/main" id="{685498F6-3E53-987B-E790-35F43B3616A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 r="31641"/>
          <a:stretch/>
        </p:blipFill>
        <p:spPr bwMode="auto">
          <a:xfrm>
            <a:off x="219563" y="1671221"/>
            <a:ext cx="6101552" cy="5186780"/>
          </a:xfrm>
          <a:prstGeom prst="rect">
            <a:avLst/>
          </a:prstGeom>
          <a:noFill/>
          <a:extLst>
            <a:ext uri="{909E8E84-426E-40DD-AFC4-6F175D3DCCD1}">
              <a14:hiddenFill xmlns:a14="http://schemas.microsoft.com/office/drawing/2010/main">
                <a:solidFill>
                  <a:srgbClr val="FFFFFF"/>
                </a:solidFill>
              </a14:hiddenFill>
            </a:ext>
          </a:extLst>
        </p:spPr>
      </p:pic>
      <p:sp>
        <p:nvSpPr>
          <p:cNvPr id="38" name="Forma libre 37"/>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sp>
        <p:nvSpPr>
          <p:cNvPr id="35" name="Forma libre 34"/>
          <p:cNvSpPr/>
          <p:nvPr/>
        </p:nvSpPr>
        <p:spPr>
          <a:xfrm rot="16200000" flipH="1">
            <a:off x="-772204" y="3459134"/>
            <a:ext cx="4137208" cy="2660527"/>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sp>
        <p:nvSpPr>
          <p:cNvPr id="40" name="Forma libre 39"/>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graphicFrame>
        <p:nvGraphicFramePr>
          <p:cNvPr id="2" name="Objeto 1" hidden="1"/>
          <p:cNvGraphicFramePr>
            <a:graphicFrameLocks noChangeAspect="1"/>
          </p:cNvGraphicFramePr>
          <p:nvPr>
            <p:custDataLst>
              <p:tags r:id="rId1"/>
            </p:custData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Slide do think-cell" r:id="rId5" imgW="360" imgH="360" progId="">
                  <p:embed/>
                </p:oleObj>
              </mc:Choice>
              <mc:Fallback>
                <p:oleObj name="Slide do think-cell" r:id="rId5" imgW="360" imgH="360" progId="">
                  <p:embed/>
                  <p:pic>
                    <p:nvPicPr>
                      <p:cNvPr id="2" name="Objeto 1"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9" y="2119"/>
                        <a:ext cx="2117" cy="21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 name="CuadroTexto 45"/>
          <p:cNvSpPr txBox="1"/>
          <p:nvPr/>
        </p:nvSpPr>
        <p:spPr>
          <a:xfrm>
            <a:off x="213426" y="729107"/>
            <a:ext cx="6026591" cy="1336023"/>
          </a:xfrm>
          <a:prstGeom prst="rect">
            <a:avLst/>
          </a:prstGeom>
          <a:ln>
            <a:noFill/>
          </a:ln>
        </p:spPr>
        <p:txBody>
          <a:bodyPr vert="horz" wrap="square" lIns="103900" tIns="51951" rIns="103900" bIns="51951" rtlCol="0" anchor="t">
            <a:spAutoFit/>
          </a:bodyPr>
          <a:lstStyle/>
          <a:p>
            <a:pPr defTabSz="913768">
              <a:defRPr/>
            </a:pPr>
            <a:r>
              <a:rPr lang="es-MX" sz="2000">
                <a:solidFill>
                  <a:srgbClr val="4F062A"/>
                </a:solidFill>
                <a:latin typeface="+mj-lt"/>
              </a:rPr>
              <a:t>Servicio Gobierno PMO </a:t>
            </a:r>
            <a:br>
              <a:rPr lang="es-MX" sz="2000">
                <a:solidFill>
                  <a:srgbClr val="4F062A"/>
                </a:solidFill>
                <a:latin typeface="+mj-lt"/>
              </a:rPr>
            </a:br>
            <a:r>
              <a:rPr lang="es-MX" sz="2000">
                <a:solidFill>
                  <a:srgbClr val="4F062A"/>
                </a:solidFill>
                <a:latin typeface="+mj-lt"/>
              </a:rPr>
              <a:t>para Licitación Espectro 5G y preparación y planificación </a:t>
            </a:r>
            <a:br>
              <a:rPr lang="es-MX" sz="2000">
                <a:solidFill>
                  <a:srgbClr val="4F062A"/>
                </a:solidFill>
                <a:latin typeface="+mj-lt"/>
              </a:rPr>
            </a:br>
            <a:r>
              <a:rPr lang="es-MX" sz="2000">
                <a:solidFill>
                  <a:srgbClr val="4F062A"/>
                </a:solidFill>
                <a:latin typeface="+mj-lt"/>
              </a:rPr>
              <a:t>para el despliegue</a:t>
            </a:r>
            <a:endParaRPr lang="es-ES" sz="2000">
              <a:solidFill>
                <a:srgbClr val="4F062A"/>
              </a:solidFill>
              <a:latin typeface="+mj-lt"/>
            </a:endParaRPr>
          </a:p>
        </p:txBody>
      </p:sp>
      <p:sp>
        <p:nvSpPr>
          <p:cNvPr id="22" name="CuadroTexto 51">
            <a:extLst>
              <a:ext uri="{FF2B5EF4-FFF2-40B4-BE49-F238E27FC236}">
                <a16:creationId xmlns:a16="http://schemas.microsoft.com/office/drawing/2014/main" id="{B19F7A82-29C3-4F09-940B-D047D5FE1E4E}"/>
              </a:ext>
            </a:extLst>
          </p:cNvPr>
          <p:cNvSpPr txBox="1"/>
          <p:nvPr/>
        </p:nvSpPr>
        <p:spPr>
          <a:xfrm>
            <a:off x="217914" y="3788057"/>
            <a:ext cx="2276575" cy="447468"/>
          </a:xfrm>
          <a:prstGeom prst="rect">
            <a:avLst/>
          </a:prstGeom>
          <a:ln>
            <a:noFill/>
          </a:ln>
        </p:spPr>
        <p:txBody>
          <a:bodyPr vert="horz" wrap="square" lIns="103900" tIns="51951" rIns="103900" bIns="51951" rtlCol="0" anchor="t">
            <a:noAutofit/>
          </a:bodyPr>
          <a:lstStyle/>
          <a:p>
            <a:pPr defTabSz="913768">
              <a:defRPr/>
            </a:pPr>
            <a:r>
              <a:rPr lang="es-MX" sz="1200">
                <a:solidFill>
                  <a:srgbClr val="FFFFFF"/>
                </a:solidFill>
                <a:cs typeface="Arial" panose="020B0604020202020204" pitchFamily="34" charset="0"/>
              </a:rPr>
              <a:t>Definición de Metodología para seguimiento del proyecto</a:t>
            </a:r>
          </a:p>
        </p:txBody>
      </p:sp>
      <p:sp>
        <p:nvSpPr>
          <p:cNvPr id="23" name="CuadroTexto 64">
            <a:extLst>
              <a:ext uri="{FF2B5EF4-FFF2-40B4-BE49-F238E27FC236}">
                <a16:creationId xmlns:a16="http://schemas.microsoft.com/office/drawing/2014/main" id="{43D8887C-4C22-4211-ACB1-3B5FB9CB4CF2}"/>
              </a:ext>
            </a:extLst>
          </p:cNvPr>
          <p:cNvSpPr txBox="1"/>
          <p:nvPr/>
        </p:nvSpPr>
        <p:spPr>
          <a:xfrm>
            <a:off x="217913" y="4730447"/>
            <a:ext cx="2044779" cy="400639"/>
          </a:xfrm>
          <a:prstGeom prst="rect">
            <a:avLst/>
          </a:prstGeom>
          <a:ln>
            <a:noFill/>
          </a:ln>
        </p:spPr>
        <p:txBody>
          <a:bodyPr vert="horz" wrap="square" lIns="103900" tIns="51951" rIns="103900" bIns="51951" rtlCol="0" anchor="t">
            <a:spAutoFit/>
          </a:bodyPr>
          <a:lstStyle/>
          <a:p>
            <a:pPr defTabSz="1038807">
              <a:lnSpc>
                <a:spcPct val="80000"/>
              </a:lnSpc>
              <a:defRPr/>
            </a:pPr>
            <a:r>
              <a:rPr lang="es-MX" sz="1200">
                <a:solidFill>
                  <a:srgbClr val="FFFFFF"/>
                </a:solidFill>
                <a:cs typeface="Arial"/>
              </a:rPr>
              <a:t>Cuadro de mando de control del proyecto</a:t>
            </a:r>
          </a:p>
        </p:txBody>
      </p:sp>
      <p:sp>
        <p:nvSpPr>
          <p:cNvPr id="26" name="CuadroTexto 64">
            <a:extLst>
              <a:ext uri="{FF2B5EF4-FFF2-40B4-BE49-F238E27FC236}">
                <a16:creationId xmlns:a16="http://schemas.microsoft.com/office/drawing/2014/main" id="{64E358A2-A2DC-4D8F-AF98-7ABAFFD76471}"/>
              </a:ext>
            </a:extLst>
          </p:cNvPr>
          <p:cNvSpPr txBox="1"/>
          <p:nvPr/>
        </p:nvSpPr>
        <p:spPr>
          <a:xfrm>
            <a:off x="217913" y="5713083"/>
            <a:ext cx="2044779" cy="400639"/>
          </a:xfrm>
          <a:prstGeom prst="rect">
            <a:avLst/>
          </a:prstGeom>
          <a:ln>
            <a:noFill/>
          </a:ln>
        </p:spPr>
        <p:txBody>
          <a:bodyPr vert="horz" wrap="square" lIns="103900" tIns="51951" rIns="103900" bIns="51951" rtlCol="0" anchor="t">
            <a:spAutoFit/>
          </a:bodyPr>
          <a:lstStyle/>
          <a:p>
            <a:pPr defTabSz="1038807">
              <a:lnSpc>
                <a:spcPct val="80000"/>
              </a:lnSpc>
              <a:defRPr/>
            </a:pPr>
            <a:r>
              <a:rPr lang="es-MX" sz="1200">
                <a:solidFill>
                  <a:srgbClr val="FFFFFF"/>
                </a:solidFill>
                <a:cs typeface="Arial" panose="020B0604020202020204" pitchFamily="34" charset="0"/>
              </a:rPr>
              <a:t>Estandarización de Comités de proyectos</a:t>
            </a:r>
          </a:p>
        </p:txBody>
      </p:sp>
      <p:sp>
        <p:nvSpPr>
          <p:cNvPr id="6" name="CuadroTexto 5">
            <a:extLst>
              <a:ext uri="{FF2B5EF4-FFF2-40B4-BE49-F238E27FC236}">
                <a16:creationId xmlns:a16="http://schemas.microsoft.com/office/drawing/2014/main" id="{F78C3077-D637-90DD-1912-940054D3CE5C}"/>
              </a:ext>
            </a:extLst>
          </p:cNvPr>
          <p:cNvSpPr txBox="1"/>
          <p:nvPr/>
        </p:nvSpPr>
        <p:spPr>
          <a:xfrm>
            <a:off x="6397043" y="679451"/>
            <a:ext cx="5403374" cy="2159000"/>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El reto</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p>
          <a:p>
            <a:pPr marL="180000" indent="-180000" defTabSz="914354">
              <a:spcBef>
                <a:spcPts val="600"/>
              </a:spcBef>
              <a:buClr>
                <a:srgbClr val="1A3B47"/>
              </a:buClr>
              <a:buFont typeface="Wingdings" panose="05000000000000000000" pitchFamily="2" charset="2"/>
              <a:buChar char="§"/>
              <a:defRPr/>
            </a:pPr>
            <a:r>
              <a:rPr lang="es-MX" sz="1000">
                <a:solidFill>
                  <a:srgbClr val="4F062A"/>
                </a:solidFill>
              </a:rPr>
              <a:t>Implementar la Oficina de Control del Proyecto estratégico definiendo la metodología de gestión del proyecto, ejecución del servicio de PMO y </a:t>
            </a:r>
            <a:r>
              <a:rPr lang="es-MX" sz="1000" err="1">
                <a:solidFill>
                  <a:srgbClr val="4F062A"/>
                </a:solidFill>
              </a:rPr>
              <a:t>Comites</a:t>
            </a:r>
            <a:r>
              <a:rPr lang="es-MX" sz="1000">
                <a:solidFill>
                  <a:srgbClr val="4F062A"/>
                </a:solidFill>
              </a:rPr>
              <a:t> de </a:t>
            </a:r>
            <a:r>
              <a:rPr lang="es-MX" sz="1000" err="1">
                <a:solidFill>
                  <a:srgbClr val="4F062A"/>
                </a:solidFill>
              </a:rPr>
              <a:t>Direcciòn</a:t>
            </a:r>
            <a:r>
              <a:rPr lang="es-MX" sz="1000">
                <a:solidFill>
                  <a:srgbClr val="4F062A"/>
                </a:solidFill>
              </a:rPr>
              <a:t> y seguimiento</a:t>
            </a:r>
          </a:p>
          <a:p>
            <a:pPr marL="180000" indent="-180000" defTabSz="914354">
              <a:spcBef>
                <a:spcPts val="600"/>
              </a:spcBef>
              <a:buClr>
                <a:srgbClr val="1A3B47"/>
              </a:buClr>
              <a:buFont typeface="Wingdings" panose="05000000000000000000" pitchFamily="2" charset="2"/>
              <a:buChar char="§"/>
              <a:defRPr/>
            </a:pPr>
            <a:r>
              <a:rPr lang="es-MX" sz="1000">
                <a:solidFill>
                  <a:srgbClr val="4F062A"/>
                </a:solidFill>
              </a:rPr>
              <a:t>Diseñar la metodología para la gestión del proyecto para cubrir el ciclo completo necesario cumpliendo con todos los requisitos solicitados por una licitación a </a:t>
            </a:r>
            <a:r>
              <a:rPr lang="es-MX" sz="1000" err="1">
                <a:solidFill>
                  <a:srgbClr val="4F062A"/>
                </a:solidFill>
              </a:rPr>
              <a:t>traves</a:t>
            </a:r>
            <a:r>
              <a:rPr lang="es-MX" sz="1000">
                <a:solidFill>
                  <a:srgbClr val="4F062A"/>
                </a:solidFill>
              </a:rPr>
              <a:t> del gobierno federal, </a:t>
            </a:r>
            <a:r>
              <a:rPr lang="es-MX" sz="1000" err="1">
                <a:solidFill>
                  <a:srgbClr val="4F062A"/>
                </a:solidFill>
              </a:rPr>
              <a:t>asi</a:t>
            </a:r>
            <a:r>
              <a:rPr lang="es-MX" sz="1000">
                <a:solidFill>
                  <a:srgbClr val="4F062A"/>
                </a:solidFill>
              </a:rPr>
              <a:t> como preparar todas las tareas y </a:t>
            </a:r>
            <a:r>
              <a:rPr lang="es-MX" sz="1000" err="1">
                <a:solidFill>
                  <a:srgbClr val="4F062A"/>
                </a:solidFill>
              </a:rPr>
              <a:t>activdades</a:t>
            </a:r>
            <a:r>
              <a:rPr lang="es-MX" sz="1000">
                <a:solidFill>
                  <a:srgbClr val="4F062A"/>
                </a:solidFill>
              </a:rPr>
              <a:t> necesarias para la continuidad operativa de preparación y planificación para el despliegue del proyecto, </a:t>
            </a:r>
            <a:r>
              <a:rPr lang="es-MX" sz="1000" err="1">
                <a:solidFill>
                  <a:srgbClr val="4F062A"/>
                </a:solidFill>
              </a:rPr>
              <a:t>templates</a:t>
            </a:r>
            <a:r>
              <a:rPr lang="es-MX" sz="1000">
                <a:solidFill>
                  <a:srgbClr val="4F062A"/>
                </a:solidFill>
              </a:rPr>
              <a:t>, herramientas y un plan para su puesta en marcha.</a:t>
            </a:r>
          </a:p>
          <a:p>
            <a:pPr marL="180000" indent="-180000" defTabSz="914354">
              <a:spcBef>
                <a:spcPts val="600"/>
              </a:spcBef>
              <a:buClr>
                <a:srgbClr val="1A3B47"/>
              </a:buClr>
              <a:buFont typeface="Wingdings" panose="05000000000000000000" pitchFamily="2" charset="2"/>
              <a:buChar char="§"/>
              <a:defRPr/>
            </a:pPr>
            <a:r>
              <a:rPr lang="es-MX" sz="1000">
                <a:solidFill>
                  <a:srgbClr val="4F062A"/>
                </a:solidFill>
              </a:rPr>
              <a:t>Realizar la gestión administrativa para control del presupuesto de CAPEX y OPEX de la gerencia de planificación de cara al proyecto 21/23</a:t>
            </a:r>
          </a:p>
        </p:txBody>
      </p:sp>
      <p:sp>
        <p:nvSpPr>
          <p:cNvPr id="7" name="CuadroTexto 6">
            <a:extLst>
              <a:ext uri="{FF2B5EF4-FFF2-40B4-BE49-F238E27FC236}">
                <a16:creationId xmlns:a16="http://schemas.microsoft.com/office/drawing/2014/main" id="{6BBF6AF1-9B75-16B8-D1C1-C049E6FDC130}"/>
              </a:ext>
            </a:extLst>
          </p:cNvPr>
          <p:cNvSpPr txBox="1"/>
          <p:nvPr/>
        </p:nvSpPr>
        <p:spPr>
          <a:xfrm>
            <a:off x="6450732" y="3320179"/>
            <a:ext cx="5349683" cy="2975838"/>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La solución</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endParaRPr kumimoji="0" lang="en-US" sz="1799"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933" b="0" i="0" u="none" strike="noStrike" kern="1200" cap="none" spc="0" normalizeH="0" baseline="0" noProof="0">
              <a:ln>
                <a:noFill/>
              </a:ln>
              <a:solidFill>
                <a:srgbClr val="4F062A"/>
              </a:solidFill>
              <a:effectLst/>
              <a:uLnTx/>
              <a:uFillTx/>
              <a:ea typeface="+mn-ea"/>
              <a:cs typeface="+mn-cs"/>
            </a:endParaRPr>
          </a:p>
          <a:p>
            <a:pPr marL="177796" indent="-177796" defTabSz="913768">
              <a:spcBef>
                <a:spcPts val="300"/>
              </a:spcBef>
              <a:buFont typeface="Wingdings" panose="05000000000000000000" pitchFamily="2" charset="2"/>
              <a:buChar char="§"/>
              <a:defRPr/>
            </a:pPr>
            <a:r>
              <a:rPr lang="es-MX" sz="1000">
                <a:solidFill>
                  <a:srgbClr val="4F062A"/>
                </a:solidFill>
              </a:rPr>
              <a:t>Para alcanzar el reto propuesto, se llevo acabo una exhaustiva análisis inicial del proceso de licitación en conjunto con las áreas internas de telefónica como planificación, estrategia, legal y regulatorio y auditoria interna para identificar la mejor metodología utilizada para controlar los inúmeros documentos solicitados con su debida categorización y completitud. </a:t>
            </a:r>
          </a:p>
          <a:p>
            <a:pPr marL="177796" indent="-177796" defTabSz="913768">
              <a:spcBef>
                <a:spcPts val="300"/>
              </a:spcBef>
              <a:buFont typeface="Wingdings" panose="05000000000000000000" pitchFamily="2" charset="2"/>
              <a:buChar char="§"/>
              <a:defRPr/>
            </a:pPr>
            <a:r>
              <a:rPr lang="es-MX" sz="1000">
                <a:solidFill>
                  <a:srgbClr val="4F062A"/>
                </a:solidFill>
              </a:rPr>
              <a:t>Se llevo a cabo todo el control de documentos entregables para el ministerio de telecomunicaciones cumpliendo fielmente con todos los requisitos solicitados en tiempo y forma.</a:t>
            </a:r>
          </a:p>
          <a:p>
            <a:pPr marL="177796" indent="-177796" defTabSz="913768">
              <a:spcBef>
                <a:spcPts val="300"/>
              </a:spcBef>
              <a:buFont typeface="Wingdings" panose="05000000000000000000" pitchFamily="2" charset="2"/>
              <a:buChar char="§"/>
              <a:defRPr/>
            </a:pPr>
            <a:r>
              <a:rPr lang="es-MX" sz="1000">
                <a:solidFill>
                  <a:srgbClr val="4F062A"/>
                </a:solidFill>
              </a:rPr>
              <a:t>También se logro armar la Oficina de soporte a Comités que controla y estandariza los comités directivos (</a:t>
            </a:r>
            <a:r>
              <a:rPr lang="es-MX" sz="1000" err="1">
                <a:solidFill>
                  <a:srgbClr val="4F062A"/>
                </a:solidFill>
              </a:rPr>
              <a:t>Steering</a:t>
            </a:r>
            <a:r>
              <a:rPr lang="es-MX" sz="1000">
                <a:solidFill>
                  <a:srgbClr val="4F062A"/>
                </a:solidFill>
              </a:rPr>
              <a:t>), de sponsors y seguimiento interno con todos los frentes de trabajo por parte de telefónica.</a:t>
            </a: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p:txBody>
      </p:sp>
      <p:sp>
        <p:nvSpPr>
          <p:cNvPr id="3" name="Marcador de texto 2">
            <a:extLst>
              <a:ext uri="{FF2B5EF4-FFF2-40B4-BE49-F238E27FC236}">
                <a16:creationId xmlns:a16="http://schemas.microsoft.com/office/drawing/2014/main" id="{3DBEFE91-FDBE-918E-0414-8AE670693627}"/>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37956262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7ACE7-8348-E504-2033-3B38E95001C9}"/>
            </a:ext>
          </a:extLst>
        </p:cNvPr>
        <p:cNvGrpSpPr/>
        <p:nvPr/>
      </p:nvGrpSpPr>
      <p:grpSpPr>
        <a:xfrm>
          <a:off x="0" y="0"/>
          <a:ext cx="0" cy="0"/>
          <a:chOff x="0" y="0"/>
          <a:chExt cx="0" cy="0"/>
        </a:xfrm>
      </p:grpSpPr>
      <p:pic>
        <p:nvPicPr>
          <p:cNvPr id="8" name="Picture 2" descr="GettyImages-589018698">
            <a:extLst>
              <a:ext uri="{FF2B5EF4-FFF2-40B4-BE49-F238E27FC236}">
                <a16:creationId xmlns:a16="http://schemas.microsoft.com/office/drawing/2014/main" id="{EB3E8937-6E60-FE7F-9156-CFEE129A26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66" y="1166140"/>
            <a:ext cx="6382507" cy="5715000"/>
          </a:xfrm>
          <a:prstGeom prst="rect">
            <a:avLst/>
          </a:prstGeom>
          <a:noFill/>
          <a:extLst>
            <a:ext uri="{909E8E84-426E-40DD-AFC4-6F175D3DCCD1}">
              <a14:hiddenFill xmlns:a14="http://schemas.microsoft.com/office/drawing/2010/main">
                <a:solidFill>
                  <a:srgbClr val="FFFFFF"/>
                </a:solidFill>
              </a14:hiddenFill>
            </a:ext>
          </a:extLst>
        </p:spPr>
      </p:pic>
      <p:sp>
        <p:nvSpPr>
          <p:cNvPr id="38" name="Forma libre 37">
            <a:extLst>
              <a:ext uri="{FF2B5EF4-FFF2-40B4-BE49-F238E27FC236}">
                <a16:creationId xmlns:a16="http://schemas.microsoft.com/office/drawing/2014/main" id="{457CC9E2-A0AA-6424-8F14-048BD784302B}"/>
              </a:ext>
            </a:extLst>
          </p:cNvPr>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sp>
        <p:nvSpPr>
          <p:cNvPr id="35" name="Forma libre 34">
            <a:extLst>
              <a:ext uri="{FF2B5EF4-FFF2-40B4-BE49-F238E27FC236}">
                <a16:creationId xmlns:a16="http://schemas.microsoft.com/office/drawing/2014/main" id="{1E3CF2D3-496C-FEA8-A651-E040760077C1}"/>
              </a:ext>
            </a:extLst>
          </p:cNvPr>
          <p:cNvSpPr/>
          <p:nvPr/>
        </p:nvSpPr>
        <p:spPr>
          <a:xfrm rot="16200000" flipH="1">
            <a:off x="-776604" y="3454733"/>
            <a:ext cx="4137208" cy="2669329"/>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sp>
        <p:nvSpPr>
          <p:cNvPr id="40" name="Forma libre 39">
            <a:extLst>
              <a:ext uri="{FF2B5EF4-FFF2-40B4-BE49-F238E27FC236}">
                <a16:creationId xmlns:a16="http://schemas.microsoft.com/office/drawing/2014/main" id="{E7BD8C4E-42EA-1085-E96A-E3C59C4607CF}"/>
              </a:ext>
            </a:extLst>
          </p:cNvPr>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graphicFrame>
        <p:nvGraphicFramePr>
          <p:cNvPr id="2" name="Objeto 1" hidden="1">
            <a:extLst>
              <a:ext uri="{FF2B5EF4-FFF2-40B4-BE49-F238E27FC236}">
                <a16:creationId xmlns:a16="http://schemas.microsoft.com/office/drawing/2014/main" id="{916307C7-6345-B731-CE00-038C3FBA2C39}"/>
              </a:ext>
            </a:extLst>
          </p:cNvPr>
          <p:cNvGraphicFramePr>
            <a:graphicFrameLocks noChangeAspect="1"/>
          </p:cNvGraphicFramePr>
          <p:nvPr>
            <p:custDataLst>
              <p:tags r:id="rId1"/>
            </p:custData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Slide do think-cell" r:id="rId5" imgW="360" imgH="360" progId="">
                  <p:embed/>
                </p:oleObj>
              </mc:Choice>
              <mc:Fallback>
                <p:oleObj name="Slide do think-cell" r:id="rId5" imgW="360" imgH="360" progId="">
                  <p:embed/>
                  <p:pic>
                    <p:nvPicPr>
                      <p:cNvPr id="2" name="Objeto 1" hidden="1">
                        <a:extLst>
                          <a:ext uri="{FF2B5EF4-FFF2-40B4-BE49-F238E27FC236}">
                            <a16:creationId xmlns:a16="http://schemas.microsoft.com/office/drawing/2014/main" id="{916307C7-6345-B731-CE00-038C3FBA2C3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9" y="2119"/>
                        <a:ext cx="2117" cy="21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 name="CuadroTexto 45">
            <a:extLst>
              <a:ext uri="{FF2B5EF4-FFF2-40B4-BE49-F238E27FC236}">
                <a16:creationId xmlns:a16="http://schemas.microsoft.com/office/drawing/2014/main" id="{9A6F9E17-06D9-C887-34E4-BFE68D962C35}"/>
              </a:ext>
            </a:extLst>
          </p:cNvPr>
          <p:cNvSpPr txBox="1"/>
          <p:nvPr/>
        </p:nvSpPr>
        <p:spPr>
          <a:xfrm>
            <a:off x="213426" y="729107"/>
            <a:ext cx="6026591" cy="720470"/>
          </a:xfrm>
          <a:prstGeom prst="rect">
            <a:avLst/>
          </a:prstGeom>
          <a:ln>
            <a:noFill/>
          </a:ln>
        </p:spPr>
        <p:txBody>
          <a:bodyPr vert="horz" wrap="square" lIns="103900" tIns="51951" rIns="103900" bIns="51951" rtlCol="0" anchor="t">
            <a:spAutoFit/>
          </a:bodyPr>
          <a:lstStyle/>
          <a:p>
            <a:pPr defTabSz="913768">
              <a:defRPr/>
            </a:pPr>
            <a:r>
              <a:rPr lang="es-MX" sz="2000">
                <a:solidFill>
                  <a:srgbClr val="4F062A"/>
                </a:solidFill>
                <a:latin typeface="+mj-lt"/>
              </a:rPr>
              <a:t>Servicio Gobierno PMO y </a:t>
            </a:r>
            <a:br>
              <a:rPr lang="es-MX" sz="2000">
                <a:solidFill>
                  <a:srgbClr val="4F062A"/>
                </a:solidFill>
                <a:latin typeface="+mj-lt"/>
              </a:rPr>
            </a:br>
            <a:r>
              <a:rPr lang="es-MX" sz="2000">
                <a:solidFill>
                  <a:srgbClr val="4F062A"/>
                </a:solidFill>
                <a:latin typeface="+mj-lt"/>
              </a:rPr>
              <a:t>Gestión Administrativa</a:t>
            </a:r>
            <a:endParaRPr lang="es-ES" sz="2000">
              <a:solidFill>
                <a:srgbClr val="4F062A"/>
              </a:solidFill>
              <a:latin typeface="+mj-lt"/>
            </a:endParaRPr>
          </a:p>
        </p:txBody>
      </p:sp>
      <p:sp>
        <p:nvSpPr>
          <p:cNvPr id="22" name="CuadroTexto 51">
            <a:extLst>
              <a:ext uri="{FF2B5EF4-FFF2-40B4-BE49-F238E27FC236}">
                <a16:creationId xmlns:a16="http://schemas.microsoft.com/office/drawing/2014/main" id="{B517C422-9625-55C6-95D6-9494F7D464B4}"/>
              </a:ext>
            </a:extLst>
          </p:cNvPr>
          <p:cNvSpPr txBox="1"/>
          <p:nvPr/>
        </p:nvSpPr>
        <p:spPr>
          <a:xfrm>
            <a:off x="217914" y="3788057"/>
            <a:ext cx="2276575" cy="447468"/>
          </a:xfrm>
          <a:prstGeom prst="rect">
            <a:avLst/>
          </a:prstGeom>
          <a:ln>
            <a:noFill/>
          </a:ln>
        </p:spPr>
        <p:txBody>
          <a:bodyPr vert="horz" wrap="square" lIns="103900" tIns="51951" rIns="103900" bIns="51951" rtlCol="0" anchor="t">
            <a:noAutofit/>
          </a:bodyPr>
          <a:lstStyle/>
          <a:p>
            <a:pPr defTabSz="913768">
              <a:defRPr/>
            </a:pPr>
            <a:r>
              <a:rPr lang="es-MX" sz="1200">
                <a:solidFill>
                  <a:srgbClr val="FFFFFF"/>
                </a:solidFill>
                <a:cs typeface="Arial" panose="020B0604020202020204" pitchFamily="34" charset="0"/>
              </a:rPr>
              <a:t>Definición de Metodología para seguimiento del proyecto</a:t>
            </a:r>
          </a:p>
        </p:txBody>
      </p:sp>
      <p:sp>
        <p:nvSpPr>
          <p:cNvPr id="23" name="CuadroTexto 64">
            <a:extLst>
              <a:ext uri="{FF2B5EF4-FFF2-40B4-BE49-F238E27FC236}">
                <a16:creationId xmlns:a16="http://schemas.microsoft.com/office/drawing/2014/main" id="{F74F6460-ED8A-74F0-55EF-1828EA534BAD}"/>
              </a:ext>
            </a:extLst>
          </p:cNvPr>
          <p:cNvSpPr txBox="1"/>
          <p:nvPr/>
        </p:nvSpPr>
        <p:spPr>
          <a:xfrm>
            <a:off x="217913" y="4730447"/>
            <a:ext cx="2044779" cy="400639"/>
          </a:xfrm>
          <a:prstGeom prst="rect">
            <a:avLst/>
          </a:prstGeom>
          <a:ln>
            <a:noFill/>
          </a:ln>
        </p:spPr>
        <p:txBody>
          <a:bodyPr vert="horz" wrap="square" lIns="103900" tIns="51951" rIns="103900" bIns="51951" rtlCol="0" anchor="t">
            <a:spAutoFit/>
          </a:bodyPr>
          <a:lstStyle/>
          <a:p>
            <a:pPr defTabSz="1038807">
              <a:lnSpc>
                <a:spcPct val="80000"/>
              </a:lnSpc>
              <a:defRPr/>
            </a:pPr>
            <a:r>
              <a:rPr lang="es-MX" sz="1200">
                <a:solidFill>
                  <a:srgbClr val="FFFFFF"/>
                </a:solidFill>
                <a:cs typeface="Arial"/>
              </a:rPr>
              <a:t>Cuadro de mando de control del proyecto</a:t>
            </a:r>
          </a:p>
        </p:txBody>
      </p:sp>
      <p:sp>
        <p:nvSpPr>
          <p:cNvPr id="26" name="CuadroTexto 64">
            <a:extLst>
              <a:ext uri="{FF2B5EF4-FFF2-40B4-BE49-F238E27FC236}">
                <a16:creationId xmlns:a16="http://schemas.microsoft.com/office/drawing/2014/main" id="{06B36757-803D-0C1C-56E1-17610E93D9E2}"/>
              </a:ext>
            </a:extLst>
          </p:cNvPr>
          <p:cNvSpPr txBox="1"/>
          <p:nvPr/>
        </p:nvSpPr>
        <p:spPr>
          <a:xfrm>
            <a:off x="217913" y="5713083"/>
            <a:ext cx="2044779" cy="400639"/>
          </a:xfrm>
          <a:prstGeom prst="rect">
            <a:avLst/>
          </a:prstGeom>
          <a:ln>
            <a:noFill/>
          </a:ln>
        </p:spPr>
        <p:txBody>
          <a:bodyPr vert="horz" wrap="square" lIns="103900" tIns="51951" rIns="103900" bIns="51951" rtlCol="0" anchor="t">
            <a:spAutoFit/>
          </a:bodyPr>
          <a:lstStyle/>
          <a:p>
            <a:pPr defTabSz="1038807">
              <a:lnSpc>
                <a:spcPct val="80000"/>
              </a:lnSpc>
              <a:defRPr/>
            </a:pPr>
            <a:r>
              <a:rPr lang="es-MX" sz="1200">
                <a:solidFill>
                  <a:srgbClr val="FFFFFF"/>
                </a:solidFill>
                <a:cs typeface="Arial" panose="020B0604020202020204" pitchFamily="34" charset="0"/>
              </a:rPr>
              <a:t>Gestión económica de proyectos</a:t>
            </a:r>
          </a:p>
        </p:txBody>
      </p:sp>
      <p:sp>
        <p:nvSpPr>
          <p:cNvPr id="6" name="CuadroTexto 5">
            <a:extLst>
              <a:ext uri="{FF2B5EF4-FFF2-40B4-BE49-F238E27FC236}">
                <a16:creationId xmlns:a16="http://schemas.microsoft.com/office/drawing/2014/main" id="{736D77A2-33E2-6E7B-FBE4-3EE02D8D5E1C}"/>
              </a:ext>
            </a:extLst>
          </p:cNvPr>
          <p:cNvSpPr txBox="1"/>
          <p:nvPr/>
        </p:nvSpPr>
        <p:spPr>
          <a:xfrm>
            <a:off x="6397043" y="679451"/>
            <a:ext cx="5403374" cy="2159000"/>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El reto</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p>
          <a:p>
            <a:pPr marL="180000" indent="-180000" defTabSz="914354">
              <a:spcBef>
                <a:spcPts val="600"/>
              </a:spcBef>
              <a:buClr>
                <a:srgbClr val="1A3B47"/>
              </a:buClr>
              <a:buFont typeface="Wingdings" panose="05000000000000000000" pitchFamily="2" charset="2"/>
              <a:buChar char="§"/>
              <a:defRPr/>
            </a:pPr>
            <a:r>
              <a:rPr lang="es-MX" sz="1000">
                <a:solidFill>
                  <a:srgbClr val="4F062A"/>
                </a:solidFill>
              </a:rPr>
              <a:t>Implementar la Oficina de Control de Proyectos estratégicos y cartera común definiendo la metodología de gestión de proyectos y ejecución del servicio de PMO.</a:t>
            </a:r>
          </a:p>
          <a:p>
            <a:pPr marL="180000" indent="-180000" defTabSz="914354">
              <a:spcBef>
                <a:spcPts val="600"/>
              </a:spcBef>
              <a:buClr>
                <a:srgbClr val="1A3B47"/>
              </a:buClr>
              <a:buFont typeface="Wingdings" panose="05000000000000000000" pitchFamily="2" charset="2"/>
              <a:buChar char="§"/>
              <a:defRPr/>
            </a:pPr>
            <a:r>
              <a:rPr lang="es-MX" sz="1000">
                <a:solidFill>
                  <a:srgbClr val="4F062A"/>
                </a:solidFill>
              </a:rPr>
              <a:t>Diseñar la metodología para la gestión de proyectos para cubrir el ciclo completo de los mismos estableciendo procesos, </a:t>
            </a:r>
            <a:r>
              <a:rPr lang="es-MX" sz="1000" err="1">
                <a:solidFill>
                  <a:srgbClr val="4F062A"/>
                </a:solidFill>
              </a:rPr>
              <a:t>templates</a:t>
            </a:r>
            <a:r>
              <a:rPr lang="es-MX" sz="1000">
                <a:solidFill>
                  <a:srgbClr val="4F062A"/>
                </a:solidFill>
              </a:rPr>
              <a:t>, herramientas y un plan para su puesta en marcha.</a:t>
            </a:r>
          </a:p>
          <a:p>
            <a:pPr marL="180000" indent="-180000" defTabSz="914354">
              <a:spcBef>
                <a:spcPts val="600"/>
              </a:spcBef>
              <a:buClr>
                <a:srgbClr val="1A3B47"/>
              </a:buClr>
              <a:buFont typeface="Wingdings" panose="05000000000000000000" pitchFamily="2" charset="2"/>
              <a:buChar char="§"/>
              <a:defRPr/>
            </a:pPr>
            <a:r>
              <a:rPr lang="es-ES" sz="1000">
                <a:solidFill>
                  <a:srgbClr val="4F062A"/>
                </a:solidFill>
              </a:rPr>
              <a:t>Realizar la gestión económica de la cartera y la supervisión y control de los proyectos.</a:t>
            </a:r>
          </a:p>
          <a:p>
            <a:pPr marL="180000" indent="-180000" defTabSz="914354">
              <a:spcBef>
                <a:spcPts val="600"/>
              </a:spcBef>
              <a:buClr>
                <a:srgbClr val="1A3B47"/>
              </a:buClr>
              <a:buFont typeface="Wingdings" panose="05000000000000000000" pitchFamily="2" charset="2"/>
              <a:buChar char="§"/>
              <a:defRPr/>
            </a:pPr>
            <a:r>
              <a:rPr lang="es-MX" sz="1000">
                <a:solidFill>
                  <a:srgbClr val="4F062A"/>
                </a:solidFill>
              </a:rPr>
              <a:t>Realizar la gestión administrativa para control del presupuesto de CAPEX y OPEX de la gerencia de tecnología</a:t>
            </a:r>
          </a:p>
        </p:txBody>
      </p:sp>
      <p:sp>
        <p:nvSpPr>
          <p:cNvPr id="7" name="CuadroTexto 6">
            <a:extLst>
              <a:ext uri="{FF2B5EF4-FFF2-40B4-BE49-F238E27FC236}">
                <a16:creationId xmlns:a16="http://schemas.microsoft.com/office/drawing/2014/main" id="{5148F7FE-4974-126B-F294-47710457BE61}"/>
              </a:ext>
            </a:extLst>
          </p:cNvPr>
          <p:cNvSpPr txBox="1"/>
          <p:nvPr/>
        </p:nvSpPr>
        <p:spPr>
          <a:xfrm>
            <a:off x="6450732" y="3320179"/>
            <a:ext cx="5349683" cy="2975838"/>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La solución</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endParaRPr kumimoji="0" lang="en-US" sz="1799"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933" b="0" i="0" u="none" strike="noStrike" kern="1200" cap="none" spc="0" normalizeH="0" baseline="0" noProof="0">
              <a:ln>
                <a:noFill/>
              </a:ln>
              <a:solidFill>
                <a:srgbClr val="4F062A"/>
              </a:solidFill>
              <a:effectLst/>
              <a:uLnTx/>
              <a:uFillTx/>
              <a:ea typeface="+mn-ea"/>
              <a:cs typeface="+mn-cs"/>
            </a:endParaRPr>
          </a:p>
          <a:p>
            <a:pPr defTabSz="914354">
              <a:spcBef>
                <a:spcPts val="600"/>
              </a:spcBef>
              <a:defRPr/>
            </a:pPr>
            <a:r>
              <a:rPr lang="es-ES" sz="1000">
                <a:solidFill>
                  <a:srgbClr val="4F062A"/>
                </a:solidFill>
              </a:rPr>
              <a:t>Para alcanzar el reto propuesto, se llevo acabo una evaluación del Modelo As </a:t>
            </a:r>
            <a:r>
              <a:rPr lang="es-ES" sz="1000" err="1">
                <a:solidFill>
                  <a:srgbClr val="4F062A"/>
                </a:solidFill>
              </a:rPr>
              <a:t>Is</a:t>
            </a:r>
            <a:r>
              <a:rPr lang="es-ES" sz="1000">
                <a:solidFill>
                  <a:srgbClr val="4F062A"/>
                </a:solidFill>
              </a:rPr>
              <a:t> en la gerencia de tecnología para identificar la metodología utilizada, cartera de proyectos con su categorización, salud económica de los proyectos y plantear un Modelo </a:t>
            </a:r>
            <a:r>
              <a:rPr lang="es-ES" sz="1000" err="1">
                <a:solidFill>
                  <a:srgbClr val="4F062A"/>
                </a:solidFill>
              </a:rPr>
              <a:t>To</a:t>
            </a:r>
            <a:r>
              <a:rPr lang="es-ES" sz="1000">
                <a:solidFill>
                  <a:srgbClr val="4F062A"/>
                </a:solidFill>
              </a:rPr>
              <a:t> Be.  </a:t>
            </a:r>
          </a:p>
          <a:p>
            <a:pPr defTabSz="914354">
              <a:spcBef>
                <a:spcPts val="600"/>
              </a:spcBef>
              <a:defRPr/>
            </a:pPr>
            <a:r>
              <a:rPr lang="es-ES" sz="1000">
                <a:solidFill>
                  <a:srgbClr val="4F062A"/>
                </a:solidFill>
              </a:rPr>
              <a:t>El nuevo Modelo se soporta en 2 pilares clave: </a:t>
            </a:r>
          </a:p>
          <a:p>
            <a:pPr marL="180000" indent="-180000" defTabSz="914354">
              <a:spcBef>
                <a:spcPts val="600"/>
              </a:spcBef>
              <a:buClr>
                <a:srgbClr val="1A3B47"/>
              </a:buClr>
              <a:buFont typeface="Wingdings" panose="05000000000000000000" pitchFamily="2" charset="2"/>
              <a:buChar char="§"/>
              <a:defRPr/>
            </a:pPr>
            <a:r>
              <a:rPr lang="es-ES" sz="1000">
                <a:solidFill>
                  <a:srgbClr val="4F062A"/>
                </a:solidFill>
              </a:rPr>
              <a:t>Gestión de Proyectos Estratégicos en 4 etapas: Lanzamiento, Ejecución, Despliegue y Cierre</a:t>
            </a:r>
          </a:p>
          <a:p>
            <a:pPr marL="180000" indent="-180000" defTabSz="914354">
              <a:spcBef>
                <a:spcPts val="600"/>
              </a:spcBef>
              <a:buClr>
                <a:srgbClr val="1A3B47"/>
              </a:buClr>
              <a:buFont typeface="Wingdings" panose="05000000000000000000" pitchFamily="2" charset="2"/>
              <a:buChar char="§"/>
              <a:defRPr/>
            </a:pPr>
            <a:r>
              <a:rPr lang="es-ES" sz="1000">
                <a:solidFill>
                  <a:srgbClr val="4F062A"/>
                </a:solidFill>
              </a:rPr>
              <a:t>Gestión administrativa que controla el presupuesto de cada proyecto, así como la gestión de </a:t>
            </a:r>
            <a:r>
              <a:rPr lang="es-ES" sz="1000" err="1">
                <a:solidFill>
                  <a:srgbClr val="4F062A"/>
                </a:solidFill>
              </a:rPr>
              <a:t>OCs</a:t>
            </a:r>
            <a:r>
              <a:rPr lang="es-ES" sz="1000">
                <a:solidFill>
                  <a:srgbClr val="4F062A"/>
                </a:solidFill>
              </a:rPr>
              <a:t> y </a:t>
            </a:r>
            <a:r>
              <a:rPr lang="es-ES" sz="1000" err="1">
                <a:solidFill>
                  <a:srgbClr val="4F062A"/>
                </a:solidFill>
              </a:rPr>
              <a:t>HEs</a:t>
            </a:r>
            <a:r>
              <a:rPr lang="es-ES" sz="1000">
                <a:solidFill>
                  <a:srgbClr val="4F062A"/>
                </a:solidFill>
              </a:rPr>
              <a:t> de la gerencia de tecnología</a:t>
            </a: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p:txBody>
      </p:sp>
      <p:pic>
        <p:nvPicPr>
          <p:cNvPr id="5" name="Picture 2" descr="CGE Energía - Home | Facebook">
            <a:extLst>
              <a:ext uri="{FF2B5EF4-FFF2-40B4-BE49-F238E27FC236}">
                <a16:creationId xmlns:a16="http://schemas.microsoft.com/office/drawing/2014/main" id="{2DE1E41C-AA81-11CE-A1AA-E30AD9EF9D40}"/>
              </a:ext>
            </a:extLst>
          </p:cNvPr>
          <p:cNvPicPr>
            <a:picLocks noChangeAspect="1" noChangeArrowheads="1"/>
          </p:cNvPicPr>
          <p:nvPr/>
        </p:nvPicPr>
        <p:blipFill rotWithShape="1">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t="21741" b="24798"/>
          <a:stretch/>
        </p:blipFill>
        <p:spPr bwMode="auto">
          <a:xfrm>
            <a:off x="10697790" y="211790"/>
            <a:ext cx="1212216" cy="648072"/>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texto 2">
            <a:extLst>
              <a:ext uri="{FF2B5EF4-FFF2-40B4-BE49-F238E27FC236}">
                <a16:creationId xmlns:a16="http://schemas.microsoft.com/office/drawing/2014/main" id="{69A6B142-CB03-2F09-1DDF-CC6588D0E01D}"/>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1474051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87B05-0DE6-879D-9BB1-638D08564787}"/>
            </a:ext>
          </a:extLst>
        </p:cNvPr>
        <p:cNvGrpSpPr/>
        <p:nvPr/>
      </p:nvGrpSpPr>
      <p:grpSpPr>
        <a:xfrm>
          <a:off x="0" y="0"/>
          <a:ext cx="0" cy="0"/>
          <a:chOff x="0" y="0"/>
          <a:chExt cx="0" cy="0"/>
        </a:xfrm>
      </p:grpSpPr>
      <p:pic>
        <p:nvPicPr>
          <p:cNvPr id="11" name="Imagen 10" descr="Imagen que contiene exterior, cruzar, hombre, lado&#10;&#10;Descripción generada automáticamente">
            <a:extLst>
              <a:ext uri="{FF2B5EF4-FFF2-40B4-BE49-F238E27FC236}">
                <a16:creationId xmlns:a16="http://schemas.microsoft.com/office/drawing/2014/main" id="{24D0FB51-2D64-4E5E-4B05-ACDCDE2A1440}"/>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843786" y="1725176"/>
            <a:ext cx="5496056" cy="5132824"/>
          </a:xfrm>
          <a:prstGeom prst="rect">
            <a:avLst/>
          </a:prstGeom>
        </p:spPr>
      </p:pic>
      <p:sp>
        <p:nvSpPr>
          <p:cNvPr id="38" name="Forma libre 37">
            <a:extLst>
              <a:ext uri="{FF2B5EF4-FFF2-40B4-BE49-F238E27FC236}">
                <a16:creationId xmlns:a16="http://schemas.microsoft.com/office/drawing/2014/main" id="{395936F6-3ECB-A0DA-DC47-307F85CD3E72}"/>
              </a:ext>
            </a:extLst>
          </p:cNvPr>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sp>
        <p:nvSpPr>
          <p:cNvPr id="35" name="Forma libre 34">
            <a:extLst>
              <a:ext uri="{FF2B5EF4-FFF2-40B4-BE49-F238E27FC236}">
                <a16:creationId xmlns:a16="http://schemas.microsoft.com/office/drawing/2014/main" id="{A7EC87CD-9113-4C36-DBC1-3AC3340A00FC}"/>
              </a:ext>
            </a:extLst>
          </p:cNvPr>
          <p:cNvSpPr/>
          <p:nvPr/>
        </p:nvSpPr>
        <p:spPr>
          <a:xfrm rot="16200000" flipH="1">
            <a:off x="-776604" y="3454733"/>
            <a:ext cx="4137208" cy="2669329"/>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sp>
        <p:nvSpPr>
          <p:cNvPr id="40" name="Forma libre 39">
            <a:extLst>
              <a:ext uri="{FF2B5EF4-FFF2-40B4-BE49-F238E27FC236}">
                <a16:creationId xmlns:a16="http://schemas.microsoft.com/office/drawing/2014/main" id="{E3B651A7-8352-83B6-02A5-332BA3ACAE75}"/>
              </a:ext>
            </a:extLst>
          </p:cNvPr>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graphicFrame>
        <p:nvGraphicFramePr>
          <p:cNvPr id="2" name="Objeto 1" hidden="1">
            <a:extLst>
              <a:ext uri="{FF2B5EF4-FFF2-40B4-BE49-F238E27FC236}">
                <a16:creationId xmlns:a16="http://schemas.microsoft.com/office/drawing/2014/main" id="{89D6DA51-1C6A-D922-81D7-8247732BDF88}"/>
              </a:ext>
            </a:extLst>
          </p:cNvPr>
          <p:cNvGraphicFramePr>
            <a:graphicFrameLocks noChangeAspect="1"/>
          </p:cNvGraphicFramePr>
          <p:nvPr>
            <p:custDataLst>
              <p:tags r:id="rId1"/>
            </p:custData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Slide do think-cell" r:id="rId5" imgW="360" imgH="360" progId="">
                  <p:embed/>
                </p:oleObj>
              </mc:Choice>
              <mc:Fallback>
                <p:oleObj name="Slide do think-cell" r:id="rId5" imgW="360" imgH="360" progId="">
                  <p:embed/>
                  <p:pic>
                    <p:nvPicPr>
                      <p:cNvPr id="2" name="Objeto 1" hidden="1">
                        <a:extLst>
                          <a:ext uri="{FF2B5EF4-FFF2-40B4-BE49-F238E27FC236}">
                            <a16:creationId xmlns:a16="http://schemas.microsoft.com/office/drawing/2014/main" id="{89D6DA51-1C6A-D922-81D7-8247732BDF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9" y="2119"/>
                        <a:ext cx="2117" cy="21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 name="CuadroTexto 45">
            <a:extLst>
              <a:ext uri="{FF2B5EF4-FFF2-40B4-BE49-F238E27FC236}">
                <a16:creationId xmlns:a16="http://schemas.microsoft.com/office/drawing/2014/main" id="{3F2E9A1A-FC21-2CD2-1E54-40692B6DC444}"/>
              </a:ext>
            </a:extLst>
          </p:cNvPr>
          <p:cNvSpPr txBox="1"/>
          <p:nvPr/>
        </p:nvSpPr>
        <p:spPr>
          <a:xfrm>
            <a:off x="213426" y="729107"/>
            <a:ext cx="6026591" cy="720470"/>
          </a:xfrm>
          <a:prstGeom prst="rect">
            <a:avLst/>
          </a:prstGeom>
          <a:ln>
            <a:noFill/>
          </a:ln>
        </p:spPr>
        <p:txBody>
          <a:bodyPr vert="horz" wrap="square" lIns="103900" tIns="51951" rIns="103900" bIns="51951" rtlCol="0" anchor="t">
            <a:spAutoFit/>
          </a:bodyPr>
          <a:lstStyle/>
          <a:p>
            <a:pPr defTabSz="913768">
              <a:defRPr/>
            </a:pPr>
            <a:r>
              <a:rPr lang="es-MX" sz="2000">
                <a:solidFill>
                  <a:srgbClr val="4F062A"/>
                </a:solidFill>
                <a:latin typeface="+mj-lt"/>
              </a:rPr>
              <a:t>PMO y GdC en despliegue de procesos y sistemas del Grupo Endesa</a:t>
            </a:r>
          </a:p>
        </p:txBody>
      </p:sp>
      <p:sp>
        <p:nvSpPr>
          <p:cNvPr id="6" name="CuadroTexto 5">
            <a:extLst>
              <a:ext uri="{FF2B5EF4-FFF2-40B4-BE49-F238E27FC236}">
                <a16:creationId xmlns:a16="http://schemas.microsoft.com/office/drawing/2014/main" id="{2D4C5E9D-EEAB-C65D-8A08-2154AE1DDA69}"/>
              </a:ext>
            </a:extLst>
          </p:cNvPr>
          <p:cNvSpPr txBox="1"/>
          <p:nvPr/>
        </p:nvSpPr>
        <p:spPr>
          <a:xfrm>
            <a:off x="6397043" y="679451"/>
            <a:ext cx="5403374" cy="2159000"/>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El reto</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p>
          <a:p>
            <a:pPr marL="180000" indent="-180000" defTabSz="914354">
              <a:spcBef>
                <a:spcPts val="600"/>
              </a:spcBef>
              <a:buClr>
                <a:srgbClr val="1A3B47"/>
              </a:buClr>
              <a:buFont typeface="Wingdings" panose="05000000000000000000" pitchFamily="2" charset="2"/>
              <a:buChar char="§"/>
              <a:defRPr/>
            </a:pPr>
            <a:r>
              <a:rPr lang="es-MX" sz="1000">
                <a:solidFill>
                  <a:srgbClr val="4F062A"/>
                </a:solidFill>
              </a:rPr>
              <a:t>Como parte del proceso de transformación del Grupo Enel (a través del programa E4E), se ha realizado la implantación del nuevo modelo de procesos y sistemas de los negocios de Generación, Mercados y Servicios en España y Portugal incluyendo AFC y Proceso de compras</a:t>
            </a:r>
          </a:p>
        </p:txBody>
      </p:sp>
      <p:sp>
        <p:nvSpPr>
          <p:cNvPr id="7" name="CuadroTexto 6">
            <a:extLst>
              <a:ext uri="{FF2B5EF4-FFF2-40B4-BE49-F238E27FC236}">
                <a16:creationId xmlns:a16="http://schemas.microsoft.com/office/drawing/2014/main" id="{32B61A06-504A-127B-E19D-B3BC8F4217AA}"/>
              </a:ext>
            </a:extLst>
          </p:cNvPr>
          <p:cNvSpPr txBox="1"/>
          <p:nvPr/>
        </p:nvSpPr>
        <p:spPr>
          <a:xfrm>
            <a:off x="6450732" y="2720793"/>
            <a:ext cx="5349683" cy="2975838"/>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La solución</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endParaRPr kumimoji="0" lang="en-US" sz="1799"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933" b="0" i="0" u="none" strike="noStrike" kern="1200" cap="none" spc="0" normalizeH="0" baseline="0" noProof="0">
              <a:ln>
                <a:noFill/>
              </a:ln>
              <a:solidFill>
                <a:srgbClr val="4F062A"/>
              </a:solidFill>
              <a:effectLst/>
              <a:uLnTx/>
              <a:uFillTx/>
              <a:ea typeface="+mn-ea"/>
              <a:cs typeface="+mn-cs"/>
            </a:endParaRPr>
          </a:p>
          <a:p>
            <a:pPr defTabSz="914354">
              <a:spcBef>
                <a:spcPts val="600"/>
              </a:spcBef>
              <a:defRPr/>
            </a:pPr>
            <a:r>
              <a:rPr lang="es-MX" sz="1000">
                <a:solidFill>
                  <a:srgbClr val="4F062A"/>
                </a:solidFill>
              </a:rPr>
              <a:t>Planificación, seguimiento y reporte de la actividad de proyecto, gestión de la Calidad e Identificación y gestión de riesgos de proyecto.</a:t>
            </a:r>
          </a:p>
          <a:p>
            <a:pPr defTabSz="914354">
              <a:spcBef>
                <a:spcPts val="600"/>
              </a:spcBef>
              <a:defRPr/>
            </a:pPr>
            <a:r>
              <a:rPr lang="es-MX" sz="1000">
                <a:solidFill>
                  <a:srgbClr val="4F062A"/>
                </a:solidFill>
              </a:rPr>
              <a:t>Elaboración de procedimientos para la gestión de la actividad y soporte de consultoría a la dirección del proyecto</a:t>
            </a:r>
          </a:p>
          <a:p>
            <a:pPr defTabSz="914354">
              <a:spcBef>
                <a:spcPts val="600"/>
              </a:spcBef>
              <a:defRPr/>
            </a:pPr>
            <a:r>
              <a:rPr lang="es-MX" sz="1000">
                <a:solidFill>
                  <a:srgbClr val="4F062A"/>
                </a:solidFill>
              </a:rPr>
              <a:t>Análisis GAP entre los modelos As-Is y To-Be, con la identificación de los impactos de la transformación para cada grupo afectado y definición de un plan de gestión del cambio</a:t>
            </a:r>
          </a:p>
          <a:p>
            <a:pPr defTabSz="914354">
              <a:spcBef>
                <a:spcPts val="600"/>
              </a:spcBef>
              <a:defRPr/>
            </a:pPr>
            <a:r>
              <a:rPr lang="es-MX" sz="1000">
                <a:solidFill>
                  <a:srgbClr val="4F062A"/>
                </a:solidFill>
              </a:rPr>
              <a:t>Alineamiento Organizativo, redefinición de perfiles profesionales, creación de la matriz de responsabilidades RACI, definición de roles en el sistema y asignación de perfiles al equipo empresarial</a:t>
            </a:r>
          </a:p>
          <a:p>
            <a:pPr defTabSz="914354">
              <a:spcBef>
                <a:spcPts val="600"/>
              </a:spcBef>
              <a:defRPr/>
            </a:pPr>
            <a:r>
              <a:rPr lang="es-MX" sz="1000">
                <a:solidFill>
                  <a:srgbClr val="4F062A"/>
                </a:solidFill>
              </a:rPr>
              <a:t>Definición del plan de comunicación en línea con la estrategia del programa; ejecución y seguimiento de las acciones de comunicación</a:t>
            </a:r>
          </a:p>
          <a:p>
            <a:pPr defTabSz="914354">
              <a:spcBef>
                <a:spcPts val="600"/>
              </a:spcBef>
              <a:defRPr/>
            </a:pPr>
            <a:r>
              <a:rPr lang="es-MX" sz="1000">
                <a:solidFill>
                  <a:srgbClr val="4F062A"/>
                </a:solidFill>
              </a:rPr>
              <a:t>Identificación de las necesidades de formación del personal, diseño del plan de formación para cada perfil, preparación, coordinación y seguimiento del plan de formación (y la logística asociada a él)</a:t>
            </a:r>
          </a:p>
          <a:p>
            <a:pPr defTabSz="914354">
              <a:spcBef>
                <a:spcPts val="600"/>
              </a:spcBef>
              <a:defRPr/>
            </a:pPr>
            <a:r>
              <a:rPr lang="es-MX" sz="1000">
                <a:solidFill>
                  <a:srgbClr val="4F062A"/>
                </a:solidFill>
              </a:rPr>
              <a:t>Despliegue de la formación a los usuarios finales </a:t>
            </a: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p:txBody>
      </p:sp>
      <p:pic>
        <p:nvPicPr>
          <p:cNvPr id="3" name="Picture 4" descr="Resultado de imagen de enel logo">
            <a:extLst>
              <a:ext uri="{FF2B5EF4-FFF2-40B4-BE49-F238E27FC236}">
                <a16:creationId xmlns:a16="http://schemas.microsoft.com/office/drawing/2014/main" id="{633DCC5B-E3D6-AFDD-A5C9-18B8DDD9F428}"/>
              </a:ext>
            </a:extLst>
          </p:cNvPr>
          <p:cNvPicPr>
            <a:picLocks noChangeAspect="1" noChangeArrowheads="1"/>
          </p:cNvPicPr>
          <p:nvPr/>
        </p:nvPicPr>
        <p:blipFill>
          <a:blip r:embed="rId7" cstate="print">
            <a:clrChange>
              <a:clrFrom>
                <a:srgbClr val="FEFFFF"/>
              </a:clrFrom>
              <a:clrTo>
                <a:srgbClr val="FEFFFF">
                  <a:alpha val="0"/>
                </a:srgbClr>
              </a:clrTo>
            </a:clrChange>
          </a:blip>
          <a:srcRect/>
          <a:stretch>
            <a:fillRect/>
          </a:stretch>
        </p:blipFill>
        <p:spPr bwMode="auto">
          <a:xfrm>
            <a:off x="4382036" y="5962504"/>
            <a:ext cx="1857981" cy="713467"/>
          </a:xfrm>
          <a:prstGeom prst="rect">
            <a:avLst/>
          </a:prstGeom>
          <a:noFill/>
        </p:spPr>
      </p:pic>
      <p:pic>
        <p:nvPicPr>
          <p:cNvPr id="9" name="Picture 4" descr="Resultado de imagen de enel logo">
            <a:extLst>
              <a:ext uri="{FF2B5EF4-FFF2-40B4-BE49-F238E27FC236}">
                <a16:creationId xmlns:a16="http://schemas.microsoft.com/office/drawing/2014/main" id="{5814E24B-DB67-4835-2B04-936906EF82B7}"/>
              </a:ext>
            </a:extLst>
          </p:cNvPr>
          <p:cNvPicPr>
            <a:picLocks noChangeAspect="1" noChangeArrowheads="1"/>
          </p:cNvPicPr>
          <p:nvPr/>
        </p:nvPicPr>
        <p:blipFill>
          <a:blip r:embed="rId7" cstate="print">
            <a:clrChange>
              <a:clrFrom>
                <a:srgbClr val="FEFFFF"/>
              </a:clrFrom>
              <a:clrTo>
                <a:srgbClr val="FEFFFF">
                  <a:alpha val="0"/>
                </a:srgbClr>
              </a:clrTo>
            </a:clrChange>
          </a:blip>
          <a:srcRect/>
          <a:stretch>
            <a:fillRect/>
          </a:stretch>
        </p:blipFill>
        <p:spPr bwMode="auto">
          <a:xfrm>
            <a:off x="10447589" y="211790"/>
            <a:ext cx="1462417" cy="561570"/>
          </a:xfrm>
          <a:prstGeom prst="rect">
            <a:avLst/>
          </a:prstGeom>
          <a:noFill/>
        </p:spPr>
      </p:pic>
      <p:sp>
        <p:nvSpPr>
          <p:cNvPr id="5" name="Marcador de texto 2">
            <a:extLst>
              <a:ext uri="{FF2B5EF4-FFF2-40B4-BE49-F238E27FC236}">
                <a16:creationId xmlns:a16="http://schemas.microsoft.com/office/drawing/2014/main" id="{8D8A4ACE-452A-4A2D-D3E7-BF47C18B66F7}"/>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782420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0284E-651F-7526-391A-16FBEFAAFBBC}"/>
            </a:ext>
          </a:extLst>
        </p:cNvPr>
        <p:cNvGrpSpPr/>
        <p:nvPr/>
      </p:nvGrpSpPr>
      <p:grpSpPr>
        <a:xfrm>
          <a:off x="0" y="0"/>
          <a:ext cx="0" cy="0"/>
          <a:chOff x="0" y="0"/>
          <a:chExt cx="0" cy="0"/>
        </a:xfrm>
      </p:grpSpPr>
      <p:pic>
        <p:nvPicPr>
          <p:cNvPr id="4" name="Picture 2" descr="Enel Green Power se consolida como el mayor operador privado de energías  renovables – Economía Sustentable ✓">
            <a:extLst>
              <a:ext uri="{FF2B5EF4-FFF2-40B4-BE49-F238E27FC236}">
                <a16:creationId xmlns:a16="http://schemas.microsoft.com/office/drawing/2014/main" id="{1A4EB7FC-77F6-787D-13E1-6E0C9A4D528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348"/>
          <a:stretch/>
        </p:blipFill>
        <p:spPr bwMode="auto">
          <a:xfrm>
            <a:off x="1555449" y="1572687"/>
            <a:ext cx="4784393" cy="5285313"/>
          </a:xfrm>
          <a:prstGeom prst="rect">
            <a:avLst/>
          </a:prstGeom>
          <a:noFill/>
          <a:extLst>
            <a:ext uri="{909E8E84-426E-40DD-AFC4-6F175D3DCCD1}">
              <a14:hiddenFill xmlns:a14="http://schemas.microsoft.com/office/drawing/2010/main">
                <a:solidFill>
                  <a:srgbClr val="FFFFFF"/>
                </a:solidFill>
              </a14:hiddenFill>
            </a:ext>
          </a:extLst>
        </p:spPr>
      </p:pic>
      <p:sp>
        <p:nvSpPr>
          <p:cNvPr id="38" name="Forma libre 37">
            <a:extLst>
              <a:ext uri="{FF2B5EF4-FFF2-40B4-BE49-F238E27FC236}">
                <a16:creationId xmlns:a16="http://schemas.microsoft.com/office/drawing/2014/main" id="{598D8EBC-9639-4BD0-7C23-F8A2B0A5F850}"/>
              </a:ext>
            </a:extLst>
          </p:cNvPr>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sp>
        <p:nvSpPr>
          <p:cNvPr id="35" name="Forma libre 34">
            <a:extLst>
              <a:ext uri="{FF2B5EF4-FFF2-40B4-BE49-F238E27FC236}">
                <a16:creationId xmlns:a16="http://schemas.microsoft.com/office/drawing/2014/main" id="{E2C8B094-0951-060C-5296-736E57DFF0F7}"/>
              </a:ext>
            </a:extLst>
          </p:cNvPr>
          <p:cNvSpPr/>
          <p:nvPr/>
        </p:nvSpPr>
        <p:spPr>
          <a:xfrm rot="16200000" flipH="1">
            <a:off x="-776604" y="3454733"/>
            <a:ext cx="4137208" cy="2669329"/>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sp>
        <p:nvSpPr>
          <p:cNvPr id="40" name="Forma libre 39">
            <a:extLst>
              <a:ext uri="{FF2B5EF4-FFF2-40B4-BE49-F238E27FC236}">
                <a16:creationId xmlns:a16="http://schemas.microsoft.com/office/drawing/2014/main" id="{08118956-1D15-86BC-4FC0-6FA998EFAEA1}"/>
              </a:ext>
            </a:extLst>
          </p:cNvPr>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graphicFrame>
        <p:nvGraphicFramePr>
          <p:cNvPr id="2" name="Objeto 1" hidden="1">
            <a:extLst>
              <a:ext uri="{FF2B5EF4-FFF2-40B4-BE49-F238E27FC236}">
                <a16:creationId xmlns:a16="http://schemas.microsoft.com/office/drawing/2014/main" id="{67672977-1B8E-F59B-E122-B77084D80879}"/>
              </a:ext>
            </a:extLst>
          </p:cNvPr>
          <p:cNvGraphicFramePr>
            <a:graphicFrameLocks noChangeAspect="1"/>
          </p:cNvGraphicFramePr>
          <p:nvPr>
            <p:custDataLst>
              <p:tags r:id="rId1"/>
            </p:custData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Slide do think-cell" r:id="rId5" imgW="360" imgH="360" progId="">
                  <p:embed/>
                </p:oleObj>
              </mc:Choice>
              <mc:Fallback>
                <p:oleObj name="Slide do think-cell" r:id="rId5" imgW="360" imgH="360" progId="">
                  <p:embed/>
                  <p:pic>
                    <p:nvPicPr>
                      <p:cNvPr id="2" name="Objeto 1" hidden="1">
                        <a:extLst>
                          <a:ext uri="{FF2B5EF4-FFF2-40B4-BE49-F238E27FC236}">
                            <a16:creationId xmlns:a16="http://schemas.microsoft.com/office/drawing/2014/main" id="{67672977-1B8E-F59B-E122-B77084D8087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9" y="2119"/>
                        <a:ext cx="2117" cy="21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 name="CuadroTexto 45">
            <a:extLst>
              <a:ext uri="{FF2B5EF4-FFF2-40B4-BE49-F238E27FC236}">
                <a16:creationId xmlns:a16="http://schemas.microsoft.com/office/drawing/2014/main" id="{A6F1F5A8-369A-210A-B001-9198F1D04208}"/>
              </a:ext>
            </a:extLst>
          </p:cNvPr>
          <p:cNvSpPr txBox="1"/>
          <p:nvPr/>
        </p:nvSpPr>
        <p:spPr>
          <a:xfrm>
            <a:off x="213426" y="729107"/>
            <a:ext cx="6026591" cy="720470"/>
          </a:xfrm>
          <a:prstGeom prst="rect">
            <a:avLst/>
          </a:prstGeom>
          <a:ln>
            <a:noFill/>
          </a:ln>
        </p:spPr>
        <p:txBody>
          <a:bodyPr vert="horz" wrap="square" lIns="103900" tIns="51951" rIns="103900" bIns="51951" rtlCol="0" anchor="t">
            <a:spAutoFit/>
          </a:bodyPr>
          <a:lstStyle/>
          <a:p>
            <a:pPr defTabSz="913768">
              <a:defRPr/>
            </a:pPr>
            <a:r>
              <a:rPr lang="es-MX" sz="2000">
                <a:solidFill>
                  <a:srgbClr val="4F062A"/>
                </a:solidFill>
                <a:latin typeface="+mj-lt"/>
              </a:rPr>
              <a:t>PMO y GdC en la implementación de</a:t>
            </a:r>
            <a:br>
              <a:rPr lang="es-MX" sz="2000">
                <a:solidFill>
                  <a:srgbClr val="4F062A"/>
                </a:solidFill>
                <a:latin typeface="+mj-lt"/>
              </a:rPr>
            </a:br>
            <a:r>
              <a:rPr lang="es-MX" sz="2000">
                <a:solidFill>
                  <a:srgbClr val="4F062A"/>
                </a:solidFill>
                <a:latin typeface="+mj-lt"/>
              </a:rPr>
              <a:t>Procesos y Sistemas Corporativos</a:t>
            </a:r>
          </a:p>
        </p:txBody>
      </p:sp>
      <p:sp>
        <p:nvSpPr>
          <p:cNvPr id="6" name="CuadroTexto 5">
            <a:extLst>
              <a:ext uri="{FF2B5EF4-FFF2-40B4-BE49-F238E27FC236}">
                <a16:creationId xmlns:a16="http://schemas.microsoft.com/office/drawing/2014/main" id="{B1EB1E35-5B1B-CCFD-A293-39443621C48F}"/>
              </a:ext>
            </a:extLst>
          </p:cNvPr>
          <p:cNvSpPr txBox="1"/>
          <p:nvPr/>
        </p:nvSpPr>
        <p:spPr>
          <a:xfrm>
            <a:off x="6397043" y="679451"/>
            <a:ext cx="5403374" cy="2159000"/>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El reto</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p>
          <a:p>
            <a:pPr marL="180000" indent="-180000" defTabSz="914354">
              <a:spcBef>
                <a:spcPts val="600"/>
              </a:spcBef>
              <a:buClr>
                <a:srgbClr val="1A3B47"/>
              </a:buClr>
              <a:buFont typeface="Wingdings" panose="05000000000000000000" pitchFamily="2" charset="2"/>
              <a:buChar char="§"/>
              <a:defRPr/>
            </a:pPr>
            <a:r>
              <a:rPr lang="es-MX" sz="1000">
                <a:solidFill>
                  <a:srgbClr val="4F062A"/>
                </a:solidFill>
              </a:rPr>
              <a:t>En el marco del despliegue de los nuevos procesos corporativos y del modelo de sistemas del grupo EGP se llevó a cabo la implantación en las compañías del grupo en Latinoamérica y Sudáfrica</a:t>
            </a:r>
          </a:p>
        </p:txBody>
      </p:sp>
      <p:sp>
        <p:nvSpPr>
          <p:cNvPr id="7" name="CuadroTexto 6">
            <a:extLst>
              <a:ext uri="{FF2B5EF4-FFF2-40B4-BE49-F238E27FC236}">
                <a16:creationId xmlns:a16="http://schemas.microsoft.com/office/drawing/2014/main" id="{93E885E0-0AF0-2C59-DA53-34B26740F568}"/>
              </a:ext>
            </a:extLst>
          </p:cNvPr>
          <p:cNvSpPr txBox="1"/>
          <p:nvPr/>
        </p:nvSpPr>
        <p:spPr>
          <a:xfrm>
            <a:off x="6450732" y="2720793"/>
            <a:ext cx="5349683" cy="2975838"/>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La solución</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endParaRPr kumimoji="0" lang="en-US" sz="1799"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933" b="0" i="0" u="none" strike="noStrike" kern="1200" cap="none" spc="0" normalizeH="0" baseline="0" noProof="0">
              <a:ln>
                <a:noFill/>
              </a:ln>
              <a:solidFill>
                <a:srgbClr val="4F062A"/>
              </a:solidFill>
              <a:effectLst/>
              <a:uLnTx/>
              <a:uFillTx/>
              <a:ea typeface="+mn-ea"/>
              <a:cs typeface="+mn-cs"/>
            </a:endParaRPr>
          </a:p>
          <a:p>
            <a:pPr defTabSz="914354">
              <a:spcBef>
                <a:spcPts val="600"/>
              </a:spcBef>
              <a:defRPr/>
            </a:pPr>
            <a:r>
              <a:rPr lang="es-MX" sz="1000">
                <a:solidFill>
                  <a:srgbClr val="4F062A"/>
                </a:solidFill>
              </a:rPr>
              <a:t>Planificación, seguimiento y reporte de la actividad de proyecto, gestión de la Calidad e Identificación y gestión de riesgos de proyecto.</a:t>
            </a:r>
          </a:p>
          <a:p>
            <a:pPr defTabSz="914354">
              <a:spcBef>
                <a:spcPts val="600"/>
              </a:spcBef>
              <a:defRPr/>
            </a:pPr>
            <a:r>
              <a:rPr lang="es-MX" sz="1000">
                <a:solidFill>
                  <a:srgbClr val="4F062A"/>
                </a:solidFill>
              </a:rPr>
              <a:t>Elaboración de procedimientos para la gestión de la actividad y soporte de consultoría a la dirección del proyecto.</a:t>
            </a:r>
          </a:p>
          <a:p>
            <a:pPr defTabSz="914354">
              <a:spcBef>
                <a:spcPts val="600"/>
              </a:spcBef>
              <a:defRPr/>
            </a:pPr>
            <a:r>
              <a:rPr lang="es-MX" sz="1000">
                <a:solidFill>
                  <a:srgbClr val="4F062A"/>
                </a:solidFill>
              </a:rPr>
              <a:t>Identificación de los impactos de la transformación para cada colectivo de empleados afectado, así como la definición del plan de gestión del cambio</a:t>
            </a:r>
          </a:p>
          <a:p>
            <a:pPr defTabSz="914354">
              <a:spcBef>
                <a:spcPts val="600"/>
              </a:spcBef>
              <a:defRPr/>
            </a:pPr>
            <a:r>
              <a:rPr lang="es-MX" sz="1000">
                <a:solidFill>
                  <a:srgbClr val="4F062A"/>
                </a:solidFill>
              </a:rPr>
              <a:t>Alineamiento organizativo, redefinición de los perfiles profesionales, creación de la Matriz RACI de responsabilidades, definición de los roles en el sistema y asignación de perfiles profesionales al negocio</a:t>
            </a:r>
          </a:p>
          <a:p>
            <a:pPr defTabSz="914354">
              <a:spcBef>
                <a:spcPts val="600"/>
              </a:spcBef>
              <a:defRPr/>
            </a:pPr>
            <a:r>
              <a:rPr lang="es-MX" sz="1000">
                <a:solidFill>
                  <a:srgbClr val="4F062A"/>
                </a:solidFill>
              </a:rPr>
              <a:t>Definición de la estrategia de comunicación; preparación, ejecución y monitorización del plan de acción para la comunicación al equipo de proyecto, al staff de la compañía y a terceros impactados por el cambio</a:t>
            </a:r>
          </a:p>
          <a:p>
            <a:pPr defTabSz="914354">
              <a:spcBef>
                <a:spcPts val="600"/>
              </a:spcBef>
              <a:defRPr/>
            </a:pPr>
            <a:r>
              <a:rPr lang="es-MX" sz="1000">
                <a:solidFill>
                  <a:srgbClr val="4F062A"/>
                </a:solidFill>
              </a:rPr>
              <a:t>Identificación de las necesidades de formación , diseño del </a:t>
            </a:r>
            <a:r>
              <a:rPr lang="es-MX" sz="1000" err="1">
                <a:solidFill>
                  <a:srgbClr val="4F062A"/>
                </a:solidFill>
              </a:rPr>
              <a:t>curriculum</a:t>
            </a:r>
            <a:r>
              <a:rPr lang="es-MX" sz="1000">
                <a:solidFill>
                  <a:srgbClr val="4F062A"/>
                </a:solidFill>
              </a:rPr>
              <a:t> de formación para cada perfil; preparación, coordinación y monitorización del plan de formación</a:t>
            </a:r>
          </a:p>
          <a:p>
            <a:pPr defTabSz="914354">
              <a:spcBef>
                <a:spcPts val="600"/>
              </a:spcBef>
              <a:defRPr/>
            </a:pPr>
            <a:r>
              <a:rPr lang="es-MX" sz="1000">
                <a:solidFill>
                  <a:srgbClr val="4F062A"/>
                </a:solidFill>
              </a:rPr>
              <a:t>Soporte </a:t>
            </a:r>
            <a:r>
              <a:rPr lang="es-MX" sz="1000" err="1">
                <a:solidFill>
                  <a:srgbClr val="4F062A"/>
                </a:solidFill>
              </a:rPr>
              <a:t>On</a:t>
            </a:r>
            <a:r>
              <a:rPr lang="es-MX" sz="1000">
                <a:solidFill>
                  <a:srgbClr val="4F062A"/>
                </a:solidFill>
              </a:rPr>
              <a:t>-Site y formación </a:t>
            </a:r>
            <a:r>
              <a:rPr lang="es-MX" sz="1000" err="1">
                <a:solidFill>
                  <a:srgbClr val="4F062A"/>
                </a:solidFill>
              </a:rPr>
              <a:t>On</a:t>
            </a:r>
            <a:r>
              <a:rPr lang="es-MX" sz="1000">
                <a:solidFill>
                  <a:srgbClr val="4F062A"/>
                </a:solidFill>
              </a:rPr>
              <a:t>-</a:t>
            </a:r>
            <a:r>
              <a:rPr lang="es-MX" sz="1000" err="1">
                <a:solidFill>
                  <a:srgbClr val="4F062A"/>
                </a:solidFill>
              </a:rPr>
              <a:t>The</a:t>
            </a:r>
            <a:r>
              <a:rPr lang="es-MX" sz="1000">
                <a:solidFill>
                  <a:srgbClr val="4F062A"/>
                </a:solidFill>
              </a:rPr>
              <a:t>-Job para el negocio tras la implementación del nuevo modelo</a:t>
            </a: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p:txBody>
      </p:sp>
      <p:pic>
        <p:nvPicPr>
          <p:cNvPr id="5" name="object 5">
            <a:extLst>
              <a:ext uri="{FF2B5EF4-FFF2-40B4-BE49-F238E27FC236}">
                <a16:creationId xmlns:a16="http://schemas.microsoft.com/office/drawing/2014/main" id="{DBAE5CB3-F312-8702-64C0-5FB87941C804}"/>
              </a:ext>
            </a:extLst>
          </p:cNvPr>
          <p:cNvPicPr/>
          <p:nvPr/>
        </p:nvPicPr>
        <p:blipFill>
          <a:blip r:embed="rId7" cstate="print"/>
          <a:stretch>
            <a:fillRect/>
          </a:stretch>
        </p:blipFill>
        <p:spPr>
          <a:xfrm>
            <a:off x="10784114" y="158741"/>
            <a:ext cx="1168539" cy="545705"/>
          </a:xfrm>
          <a:prstGeom prst="rect">
            <a:avLst/>
          </a:prstGeom>
        </p:spPr>
      </p:pic>
      <p:sp>
        <p:nvSpPr>
          <p:cNvPr id="9" name="Marcador de texto 2">
            <a:extLst>
              <a:ext uri="{FF2B5EF4-FFF2-40B4-BE49-F238E27FC236}">
                <a16:creationId xmlns:a16="http://schemas.microsoft.com/office/drawing/2014/main" id="{020A8F66-A0FF-BEFC-AE23-38399CA92935}"/>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314836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0B185-DB96-501A-BCA0-AA05D3AFD54C}"/>
            </a:ext>
          </a:extLst>
        </p:cNvPr>
        <p:cNvGrpSpPr/>
        <p:nvPr/>
      </p:nvGrpSpPr>
      <p:grpSpPr>
        <a:xfrm>
          <a:off x="0" y="0"/>
          <a:ext cx="0" cy="0"/>
          <a:chOff x="0" y="0"/>
          <a:chExt cx="0" cy="0"/>
        </a:xfrm>
      </p:grpSpPr>
      <p:sp>
        <p:nvSpPr>
          <p:cNvPr id="38" name="Forma libre 37">
            <a:extLst>
              <a:ext uri="{FF2B5EF4-FFF2-40B4-BE49-F238E27FC236}">
                <a16:creationId xmlns:a16="http://schemas.microsoft.com/office/drawing/2014/main" id="{3ECC9370-CBB1-13CB-EA8B-48F538EFACC5}"/>
              </a:ext>
            </a:extLst>
          </p:cNvPr>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sp>
        <p:nvSpPr>
          <p:cNvPr id="35" name="Forma libre 34">
            <a:extLst>
              <a:ext uri="{FF2B5EF4-FFF2-40B4-BE49-F238E27FC236}">
                <a16:creationId xmlns:a16="http://schemas.microsoft.com/office/drawing/2014/main" id="{E4595AF3-70F2-DE0B-BAA7-859F0E9D399A}"/>
              </a:ext>
            </a:extLst>
          </p:cNvPr>
          <p:cNvSpPr/>
          <p:nvPr/>
        </p:nvSpPr>
        <p:spPr>
          <a:xfrm rot="16200000" flipH="1">
            <a:off x="-776604" y="3454733"/>
            <a:ext cx="4137208" cy="2669329"/>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sp>
        <p:nvSpPr>
          <p:cNvPr id="40" name="Forma libre 39">
            <a:extLst>
              <a:ext uri="{FF2B5EF4-FFF2-40B4-BE49-F238E27FC236}">
                <a16:creationId xmlns:a16="http://schemas.microsoft.com/office/drawing/2014/main" id="{7C928772-2CD5-A690-BE94-F05A05D7251E}"/>
              </a:ext>
            </a:extLst>
          </p:cNvPr>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graphicFrame>
        <p:nvGraphicFramePr>
          <p:cNvPr id="2" name="Objeto 1" hidden="1">
            <a:extLst>
              <a:ext uri="{FF2B5EF4-FFF2-40B4-BE49-F238E27FC236}">
                <a16:creationId xmlns:a16="http://schemas.microsoft.com/office/drawing/2014/main" id="{DE238F1B-1C01-B480-FF22-70DDC4B1F567}"/>
              </a:ext>
            </a:extLst>
          </p:cNvPr>
          <p:cNvGraphicFramePr>
            <a:graphicFrameLocks noChangeAspect="1"/>
          </p:cNvGraphicFramePr>
          <p:nvPr>
            <p:custDataLst>
              <p:tags r:id="rId1"/>
            </p:custData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Slide do think-cell" r:id="rId4" imgW="360" imgH="360" progId="">
                  <p:embed/>
                </p:oleObj>
              </mc:Choice>
              <mc:Fallback>
                <p:oleObj name="Slide do think-cell" r:id="rId4" imgW="360" imgH="360" progId="">
                  <p:embed/>
                  <p:pic>
                    <p:nvPicPr>
                      <p:cNvPr id="2" name="Objeto 1" hidden="1">
                        <a:extLst>
                          <a:ext uri="{FF2B5EF4-FFF2-40B4-BE49-F238E27FC236}">
                            <a16:creationId xmlns:a16="http://schemas.microsoft.com/office/drawing/2014/main" id="{DE238F1B-1C01-B480-FF22-70DDC4B1F5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9" y="2119"/>
                        <a:ext cx="2117" cy="21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 name="CuadroTexto 45">
            <a:extLst>
              <a:ext uri="{FF2B5EF4-FFF2-40B4-BE49-F238E27FC236}">
                <a16:creationId xmlns:a16="http://schemas.microsoft.com/office/drawing/2014/main" id="{1CB354CB-A0B2-5D74-3725-7ACF1AC0F114}"/>
              </a:ext>
            </a:extLst>
          </p:cNvPr>
          <p:cNvSpPr txBox="1"/>
          <p:nvPr/>
        </p:nvSpPr>
        <p:spPr>
          <a:xfrm>
            <a:off x="213426" y="729107"/>
            <a:ext cx="6026591" cy="412693"/>
          </a:xfrm>
          <a:prstGeom prst="rect">
            <a:avLst/>
          </a:prstGeom>
          <a:ln>
            <a:noFill/>
          </a:ln>
        </p:spPr>
        <p:txBody>
          <a:bodyPr vert="horz" wrap="square" lIns="103900" tIns="51951" rIns="103900" bIns="51951" rtlCol="0" anchor="t">
            <a:spAutoFit/>
          </a:bodyPr>
          <a:lstStyle/>
          <a:p>
            <a:pPr defTabSz="913768">
              <a:defRPr/>
            </a:pPr>
            <a:r>
              <a:rPr lang="es-MX" sz="2000">
                <a:solidFill>
                  <a:srgbClr val="4F062A"/>
                </a:solidFill>
                <a:latin typeface="+mj-lt"/>
              </a:rPr>
              <a:t>Implantación de Oficina de Proyectos </a:t>
            </a:r>
          </a:p>
        </p:txBody>
      </p:sp>
      <p:sp>
        <p:nvSpPr>
          <p:cNvPr id="6" name="CuadroTexto 5">
            <a:extLst>
              <a:ext uri="{FF2B5EF4-FFF2-40B4-BE49-F238E27FC236}">
                <a16:creationId xmlns:a16="http://schemas.microsoft.com/office/drawing/2014/main" id="{68D47AB4-D2A3-DB84-D2C3-E1EF2ABE1967}"/>
              </a:ext>
            </a:extLst>
          </p:cNvPr>
          <p:cNvSpPr txBox="1"/>
          <p:nvPr/>
        </p:nvSpPr>
        <p:spPr>
          <a:xfrm>
            <a:off x="6397043" y="679451"/>
            <a:ext cx="5403374" cy="2159000"/>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El reto</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p>
          <a:p>
            <a:pPr marL="180000" indent="-180000" defTabSz="914354">
              <a:spcBef>
                <a:spcPts val="600"/>
              </a:spcBef>
              <a:buClr>
                <a:srgbClr val="1A3B47"/>
              </a:buClr>
              <a:buFont typeface="Wingdings" panose="05000000000000000000" pitchFamily="2" charset="2"/>
              <a:buChar char="§"/>
              <a:defRPr/>
            </a:pPr>
            <a:r>
              <a:rPr lang="es-MX" sz="1000">
                <a:solidFill>
                  <a:srgbClr val="4F062A"/>
                </a:solidFill>
              </a:rPr>
              <a:t>Definir, desarrollar e implementar una Oficina de Gestión de Proyectos TI (PMO)</a:t>
            </a:r>
          </a:p>
        </p:txBody>
      </p:sp>
      <p:sp>
        <p:nvSpPr>
          <p:cNvPr id="7" name="CuadroTexto 6">
            <a:extLst>
              <a:ext uri="{FF2B5EF4-FFF2-40B4-BE49-F238E27FC236}">
                <a16:creationId xmlns:a16="http://schemas.microsoft.com/office/drawing/2014/main" id="{99ECFF15-BD1F-E819-A217-453CFEA51314}"/>
              </a:ext>
            </a:extLst>
          </p:cNvPr>
          <p:cNvSpPr txBox="1"/>
          <p:nvPr/>
        </p:nvSpPr>
        <p:spPr>
          <a:xfrm>
            <a:off x="6450732" y="1749115"/>
            <a:ext cx="5349683" cy="2975838"/>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La solución</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endParaRPr kumimoji="0" lang="en-US" sz="1799"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933" b="0" i="0" u="none" strike="noStrike" kern="1200" cap="none" spc="0" normalizeH="0" baseline="0" noProof="0">
              <a:ln>
                <a:noFill/>
              </a:ln>
              <a:solidFill>
                <a:srgbClr val="4F062A"/>
              </a:solidFill>
              <a:effectLst/>
              <a:uLnTx/>
              <a:uFillTx/>
              <a:ea typeface="+mn-ea"/>
              <a:cs typeface="+mn-cs"/>
            </a:endParaRPr>
          </a:p>
          <a:p>
            <a:pPr marL="228594" indent="-228594" defTabSz="1219170" fontAlgn="base">
              <a:lnSpc>
                <a:spcPct val="110000"/>
              </a:lnSpc>
              <a:spcBef>
                <a:spcPts val="267"/>
              </a:spcBef>
              <a:spcAft>
                <a:spcPct val="0"/>
              </a:spcAft>
              <a:buClr>
                <a:srgbClr val="3D3935"/>
              </a:buClr>
              <a:buFont typeface="Wingdings" panose="05000000000000000000" pitchFamily="2" charset="2"/>
              <a:buChar char="§"/>
              <a:defRPr/>
            </a:pPr>
            <a:r>
              <a:rPr lang="es-ES" sz="1067" kern="0">
                <a:solidFill>
                  <a:srgbClr val="4F062A"/>
                </a:solidFill>
                <a:ea typeface="Arial" pitchFamily="-111" charset="0"/>
                <a:cs typeface="Arial" pitchFamily="-111" charset="0"/>
              </a:rPr>
              <a:t>Análisis de situación y valoración de la gestión global de origen:</a:t>
            </a:r>
          </a:p>
          <a:p>
            <a:pPr marL="228594" indent="-228594" defTabSz="1219170" fontAlgn="base">
              <a:lnSpc>
                <a:spcPct val="110000"/>
              </a:lnSpc>
              <a:spcBef>
                <a:spcPts val="267"/>
              </a:spcBef>
              <a:spcAft>
                <a:spcPct val="0"/>
              </a:spcAft>
              <a:buClr>
                <a:srgbClr val="3D3935"/>
              </a:buClr>
              <a:buFont typeface="Wingdings" panose="05000000000000000000" pitchFamily="2" charset="2"/>
              <a:buChar char="§"/>
              <a:defRPr/>
            </a:pPr>
            <a:endParaRPr lang="es-ES" sz="1067" kern="0">
              <a:solidFill>
                <a:srgbClr val="4F062A"/>
              </a:solidFill>
              <a:ea typeface="Arial" pitchFamily="-111" charset="0"/>
              <a:cs typeface="Arial" pitchFamily="-111" charset="0"/>
            </a:endParaRPr>
          </a:p>
          <a:p>
            <a:pPr marL="685783" lvl="2" indent="-228594" defTabSz="1219170" fontAlgn="base">
              <a:spcBef>
                <a:spcPts val="267"/>
              </a:spcBef>
              <a:spcAft>
                <a:spcPct val="0"/>
              </a:spcAft>
              <a:buClr>
                <a:srgbClr val="3D3935"/>
              </a:buClr>
              <a:buFont typeface="Wingdings" panose="05000000000000000000" pitchFamily="2" charset="2"/>
              <a:buChar char="§"/>
              <a:defRPr/>
            </a:pPr>
            <a:r>
              <a:rPr lang="es-ES" sz="1067" kern="0">
                <a:solidFill>
                  <a:srgbClr val="4F062A"/>
                </a:solidFill>
                <a:ea typeface="Arial" pitchFamily="-111" charset="0"/>
                <a:cs typeface="Arial" pitchFamily="-111" charset="0"/>
              </a:rPr>
              <a:t>Marco global de gestión de demanda y nivel de madurez</a:t>
            </a:r>
          </a:p>
          <a:p>
            <a:pPr marL="685783" lvl="2" indent="-228594" defTabSz="1219170" fontAlgn="base">
              <a:spcBef>
                <a:spcPts val="267"/>
              </a:spcBef>
              <a:spcAft>
                <a:spcPct val="0"/>
              </a:spcAft>
              <a:buClr>
                <a:srgbClr val="3D3935"/>
              </a:buClr>
              <a:buFont typeface="Wingdings" panose="05000000000000000000" pitchFamily="2" charset="2"/>
              <a:buChar char="§"/>
              <a:defRPr/>
            </a:pPr>
            <a:r>
              <a:rPr lang="es-ES" sz="1067" kern="0">
                <a:solidFill>
                  <a:srgbClr val="4F062A"/>
                </a:solidFill>
                <a:ea typeface="Arial" pitchFamily="-111" charset="0"/>
                <a:cs typeface="Arial" pitchFamily="-111" charset="0"/>
              </a:rPr>
              <a:t>Gestión de Incidencias y Peticiones</a:t>
            </a:r>
          </a:p>
          <a:p>
            <a:pPr marL="685783" lvl="2" indent="-228594" defTabSz="1219170" fontAlgn="base">
              <a:spcBef>
                <a:spcPts val="267"/>
              </a:spcBef>
              <a:spcAft>
                <a:spcPct val="0"/>
              </a:spcAft>
              <a:buClr>
                <a:srgbClr val="3D3935"/>
              </a:buClr>
              <a:buFont typeface="Wingdings" panose="05000000000000000000" pitchFamily="2" charset="2"/>
              <a:buChar char="§"/>
              <a:defRPr/>
            </a:pPr>
            <a:r>
              <a:rPr lang="es-ES" sz="1067" kern="0">
                <a:solidFill>
                  <a:srgbClr val="4F062A"/>
                </a:solidFill>
                <a:ea typeface="Arial" pitchFamily="-111" charset="0"/>
                <a:cs typeface="Arial" pitchFamily="-111" charset="0"/>
              </a:rPr>
              <a:t>Gestión de proyectos</a:t>
            </a:r>
          </a:p>
          <a:p>
            <a:pPr marL="685783" lvl="2" indent="-228594" defTabSz="1219170" fontAlgn="base">
              <a:spcBef>
                <a:spcPts val="267"/>
              </a:spcBef>
              <a:spcAft>
                <a:spcPct val="0"/>
              </a:spcAft>
              <a:buClr>
                <a:srgbClr val="3D3935"/>
              </a:buClr>
              <a:buFont typeface="Wingdings" panose="05000000000000000000" pitchFamily="2" charset="2"/>
              <a:buChar char="§"/>
              <a:defRPr/>
            </a:pPr>
            <a:r>
              <a:rPr lang="es-ES" sz="1067" kern="0">
                <a:solidFill>
                  <a:srgbClr val="4F062A"/>
                </a:solidFill>
                <a:ea typeface="Arial" pitchFamily="-111" charset="0"/>
                <a:cs typeface="Arial" pitchFamily="-111" charset="0"/>
              </a:rPr>
              <a:t>Reporte y criterios de responsabilidad y decisión</a:t>
            </a:r>
          </a:p>
          <a:p>
            <a:pPr marL="685783" lvl="2" indent="-228594" defTabSz="1219170" fontAlgn="base">
              <a:spcBef>
                <a:spcPts val="267"/>
              </a:spcBef>
              <a:spcAft>
                <a:spcPct val="0"/>
              </a:spcAft>
              <a:buClr>
                <a:srgbClr val="3D3935"/>
              </a:buClr>
              <a:buFont typeface="Wingdings" panose="05000000000000000000" pitchFamily="2" charset="2"/>
              <a:buChar char="§"/>
              <a:defRPr/>
            </a:pPr>
            <a:endParaRPr lang="es-ES" sz="1067" kern="0">
              <a:solidFill>
                <a:srgbClr val="4F062A"/>
              </a:solidFill>
              <a:ea typeface="Arial" pitchFamily="-111" charset="0"/>
              <a:cs typeface="Arial" pitchFamily="-111" charset="0"/>
            </a:endParaRPr>
          </a:p>
          <a:p>
            <a:pPr marL="228594" indent="-228594" defTabSz="1219170" fontAlgn="base">
              <a:lnSpc>
                <a:spcPct val="110000"/>
              </a:lnSpc>
              <a:spcBef>
                <a:spcPts val="267"/>
              </a:spcBef>
              <a:spcAft>
                <a:spcPct val="0"/>
              </a:spcAft>
              <a:buClr>
                <a:srgbClr val="3D3935"/>
              </a:buClr>
              <a:buFont typeface="Wingdings" panose="05000000000000000000" pitchFamily="2" charset="2"/>
              <a:buChar char="§"/>
              <a:defRPr/>
            </a:pPr>
            <a:r>
              <a:rPr lang="es-ES" sz="1067" kern="0">
                <a:solidFill>
                  <a:srgbClr val="4F062A"/>
                </a:solidFill>
                <a:ea typeface="Arial" pitchFamily="-111" charset="0"/>
                <a:cs typeface="Arial" pitchFamily="-111" charset="0"/>
              </a:rPr>
              <a:t>Desarrollo e implantación de un modelo de gestión de la demanda (estratégica y operativa)</a:t>
            </a:r>
          </a:p>
          <a:p>
            <a:pPr marL="228594" indent="-228594" defTabSz="1219170" fontAlgn="base">
              <a:lnSpc>
                <a:spcPct val="110000"/>
              </a:lnSpc>
              <a:spcBef>
                <a:spcPts val="267"/>
              </a:spcBef>
              <a:spcAft>
                <a:spcPct val="0"/>
              </a:spcAft>
              <a:buClr>
                <a:srgbClr val="3D3935"/>
              </a:buClr>
              <a:buFont typeface="Wingdings" panose="05000000000000000000" pitchFamily="2" charset="2"/>
              <a:buChar char="§"/>
              <a:defRPr/>
            </a:pPr>
            <a:r>
              <a:rPr lang="es-ES" sz="1067" kern="0">
                <a:solidFill>
                  <a:srgbClr val="4F062A"/>
                </a:solidFill>
                <a:ea typeface="Arial" pitchFamily="-111" charset="0"/>
                <a:cs typeface="Arial" pitchFamily="-111" charset="0"/>
              </a:rPr>
              <a:t>Desarrollo e implantación de la metodología de gestión de proyectos</a:t>
            </a:r>
          </a:p>
          <a:p>
            <a:pPr marL="228594" indent="-228594" defTabSz="1219170" fontAlgn="base">
              <a:lnSpc>
                <a:spcPct val="110000"/>
              </a:lnSpc>
              <a:spcBef>
                <a:spcPts val="267"/>
              </a:spcBef>
              <a:spcAft>
                <a:spcPct val="0"/>
              </a:spcAft>
              <a:buClr>
                <a:srgbClr val="3D3935"/>
              </a:buClr>
              <a:buFont typeface="Wingdings" panose="05000000000000000000" pitchFamily="2" charset="2"/>
              <a:buChar char="§"/>
              <a:defRPr/>
            </a:pPr>
            <a:r>
              <a:rPr lang="es-ES" sz="1067" kern="0">
                <a:solidFill>
                  <a:srgbClr val="4F062A"/>
                </a:solidFill>
                <a:ea typeface="Arial" pitchFamily="-111" charset="0"/>
                <a:cs typeface="Arial" pitchFamily="-111" charset="0"/>
              </a:rPr>
              <a:t>Definición y creación de la PMO sobre un modelo adaptado de relación y servicios.</a:t>
            </a:r>
          </a:p>
          <a:p>
            <a:pPr marL="228594" indent="-228594" defTabSz="1219170" fontAlgn="base">
              <a:lnSpc>
                <a:spcPct val="110000"/>
              </a:lnSpc>
              <a:spcBef>
                <a:spcPts val="267"/>
              </a:spcBef>
              <a:spcAft>
                <a:spcPct val="0"/>
              </a:spcAft>
              <a:buClr>
                <a:srgbClr val="3D3935"/>
              </a:buClr>
              <a:buFont typeface="Wingdings" panose="05000000000000000000" pitchFamily="2" charset="2"/>
              <a:buChar char="§"/>
              <a:defRPr/>
            </a:pPr>
            <a:r>
              <a:rPr lang="es-ES" sz="1067" kern="0">
                <a:solidFill>
                  <a:srgbClr val="4F062A"/>
                </a:solidFill>
                <a:ea typeface="Arial" pitchFamily="-111" charset="0"/>
                <a:cs typeface="Arial" pitchFamily="-111" charset="0"/>
              </a:rPr>
              <a:t> Soporte al servicio regular de la PMO</a:t>
            </a:r>
          </a:p>
          <a:p>
            <a:pPr marL="228594" indent="-228594" defTabSz="1219170" fontAlgn="base">
              <a:lnSpc>
                <a:spcPct val="110000"/>
              </a:lnSpc>
              <a:spcBef>
                <a:spcPts val="267"/>
              </a:spcBef>
              <a:spcAft>
                <a:spcPct val="0"/>
              </a:spcAft>
              <a:buClr>
                <a:srgbClr val="3D3935"/>
              </a:buClr>
              <a:buFont typeface="Wingdings" panose="05000000000000000000" pitchFamily="2" charset="2"/>
              <a:buChar char="§"/>
              <a:defRPr/>
            </a:pPr>
            <a:r>
              <a:rPr lang="es-ES" sz="1067" kern="0">
                <a:solidFill>
                  <a:srgbClr val="4F062A"/>
                </a:solidFill>
                <a:ea typeface="Arial" pitchFamily="-111" charset="0"/>
                <a:cs typeface="Arial" pitchFamily="-111" charset="0"/>
              </a:rPr>
              <a:t>Ejecución año 2012/13.</a:t>
            </a: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a:p>
            <a:pPr marL="0" marR="0" lvl="0" indent="0" algn="just" defTabSz="913790" rtl="0" eaLnBrk="1" fontAlgn="auto" latinLnBrk="0" hangingPunct="1">
              <a:lnSpc>
                <a:spcPct val="100000"/>
              </a:lnSpc>
              <a:spcBef>
                <a:spcPts val="0"/>
              </a:spcBef>
              <a:spcAft>
                <a:spcPts val="0"/>
              </a:spcAft>
              <a:buClrTx/>
              <a:buSzTx/>
              <a:buFontTx/>
              <a:buNone/>
              <a:tabLst/>
              <a:defRPr/>
            </a:pPr>
            <a:endParaRPr kumimoji="0" lang="es-ES" sz="1000" b="0" i="0" u="none" strike="noStrike" kern="1200" cap="none" spc="0" normalizeH="0" baseline="0" noProof="0">
              <a:ln>
                <a:noFill/>
              </a:ln>
              <a:solidFill>
                <a:srgbClr val="4F062A"/>
              </a:solidFill>
              <a:effectLst/>
              <a:uLnTx/>
              <a:uFillTx/>
              <a:ea typeface="+mn-ea"/>
              <a:cs typeface="+mn-cs"/>
            </a:endParaRPr>
          </a:p>
        </p:txBody>
      </p:sp>
      <p:sp>
        <p:nvSpPr>
          <p:cNvPr id="3" name="CuadroTexto 2">
            <a:extLst>
              <a:ext uri="{FF2B5EF4-FFF2-40B4-BE49-F238E27FC236}">
                <a16:creationId xmlns:a16="http://schemas.microsoft.com/office/drawing/2014/main" id="{051907B1-4624-18CD-5C28-70E0291AFC00}"/>
              </a:ext>
            </a:extLst>
          </p:cNvPr>
          <p:cNvSpPr txBox="1"/>
          <p:nvPr/>
        </p:nvSpPr>
        <p:spPr>
          <a:xfrm>
            <a:off x="6856434" y="5807120"/>
            <a:ext cx="1553804" cy="660617"/>
          </a:xfrm>
          <a:prstGeom prst="rect">
            <a:avLst/>
          </a:prstGeom>
          <a:ln>
            <a:noFill/>
          </a:ln>
        </p:spPr>
        <p:txBody>
          <a:bodyPr vert="horz" wrap="square" lIns="121920" tIns="60960" rIns="121920" bIns="60960" rtlCol="0" anchor="t">
            <a:noAutofit/>
          </a:bodyPr>
          <a:lstStyle/>
          <a:p>
            <a:pPr defTabSz="913790">
              <a:spcAft>
                <a:spcPts val="667"/>
              </a:spcAft>
            </a:pPr>
            <a:r>
              <a:rPr lang="es-ES_tradnl" sz="800" b="1">
                <a:solidFill>
                  <a:srgbClr val="4F062A"/>
                </a:solidFill>
                <a:cs typeface="Arial"/>
              </a:rPr>
              <a:t>Prácticas Digitales</a:t>
            </a:r>
          </a:p>
          <a:p>
            <a:pPr defTabSz="913790">
              <a:spcAft>
                <a:spcPts val="667"/>
              </a:spcAft>
            </a:pPr>
            <a:r>
              <a:rPr lang="es-ES_tradnl" sz="800">
                <a:solidFill>
                  <a:srgbClr val="4F062A"/>
                </a:solidFill>
              </a:rPr>
              <a:t>IT </a:t>
            </a:r>
            <a:r>
              <a:rPr lang="es-ES_tradnl" sz="800" err="1">
                <a:solidFill>
                  <a:srgbClr val="4F062A"/>
                </a:solidFill>
              </a:rPr>
              <a:t>Consultancy</a:t>
            </a:r>
            <a:endParaRPr lang="es-ES_tradnl" sz="800">
              <a:solidFill>
                <a:srgbClr val="4F062A"/>
              </a:solidFill>
            </a:endParaRPr>
          </a:p>
          <a:p>
            <a:pPr defTabSz="913790">
              <a:spcAft>
                <a:spcPts val="667"/>
              </a:spcAft>
            </a:pPr>
            <a:r>
              <a:rPr lang="es-ES_tradnl" sz="800">
                <a:solidFill>
                  <a:srgbClr val="4F062A"/>
                </a:solidFill>
              </a:rPr>
              <a:t>PPM/Herramientas</a:t>
            </a:r>
          </a:p>
          <a:p>
            <a:pPr defTabSz="913790">
              <a:spcAft>
                <a:spcPts val="667"/>
              </a:spcAft>
            </a:pPr>
            <a:r>
              <a:rPr lang="es-ES_tradnl" sz="800">
                <a:solidFill>
                  <a:srgbClr val="4F062A"/>
                </a:solidFill>
              </a:rPr>
              <a:t>PMO</a:t>
            </a:r>
          </a:p>
          <a:p>
            <a:pPr defTabSz="913790">
              <a:spcAft>
                <a:spcPts val="667"/>
              </a:spcAft>
            </a:pPr>
            <a:endParaRPr lang="es-ES_tradnl" sz="800">
              <a:solidFill>
                <a:srgbClr val="4F062A"/>
              </a:solidFill>
            </a:endParaRPr>
          </a:p>
        </p:txBody>
      </p:sp>
      <p:sp>
        <p:nvSpPr>
          <p:cNvPr id="8" name="CuadroTexto 7">
            <a:extLst>
              <a:ext uri="{FF2B5EF4-FFF2-40B4-BE49-F238E27FC236}">
                <a16:creationId xmlns:a16="http://schemas.microsoft.com/office/drawing/2014/main" id="{5B1C507E-8E84-CD7D-DC91-7D0C99636842}"/>
              </a:ext>
            </a:extLst>
          </p:cNvPr>
          <p:cNvSpPr txBox="1"/>
          <p:nvPr/>
        </p:nvSpPr>
        <p:spPr>
          <a:xfrm>
            <a:off x="8400117" y="5807120"/>
            <a:ext cx="1553804" cy="539913"/>
          </a:xfrm>
          <a:prstGeom prst="rect">
            <a:avLst/>
          </a:prstGeom>
          <a:ln>
            <a:noFill/>
          </a:ln>
        </p:spPr>
        <p:txBody>
          <a:bodyPr vert="horz" wrap="square" lIns="121920" tIns="60960" rIns="121920" bIns="60960" rtlCol="0" anchor="t">
            <a:noAutofit/>
          </a:bodyPr>
          <a:lstStyle/>
          <a:p>
            <a:pPr defTabSz="913790">
              <a:spcAft>
                <a:spcPts val="667"/>
              </a:spcAft>
            </a:pPr>
            <a:r>
              <a:rPr lang="es-ES_tradnl" sz="800" b="1">
                <a:solidFill>
                  <a:srgbClr val="4F062A"/>
                </a:solidFill>
                <a:cs typeface="Arial"/>
              </a:rPr>
              <a:t>Productos propios</a:t>
            </a:r>
          </a:p>
          <a:p>
            <a:pPr defTabSz="913790">
              <a:spcAft>
                <a:spcPts val="667"/>
              </a:spcAft>
            </a:pPr>
            <a:r>
              <a:rPr lang="es-ES" sz="800">
                <a:solidFill>
                  <a:srgbClr val="4F062A"/>
                </a:solidFill>
              </a:rPr>
              <a:t>N/A</a:t>
            </a:r>
            <a:endParaRPr lang="es-ES_tradnl" sz="800">
              <a:solidFill>
                <a:srgbClr val="4F062A"/>
              </a:solidFill>
              <a:cs typeface="Arial"/>
            </a:endParaRPr>
          </a:p>
          <a:p>
            <a:pPr defTabSz="913790"/>
            <a:endParaRPr lang="es-ES" sz="800">
              <a:solidFill>
                <a:srgbClr val="4F062A"/>
              </a:solidFill>
            </a:endParaRPr>
          </a:p>
        </p:txBody>
      </p:sp>
      <p:sp>
        <p:nvSpPr>
          <p:cNvPr id="9" name="CuadroTexto 8">
            <a:extLst>
              <a:ext uri="{FF2B5EF4-FFF2-40B4-BE49-F238E27FC236}">
                <a16:creationId xmlns:a16="http://schemas.microsoft.com/office/drawing/2014/main" id="{38989215-4520-AA73-8142-6E55E1DD1F7F}"/>
              </a:ext>
            </a:extLst>
          </p:cNvPr>
          <p:cNvSpPr txBox="1"/>
          <p:nvPr/>
        </p:nvSpPr>
        <p:spPr>
          <a:xfrm>
            <a:off x="9953921" y="5814036"/>
            <a:ext cx="1597204" cy="660617"/>
          </a:xfrm>
          <a:prstGeom prst="rect">
            <a:avLst/>
          </a:prstGeom>
          <a:ln>
            <a:noFill/>
          </a:ln>
        </p:spPr>
        <p:txBody>
          <a:bodyPr vert="horz" wrap="square" lIns="121920" tIns="60960" rIns="121920" bIns="60960" rtlCol="0" anchor="t">
            <a:noAutofit/>
          </a:bodyPr>
          <a:lstStyle/>
          <a:p>
            <a:pPr defTabSz="913790">
              <a:spcAft>
                <a:spcPts val="667"/>
              </a:spcAft>
            </a:pPr>
            <a:r>
              <a:rPr lang="es-ES_tradnl" sz="800" b="1">
                <a:solidFill>
                  <a:srgbClr val="4F062A"/>
                </a:solidFill>
                <a:cs typeface="Arial"/>
              </a:rPr>
              <a:t>Productos de terceros</a:t>
            </a:r>
          </a:p>
          <a:p>
            <a:pPr defTabSz="913790">
              <a:spcAft>
                <a:spcPts val="667"/>
              </a:spcAft>
            </a:pPr>
            <a:r>
              <a:rPr lang="es-ES" sz="800">
                <a:solidFill>
                  <a:srgbClr val="4F062A"/>
                </a:solidFill>
              </a:rPr>
              <a:t>N/A</a:t>
            </a:r>
            <a:endParaRPr lang="es-ES_tradnl" sz="800">
              <a:solidFill>
                <a:srgbClr val="4F062A"/>
              </a:solidFill>
            </a:endParaRPr>
          </a:p>
        </p:txBody>
      </p:sp>
      <p:pic>
        <p:nvPicPr>
          <p:cNvPr id="11" name="Imagen 10">
            <a:extLst>
              <a:ext uri="{FF2B5EF4-FFF2-40B4-BE49-F238E27FC236}">
                <a16:creationId xmlns:a16="http://schemas.microsoft.com/office/drawing/2014/main" id="{EE8F4DC0-7369-18E1-A277-D418105D20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952777" y="5429991"/>
            <a:ext cx="351601" cy="340263"/>
          </a:xfrm>
          <a:prstGeom prst="rect">
            <a:avLst/>
          </a:prstGeom>
        </p:spPr>
      </p:pic>
      <p:pic>
        <p:nvPicPr>
          <p:cNvPr id="12" name="Imagen 11">
            <a:extLst>
              <a:ext uri="{FF2B5EF4-FFF2-40B4-BE49-F238E27FC236}">
                <a16:creationId xmlns:a16="http://schemas.microsoft.com/office/drawing/2014/main" id="{B502F240-0471-0C09-A741-C593484B36F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513305" y="5429991"/>
            <a:ext cx="335224" cy="330687"/>
          </a:xfrm>
          <a:prstGeom prst="rect">
            <a:avLst/>
          </a:prstGeom>
        </p:spPr>
      </p:pic>
      <p:pic>
        <p:nvPicPr>
          <p:cNvPr id="13" name="Imagen 12">
            <a:extLst>
              <a:ext uri="{FF2B5EF4-FFF2-40B4-BE49-F238E27FC236}">
                <a16:creationId xmlns:a16="http://schemas.microsoft.com/office/drawing/2014/main" id="{BDC95499-16A4-2C53-18A5-A44C791759C4}"/>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0059603" y="5493910"/>
            <a:ext cx="313035" cy="313209"/>
          </a:xfrm>
          <a:prstGeom prst="rect">
            <a:avLst/>
          </a:prstGeom>
        </p:spPr>
      </p:pic>
      <p:pic>
        <p:nvPicPr>
          <p:cNvPr id="14" name="Gráfico 2">
            <a:extLst>
              <a:ext uri="{FF2B5EF4-FFF2-40B4-BE49-F238E27FC236}">
                <a16:creationId xmlns:a16="http://schemas.microsoft.com/office/drawing/2014/main" id="{4C01A9D0-EA63-6008-5713-A4E323B255CE}"/>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033811" y="3647068"/>
            <a:ext cx="3153413" cy="1782923"/>
          </a:xfrm>
          <a:prstGeom prst="rect">
            <a:avLst/>
          </a:prstGeom>
        </p:spPr>
      </p:pic>
      <p:pic>
        <p:nvPicPr>
          <p:cNvPr id="16" name="Gráfico 2">
            <a:extLst>
              <a:ext uri="{FF2B5EF4-FFF2-40B4-BE49-F238E27FC236}">
                <a16:creationId xmlns:a16="http://schemas.microsoft.com/office/drawing/2014/main" id="{85FFE784-E24E-4C6E-57ED-91FC6F1E731C}"/>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0670228" y="132445"/>
            <a:ext cx="1130187" cy="639002"/>
          </a:xfrm>
          <a:prstGeom prst="rect">
            <a:avLst/>
          </a:prstGeom>
        </p:spPr>
      </p:pic>
      <p:grpSp>
        <p:nvGrpSpPr>
          <p:cNvPr id="17" name="Agrupar 48">
            <a:extLst>
              <a:ext uri="{FF2B5EF4-FFF2-40B4-BE49-F238E27FC236}">
                <a16:creationId xmlns:a16="http://schemas.microsoft.com/office/drawing/2014/main" id="{AB44C3AD-267B-4132-4F47-8A7663BFA991}"/>
              </a:ext>
            </a:extLst>
          </p:cNvPr>
          <p:cNvGrpSpPr/>
          <p:nvPr/>
        </p:nvGrpSpPr>
        <p:grpSpPr>
          <a:xfrm>
            <a:off x="333213" y="4047978"/>
            <a:ext cx="2219943" cy="1334799"/>
            <a:chOff x="330946" y="4083918"/>
            <a:chExt cx="1800201" cy="1001099"/>
          </a:xfrm>
        </p:grpSpPr>
        <p:sp>
          <p:nvSpPr>
            <p:cNvPr id="18" name="CuadroTexto 17">
              <a:extLst>
                <a:ext uri="{FF2B5EF4-FFF2-40B4-BE49-F238E27FC236}">
                  <a16:creationId xmlns:a16="http://schemas.microsoft.com/office/drawing/2014/main" id="{7B1FE66E-AB27-17E5-F18A-DF74CD80759F}"/>
                </a:ext>
              </a:extLst>
            </p:cNvPr>
            <p:cNvSpPr txBox="1"/>
            <p:nvPr/>
          </p:nvSpPr>
          <p:spPr>
            <a:xfrm>
              <a:off x="330946" y="4083918"/>
              <a:ext cx="1800201" cy="370600"/>
            </a:xfrm>
            <a:prstGeom prst="rect">
              <a:avLst/>
            </a:prstGeom>
            <a:ln>
              <a:noFill/>
            </a:ln>
          </p:spPr>
          <p:txBody>
            <a:bodyPr vert="horz" wrap="square" lIns="103900" tIns="51951" rIns="103900" bIns="51951" rtlCol="0" anchor="t">
              <a:noAutofit/>
            </a:bodyPr>
            <a:lstStyle/>
            <a:p>
              <a:pPr defTabSz="1038858">
                <a:defRPr/>
              </a:pPr>
              <a:r>
                <a:rPr lang="es-ES" sz="1200" b="1">
                  <a:solidFill>
                    <a:srgbClr val="FFFFFF"/>
                  </a:solidFill>
                </a:rPr>
                <a:t>Implementación de estándares</a:t>
              </a:r>
            </a:p>
            <a:p>
              <a:pPr defTabSz="1038858">
                <a:defRPr/>
              </a:pPr>
              <a:endParaRPr lang="es-ES" sz="1200" b="1">
                <a:solidFill>
                  <a:srgbClr val="FFFFFF"/>
                </a:solidFill>
                <a:cs typeface="Arial" panose="020B0604020202020204" pitchFamily="34" charset="0"/>
              </a:endParaRPr>
            </a:p>
            <a:p>
              <a:pPr defTabSz="1038858">
                <a:defRPr/>
              </a:pPr>
              <a:endParaRPr lang="es-ES" sz="1200" b="1">
                <a:solidFill>
                  <a:srgbClr val="FFFFFF"/>
                </a:solidFill>
                <a:cs typeface="Arial" panose="020B0604020202020204" pitchFamily="34" charset="0"/>
              </a:endParaRPr>
            </a:p>
            <a:p>
              <a:pPr defTabSz="913790"/>
              <a:r>
                <a:rPr lang="es-ES" altLang="es-ES" sz="1067">
                  <a:solidFill>
                    <a:srgbClr val="FFFFFF"/>
                  </a:solidFill>
                </a:rPr>
                <a:t>Gestión eficiente soportada por una herramienta de los proyectos TI</a:t>
              </a:r>
            </a:p>
            <a:p>
              <a:pPr defTabSz="913790"/>
              <a:endParaRPr lang="es-ES" altLang="es-ES" sz="1067">
                <a:solidFill>
                  <a:srgbClr val="FFFFFF"/>
                </a:solidFill>
              </a:endParaRPr>
            </a:p>
            <a:p>
              <a:pPr defTabSz="1219170">
                <a:defRPr/>
              </a:pPr>
              <a:endParaRPr lang="es-ES" altLang="es-ES" sz="1067">
                <a:solidFill>
                  <a:srgbClr val="FFFFFF"/>
                </a:solidFill>
              </a:endParaRPr>
            </a:p>
          </p:txBody>
        </p:sp>
        <p:sp>
          <p:nvSpPr>
            <p:cNvPr id="19" name="CuadroTexto 18">
              <a:extLst>
                <a:ext uri="{FF2B5EF4-FFF2-40B4-BE49-F238E27FC236}">
                  <a16:creationId xmlns:a16="http://schemas.microsoft.com/office/drawing/2014/main" id="{10F8787E-E033-07E7-D63F-12DDB111EFE2}"/>
                </a:ext>
              </a:extLst>
            </p:cNvPr>
            <p:cNvSpPr txBox="1"/>
            <p:nvPr/>
          </p:nvSpPr>
          <p:spPr>
            <a:xfrm>
              <a:off x="331482" y="4621768"/>
              <a:ext cx="1227611" cy="463249"/>
            </a:xfrm>
            <a:prstGeom prst="rect">
              <a:avLst/>
            </a:prstGeom>
            <a:ln>
              <a:noFill/>
            </a:ln>
          </p:spPr>
          <p:txBody>
            <a:bodyPr vert="horz" wrap="square" lIns="103900" tIns="51951" rIns="103900" bIns="51951" rtlCol="0" anchor="t">
              <a:noAutofit/>
            </a:bodyPr>
            <a:lstStyle/>
            <a:p>
              <a:pPr defTabSz="913790"/>
              <a:endParaRPr lang="es-ES" sz="800" b="1">
                <a:solidFill>
                  <a:srgbClr val="FFFFFF"/>
                </a:solidFill>
                <a:cs typeface="Arial" panose="020B0604020202020204" pitchFamily="34" charset="0"/>
              </a:endParaRPr>
            </a:p>
          </p:txBody>
        </p:sp>
      </p:grpSp>
      <p:sp>
        <p:nvSpPr>
          <p:cNvPr id="5" name="Marcador de texto 2">
            <a:extLst>
              <a:ext uri="{FF2B5EF4-FFF2-40B4-BE49-F238E27FC236}">
                <a16:creationId xmlns:a16="http://schemas.microsoft.com/office/drawing/2014/main" id="{F7B98C0C-4684-BFAD-079C-786D63FB31EA}"/>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1064711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0B185-DB96-501A-BCA0-AA05D3AFD54C}"/>
            </a:ext>
          </a:extLst>
        </p:cNvPr>
        <p:cNvGrpSpPr/>
        <p:nvPr/>
      </p:nvGrpSpPr>
      <p:grpSpPr>
        <a:xfrm>
          <a:off x="0" y="0"/>
          <a:ext cx="0" cy="0"/>
          <a:chOff x="0" y="0"/>
          <a:chExt cx="0" cy="0"/>
        </a:xfrm>
      </p:grpSpPr>
      <p:pic>
        <p:nvPicPr>
          <p:cNvPr id="15" name="Imagen 14"/>
          <p:cNvPicPr>
            <a:picLocks noChangeAspect="1"/>
          </p:cNvPicPr>
          <p:nvPr/>
        </p:nvPicPr>
        <p:blipFill rotWithShape="1">
          <a:blip r:embed="rId4"/>
          <a:srcRect r="20788"/>
          <a:stretch/>
        </p:blipFill>
        <p:spPr>
          <a:xfrm>
            <a:off x="-32155" y="1702677"/>
            <a:ext cx="6373126" cy="5162666"/>
          </a:xfrm>
          <a:prstGeom prst="rect">
            <a:avLst/>
          </a:prstGeom>
        </p:spPr>
      </p:pic>
      <p:sp>
        <p:nvSpPr>
          <p:cNvPr id="38" name="Forma libre 37">
            <a:extLst>
              <a:ext uri="{FF2B5EF4-FFF2-40B4-BE49-F238E27FC236}">
                <a16:creationId xmlns:a16="http://schemas.microsoft.com/office/drawing/2014/main" id="{3ECC9370-CBB1-13CB-EA8B-48F538EFACC5}"/>
              </a:ext>
            </a:extLst>
          </p:cNvPr>
          <p:cNvSpPr/>
          <p:nvPr/>
        </p:nvSpPr>
        <p:spPr>
          <a:xfrm rot="5400000" flipH="1">
            <a:off x="1293066" y="-696245"/>
            <a:ext cx="3592828" cy="5250209"/>
          </a:xfrm>
          <a:custGeom>
            <a:avLst/>
            <a:gdLst>
              <a:gd name="connsiteX0" fmla="*/ 3950072 w 3950072"/>
              <a:gd name="connsiteY0" fmla="*/ 5772251 h 5772251"/>
              <a:gd name="connsiteX1" fmla="*/ 3950072 w 3950072"/>
              <a:gd name="connsiteY1" fmla="*/ 0 h 5772251"/>
              <a:gd name="connsiteX2" fmla="*/ 1613286 w 3950072"/>
              <a:gd name="connsiteY2" fmla="*/ 0 h 5772251"/>
              <a:gd name="connsiteX3" fmla="*/ 0 w 3950072"/>
              <a:gd name="connsiteY3" fmla="*/ 5772251 h 5772251"/>
            </a:gdLst>
            <a:ahLst/>
            <a:cxnLst>
              <a:cxn ang="0">
                <a:pos x="connsiteX0" y="connsiteY0"/>
              </a:cxn>
              <a:cxn ang="0">
                <a:pos x="connsiteX1" y="connsiteY1"/>
              </a:cxn>
              <a:cxn ang="0">
                <a:pos x="connsiteX2" y="connsiteY2"/>
              </a:cxn>
              <a:cxn ang="0">
                <a:pos x="connsiteX3" y="connsiteY3"/>
              </a:cxn>
            </a:cxnLst>
            <a:rect l="l" t="t" r="r" b="b"/>
            <a:pathLst>
              <a:path w="3950072" h="5772251">
                <a:moveTo>
                  <a:pt x="3950072" y="5772251"/>
                </a:moveTo>
                <a:lnTo>
                  <a:pt x="3950072" y="0"/>
                </a:lnTo>
                <a:lnTo>
                  <a:pt x="1613286" y="0"/>
                </a:lnTo>
                <a:lnTo>
                  <a:pt x="0" y="5772251"/>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sp>
        <p:nvSpPr>
          <p:cNvPr id="35" name="Forma libre 34">
            <a:extLst>
              <a:ext uri="{FF2B5EF4-FFF2-40B4-BE49-F238E27FC236}">
                <a16:creationId xmlns:a16="http://schemas.microsoft.com/office/drawing/2014/main" id="{E4595AF3-70F2-DE0B-BAA7-859F0E9D399A}"/>
              </a:ext>
            </a:extLst>
          </p:cNvPr>
          <p:cNvSpPr/>
          <p:nvPr/>
        </p:nvSpPr>
        <p:spPr>
          <a:xfrm rot="16200000" flipH="1">
            <a:off x="-776604" y="3454733"/>
            <a:ext cx="4137208" cy="2669329"/>
          </a:xfrm>
          <a:custGeom>
            <a:avLst/>
            <a:gdLst>
              <a:gd name="connsiteX0" fmla="*/ 0 w 4137208"/>
              <a:gd name="connsiteY0" fmla="*/ 2780425 h 2780425"/>
              <a:gd name="connsiteX1" fmla="*/ 4137208 w 4137208"/>
              <a:gd name="connsiteY1" fmla="*/ 2780425 h 2780425"/>
              <a:gd name="connsiteX2" fmla="*/ 4137208 w 4137208"/>
              <a:gd name="connsiteY2" fmla="*/ 0 h 2780425"/>
              <a:gd name="connsiteX3" fmla="*/ 777101 w 4137208"/>
              <a:gd name="connsiteY3" fmla="*/ 0 h 2780425"/>
            </a:gdLst>
            <a:ahLst/>
            <a:cxnLst>
              <a:cxn ang="0">
                <a:pos x="connsiteX0" y="connsiteY0"/>
              </a:cxn>
              <a:cxn ang="0">
                <a:pos x="connsiteX1" y="connsiteY1"/>
              </a:cxn>
              <a:cxn ang="0">
                <a:pos x="connsiteX2" y="connsiteY2"/>
              </a:cxn>
              <a:cxn ang="0">
                <a:pos x="connsiteX3" y="connsiteY3"/>
              </a:cxn>
            </a:cxnLst>
            <a:rect l="l" t="t" r="r" b="b"/>
            <a:pathLst>
              <a:path w="4137208" h="2780425">
                <a:moveTo>
                  <a:pt x="0" y="2780425"/>
                </a:moveTo>
                <a:lnTo>
                  <a:pt x="4137208" y="2780425"/>
                </a:lnTo>
                <a:lnTo>
                  <a:pt x="4137208" y="0"/>
                </a:lnTo>
                <a:lnTo>
                  <a:pt x="77710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sp>
        <p:nvSpPr>
          <p:cNvPr id="40" name="Forma libre 39">
            <a:extLst>
              <a:ext uri="{FF2B5EF4-FFF2-40B4-BE49-F238E27FC236}">
                <a16:creationId xmlns:a16="http://schemas.microsoft.com/office/drawing/2014/main" id="{7C928772-2CD5-A690-BE94-F05A05D7251E}"/>
              </a:ext>
            </a:extLst>
          </p:cNvPr>
          <p:cNvSpPr/>
          <p:nvPr/>
        </p:nvSpPr>
        <p:spPr>
          <a:xfrm rot="5400000" flipH="1">
            <a:off x="1368508" y="-1448760"/>
            <a:ext cx="3560161" cy="6382507"/>
          </a:xfrm>
          <a:custGeom>
            <a:avLst/>
            <a:gdLst>
              <a:gd name="connsiteX0" fmla="*/ 3560161 w 3560161"/>
              <a:gd name="connsiteY0" fmla="*/ 6382507 h 6382507"/>
              <a:gd name="connsiteX1" fmla="*/ 3560161 w 3560161"/>
              <a:gd name="connsiteY1" fmla="*/ 0 h 6382507"/>
              <a:gd name="connsiteX2" fmla="*/ 1783846 w 3560161"/>
              <a:gd name="connsiteY2" fmla="*/ 0 h 6382507"/>
              <a:gd name="connsiteX3" fmla="*/ 0 w 3560161"/>
              <a:gd name="connsiteY3" fmla="*/ 6382507 h 6382507"/>
            </a:gdLst>
            <a:ahLst/>
            <a:cxnLst>
              <a:cxn ang="0">
                <a:pos x="connsiteX0" y="connsiteY0"/>
              </a:cxn>
              <a:cxn ang="0">
                <a:pos x="connsiteX1" y="connsiteY1"/>
              </a:cxn>
              <a:cxn ang="0">
                <a:pos x="connsiteX2" y="connsiteY2"/>
              </a:cxn>
              <a:cxn ang="0">
                <a:pos x="connsiteX3" y="connsiteY3"/>
              </a:cxn>
            </a:cxnLst>
            <a:rect l="l" t="t" r="r" b="b"/>
            <a:pathLst>
              <a:path w="3560161" h="6382507">
                <a:moveTo>
                  <a:pt x="3560161" y="6382507"/>
                </a:moveTo>
                <a:lnTo>
                  <a:pt x="3560161" y="0"/>
                </a:lnTo>
                <a:lnTo>
                  <a:pt x="1783846" y="0"/>
                </a:lnTo>
                <a:lnTo>
                  <a:pt x="0" y="6382507"/>
                </a:lnTo>
                <a:close/>
              </a:path>
            </a:pathLst>
          </a:custGeom>
          <a:solidFill>
            <a:srgbClr val="F9C1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8">
              <a:defRPr/>
            </a:pPr>
            <a:endParaRPr lang="es-ES" sz="2399">
              <a:solidFill>
                <a:srgbClr val="FFFFFF"/>
              </a:solidFill>
              <a:latin typeface="Soho Gothic Pro Light"/>
            </a:endParaRPr>
          </a:p>
        </p:txBody>
      </p:sp>
      <p:graphicFrame>
        <p:nvGraphicFramePr>
          <p:cNvPr id="2" name="Objeto 1" hidden="1">
            <a:extLst>
              <a:ext uri="{FF2B5EF4-FFF2-40B4-BE49-F238E27FC236}">
                <a16:creationId xmlns:a16="http://schemas.microsoft.com/office/drawing/2014/main" id="{DE238F1B-1C01-B480-FF22-70DDC4B1F567}"/>
              </a:ext>
            </a:extLst>
          </p:cNvPr>
          <p:cNvGraphicFramePr>
            <a:graphicFrameLocks noChangeAspect="1"/>
          </p:cNvGraphicFramePr>
          <p:nvPr>
            <p:custDataLst>
              <p:tags r:id="rId1"/>
            </p:custData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Slide do think-cell" r:id="rId5" imgW="360" imgH="360" progId="">
                  <p:embed/>
                </p:oleObj>
              </mc:Choice>
              <mc:Fallback>
                <p:oleObj name="Slide do think-cell" r:id="rId5" imgW="360" imgH="360" progId="">
                  <p:embed/>
                  <p:pic>
                    <p:nvPicPr>
                      <p:cNvPr id="2" name="Objeto 1" hidden="1">
                        <a:extLst>
                          <a:ext uri="{FF2B5EF4-FFF2-40B4-BE49-F238E27FC236}">
                            <a16:creationId xmlns:a16="http://schemas.microsoft.com/office/drawing/2014/main" id="{DE238F1B-1C01-B480-FF22-70DDC4B1F56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9" y="2119"/>
                        <a:ext cx="2117" cy="21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 name="CuadroTexto 45">
            <a:extLst>
              <a:ext uri="{FF2B5EF4-FFF2-40B4-BE49-F238E27FC236}">
                <a16:creationId xmlns:a16="http://schemas.microsoft.com/office/drawing/2014/main" id="{1CB354CB-A0B2-5D74-3725-7ACF1AC0F114}"/>
              </a:ext>
            </a:extLst>
          </p:cNvPr>
          <p:cNvSpPr txBox="1"/>
          <p:nvPr/>
        </p:nvSpPr>
        <p:spPr>
          <a:xfrm>
            <a:off x="213426" y="729107"/>
            <a:ext cx="6026591" cy="720470"/>
          </a:xfrm>
          <a:prstGeom prst="rect">
            <a:avLst/>
          </a:prstGeom>
          <a:ln>
            <a:noFill/>
          </a:ln>
        </p:spPr>
        <p:txBody>
          <a:bodyPr vert="horz" wrap="square" lIns="103900" tIns="51951" rIns="103900" bIns="51951" rtlCol="0" anchor="t">
            <a:spAutoFit/>
          </a:bodyPr>
          <a:lstStyle/>
          <a:p>
            <a:pPr lvl="0" defTabSz="914400">
              <a:buClr>
                <a:srgbClr val="000000"/>
              </a:buClr>
              <a:buSzPts val="2800"/>
              <a:defRPr/>
            </a:pPr>
            <a:r>
              <a:rPr lang="es-ES" sz="2000">
                <a:solidFill>
                  <a:srgbClr val="4F062A"/>
                </a:solidFill>
                <a:latin typeface="+mj-lt"/>
              </a:rPr>
              <a:t>Elaboración del marco de financiación de clientes finales y emisión de SPO</a:t>
            </a:r>
            <a:endParaRPr lang="es-ES" sz="2000">
              <a:solidFill>
                <a:srgbClr val="4F062A"/>
              </a:solidFill>
              <a:latin typeface="+mj-lt"/>
              <a:sym typeface="Arial"/>
            </a:endParaRPr>
          </a:p>
        </p:txBody>
      </p:sp>
      <p:sp>
        <p:nvSpPr>
          <p:cNvPr id="6" name="CuadroTexto 5">
            <a:extLst>
              <a:ext uri="{FF2B5EF4-FFF2-40B4-BE49-F238E27FC236}">
                <a16:creationId xmlns:a16="http://schemas.microsoft.com/office/drawing/2014/main" id="{68D47AB4-D2A3-DB84-D2C3-E1EF2ABE1967}"/>
              </a:ext>
            </a:extLst>
          </p:cNvPr>
          <p:cNvSpPr txBox="1"/>
          <p:nvPr/>
        </p:nvSpPr>
        <p:spPr>
          <a:xfrm>
            <a:off x="6397043" y="1434364"/>
            <a:ext cx="5403374" cy="2159000"/>
          </a:xfrm>
          <a:prstGeom prst="rect">
            <a:avLst/>
          </a:prstGeom>
          <a:ln>
            <a:noFill/>
          </a:ln>
        </p:spPr>
        <p:txBody>
          <a:bodyPr lIns="103900" tIns="51951" rIns="0" bIns="51951" anchor="t"/>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s-ES" sz="1867" b="0" i="0" u="none" strike="noStrike" kern="1200" cap="none" spc="0" normalizeH="0" baseline="0" noProof="0">
                <a:ln>
                  <a:noFill/>
                </a:ln>
                <a:solidFill>
                  <a:srgbClr val="4F062A"/>
                </a:solidFill>
                <a:effectLst/>
                <a:uLnTx/>
                <a:uFillTx/>
                <a:ea typeface="+mn-ea"/>
                <a:cs typeface="+mn-cs"/>
              </a:rPr>
              <a:t>El Proyecto</a:t>
            </a:r>
            <a:br>
              <a:rPr kumimoji="0" lang="es-ES" sz="1867" b="0" i="0" u="none" strike="noStrike" kern="1200" cap="none" spc="0" normalizeH="0" baseline="0" noProof="0">
                <a:ln>
                  <a:noFill/>
                </a:ln>
                <a:solidFill>
                  <a:srgbClr val="4F062A"/>
                </a:solidFill>
                <a:effectLst/>
                <a:uLnTx/>
                <a:uFillTx/>
                <a:ea typeface="+mn-ea"/>
                <a:cs typeface="+mn-cs"/>
              </a:rPr>
            </a:br>
            <a:r>
              <a:rPr kumimoji="0" lang="es-ES" sz="1200" b="1" i="0" u="none" strike="noStrike" kern="1200" cap="none" spc="0" normalizeH="0" baseline="0" noProof="0">
                <a:ln>
                  <a:noFill/>
                </a:ln>
                <a:solidFill>
                  <a:srgbClr val="4F062A"/>
                </a:solidFill>
                <a:effectLst/>
                <a:uLnTx/>
                <a:uFillTx/>
                <a:ea typeface="+mn-ea"/>
                <a:cs typeface="Arial" panose="020B0604020202020204" pitchFamily="34" charset="0"/>
              </a:rPr>
              <a:t>____</a:t>
            </a:r>
          </a:p>
          <a:p>
            <a:pPr marL="180340" lvl="1" indent="-170815" defTabSz="1219110">
              <a:spcBef>
                <a:spcPts val="300"/>
              </a:spcBef>
              <a:spcAft>
                <a:spcPts val="300"/>
              </a:spcAft>
              <a:buSzPct val="100000"/>
              <a:buFont typeface="Wingdings" panose="05000000000000000000" pitchFamily="2" charset="2"/>
              <a:buChar char="§"/>
              <a:defRPr/>
            </a:pPr>
            <a:r>
              <a:rPr lang="es-ES" sz="1100">
                <a:solidFill>
                  <a:srgbClr val="4F062A"/>
                </a:solidFill>
              </a:rPr>
              <a:t>Análisis de los marcos de financiación en función de su finalidad (verde, social, </a:t>
            </a:r>
            <a:r>
              <a:rPr lang="es-ES" sz="1100" err="1">
                <a:solidFill>
                  <a:srgbClr val="4F062A"/>
                </a:solidFill>
              </a:rPr>
              <a:t>sustainability</a:t>
            </a:r>
            <a:r>
              <a:rPr lang="es-ES" sz="1100">
                <a:solidFill>
                  <a:srgbClr val="4F062A"/>
                </a:solidFill>
              </a:rPr>
              <a:t> </a:t>
            </a:r>
            <a:r>
              <a:rPr lang="es-ES" sz="1100" err="1">
                <a:solidFill>
                  <a:srgbClr val="4F062A"/>
                </a:solidFill>
              </a:rPr>
              <a:t>linked</a:t>
            </a:r>
            <a:r>
              <a:rPr lang="es-ES" sz="1100">
                <a:solidFill>
                  <a:srgbClr val="4F062A"/>
                </a:solidFill>
              </a:rPr>
              <a:t>).</a:t>
            </a:r>
          </a:p>
          <a:p>
            <a:pPr marL="180340" lvl="1" indent="-170815" defTabSz="1219110">
              <a:spcBef>
                <a:spcPts val="300"/>
              </a:spcBef>
              <a:spcAft>
                <a:spcPts val="300"/>
              </a:spcAft>
              <a:buSzPct val="100000"/>
              <a:buFont typeface="Wingdings" panose="05000000000000000000" pitchFamily="2" charset="2"/>
              <a:buChar char="§"/>
              <a:defRPr/>
            </a:pPr>
            <a:r>
              <a:rPr lang="es-ES" sz="1100">
                <a:solidFill>
                  <a:srgbClr val="4F062A"/>
                </a:solidFill>
              </a:rPr>
              <a:t>Estudio del cliente final del banco y su contexto:</a:t>
            </a:r>
          </a:p>
          <a:p>
            <a:pPr marL="637540" lvl="2" indent="-170815" defTabSz="1219110">
              <a:spcBef>
                <a:spcPts val="300"/>
              </a:spcBef>
              <a:spcAft>
                <a:spcPts val="300"/>
              </a:spcAft>
              <a:buSzPct val="100000"/>
              <a:buFont typeface="Wingdings" panose="05000000000000000000" pitchFamily="2" charset="2"/>
              <a:buChar char="§"/>
              <a:defRPr/>
            </a:pPr>
            <a:r>
              <a:rPr lang="es-ES" sz="1100">
                <a:solidFill>
                  <a:srgbClr val="4F062A"/>
                </a:solidFill>
              </a:rPr>
              <a:t>Identificación de grupos de interés.</a:t>
            </a:r>
          </a:p>
          <a:p>
            <a:pPr marL="637540" lvl="2" indent="-170815" defTabSz="1219110">
              <a:spcBef>
                <a:spcPts val="300"/>
              </a:spcBef>
              <a:spcAft>
                <a:spcPts val="300"/>
              </a:spcAft>
              <a:buSzPct val="100000"/>
              <a:buFont typeface="Wingdings" panose="05000000000000000000" pitchFamily="2" charset="2"/>
              <a:buChar char="§"/>
              <a:defRPr/>
            </a:pPr>
            <a:r>
              <a:rPr lang="es-ES" sz="1100">
                <a:solidFill>
                  <a:srgbClr val="4F062A"/>
                </a:solidFill>
              </a:rPr>
              <a:t>Entendimiento del entorno social y ambiental de la entidad​, su gestión de riesgos y oportunidades derivados de la interacción entre la empresa y su entorno.​</a:t>
            </a:r>
          </a:p>
          <a:p>
            <a:pPr marL="637540" lvl="2" indent="-170815" defTabSz="1219110">
              <a:spcBef>
                <a:spcPts val="300"/>
              </a:spcBef>
              <a:spcAft>
                <a:spcPts val="300"/>
              </a:spcAft>
              <a:buSzPct val="100000"/>
              <a:buFont typeface="Wingdings" panose="05000000000000000000" pitchFamily="2" charset="2"/>
              <a:buChar char="§"/>
              <a:defRPr/>
            </a:pPr>
            <a:r>
              <a:rPr lang="es-ES" sz="1100">
                <a:solidFill>
                  <a:srgbClr val="4F062A"/>
                </a:solidFill>
              </a:rPr>
              <a:t>Evaluación de prácticas ESG desarrolladas por la empresa hasta el momento de establecer el marco de financiación.​</a:t>
            </a:r>
          </a:p>
          <a:p>
            <a:pPr marL="637540" lvl="2" indent="-170815" defTabSz="1219110">
              <a:spcBef>
                <a:spcPts val="300"/>
              </a:spcBef>
              <a:spcAft>
                <a:spcPts val="300"/>
              </a:spcAft>
              <a:buSzPct val="100000"/>
              <a:buFont typeface="Wingdings" panose="05000000000000000000" pitchFamily="2" charset="2"/>
              <a:buChar char="§"/>
              <a:defRPr/>
            </a:pPr>
            <a:r>
              <a:rPr lang="es-ES" sz="1100">
                <a:solidFill>
                  <a:srgbClr val="4F062A"/>
                </a:solidFill>
              </a:rPr>
              <a:t>Identificación y análisis del modelo de medición de impactos de las prácticas ESG desarrolladas tanto a nivel externo como interno.</a:t>
            </a:r>
          </a:p>
          <a:p>
            <a:pPr marL="637540" lvl="2" indent="-170815" defTabSz="1219110">
              <a:spcBef>
                <a:spcPts val="300"/>
              </a:spcBef>
              <a:spcAft>
                <a:spcPts val="300"/>
              </a:spcAft>
              <a:buSzPct val="100000"/>
              <a:buFont typeface="Wingdings" panose="05000000000000000000" pitchFamily="2" charset="2"/>
              <a:buChar char="§"/>
              <a:defRPr/>
            </a:pPr>
            <a:r>
              <a:rPr lang="es-ES" sz="1100">
                <a:solidFill>
                  <a:srgbClr val="4F062A"/>
                </a:solidFill>
              </a:rPr>
              <a:t>Análisis y evaluación del modelo de control de la compañía a través del conocimiento de mecanismos de mitigación de riesgos instaurados en los procesos de la entidad, así como planes de monitorización de resultados.​</a:t>
            </a:r>
          </a:p>
          <a:p>
            <a:pPr marL="637540" lvl="2" indent="-170815" defTabSz="1219110">
              <a:spcBef>
                <a:spcPts val="300"/>
              </a:spcBef>
              <a:spcAft>
                <a:spcPts val="300"/>
              </a:spcAft>
              <a:buSzPct val="100000"/>
              <a:buFont typeface="Wingdings" panose="05000000000000000000" pitchFamily="2" charset="2"/>
              <a:buChar char="§"/>
              <a:defRPr/>
            </a:pPr>
            <a:r>
              <a:rPr lang="es-ES" sz="1100">
                <a:solidFill>
                  <a:srgbClr val="4F062A"/>
                </a:solidFill>
              </a:rPr>
              <a:t>Determinación del grado de desarrollo de la gobernanza de la sostenibilidad en el cliente final.</a:t>
            </a:r>
          </a:p>
          <a:p>
            <a:pPr marL="180340" lvl="1" indent="-170815" defTabSz="1219110">
              <a:spcBef>
                <a:spcPts val="300"/>
              </a:spcBef>
              <a:spcAft>
                <a:spcPts val="300"/>
              </a:spcAft>
              <a:buSzPct val="100000"/>
              <a:buFont typeface="Wingdings" panose="05000000000000000000" pitchFamily="2" charset="2"/>
              <a:buChar char="§"/>
              <a:defRPr/>
            </a:pPr>
            <a:r>
              <a:rPr lang="es-ES" sz="1100">
                <a:solidFill>
                  <a:srgbClr val="4F062A"/>
                </a:solidFill>
              </a:rPr>
              <a:t>Análisis de las posibles necesidades de financiación de la compañía y aplicabilidad de los marcos de financiación.</a:t>
            </a:r>
          </a:p>
          <a:p>
            <a:pPr marL="180340" lvl="1" indent="-170815" defTabSz="1219110">
              <a:spcBef>
                <a:spcPts val="300"/>
              </a:spcBef>
              <a:spcAft>
                <a:spcPts val="300"/>
              </a:spcAft>
              <a:buSzPct val="100000"/>
              <a:buFont typeface="Wingdings" panose="05000000000000000000" pitchFamily="2" charset="2"/>
              <a:buChar char="§"/>
              <a:defRPr/>
            </a:pPr>
            <a:r>
              <a:rPr lang="es-ES" sz="1100">
                <a:solidFill>
                  <a:srgbClr val="4F062A"/>
                </a:solidFill>
              </a:rPr>
              <a:t>Elaboración de un marco de financiación genérico, conforme a los </a:t>
            </a:r>
            <a:r>
              <a:rPr lang="es-ES" sz="1100" err="1">
                <a:solidFill>
                  <a:srgbClr val="4F062A"/>
                </a:solidFill>
              </a:rPr>
              <a:t>Sustainability</a:t>
            </a:r>
            <a:r>
              <a:rPr lang="es-ES" sz="1100">
                <a:solidFill>
                  <a:srgbClr val="4F062A"/>
                </a:solidFill>
              </a:rPr>
              <a:t> </a:t>
            </a:r>
            <a:r>
              <a:rPr lang="es-ES" sz="1100" err="1">
                <a:solidFill>
                  <a:srgbClr val="4F062A"/>
                </a:solidFill>
              </a:rPr>
              <a:t>Linked</a:t>
            </a:r>
            <a:r>
              <a:rPr lang="es-ES" sz="1100">
                <a:solidFill>
                  <a:srgbClr val="4F062A"/>
                </a:solidFill>
              </a:rPr>
              <a:t> Loan </a:t>
            </a:r>
            <a:r>
              <a:rPr lang="es-ES" sz="1100" err="1">
                <a:solidFill>
                  <a:srgbClr val="4F062A"/>
                </a:solidFill>
              </a:rPr>
              <a:t>Principles</a:t>
            </a:r>
            <a:r>
              <a:rPr lang="es-ES" sz="1100">
                <a:solidFill>
                  <a:srgbClr val="4F062A"/>
                </a:solidFill>
              </a:rPr>
              <a:t>.</a:t>
            </a:r>
          </a:p>
        </p:txBody>
      </p:sp>
      <p:grpSp>
        <p:nvGrpSpPr>
          <p:cNvPr id="17" name="Agrupar 48">
            <a:extLst>
              <a:ext uri="{FF2B5EF4-FFF2-40B4-BE49-F238E27FC236}">
                <a16:creationId xmlns:a16="http://schemas.microsoft.com/office/drawing/2014/main" id="{AB44C3AD-267B-4132-4F47-8A7663BFA991}"/>
              </a:ext>
            </a:extLst>
          </p:cNvPr>
          <p:cNvGrpSpPr/>
          <p:nvPr/>
        </p:nvGrpSpPr>
        <p:grpSpPr>
          <a:xfrm>
            <a:off x="333213" y="4047978"/>
            <a:ext cx="2219943" cy="1334799"/>
            <a:chOff x="330946" y="4083918"/>
            <a:chExt cx="1800201" cy="1001099"/>
          </a:xfrm>
        </p:grpSpPr>
        <p:sp>
          <p:nvSpPr>
            <p:cNvPr id="18" name="CuadroTexto 17">
              <a:extLst>
                <a:ext uri="{FF2B5EF4-FFF2-40B4-BE49-F238E27FC236}">
                  <a16:creationId xmlns:a16="http://schemas.microsoft.com/office/drawing/2014/main" id="{7B1FE66E-AB27-17E5-F18A-DF74CD80759F}"/>
                </a:ext>
              </a:extLst>
            </p:cNvPr>
            <p:cNvSpPr txBox="1"/>
            <p:nvPr/>
          </p:nvSpPr>
          <p:spPr>
            <a:xfrm>
              <a:off x="330946" y="4083918"/>
              <a:ext cx="1800201" cy="370600"/>
            </a:xfrm>
            <a:prstGeom prst="rect">
              <a:avLst/>
            </a:prstGeom>
            <a:ln>
              <a:noFill/>
            </a:ln>
          </p:spPr>
          <p:txBody>
            <a:bodyPr vert="horz" wrap="square" lIns="103900" tIns="51951" rIns="103900" bIns="51951" rtlCol="0" anchor="t">
              <a:noAutofit/>
            </a:bodyPr>
            <a:lstStyle/>
            <a:p>
              <a:pPr defTabSz="1038858">
                <a:defRPr/>
              </a:pPr>
              <a:r>
                <a:rPr lang="es-ES" sz="1200" b="1">
                  <a:solidFill>
                    <a:srgbClr val="FFFFFF"/>
                  </a:solidFill>
                </a:rPr>
                <a:t>Mejora en los índices de sostenibilidad para el acceso a la financiación</a:t>
              </a:r>
            </a:p>
            <a:p>
              <a:pPr defTabSz="1038858">
                <a:defRPr/>
              </a:pPr>
              <a:endParaRPr lang="es-ES" sz="1200" b="1">
                <a:solidFill>
                  <a:srgbClr val="FFFFFF"/>
                </a:solidFill>
                <a:cs typeface="Arial" panose="020B0604020202020204" pitchFamily="34" charset="0"/>
              </a:endParaRPr>
            </a:p>
            <a:p>
              <a:pPr defTabSz="1038858">
                <a:defRPr/>
              </a:pPr>
              <a:endParaRPr lang="es-ES" sz="1200" b="1">
                <a:solidFill>
                  <a:srgbClr val="FFFFFF"/>
                </a:solidFill>
                <a:cs typeface="Arial" panose="020B0604020202020204" pitchFamily="34" charset="0"/>
              </a:endParaRPr>
            </a:p>
            <a:p>
              <a:pPr defTabSz="913790"/>
              <a:endParaRPr lang="es-ES" altLang="es-ES" sz="1067">
                <a:solidFill>
                  <a:srgbClr val="FFFFFF"/>
                </a:solidFill>
              </a:endParaRPr>
            </a:p>
            <a:p>
              <a:pPr defTabSz="1219170">
                <a:defRPr/>
              </a:pPr>
              <a:endParaRPr lang="es-ES" altLang="es-ES" sz="1067">
                <a:solidFill>
                  <a:srgbClr val="FFFFFF"/>
                </a:solidFill>
              </a:endParaRPr>
            </a:p>
          </p:txBody>
        </p:sp>
        <p:sp>
          <p:nvSpPr>
            <p:cNvPr id="19" name="CuadroTexto 18">
              <a:extLst>
                <a:ext uri="{FF2B5EF4-FFF2-40B4-BE49-F238E27FC236}">
                  <a16:creationId xmlns:a16="http://schemas.microsoft.com/office/drawing/2014/main" id="{10F8787E-E033-07E7-D63F-12DDB111EFE2}"/>
                </a:ext>
              </a:extLst>
            </p:cNvPr>
            <p:cNvSpPr txBox="1"/>
            <p:nvPr/>
          </p:nvSpPr>
          <p:spPr>
            <a:xfrm>
              <a:off x="331482" y="4621768"/>
              <a:ext cx="1227611" cy="463249"/>
            </a:xfrm>
            <a:prstGeom prst="rect">
              <a:avLst/>
            </a:prstGeom>
            <a:ln>
              <a:noFill/>
            </a:ln>
          </p:spPr>
          <p:txBody>
            <a:bodyPr vert="horz" wrap="square" lIns="103900" tIns="51951" rIns="103900" bIns="51951" rtlCol="0" anchor="t">
              <a:noAutofit/>
            </a:bodyPr>
            <a:lstStyle/>
            <a:p>
              <a:pPr defTabSz="913790"/>
              <a:endParaRPr lang="es-ES" sz="800" b="1">
                <a:solidFill>
                  <a:srgbClr val="FFFFFF"/>
                </a:solidFill>
                <a:cs typeface="Arial" panose="020B0604020202020204" pitchFamily="34" charset="0"/>
              </a:endParaRPr>
            </a:p>
          </p:txBody>
        </p:sp>
      </p:grpSp>
      <p:pic>
        <p:nvPicPr>
          <p:cNvPr id="5" name="Imagen 4"/>
          <p:cNvPicPr>
            <a:picLocks noChangeAspect="1"/>
          </p:cNvPicPr>
          <p:nvPr/>
        </p:nvPicPr>
        <p:blipFill>
          <a:blip r:embed="rId7"/>
          <a:stretch>
            <a:fillRect/>
          </a:stretch>
        </p:blipFill>
        <p:spPr>
          <a:xfrm>
            <a:off x="10360542" y="279400"/>
            <a:ext cx="1226353" cy="1199301"/>
          </a:xfrm>
          <a:prstGeom prst="rect">
            <a:avLst/>
          </a:prstGeom>
        </p:spPr>
      </p:pic>
      <p:sp>
        <p:nvSpPr>
          <p:cNvPr id="4" name="Marcador de texto 2">
            <a:extLst>
              <a:ext uri="{FF2B5EF4-FFF2-40B4-BE49-F238E27FC236}">
                <a16:creationId xmlns:a16="http://schemas.microsoft.com/office/drawing/2014/main" id="{5FA155D0-3E47-3BF7-9AEF-A1E5F8855ED3}"/>
              </a:ext>
            </a:extLst>
          </p:cNvPr>
          <p:cNvSpPr txBox="1">
            <a:spLocks/>
          </p:cNvSpPr>
          <p:nvPr/>
        </p:nvSpPr>
        <p:spPr>
          <a:xfrm>
            <a:off x="334963" y="323849"/>
            <a:ext cx="11522075" cy="260275"/>
          </a:xfrm>
          <a:prstGeom prst="rect">
            <a:avLst/>
          </a:prstGeom>
        </p:spPr>
        <p:txBody>
          <a:bodyPr/>
          <a:lstStyle>
            <a:lvl1pPr marL="180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1pPr>
            <a:lvl2pPr marL="396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2pPr>
            <a:lvl3pPr marL="612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3pPr>
            <a:lvl4pPr marL="828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4pPr>
            <a:lvl5pPr marL="1044000" indent="-180000" algn="l" defTabSz="914377" rtl="0" eaLnBrk="1" latinLnBrk="0" hangingPunct="1">
              <a:lnSpc>
                <a:spcPct val="110000"/>
              </a:lnSpc>
              <a:spcBef>
                <a:spcPts val="0"/>
              </a:spcBef>
              <a:spcAft>
                <a:spcPts val="600"/>
              </a:spcAft>
              <a:buFont typeface="Arial" panose="020B0604020202020204" pitchFamily="34" charset="0"/>
              <a:buChar char="•"/>
              <a:defRPr sz="1400" kern="1200" baseline="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000"/>
              <a:t>05. </a:t>
            </a:r>
            <a:r>
              <a:rPr lang="es-MX" sz="1000"/>
              <a:t>REFERENCIAS</a:t>
            </a:r>
            <a:endParaRPr lang="es-CO" sz="1000"/>
          </a:p>
        </p:txBody>
      </p:sp>
    </p:spTree>
    <p:extLst>
      <p:ext uri="{BB962C8B-B14F-4D97-AF65-F5344CB8AC3E}">
        <p14:creationId xmlns:p14="http://schemas.microsoft.com/office/powerpoint/2010/main" val="36518684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5505B-6287-C445-C215-F3B7DB0380C8}"/>
            </a:ext>
          </a:extLst>
        </p:cNvPr>
        <p:cNvGrpSpPr/>
        <p:nvPr/>
      </p:nvGrpSpPr>
      <p:grpSpPr>
        <a:xfrm>
          <a:off x="0" y="0"/>
          <a:ext cx="0" cy="0"/>
          <a:chOff x="0" y="0"/>
          <a:chExt cx="0" cy="0"/>
        </a:xfrm>
      </p:grpSpPr>
    </p:spTree>
    <p:extLst>
      <p:ext uri="{BB962C8B-B14F-4D97-AF65-F5344CB8AC3E}">
        <p14:creationId xmlns:p14="http://schemas.microsoft.com/office/powerpoint/2010/main" val="11593770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71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2&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MKbzNusTSL6d1FPJyJ8DN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81zzifNeQZaP82kFVtKoF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XvDxiNYUARi66_yyhW2G3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9LhDiu4nt8zTsYZQDBe0wA"/>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eY8dClV2TdaGFkyGOWAXCg"/>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9b9IMVESS5Sg2QiPqigApQ"/>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wotD87qPsUhtxczTzsFalw"/>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wotD87qPsUhtxczTzsFalw"/>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wotD87qPsUhtxczTzsFal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wotD87qPsUhtxczTzsFalw"/>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wotD87qPsUhtxczTzsFalw"/>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wotD87qPsUhtxczTzsFalw"/>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wotD87qPsUhtxczTzsFalw"/>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EPARATA">
  <a:themeElements>
    <a:clrScheme name="MINSAIT 2024">
      <a:dk1>
        <a:srgbClr val="4F062A"/>
      </a:dk1>
      <a:lt1>
        <a:srgbClr val="FFFFFF"/>
      </a:lt1>
      <a:dk2>
        <a:srgbClr val="260717"/>
      </a:dk2>
      <a:lt2>
        <a:srgbClr val="E3E2DA"/>
      </a:lt2>
      <a:accent1>
        <a:srgbClr val="FF0054"/>
      </a:accent1>
      <a:accent2>
        <a:srgbClr val="44B757"/>
      </a:accent2>
      <a:accent3>
        <a:srgbClr val="8661F5"/>
      </a:accent3>
      <a:accent4>
        <a:srgbClr val="E56813"/>
      </a:accent4>
      <a:accent5>
        <a:srgbClr val="00B0BD"/>
      </a:accent5>
      <a:accent6>
        <a:srgbClr val="EF659D"/>
      </a:accent6>
      <a:hlink>
        <a:srgbClr val="FF0054"/>
      </a:hlink>
      <a:folHlink>
        <a:srgbClr val="A40037"/>
      </a:folHlink>
    </a:clrScheme>
    <a:fontScheme name="Personalizado 4">
      <a:majorFont>
        <a:latin typeface="ForFuture Sans"/>
        <a:ea typeface=""/>
        <a:cs typeface=""/>
      </a:majorFont>
      <a:minorFont>
        <a:latin typeface="ForFuture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bodyPr vert="horz" wrap="square" lIns="0" tIns="7312" rIns="0" bIns="0" rtlCol="0">
        <a:spAutoFit/>
      </a:bodyPr>
      <a:lstStyle>
        <a:defPPr marL="7696" algn="l">
          <a:spcBef>
            <a:spcPts val="600"/>
          </a:spcBef>
          <a:defRPr sz="1400" dirty="0" smtClean="0">
            <a:solidFill>
              <a:schemeClr val="tx2"/>
            </a:solidFill>
            <a:cs typeface="Trebuchet MS"/>
          </a:defRPr>
        </a:defPPr>
      </a:lstStyle>
    </a:txDef>
  </a:objectDefaults>
  <a:extraClrSchemeLst/>
  <a:extLst>
    <a:ext uri="{05A4C25C-085E-4340-85A3-A5531E510DB2}">
      <thm15:themeFamily xmlns:thm15="http://schemas.microsoft.com/office/thememl/2012/main" name="PPT_MINSAIT.potx" id="{8C9AA064-F6BB-49A0-B948-6EBD015E0CDF}" vid="{EB11EB4C-853C-40E0-9AEB-BC156A51DD5F}"/>
    </a:ext>
  </a:extLst>
</a:theme>
</file>

<file path=ppt/theme/theme2.xml><?xml version="1.0" encoding="utf-8"?>
<a:theme xmlns:a="http://schemas.openxmlformats.org/drawingml/2006/main" name="CONTENIDO">
  <a:themeElements>
    <a:clrScheme name="MINSAIT 2024">
      <a:dk1>
        <a:srgbClr val="4F062A"/>
      </a:dk1>
      <a:lt1>
        <a:srgbClr val="FFFFFF"/>
      </a:lt1>
      <a:dk2>
        <a:srgbClr val="260717"/>
      </a:dk2>
      <a:lt2>
        <a:srgbClr val="E3E2DA"/>
      </a:lt2>
      <a:accent1>
        <a:srgbClr val="FF0054"/>
      </a:accent1>
      <a:accent2>
        <a:srgbClr val="44B757"/>
      </a:accent2>
      <a:accent3>
        <a:srgbClr val="8661F5"/>
      </a:accent3>
      <a:accent4>
        <a:srgbClr val="E56813"/>
      </a:accent4>
      <a:accent5>
        <a:srgbClr val="00B0BD"/>
      </a:accent5>
      <a:accent6>
        <a:srgbClr val="EF659D"/>
      </a:accent6>
      <a:hlink>
        <a:srgbClr val="FF0054"/>
      </a:hlink>
      <a:folHlink>
        <a:srgbClr val="A40037"/>
      </a:folHlink>
    </a:clrScheme>
    <a:fontScheme name="Personalizado 4">
      <a:majorFont>
        <a:latin typeface="ForFuture Sans"/>
        <a:ea typeface=""/>
        <a:cs typeface=""/>
      </a:majorFont>
      <a:minorFont>
        <a:latin typeface="ForFuture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bodyPr vert="horz" wrap="square" lIns="0" tIns="7312" rIns="0" bIns="0" rtlCol="0">
        <a:spAutoFit/>
      </a:bodyPr>
      <a:lstStyle>
        <a:defPPr marL="7696" algn="l">
          <a:spcBef>
            <a:spcPts val="600"/>
          </a:spcBef>
          <a:defRPr sz="1400" dirty="0" smtClean="0">
            <a:solidFill>
              <a:schemeClr val="tx2"/>
            </a:solidFill>
            <a:cs typeface="Trebuchet MS"/>
          </a:defRPr>
        </a:defPPr>
      </a:lstStyle>
    </a:txDef>
  </a:objectDefaults>
  <a:extraClrSchemeLst/>
  <a:extLst>
    <a:ext uri="{05A4C25C-085E-4340-85A3-A5531E510DB2}">
      <thm15:themeFamily xmlns:thm15="http://schemas.microsoft.com/office/thememl/2012/main" name="PPT_MINSAIT.potx" id="{8C9AA064-F6BB-49A0-B948-6EBD015E0CDF}" vid="{A1B96FE0-3D6A-4A57-8C50-A278C1B74007}"/>
    </a:ext>
  </a:extLst>
</a:theme>
</file>

<file path=ppt/theme/theme3.xml><?xml version="1.0" encoding="utf-8"?>
<a:theme xmlns:a="http://schemas.openxmlformats.org/drawingml/2006/main" name="1_CIERRE">
  <a:themeElements>
    <a:clrScheme name="MINSAIT 2024">
      <a:dk1>
        <a:srgbClr val="4F062A"/>
      </a:dk1>
      <a:lt1>
        <a:srgbClr val="FFFFFF"/>
      </a:lt1>
      <a:dk2>
        <a:srgbClr val="260717"/>
      </a:dk2>
      <a:lt2>
        <a:srgbClr val="E3E2DA"/>
      </a:lt2>
      <a:accent1>
        <a:srgbClr val="FF0054"/>
      </a:accent1>
      <a:accent2>
        <a:srgbClr val="44B757"/>
      </a:accent2>
      <a:accent3>
        <a:srgbClr val="8661F5"/>
      </a:accent3>
      <a:accent4>
        <a:srgbClr val="E56813"/>
      </a:accent4>
      <a:accent5>
        <a:srgbClr val="00B0BD"/>
      </a:accent5>
      <a:accent6>
        <a:srgbClr val="EF659D"/>
      </a:accent6>
      <a:hlink>
        <a:srgbClr val="FF0054"/>
      </a:hlink>
      <a:folHlink>
        <a:srgbClr val="A40037"/>
      </a:folHlink>
    </a:clrScheme>
    <a:fontScheme name="Personalizado 4">
      <a:majorFont>
        <a:latin typeface="ForFuture Sans"/>
        <a:ea typeface=""/>
        <a:cs typeface=""/>
      </a:majorFont>
      <a:minorFont>
        <a:latin typeface="ForFuture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bodyPr vert="horz" wrap="square" lIns="0" tIns="7312" rIns="0" bIns="0" rtlCol="0">
        <a:spAutoFit/>
      </a:bodyPr>
      <a:lstStyle>
        <a:defPPr marL="7696" algn="l">
          <a:spcBef>
            <a:spcPts val="600"/>
          </a:spcBef>
          <a:defRPr sz="1400" dirty="0" smtClean="0">
            <a:solidFill>
              <a:schemeClr val="tx2"/>
            </a:solidFill>
            <a:cs typeface="Trebuchet MS"/>
          </a:defRPr>
        </a:defPPr>
      </a:lstStyle>
    </a:txDef>
  </a:objectDefaults>
  <a:extraClrSchemeLst/>
  <a:extLst>
    <a:ext uri="{05A4C25C-085E-4340-85A3-A5531E510DB2}">
      <thm15:themeFamily xmlns:thm15="http://schemas.microsoft.com/office/thememl/2012/main" name="PPT_MINSAIT.potx" id="{8C9AA064-F6BB-49A0-B948-6EBD015E0CDF}" vid="{037E0ABC-45A6-4180-8E7C-1AB5064D33F3}"/>
    </a:ext>
  </a:extLst>
</a:theme>
</file>

<file path=ppt/theme/theme4.xml><?xml version="1.0" encoding="utf-8"?>
<a:theme xmlns:a="http://schemas.openxmlformats.org/drawingml/2006/main" name="2_CONTENIDO">
  <a:themeElements>
    <a:clrScheme name="MINSAIT 2024">
      <a:dk1>
        <a:srgbClr val="4F062A"/>
      </a:dk1>
      <a:lt1>
        <a:srgbClr val="FFFFFF"/>
      </a:lt1>
      <a:dk2>
        <a:srgbClr val="260717"/>
      </a:dk2>
      <a:lt2>
        <a:srgbClr val="E3E2DA"/>
      </a:lt2>
      <a:accent1>
        <a:srgbClr val="FF0054"/>
      </a:accent1>
      <a:accent2>
        <a:srgbClr val="44B757"/>
      </a:accent2>
      <a:accent3>
        <a:srgbClr val="8661F5"/>
      </a:accent3>
      <a:accent4>
        <a:srgbClr val="E56813"/>
      </a:accent4>
      <a:accent5>
        <a:srgbClr val="00B0BD"/>
      </a:accent5>
      <a:accent6>
        <a:srgbClr val="EF659D"/>
      </a:accent6>
      <a:hlink>
        <a:srgbClr val="FF0054"/>
      </a:hlink>
      <a:folHlink>
        <a:srgbClr val="A40037"/>
      </a:folHlink>
    </a:clrScheme>
    <a:fontScheme name="Personalizado 4">
      <a:majorFont>
        <a:latin typeface="ForFuture Sans"/>
        <a:ea typeface=""/>
        <a:cs typeface=""/>
      </a:majorFont>
      <a:minorFont>
        <a:latin typeface="ForFuture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bodyPr vert="horz" wrap="square" lIns="0" tIns="7312" rIns="0" bIns="0" rtlCol="0">
        <a:spAutoFit/>
      </a:bodyPr>
      <a:lstStyle>
        <a:defPPr marL="179388" indent="-173038" algn="l">
          <a:spcBef>
            <a:spcPts val="600"/>
          </a:spcBef>
          <a:buFont typeface="Arial" panose="020B0604020202020204" pitchFamily="34" charset="0"/>
          <a:buChar char="•"/>
          <a:defRPr sz="1400" dirty="0" err="1" smtClean="0">
            <a:cs typeface="Trebuchet MS"/>
          </a:defRPr>
        </a:defPPr>
      </a:lstStyle>
    </a:txDef>
  </a:objectDefaults>
  <a:extraClrSchemeLst/>
  <a:extLst>
    <a:ext uri="{05A4C25C-085E-4340-85A3-A5531E510DB2}">
      <thm15:themeFamily xmlns:thm15="http://schemas.microsoft.com/office/thememl/2012/main" name="PPT_MINSAIT.potx" id="{A20FE647-7CF0-4897-A164-3100C64FAAEC}" vid="{71E1AC86-6D65-4EDC-BD56-0D69BF2031AE}"/>
    </a:ext>
  </a:extLst>
</a:theme>
</file>

<file path=ppt/theme/theme5.xml><?xml version="1.0" encoding="utf-8"?>
<a:theme xmlns:a="http://schemas.openxmlformats.org/drawingml/2006/main" name="1_INDRA THEME">
  <a:themeElements>
    <a:clrScheme name="MINSAIT COLORS">
      <a:dk1>
        <a:srgbClr val="4F062A"/>
      </a:dk1>
      <a:lt1>
        <a:srgbClr val="FFFFFF"/>
      </a:lt1>
      <a:dk2>
        <a:srgbClr val="260717"/>
      </a:dk2>
      <a:lt2>
        <a:srgbClr val="E3E2DA"/>
      </a:lt2>
      <a:accent1>
        <a:srgbClr val="FF0054"/>
      </a:accent1>
      <a:accent2>
        <a:srgbClr val="44B757"/>
      </a:accent2>
      <a:accent3>
        <a:srgbClr val="8661F5"/>
      </a:accent3>
      <a:accent4>
        <a:srgbClr val="E56813"/>
      </a:accent4>
      <a:accent5>
        <a:srgbClr val="00B0BD"/>
      </a:accent5>
      <a:accent6>
        <a:srgbClr val="EF659D"/>
      </a:accent6>
      <a:hlink>
        <a:srgbClr val="FF0054"/>
      </a:hlink>
      <a:folHlink>
        <a:srgbClr val="A40037"/>
      </a:folHlink>
    </a:clrScheme>
    <a:fontScheme name="INDRA Fonts">
      <a:majorFont>
        <a:latin typeface="ForFuture Sans"/>
        <a:ea typeface=""/>
        <a:cs typeface=""/>
      </a:majorFont>
      <a:minorFont>
        <a:latin typeface="ForFutur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lIns="180000" tIns="180000" rIns="180000" bIns="180000" rtlCol="0" anchor="t" anchorCtr="0"/>
      <a:lstStyle>
        <a:defPPr>
          <a:defRPr sz="14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defRPr sz="1200" dirty="0" err="1" smtClean="0"/>
        </a:defPPr>
      </a:lstStyle>
    </a:txDef>
  </a:objectDefaults>
  <a:extraClrSchemeLst/>
  <a:extLst>
    <a:ext uri="{05A4C25C-085E-4340-85A3-A5531E510DB2}">
      <thm15:themeFamily xmlns:thm15="http://schemas.microsoft.com/office/thememl/2012/main" name="Presentación5" id="{EC1B5C4F-60EA-E34B-83BB-E178FFB62E3F}" vid="{D67AF6F7-16EC-4242-91DE-1E70087CA130}"/>
    </a:ext>
  </a:extLst>
</a:theme>
</file>

<file path=ppt/theme/theme6.xml><?xml version="1.0" encoding="utf-8"?>
<a:theme xmlns:a="http://schemas.openxmlformats.org/drawingml/2006/main" name="1_ÍNDICE">
  <a:themeElements>
    <a:clrScheme name="MINSAIT 2024">
      <a:dk1>
        <a:srgbClr val="4F062A"/>
      </a:dk1>
      <a:lt1>
        <a:srgbClr val="FFFFFF"/>
      </a:lt1>
      <a:dk2>
        <a:srgbClr val="260717"/>
      </a:dk2>
      <a:lt2>
        <a:srgbClr val="E3E2DA"/>
      </a:lt2>
      <a:accent1>
        <a:srgbClr val="FF0054"/>
      </a:accent1>
      <a:accent2>
        <a:srgbClr val="44B757"/>
      </a:accent2>
      <a:accent3>
        <a:srgbClr val="8661F5"/>
      </a:accent3>
      <a:accent4>
        <a:srgbClr val="E56813"/>
      </a:accent4>
      <a:accent5>
        <a:srgbClr val="00B0BD"/>
      </a:accent5>
      <a:accent6>
        <a:srgbClr val="EF659D"/>
      </a:accent6>
      <a:hlink>
        <a:srgbClr val="FF0054"/>
      </a:hlink>
      <a:folHlink>
        <a:srgbClr val="A40037"/>
      </a:folHlink>
    </a:clrScheme>
    <a:fontScheme name="Personalizado 4">
      <a:majorFont>
        <a:latin typeface="ForFuture Sans"/>
        <a:ea typeface=""/>
        <a:cs typeface=""/>
      </a:majorFont>
      <a:minorFont>
        <a:latin typeface="ForFuture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bodyPr vert="horz" wrap="square" lIns="0" tIns="7312" rIns="0" bIns="0" rtlCol="0">
        <a:spAutoFit/>
      </a:bodyPr>
      <a:lstStyle>
        <a:defPPr marL="7696" algn="l">
          <a:spcBef>
            <a:spcPts val="600"/>
          </a:spcBef>
          <a:defRPr sz="1400" dirty="0" smtClean="0">
            <a:solidFill>
              <a:schemeClr val="tx2"/>
            </a:solidFill>
            <a:cs typeface="Trebuchet MS"/>
          </a:defRPr>
        </a:defPPr>
      </a:lstStyle>
    </a:txDef>
  </a:objectDefaults>
  <a:extraClrSchemeLst/>
  <a:extLst>
    <a:ext uri="{05A4C25C-085E-4340-85A3-A5531E510DB2}">
      <thm15:themeFamily xmlns:thm15="http://schemas.microsoft.com/office/thememl/2012/main" name="PPT_MINSAIT.potx" id="{8C9AA064-F6BB-49A0-B948-6EBD015E0CDF}" vid="{6621EF69-77AC-4067-8227-4CA7F2FE267D}"/>
    </a:ext>
  </a:extLst>
</a:theme>
</file>

<file path=ppt/theme/theme7.xml><?xml version="1.0" encoding="utf-8"?>
<a:theme xmlns:a="http://schemas.openxmlformats.org/drawingml/2006/main" name="1_SEPARATA">
  <a:themeElements>
    <a:clrScheme name="MINSAIT 2024">
      <a:dk1>
        <a:srgbClr val="4F062A"/>
      </a:dk1>
      <a:lt1>
        <a:srgbClr val="FFFFFF"/>
      </a:lt1>
      <a:dk2>
        <a:srgbClr val="260717"/>
      </a:dk2>
      <a:lt2>
        <a:srgbClr val="E3E2DA"/>
      </a:lt2>
      <a:accent1>
        <a:srgbClr val="FF0054"/>
      </a:accent1>
      <a:accent2>
        <a:srgbClr val="44B757"/>
      </a:accent2>
      <a:accent3>
        <a:srgbClr val="8661F5"/>
      </a:accent3>
      <a:accent4>
        <a:srgbClr val="E56813"/>
      </a:accent4>
      <a:accent5>
        <a:srgbClr val="00B0BD"/>
      </a:accent5>
      <a:accent6>
        <a:srgbClr val="EF659D"/>
      </a:accent6>
      <a:hlink>
        <a:srgbClr val="FF0054"/>
      </a:hlink>
      <a:folHlink>
        <a:srgbClr val="A40037"/>
      </a:folHlink>
    </a:clrScheme>
    <a:fontScheme name="Personalizado 4">
      <a:majorFont>
        <a:latin typeface="ForFuture Sans"/>
        <a:ea typeface=""/>
        <a:cs typeface=""/>
      </a:majorFont>
      <a:minorFont>
        <a:latin typeface="ForFuture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bodyPr vert="horz" wrap="square" lIns="0" tIns="7312" rIns="0" bIns="0" rtlCol="0">
        <a:spAutoFit/>
      </a:bodyPr>
      <a:lstStyle>
        <a:defPPr marL="7696" algn="l">
          <a:spcBef>
            <a:spcPts val="600"/>
          </a:spcBef>
          <a:defRPr sz="1400" dirty="0" smtClean="0">
            <a:solidFill>
              <a:schemeClr val="tx2"/>
            </a:solidFill>
            <a:cs typeface="Trebuchet MS"/>
          </a:defRPr>
        </a:defPPr>
      </a:lstStyle>
    </a:txDef>
  </a:objectDefaults>
  <a:extraClrSchemeLst/>
  <a:extLst>
    <a:ext uri="{05A4C25C-085E-4340-85A3-A5531E510DB2}">
      <thm15:themeFamily xmlns:thm15="http://schemas.microsoft.com/office/thememl/2012/main" name="PPT_MINSAIT.potx" id="{58D53B1B-37B9-401D-8E4F-CC831118F595}" vid="{562E014D-1667-4CCF-BE87-860FC243DBDA}"/>
    </a:ext>
  </a:extLst>
</a:theme>
</file>

<file path=ppt/theme/theme8.xml><?xml version="1.0" encoding="utf-8"?>
<a:theme xmlns:a="http://schemas.openxmlformats.org/drawingml/2006/main" name="4_CONTENIDO">
  <a:themeElements>
    <a:clrScheme name="MINSAIT 2024">
      <a:dk1>
        <a:srgbClr val="4F062A"/>
      </a:dk1>
      <a:lt1>
        <a:srgbClr val="FFFFFF"/>
      </a:lt1>
      <a:dk2>
        <a:srgbClr val="260717"/>
      </a:dk2>
      <a:lt2>
        <a:srgbClr val="E3E2DA"/>
      </a:lt2>
      <a:accent1>
        <a:srgbClr val="FF0054"/>
      </a:accent1>
      <a:accent2>
        <a:srgbClr val="44B757"/>
      </a:accent2>
      <a:accent3>
        <a:srgbClr val="8661F5"/>
      </a:accent3>
      <a:accent4>
        <a:srgbClr val="E56813"/>
      </a:accent4>
      <a:accent5>
        <a:srgbClr val="00B0BD"/>
      </a:accent5>
      <a:accent6>
        <a:srgbClr val="EF659D"/>
      </a:accent6>
      <a:hlink>
        <a:srgbClr val="FF0054"/>
      </a:hlink>
      <a:folHlink>
        <a:srgbClr val="A40037"/>
      </a:folHlink>
    </a:clrScheme>
    <a:fontScheme name="Personalizado 4">
      <a:majorFont>
        <a:latin typeface="ForFuture Sans"/>
        <a:ea typeface=""/>
        <a:cs typeface=""/>
      </a:majorFont>
      <a:minorFont>
        <a:latin typeface="ForFuture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bodyPr vert="horz" wrap="square" lIns="0" tIns="7312" rIns="0" bIns="0" rtlCol="0">
        <a:spAutoFit/>
      </a:bodyPr>
      <a:lstStyle>
        <a:defPPr marL="7696" algn="l">
          <a:spcBef>
            <a:spcPts val="600"/>
          </a:spcBef>
          <a:defRPr sz="1400" dirty="0" smtClean="0">
            <a:solidFill>
              <a:schemeClr val="tx2"/>
            </a:solidFill>
            <a:cs typeface="Trebuchet MS"/>
          </a:defRPr>
        </a:defPPr>
      </a:lstStyle>
    </a:txDef>
  </a:objectDefaults>
  <a:extraClrSchemeLst/>
  <a:extLst>
    <a:ext uri="{05A4C25C-085E-4340-85A3-A5531E510DB2}">
      <thm15:themeFamily xmlns:thm15="http://schemas.microsoft.com/office/thememl/2012/main" name="PPT_MINSAIT.potx" id="{8C9AA064-F6BB-49A0-B948-6EBD015E0CDF}" vid="{A1B96FE0-3D6A-4A57-8C50-A278C1B74007}"/>
    </a:ext>
  </a:extLst>
</a:theme>
</file>

<file path=ppt/theme/theme9.xml><?xml version="1.0" encoding="utf-8"?>
<a:theme xmlns:a="http://schemas.openxmlformats.org/drawingml/2006/main" name="8_CONTENIDO">
  <a:themeElements>
    <a:clrScheme name="MINSAIT 2024">
      <a:dk1>
        <a:srgbClr val="4F062A"/>
      </a:dk1>
      <a:lt1>
        <a:srgbClr val="FFFFFF"/>
      </a:lt1>
      <a:dk2>
        <a:srgbClr val="260717"/>
      </a:dk2>
      <a:lt2>
        <a:srgbClr val="E3E2DA"/>
      </a:lt2>
      <a:accent1>
        <a:srgbClr val="FF0054"/>
      </a:accent1>
      <a:accent2>
        <a:srgbClr val="44B757"/>
      </a:accent2>
      <a:accent3>
        <a:srgbClr val="8661F5"/>
      </a:accent3>
      <a:accent4>
        <a:srgbClr val="E56813"/>
      </a:accent4>
      <a:accent5>
        <a:srgbClr val="00B0BD"/>
      </a:accent5>
      <a:accent6>
        <a:srgbClr val="EF659D"/>
      </a:accent6>
      <a:hlink>
        <a:srgbClr val="FF0054"/>
      </a:hlink>
      <a:folHlink>
        <a:srgbClr val="A40037"/>
      </a:folHlink>
    </a:clrScheme>
    <a:fontScheme name="Personalizado 4">
      <a:majorFont>
        <a:latin typeface="ForFuture Sans"/>
        <a:ea typeface=""/>
        <a:cs typeface=""/>
      </a:majorFont>
      <a:minorFont>
        <a:latin typeface="ForFuture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bodyPr vert="horz" wrap="square" lIns="0" tIns="7312" rIns="0" bIns="0" rtlCol="0">
        <a:spAutoFit/>
      </a:bodyPr>
      <a:lstStyle>
        <a:defPPr marL="7696" algn="l">
          <a:spcBef>
            <a:spcPts val="600"/>
          </a:spcBef>
          <a:defRPr sz="1400" dirty="0" smtClean="0">
            <a:solidFill>
              <a:schemeClr val="tx2"/>
            </a:solidFill>
            <a:cs typeface="Trebuchet MS"/>
          </a:defRPr>
        </a:defPPr>
      </a:lstStyle>
    </a:txDef>
  </a:objectDefaults>
  <a:extraClrSchemeLst/>
  <a:extLst>
    <a:ext uri="{05A4C25C-085E-4340-85A3-A5531E510DB2}">
      <thm15:themeFamily xmlns:thm15="http://schemas.microsoft.com/office/thememl/2012/main" name="PPT_MINSAIT.potx" id="{8C9AA064-F6BB-49A0-B948-6EBD015E0CDF}" vid="{A1B96FE0-3D6A-4A57-8C50-A278C1B74007}"/>
    </a:ext>
  </a:extLst>
</a:theme>
</file>

<file path=ppt/theme/theme10.xml><?xml version="1.0" encoding="utf-8"?>
<a:theme xmlns:a="http://schemas.openxmlformats.org/drawingml/2006/main" name="7_INDRA THEME">
  <a:themeElements>
    <a:clrScheme name="MINSAIT COLORS">
      <a:dk1>
        <a:srgbClr val="4F062A"/>
      </a:dk1>
      <a:lt1>
        <a:srgbClr val="FFFFFF"/>
      </a:lt1>
      <a:dk2>
        <a:srgbClr val="260717"/>
      </a:dk2>
      <a:lt2>
        <a:srgbClr val="E3E2DA"/>
      </a:lt2>
      <a:accent1>
        <a:srgbClr val="FF0054"/>
      </a:accent1>
      <a:accent2>
        <a:srgbClr val="44B757"/>
      </a:accent2>
      <a:accent3>
        <a:srgbClr val="8661F5"/>
      </a:accent3>
      <a:accent4>
        <a:srgbClr val="E56813"/>
      </a:accent4>
      <a:accent5>
        <a:srgbClr val="00B0BD"/>
      </a:accent5>
      <a:accent6>
        <a:srgbClr val="EF659D"/>
      </a:accent6>
      <a:hlink>
        <a:srgbClr val="FF0054"/>
      </a:hlink>
      <a:folHlink>
        <a:srgbClr val="A40037"/>
      </a:folHlink>
    </a:clrScheme>
    <a:fontScheme name="INDRA Fonts">
      <a:majorFont>
        <a:latin typeface="ForFuture Sans"/>
        <a:ea typeface=""/>
        <a:cs typeface=""/>
      </a:majorFont>
      <a:minorFont>
        <a:latin typeface="ForFutur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lIns="180000" tIns="180000" rIns="180000" bIns="180000" rtlCol="0" anchor="t" anchorCtr="0"/>
      <a:lstStyle>
        <a:defPPr>
          <a:defRPr sz="14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defRPr sz="1200" dirty="0" err="1" smtClean="0"/>
        </a:defPPr>
      </a:lstStyle>
    </a:txDef>
  </a:objectDefaults>
  <a:extraClrSchemeLst/>
  <a:extLst>
    <a:ext uri="{05A4C25C-085E-4340-85A3-A5531E510DB2}">
      <thm15:themeFamily xmlns:thm15="http://schemas.microsoft.com/office/thememl/2012/main" name="PPT_MINSAIT_v2_16122024 (1)" id="{3BD2A23A-B48E-4C4C-B5C5-01D5CBA66CB0}" vid="{C4EB3149-EAE4-7749-845C-D157ED4927A8}"/>
    </a:ext>
  </a:extLst>
</a:theme>
</file>

<file path=ppt/theme/theme11.xml><?xml version="1.0" encoding="utf-8"?>
<a:theme xmlns:a="http://schemas.openxmlformats.org/drawingml/2006/main" name="12_CONTENIDO">
  <a:themeElements>
    <a:clrScheme name="MINSAIT 2024">
      <a:dk1>
        <a:srgbClr val="4F062A"/>
      </a:dk1>
      <a:lt1>
        <a:srgbClr val="FFFFFF"/>
      </a:lt1>
      <a:dk2>
        <a:srgbClr val="260717"/>
      </a:dk2>
      <a:lt2>
        <a:srgbClr val="E3E2DA"/>
      </a:lt2>
      <a:accent1>
        <a:srgbClr val="FF0054"/>
      </a:accent1>
      <a:accent2>
        <a:srgbClr val="44B757"/>
      </a:accent2>
      <a:accent3>
        <a:srgbClr val="8661F5"/>
      </a:accent3>
      <a:accent4>
        <a:srgbClr val="E56813"/>
      </a:accent4>
      <a:accent5>
        <a:srgbClr val="00B0BD"/>
      </a:accent5>
      <a:accent6>
        <a:srgbClr val="EF659D"/>
      </a:accent6>
      <a:hlink>
        <a:srgbClr val="FF0054"/>
      </a:hlink>
      <a:folHlink>
        <a:srgbClr val="A40037"/>
      </a:folHlink>
    </a:clrScheme>
    <a:fontScheme name="Personalizado 4">
      <a:majorFont>
        <a:latin typeface="ForFuture Sans"/>
        <a:ea typeface=""/>
        <a:cs typeface=""/>
      </a:majorFont>
      <a:minorFont>
        <a:latin typeface="ForFuture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bodyPr vert="horz" wrap="square" lIns="0" tIns="7312" rIns="0" bIns="0" rtlCol="0">
        <a:spAutoFit/>
      </a:bodyPr>
      <a:lstStyle>
        <a:defPPr marL="179388" indent="-173038" algn="l">
          <a:spcBef>
            <a:spcPts val="600"/>
          </a:spcBef>
          <a:buFont typeface="Arial" panose="020B0604020202020204" pitchFamily="34" charset="0"/>
          <a:buChar char="•"/>
          <a:defRPr sz="1400" dirty="0" err="1" smtClean="0">
            <a:cs typeface="Trebuchet MS"/>
          </a:defRPr>
        </a:defPPr>
      </a:lstStyle>
    </a:txDef>
  </a:objectDefaults>
  <a:extraClrSchemeLst/>
  <a:extLst>
    <a:ext uri="{05A4C25C-085E-4340-85A3-A5531E510DB2}">
      <thm15:themeFamily xmlns:thm15="http://schemas.microsoft.com/office/thememl/2012/main" name="PPT_MINSAIT.potx" id="{A20FE647-7CF0-4897-A164-3100C64FAAEC}" vid="{71E1AC86-6D65-4EDC-BD56-0D69BF2031AE}"/>
    </a:ext>
  </a:extLst>
</a:theme>
</file>

<file path=ppt/theme/theme12.xml><?xml version="1.0" encoding="utf-8"?>
<a:theme xmlns:a="http://schemas.openxmlformats.org/drawingml/2006/main" name="2_PORTADA">
  <a:themeElements>
    <a:clrScheme name="MINSAIT COLORS">
      <a:dk1>
        <a:srgbClr val="4F062A"/>
      </a:dk1>
      <a:lt1>
        <a:srgbClr val="FFFFFF"/>
      </a:lt1>
      <a:dk2>
        <a:srgbClr val="260717"/>
      </a:dk2>
      <a:lt2>
        <a:srgbClr val="E3E2DA"/>
      </a:lt2>
      <a:accent1>
        <a:srgbClr val="FF0054"/>
      </a:accent1>
      <a:accent2>
        <a:srgbClr val="44B757"/>
      </a:accent2>
      <a:accent3>
        <a:srgbClr val="8661F5"/>
      </a:accent3>
      <a:accent4>
        <a:srgbClr val="E56813"/>
      </a:accent4>
      <a:accent5>
        <a:srgbClr val="00B0BD"/>
      </a:accent5>
      <a:accent6>
        <a:srgbClr val="EF659D"/>
      </a:accent6>
      <a:hlink>
        <a:srgbClr val="FF0054"/>
      </a:hlink>
      <a:folHlink>
        <a:srgbClr val="A40037"/>
      </a:folHlink>
    </a:clrScheme>
    <a:fontScheme name="Personalizado 4">
      <a:majorFont>
        <a:latin typeface="ForFuture Sans"/>
        <a:ea typeface=""/>
        <a:cs typeface=""/>
      </a:majorFont>
      <a:minorFont>
        <a:latin typeface="ForFuture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bodyPr vert="horz" wrap="square" lIns="0" tIns="7312" rIns="0" bIns="0" rtlCol="0">
        <a:spAutoFit/>
      </a:bodyPr>
      <a:lstStyle>
        <a:defPPr marL="7696" algn="l">
          <a:spcBef>
            <a:spcPts val="600"/>
          </a:spcBef>
          <a:defRPr sz="1400" dirty="0" smtClean="0">
            <a:solidFill>
              <a:schemeClr val="tx2"/>
            </a:solidFill>
            <a:cs typeface="Trebuchet MS"/>
          </a:defRPr>
        </a:defPPr>
      </a:lstStyle>
    </a:txDef>
  </a:objectDefaults>
  <a:extraClrSchemeLst/>
  <a:extLst>
    <a:ext uri="{05A4C25C-085E-4340-85A3-A5531E510DB2}">
      <thm15:themeFamily xmlns:thm15="http://schemas.microsoft.com/office/thememl/2012/main" name="PPT_MINSAIT.potx" id="{8C9AA064-F6BB-49A0-B948-6EBD015E0CDF}" vid="{A716F644-A373-487E-BBAA-B12B6CC004E8}"/>
    </a:ext>
  </a:extLst>
</a:theme>
</file>

<file path=ppt/theme/theme13.xml><?xml version="1.0" encoding="utf-8"?>
<a:theme xmlns:a="http://schemas.openxmlformats.org/drawingml/2006/main" name="3_CONTENIDO">
  <a:themeElements>
    <a:clrScheme name="MINSAIT 2024">
      <a:dk1>
        <a:srgbClr val="4F062A"/>
      </a:dk1>
      <a:lt1>
        <a:srgbClr val="FFFFFF"/>
      </a:lt1>
      <a:dk2>
        <a:srgbClr val="260717"/>
      </a:dk2>
      <a:lt2>
        <a:srgbClr val="E3E2DA"/>
      </a:lt2>
      <a:accent1>
        <a:srgbClr val="FF0054"/>
      </a:accent1>
      <a:accent2>
        <a:srgbClr val="44B757"/>
      </a:accent2>
      <a:accent3>
        <a:srgbClr val="8661F5"/>
      </a:accent3>
      <a:accent4>
        <a:srgbClr val="E56813"/>
      </a:accent4>
      <a:accent5>
        <a:srgbClr val="00B0BD"/>
      </a:accent5>
      <a:accent6>
        <a:srgbClr val="EF659D"/>
      </a:accent6>
      <a:hlink>
        <a:srgbClr val="FF0054"/>
      </a:hlink>
      <a:folHlink>
        <a:srgbClr val="A40037"/>
      </a:folHlink>
    </a:clrScheme>
    <a:fontScheme name="Personalizado 4">
      <a:majorFont>
        <a:latin typeface="ForFuture Sans"/>
        <a:ea typeface=""/>
        <a:cs typeface=""/>
      </a:majorFont>
      <a:minorFont>
        <a:latin typeface="ForFuture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bodyPr vert="horz" wrap="square" lIns="0" tIns="7312" rIns="0" bIns="0" rtlCol="0">
        <a:spAutoFit/>
      </a:bodyPr>
      <a:lstStyle>
        <a:defPPr marL="7696" algn="l">
          <a:spcBef>
            <a:spcPts val="600"/>
          </a:spcBef>
          <a:defRPr sz="1400" dirty="0" smtClean="0">
            <a:solidFill>
              <a:schemeClr val="tx2"/>
            </a:solidFill>
            <a:cs typeface="Trebuchet MS"/>
          </a:defRPr>
        </a:defPPr>
      </a:lstStyle>
    </a:txDef>
  </a:objectDefaults>
  <a:extraClrSchemeLst/>
  <a:extLst>
    <a:ext uri="{05A4C25C-085E-4340-85A3-A5531E510DB2}">
      <thm15:themeFamily xmlns:thm15="http://schemas.microsoft.com/office/thememl/2012/main" name="PPT_MINSAIT.potx" id="{8C9AA064-F6BB-49A0-B948-6EBD015E0CDF}" vid="{A1B96FE0-3D6A-4A57-8C50-A278C1B74007}"/>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6395DD86B8F81E47A7D0F3094CDCB6BA" ma:contentTypeVersion="3" ma:contentTypeDescription="Crear nuevo documento." ma:contentTypeScope="" ma:versionID="9dbd44163b89ef2f8fc0c70e7579fca5">
  <xsd:schema xmlns:xsd="http://www.w3.org/2001/XMLSchema" xmlns:xs="http://www.w3.org/2001/XMLSchema" xmlns:p="http://schemas.microsoft.com/office/2006/metadata/properties" xmlns:ns2="3d2189fd-d98a-42e8-9487-9603743e6172" targetNamespace="http://schemas.microsoft.com/office/2006/metadata/properties" ma:root="true" ma:fieldsID="bf979077d052d175ab1adf131dfcf017" ns2:_="">
    <xsd:import namespace="3d2189fd-d98a-42e8-9487-9603743e617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2189fd-d98a-42e8-9487-9603743e61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264D60-DC27-4DC2-8EE1-9A7C7A585043}">
  <ds:schemaRefs>
    <ds:schemaRef ds:uri="http://schemas.microsoft.com/sharepoint/v3/contenttype/forms"/>
  </ds:schemaRefs>
</ds:datastoreItem>
</file>

<file path=customXml/itemProps2.xml><?xml version="1.0" encoding="utf-8"?>
<ds:datastoreItem xmlns:ds="http://schemas.openxmlformats.org/officeDocument/2006/customXml" ds:itemID="{F7981A04-26D7-4B27-A748-BCDD938136E0}">
  <ds:schemaRefs>
    <ds:schemaRef ds:uri="http://purl.org/dc/elements/1.1/"/>
    <ds:schemaRef ds:uri="3d2189fd-d98a-42e8-9487-9603743e6172"/>
    <ds:schemaRef ds:uri="http://schemas.microsoft.com/office/infopath/2007/PartnerControls"/>
    <ds:schemaRef ds:uri="http://schemas.microsoft.com/office/2006/metadata/properties"/>
    <ds:schemaRef ds:uri="http://purl.org/dc/terms/"/>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7262AB00-36BE-48C7-8196-17F6A14A6CA2}">
  <ds:schemaRefs>
    <ds:schemaRef ds:uri="3d2189fd-d98a-42e8-9487-9603743e617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PPT_MINSAIT</Template>
  <TotalTime>0</TotalTime>
  <Words>13346</Words>
  <Application>Microsoft Office PowerPoint</Application>
  <PresentationFormat>Panorámica</PresentationFormat>
  <Paragraphs>1590</Paragraphs>
  <Slides>69</Slides>
  <Notes>63</Notes>
  <HiddenSlides>0</HiddenSlides>
  <MMClips>0</MMClips>
  <ScaleCrop>false</ScaleCrop>
  <HeadingPairs>
    <vt:vector size="8" baseType="variant">
      <vt:variant>
        <vt:lpstr>Fuentes usadas</vt:lpstr>
      </vt:variant>
      <vt:variant>
        <vt:i4>16</vt:i4>
      </vt:variant>
      <vt:variant>
        <vt:lpstr>Tema</vt:lpstr>
      </vt:variant>
      <vt:variant>
        <vt:i4>13</vt:i4>
      </vt:variant>
      <vt:variant>
        <vt:lpstr>Servidores OLE incrustados</vt:lpstr>
      </vt:variant>
      <vt:variant>
        <vt:i4>3</vt:i4>
      </vt:variant>
      <vt:variant>
        <vt:lpstr>Títulos de diapositiva</vt:lpstr>
      </vt:variant>
      <vt:variant>
        <vt:i4>69</vt:i4>
      </vt:variant>
    </vt:vector>
  </HeadingPairs>
  <TitlesOfParts>
    <vt:vector size="101" baseType="lpstr">
      <vt:lpstr>ＭＳ Ｐゴシック</vt:lpstr>
      <vt:lpstr>Aptos</vt:lpstr>
      <vt:lpstr>Aptos Narrow</vt:lpstr>
      <vt:lpstr>Arial</vt:lpstr>
      <vt:lpstr>Calibri</vt:lpstr>
      <vt:lpstr>Courier New</vt:lpstr>
      <vt:lpstr>ForFuture Sans</vt:lpstr>
      <vt:lpstr>ForFuture Sans (Cuerpo)</vt:lpstr>
      <vt:lpstr>Playfair Display</vt:lpstr>
      <vt:lpstr>Raleway</vt:lpstr>
      <vt:lpstr>Soho Gothic Pro</vt:lpstr>
      <vt:lpstr>Soho Gothic Pro Light</vt:lpstr>
      <vt:lpstr>Tahoma</vt:lpstr>
      <vt:lpstr>Times New Roman</vt:lpstr>
      <vt:lpstr>Trebuchet MS</vt:lpstr>
      <vt:lpstr>Wingdings</vt:lpstr>
      <vt:lpstr>SEPARATA</vt:lpstr>
      <vt:lpstr>CONTENIDO</vt:lpstr>
      <vt:lpstr>1_CIERRE</vt:lpstr>
      <vt:lpstr>2_CONTENIDO</vt:lpstr>
      <vt:lpstr>1_INDRA THEME</vt:lpstr>
      <vt:lpstr>1_ÍNDICE</vt:lpstr>
      <vt:lpstr>1_SEPARATA</vt:lpstr>
      <vt:lpstr>4_CONTENIDO</vt:lpstr>
      <vt:lpstr>8_CONTENIDO</vt:lpstr>
      <vt:lpstr>7_INDRA THEME</vt:lpstr>
      <vt:lpstr>12_CONTENIDO</vt:lpstr>
      <vt:lpstr>2_PORTADA</vt:lpstr>
      <vt:lpstr>3_CONTENIDO</vt:lpstr>
      <vt:lpstr>Diapositiva de think-cell</vt:lpstr>
      <vt:lpstr>think-cell Slide</vt:lpstr>
      <vt:lpstr>Slide do think-cell</vt:lpstr>
      <vt:lpstr>Servicio de Program Management Office (PMO) S/4Hana</vt:lpstr>
      <vt:lpstr>Presentación de PowerPoint</vt:lpstr>
      <vt:lpstr>Presentación de PowerPoint</vt:lpstr>
      <vt:lpstr>Presentación de PowerPoint</vt:lpstr>
      <vt:lpstr>Presentación de PowerPoint</vt:lpstr>
      <vt:lpstr>Somos el Socio estratégico para acompañarlo en el desafío de la migración SAP 4/Hana…</vt:lpstr>
      <vt:lpstr>El objetivo de esta propuesta es presentar el Servicio de Program Management Office (PMO) a Komatsu en el proyecto de migración a SAP S/4 Hana</vt:lpstr>
      <vt:lpstr>Preliminarmente se ha identificado que la Migración tiene el siguiente alcance…</vt:lpstr>
      <vt:lpstr>Minsait posee la experiencia y visión integral de todo el proceso de migración a S4Hana…</vt:lpstr>
      <vt:lpstr>…y ha desarrollado las funciones, roles, capacidades y metodología necesarios para brindar el servicio de PMO requerido por Komatsu.</vt:lpstr>
      <vt:lpstr>…asimismo, se contará con un rol de consultor de integraciones en migración de Datos Gobierno, coordinación y seguimiento para promover calidad y trazabilidad</vt:lpstr>
      <vt:lpstr>Presentación de PowerPoint</vt:lpstr>
      <vt:lpstr>De acuerdo con nuestra experiencia, es necesario un enfoque operativo en dos fases: una primera de preparación y la posterior de funcionamiento habitual</vt:lpstr>
      <vt:lpstr>Fase 1 – Preparación y puesta en marcha de la PMO</vt:lpstr>
      <vt:lpstr>Fase 1 – Preparación y puesta en marcha de la PMO</vt:lpstr>
      <vt:lpstr>Como resultado del diseño del modelo operativo y de  gobierno de la PMO, se establece una estructura de  gestión en tres niveles</vt:lpstr>
      <vt:lpstr>Fase 1 – Preparación y puesta en marcha de la PMO</vt:lpstr>
      <vt:lpstr>Fase 2 – Puesta en marcha y seguimiento</vt:lpstr>
      <vt:lpstr>Fase 1 – Preparación y puesta en marcha de la PMO</vt:lpstr>
      <vt:lpstr>Presentación de PowerPoint</vt:lpstr>
      <vt:lpstr>La PMO para Komatsu tiene un enfoque de digitalización e integración de entregables, con reportería automatizada para el control, seguimiento y toma de decisiones estratégicas…</vt:lpstr>
      <vt:lpstr>Minsait pone a disposición diversos aceleradores para apalancar la puesta en marcha de una PMO </vt:lpstr>
      <vt:lpstr>Disponemos de plantillas que recopilan las oportunidades de mejora sobre el estándar de ERPs que nos ayudan en la medición de la captura de eficiencias</vt:lpstr>
      <vt:lpstr>Portafolio de proyectos</vt:lpstr>
      <vt:lpstr>Curva S</vt:lpstr>
      <vt:lpstr>Riesgos</vt:lpstr>
      <vt:lpstr>Matriz de riesgos</vt:lpstr>
      <vt:lpstr>Presupuesto</vt:lpstr>
      <vt:lpstr>Plan de presupuesto/ Gestión financiera de proyecto</vt:lpstr>
      <vt:lpstr>Plan de presupuesto/ Gestión financiera de proyecto</vt:lpstr>
      <vt:lpstr>Plan de presupuesto/ Gestión financiera de proyecto</vt:lpstr>
      <vt:lpstr>Proyecto - frente</vt:lpstr>
      <vt:lpstr>Controles de cambio</vt:lpstr>
      <vt:lpstr>Lecciones aprendidas</vt:lpstr>
      <vt:lpstr>Compromisos</vt:lpstr>
      <vt:lpstr>Master plan  - Cronograma consolidado con dependencias y línea base</vt:lpstr>
      <vt:lpstr>Master plan  - Cronograma consolidado de todos los frentes con dependencias y línea base</vt:lpstr>
      <vt:lpstr>Plan de Recursos</vt:lpstr>
      <vt:lpstr>Presentación de PowerPoint</vt:lpstr>
      <vt:lpstr>Presentación de PowerPoint</vt:lpstr>
      <vt:lpstr>El equipo de trabajo está compuesto por un Experto PMO SAP, Consultor PMO, Becario, Consultor de integraciones y Expertos SAP, durante 14 meses</vt:lpstr>
      <vt:lpstr>Director de Proyecto Victor Menghi</vt:lpstr>
      <vt:lpstr>Lead PMO SAP (E.B.)</vt:lpstr>
      <vt:lpstr>Consultor PMO SAP (L.T.)</vt:lpstr>
      <vt:lpstr>Consultor de integraciones (M.S.)</vt:lpstr>
      <vt:lpstr>Consultor de apoyo (A.R.)</vt:lpstr>
      <vt:lpstr>Comité de expertos (M.M.)</vt:lpstr>
      <vt:lpstr>Comité de expertos (D.C.)</vt:lpstr>
      <vt:lpstr>Notas sobre los CV presentados</vt:lpstr>
      <vt:lpstr>Presentación de PowerPoint</vt:lpstr>
      <vt:lpstr>Servicio de Program Management Office (PMO) S/4Hana</vt:lpstr>
      <vt:lpstr>Presentación de PowerPoint</vt:lpstr>
      <vt:lpstr>Levantamiento, diseño, documentación, comunicación y optimización de procesos de back office y operativos a partir de la implementación de SAP S/4Hana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Borrás Pérez, Albert</dc:creator>
  <cp:lastModifiedBy>Salas Gutierrez, Marisabel Ivonne</cp:lastModifiedBy>
  <cp:revision>1</cp:revision>
  <cp:lastPrinted>2025-03-11T17:50:48Z</cp:lastPrinted>
  <dcterms:created xsi:type="dcterms:W3CDTF">2025-02-26T10:52:07Z</dcterms:created>
  <dcterms:modified xsi:type="dcterms:W3CDTF">2026-04-13T17:56:16Z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0x0101006395DD86B8F81E47A7D0F3094CDCB6BA</vt:lpwstr>
  </property>
</Properties>
</file>